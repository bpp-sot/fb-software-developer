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1.xml" ContentType="application/vnd.openxmlformats-officedocument.presentationml.tags+xml"/>
  <Override PartName="/ppt/notesSlides/notesSlide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tags/tag2.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6.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tags/tag3.xml" ContentType="application/vnd.openxmlformats-officedocument.presentationml.tags+xml"/>
  <Override PartName="/ppt/notesSlides/notesSlide1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6" r:id="rId4"/>
  </p:sldMasterIdLst>
  <p:notesMasterIdLst>
    <p:notesMasterId r:id="rId66"/>
  </p:notesMasterIdLst>
  <p:handoutMasterIdLst>
    <p:handoutMasterId r:id="rId67"/>
  </p:handoutMasterIdLst>
  <p:sldIdLst>
    <p:sldId id="992" r:id="rId5"/>
    <p:sldId id="256" r:id="rId6"/>
    <p:sldId id="375" r:id="rId7"/>
    <p:sldId id="585" r:id="rId8"/>
    <p:sldId id="939" r:id="rId9"/>
    <p:sldId id="572" r:id="rId10"/>
    <p:sldId id="942" r:id="rId11"/>
    <p:sldId id="931" r:id="rId12"/>
    <p:sldId id="940" r:id="rId13"/>
    <p:sldId id="943" r:id="rId14"/>
    <p:sldId id="941" r:id="rId15"/>
    <p:sldId id="944" r:id="rId16"/>
    <p:sldId id="945" r:id="rId17"/>
    <p:sldId id="946" r:id="rId18"/>
    <p:sldId id="947" r:id="rId19"/>
    <p:sldId id="948" r:id="rId20"/>
    <p:sldId id="949" r:id="rId21"/>
    <p:sldId id="950" r:id="rId22"/>
    <p:sldId id="951" r:id="rId23"/>
    <p:sldId id="952" r:id="rId24"/>
    <p:sldId id="953" r:id="rId25"/>
    <p:sldId id="954" r:id="rId26"/>
    <p:sldId id="955" r:id="rId27"/>
    <p:sldId id="956" r:id="rId28"/>
    <p:sldId id="957" r:id="rId29"/>
    <p:sldId id="958" r:id="rId30"/>
    <p:sldId id="959" r:id="rId31"/>
    <p:sldId id="960" r:id="rId32"/>
    <p:sldId id="963" r:id="rId33"/>
    <p:sldId id="961" r:id="rId34"/>
    <p:sldId id="964" r:id="rId35"/>
    <p:sldId id="965" r:id="rId36"/>
    <p:sldId id="966" r:id="rId37"/>
    <p:sldId id="967" r:id="rId38"/>
    <p:sldId id="968" r:id="rId39"/>
    <p:sldId id="969" r:id="rId40"/>
    <p:sldId id="970" r:id="rId41"/>
    <p:sldId id="971" r:id="rId42"/>
    <p:sldId id="972" r:id="rId43"/>
    <p:sldId id="973" r:id="rId44"/>
    <p:sldId id="974" r:id="rId45"/>
    <p:sldId id="975" r:id="rId46"/>
    <p:sldId id="976" r:id="rId47"/>
    <p:sldId id="977" r:id="rId48"/>
    <p:sldId id="978" r:id="rId49"/>
    <p:sldId id="979" r:id="rId50"/>
    <p:sldId id="980" r:id="rId51"/>
    <p:sldId id="981" r:id="rId52"/>
    <p:sldId id="982" r:id="rId53"/>
    <p:sldId id="983" r:id="rId54"/>
    <p:sldId id="984" r:id="rId55"/>
    <p:sldId id="985" r:id="rId56"/>
    <p:sldId id="986" r:id="rId57"/>
    <p:sldId id="987" r:id="rId58"/>
    <p:sldId id="988" r:id="rId59"/>
    <p:sldId id="989" r:id="rId60"/>
    <p:sldId id="990" r:id="rId61"/>
    <p:sldId id="991" r:id="rId62"/>
    <p:sldId id="344" r:id="rId63"/>
    <p:sldId id="993" r:id="rId64"/>
    <p:sldId id="962" r:id="rId6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A0013A8F-88B8-42D4-8F20-24C9F2C72B4A}">
          <p14:sldIdLst>
            <p14:sldId id="992"/>
            <p14:sldId id="256"/>
            <p14:sldId id="375"/>
            <p14:sldId id="585"/>
          </p14:sldIdLst>
        </p14:section>
        <p14:section name="Objectives" id="{58052AD5-B5F2-4043-9C33-3A427EAE037E}">
          <p14:sldIdLst>
            <p14:sldId id="939"/>
            <p14:sldId id="572"/>
          </p14:sldIdLst>
        </p14:section>
        <p14:section name="Content" id="{01568920-2250-4F43-BC1F-AD43DE6CE5A6}">
          <p14:sldIdLst>
            <p14:sldId id="942"/>
            <p14:sldId id="931"/>
            <p14:sldId id="940"/>
            <p14:sldId id="943"/>
            <p14:sldId id="941"/>
            <p14:sldId id="944"/>
            <p14:sldId id="945"/>
            <p14:sldId id="946"/>
            <p14:sldId id="947"/>
            <p14:sldId id="948"/>
            <p14:sldId id="949"/>
            <p14:sldId id="950"/>
            <p14:sldId id="951"/>
            <p14:sldId id="952"/>
            <p14:sldId id="953"/>
            <p14:sldId id="954"/>
            <p14:sldId id="955"/>
            <p14:sldId id="956"/>
            <p14:sldId id="957"/>
            <p14:sldId id="958"/>
            <p14:sldId id="959"/>
            <p14:sldId id="960"/>
            <p14:sldId id="963"/>
            <p14:sldId id="961"/>
            <p14:sldId id="964"/>
            <p14:sldId id="965"/>
            <p14:sldId id="966"/>
            <p14:sldId id="967"/>
            <p14:sldId id="968"/>
            <p14:sldId id="969"/>
            <p14:sldId id="970"/>
            <p14:sldId id="971"/>
            <p14:sldId id="972"/>
            <p14:sldId id="973"/>
            <p14:sldId id="974"/>
            <p14:sldId id="975"/>
            <p14:sldId id="976"/>
            <p14:sldId id="977"/>
            <p14:sldId id="978"/>
            <p14:sldId id="979"/>
            <p14:sldId id="980"/>
            <p14:sldId id="981"/>
            <p14:sldId id="982"/>
            <p14:sldId id="983"/>
            <p14:sldId id="984"/>
            <p14:sldId id="985"/>
            <p14:sldId id="986"/>
            <p14:sldId id="987"/>
            <p14:sldId id="988"/>
            <p14:sldId id="989"/>
            <p14:sldId id="990"/>
          </p14:sldIdLst>
        </p14:section>
        <p14:section name="Wrap-up" id="{71603E5A-30A7-48E3-A3B4-F039B3B467C5}">
          <p14:sldIdLst>
            <p14:sldId id="991"/>
            <p14:sldId id="344"/>
            <p14:sldId id="993"/>
            <p14:sldId id="962"/>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A65CE"/>
    <a:srgbClr val="00CFBF"/>
    <a:srgbClr val="FFDB46"/>
    <a:srgbClr val="FF6717"/>
    <a:srgbClr val="D30047"/>
    <a:srgbClr val="D9D0C3"/>
    <a:srgbClr val="23CEFD"/>
    <a:srgbClr val="FA388E"/>
    <a:srgbClr val="7950D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26365CD-300D-2C74-D2B6-9D73DCE72D66}" v="8" dt="2026-08-04T12:42:08.285"/>
  </p1510:revLst>
</p1510:revInfo>
</file>

<file path=ppt/tableStyles.xml><?xml version="1.0" encoding="utf-8"?>
<a:tblStyleLst xmlns:a="http://schemas.openxmlformats.org/drawingml/2006/main" def="{5C22544A-7EE6-4342-B048-85BDC9FD1C3A}">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173" autoAdjust="0"/>
    <p:restoredTop sz="94660"/>
  </p:normalViewPr>
  <p:slideViewPr>
    <p:cSldViewPr snapToGrid="0">
      <p:cViewPr varScale="1">
        <p:scale>
          <a:sx n="98" d="100"/>
          <a:sy n="98" d="100"/>
        </p:scale>
        <p:origin x="1152" y="90"/>
      </p:cViewPr>
      <p:guideLst/>
    </p:cSldViewPr>
  </p:slideViewPr>
  <p:notesTextViewPr>
    <p:cViewPr>
      <p:scale>
        <a:sx n="1" d="1"/>
        <a:sy n="1" d="1"/>
      </p:scale>
      <p:origin x="0" y="0"/>
    </p:cViewPr>
  </p:notesTextViewPr>
  <p:notesViewPr>
    <p:cSldViewPr snapToGrid="0">
      <p:cViewPr varScale="1">
        <p:scale>
          <a:sx n="79" d="100"/>
          <a:sy n="79" d="100"/>
        </p:scale>
        <p:origin x="3942" y="102"/>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notesMaster" Target="notesMasters/notesMaster1.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viewProps" Target="viewProps.xml"/><Relationship Id="rId8" Type="http://schemas.openxmlformats.org/officeDocument/2006/relationships/slide" Target="slides/slide4.xml"/><Relationship Id="rId51" Type="http://schemas.openxmlformats.org/officeDocument/2006/relationships/slide" Target="slides/slide47.xml"/><Relationship Id="rId72" Type="http://schemas.microsoft.com/office/2016/11/relationships/changesInfo" Target="changesInfos/changesInfo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handoutMaster" Target="handoutMasters/handoutMaster1.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 Type="http://schemas.openxmlformats.org/officeDocument/2006/relationships/slide" Target="slides/slide3.xml"/><Relationship Id="rId71"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cott Kenyon" userId="S::scottkenyon@bpp.com::e0a4f75c-ff2f-4b47-b5b5-5accc1cea1d5" providerId="AD" clId="Web-{326365CD-300D-2C74-D2B6-9D73DCE72D66}"/>
    <pc:docChg chg="addSld delSld modSld sldOrd modSection">
      <pc:chgData name="Scott Kenyon" userId="S::scottkenyon@bpp.com::e0a4f75c-ff2f-4b47-b5b5-5accc1cea1d5" providerId="AD" clId="Web-{326365CD-300D-2C74-D2B6-9D73DCE72D66}" dt="2026-08-04T12:42:08.285" v="11"/>
      <pc:docMkLst>
        <pc:docMk/>
      </pc:docMkLst>
      <pc:sldChg chg="add">
        <pc:chgData name="Scott Kenyon" userId="S::scottkenyon@bpp.com::e0a4f75c-ff2f-4b47-b5b5-5accc1cea1d5" providerId="AD" clId="Web-{326365CD-300D-2C74-D2B6-9D73DCE72D66}" dt="2026-08-04T12:40:02.140" v="0"/>
        <pc:sldMkLst>
          <pc:docMk/>
          <pc:sldMk cId="1329777431" sldId="375"/>
        </pc:sldMkLst>
      </pc:sldChg>
      <pc:sldChg chg="del">
        <pc:chgData name="Scott Kenyon" userId="S::scottkenyon@bpp.com::e0a4f75c-ff2f-4b47-b5b5-5accc1cea1d5" providerId="AD" clId="Web-{326365CD-300D-2C74-D2B6-9D73DCE72D66}" dt="2026-08-04T12:40:12.265" v="2"/>
        <pc:sldMkLst>
          <pc:docMk/>
          <pc:sldMk cId="3459574300" sldId="581"/>
        </pc:sldMkLst>
      </pc:sldChg>
      <pc:sldChg chg="add">
        <pc:chgData name="Scott Kenyon" userId="S::scottkenyon@bpp.com::e0a4f75c-ff2f-4b47-b5b5-5accc1cea1d5" providerId="AD" clId="Web-{326365CD-300D-2C74-D2B6-9D73DCE72D66}" dt="2026-08-04T12:40:02.702" v="1"/>
        <pc:sldMkLst>
          <pc:docMk/>
          <pc:sldMk cId="2777191371" sldId="585"/>
        </pc:sldMkLst>
      </pc:sldChg>
      <pc:sldChg chg="modSp">
        <pc:chgData name="Scott Kenyon" userId="S::scottkenyon@bpp.com::e0a4f75c-ff2f-4b47-b5b5-5accc1cea1d5" providerId="AD" clId="Web-{326365CD-300D-2C74-D2B6-9D73DCE72D66}" dt="2026-08-04T12:40:35.235" v="4" actId="20577"/>
        <pc:sldMkLst>
          <pc:docMk/>
          <pc:sldMk cId="3435496490" sldId="940"/>
        </pc:sldMkLst>
        <pc:spChg chg="mod">
          <ac:chgData name="Scott Kenyon" userId="S::scottkenyon@bpp.com::e0a4f75c-ff2f-4b47-b5b5-5accc1cea1d5" providerId="AD" clId="Web-{326365CD-300D-2C74-D2B6-9D73DCE72D66}" dt="2026-08-04T12:40:35.235" v="4" actId="20577"/>
          <ac:spMkLst>
            <pc:docMk/>
            <pc:sldMk cId="3435496490" sldId="940"/>
            <ac:spMk id="3" creationId="{37A66032-90EF-07C2-C3AA-6425E427A4BA}"/>
          </ac:spMkLst>
        </pc:spChg>
      </pc:sldChg>
      <pc:sldChg chg="modSp">
        <pc:chgData name="Scott Kenyon" userId="S::scottkenyon@bpp.com::e0a4f75c-ff2f-4b47-b5b5-5accc1cea1d5" providerId="AD" clId="Web-{326365CD-300D-2C74-D2B6-9D73DCE72D66}" dt="2026-08-04T12:41:03.017" v="7" actId="1076"/>
        <pc:sldMkLst>
          <pc:docMk/>
          <pc:sldMk cId="1721688780" sldId="945"/>
        </pc:sldMkLst>
        <pc:spChg chg="mod">
          <ac:chgData name="Scott Kenyon" userId="S::scottkenyon@bpp.com::e0a4f75c-ff2f-4b47-b5b5-5accc1cea1d5" providerId="AD" clId="Web-{326365CD-300D-2C74-D2B6-9D73DCE72D66}" dt="2026-08-04T12:40:58.095" v="6" actId="14100"/>
          <ac:spMkLst>
            <pc:docMk/>
            <pc:sldMk cId="1721688780" sldId="945"/>
            <ac:spMk id="3" creationId="{37A66032-90EF-07C2-C3AA-6425E427A4BA}"/>
          </ac:spMkLst>
        </pc:spChg>
        <pc:graphicFrameChg chg="mod">
          <ac:chgData name="Scott Kenyon" userId="S::scottkenyon@bpp.com::e0a4f75c-ff2f-4b47-b5b5-5accc1cea1d5" providerId="AD" clId="Web-{326365CD-300D-2C74-D2B6-9D73DCE72D66}" dt="2026-08-04T12:41:03.017" v="7" actId="1076"/>
          <ac:graphicFrameMkLst>
            <pc:docMk/>
            <pc:sldMk cId="1721688780" sldId="945"/>
            <ac:graphicFrameMk id="11" creationId="{400CBC2E-F686-F773-BFAF-739D94345F37}"/>
          </ac:graphicFrameMkLst>
        </pc:graphicFrameChg>
      </pc:sldChg>
      <pc:sldChg chg="modSp">
        <pc:chgData name="Scott Kenyon" userId="S::scottkenyon@bpp.com::e0a4f75c-ff2f-4b47-b5b5-5accc1cea1d5" providerId="AD" clId="Web-{326365CD-300D-2C74-D2B6-9D73DCE72D66}" dt="2026-08-04T12:41:34.331" v="10" actId="1076"/>
        <pc:sldMkLst>
          <pc:docMk/>
          <pc:sldMk cId="1004776668" sldId="957"/>
        </pc:sldMkLst>
        <pc:spChg chg="mod">
          <ac:chgData name="Scott Kenyon" userId="S::scottkenyon@bpp.com::e0a4f75c-ff2f-4b47-b5b5-5accc1cea1d5" providerId="AD" clId="Web-{326365CD-300D-2C74-D2B6-9D73DCE72D66}" dt="2026-08-04T12:41:28.315" v="9" actId="14100"/>
          <ac:spMkLst>
            <pc:docMk/>
            <pc:sldMk cId="1004776668" sldId="957"/>
            <ac:spMk id="7" creationId="{CDD01931-8877-5145-DD02-C181833FB0E9}"/>
          </ac:spMkLst>
        </pc:spChg>
        <pc:graphicFrameChg chg="mod">
          <ac:chgData name="Scott Kenyon" userId="S::scottkenyon@bpp.com::e0a4f75c-ff2f-4b47-b5b5-5accc1cea1d5" providerId="AD" clId="Web-{326365CD-300D-2C74-D2B6-9D73DCE72D66}" dt="2026-08-04T12:41:34.331" v="10" actId="1076"/>
          <ac:graphicFrameMkLst>
            <pc:docMk/>
            <pc:sldMk cId="1004776668" sldId="957"/>
            <ac:graphicFrameMk id="11" creationId="{C748A81C-D7B2-E4FF-CFDC-6DA8814E7A91}"/>
          </ac:graphicFrameMkLst>
        </pc:graphicFrameChg>
      </pc:sldChg>
      <pc:sldChg chg="ord">
        <pc:chgData name="Scott Kenyon" userId="S::scottkenyon@bpp.com::e0a4f75c-ff2f-4b47-b5b5-5accc1cea1d5" providerId="AD" clId="Web-{326365CD-300D-2C74-D2B6-9D73DCE72D66}" dt="2026-08-04T12:42:08.285" v="11"/>
        <pc:sldMkLst>
          <pc:docMk/>
          <pc:sldMk cId="350793021" sldId="973"/>
        </pc:sldMkLst>
      </pc:sldChg>
      <pc:sldMasterChg chg="addSldLayout">
        <pc:chgData name="Scott Kenyon" userId="S::scottkenyon@bpp.com::e0a4f75c-ff2f-4b47-b5b5-5accc1cea1d5" providerId="AD" clId="Web-{326365CD-300D-2C74-D2B6-9D73DCE72D66}" dt="2026-08-04T12:40:02.140" v="0"/>
        <pc:sldMasterMkLst>
          <pc:docMk/>
          <pc:sldMasterMk cId="3771007140" sldId="2147483686"/>
        </pc:sldMasterMkLst>
        <pc:sldLayoutChg chg="add">
          <pc:chgData name="Scott Kenyon" userId="S::scottkenyon@bpp.com::e0a4f75c-ff2f-4b47-b5b5-5accc1cea1d5" providerId="AD" clId="Web-{326365CD-300D-2C74-D2B6-9D73DCE72D66}" dt="2026-08-04T12:40:02.140" v="0"/>
          <pc:sldLayoutMkLst>
            <pc:docMk/>
            <pc:sldMasterMk cId="3771007140" sldId="2147483686"/>
            <pc:sldLayoutMk cId="1117163942" sldId="2147483714"/>
          </pc:sldLayoutMkLst>
        </pc:sldLayoutChg>
      </pc:sldMasterChg>
    </pc:docChg>
  </pc:docChgLst>
</pc:chgInfo>
</file>

<file path=ppt/diagrams/_rels/data2.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svg"/><Relationship Id="rId1" Type="http://schemas.openxmlformats.org/officeDocument/2006/relationships/hyperlink" Target="mailto:safeguarding@bpp.com" TargetMode="External"/><Relationship Id="rId4" Type="http://schemas.openxmlformats.org/officeDocument/2006/relationships/image" Target="../media/image17.svg"/></Relationships>
</file>

<file path=ppt/diagrams/_rels/drawing2.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svg"/><Relationship Id="rId1" Type="http://schemas.openxmlformats.org/officeDocument/2006/relationships/hyperlink" Target="mailto:safeguarding@bpp.com" TargetMode="External"/><Relationship Id="rId4" Type="http://schemas.openxmlformats.org/officeDocument/2006/relationships/image" Target="../media/image17.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F0FED63-0D31-44AB-B0E3-B071C589F1D1}"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GB"/>
        </a:p>
      </dgm:t>
    </dgm:pt>
    <dgm:pt modelId="{FDE026C3-DA7A-46B1-ADA6-F5324AC79498}">
      <dgm:prSet/>
      <dgm:spPr/>
      <dgm:t>
        <a:bodyPr/>
        <a:lstStyle/>
        <a:p>
          <a:r>
            <a:rPr lang="en-GB" b="1"/>
            <a:t>Session Recording</a:t>
          </a:r>
          <a:endParaRPr lang="en-GB"/>
        </a:p>
      </dgm:t>
    </dgm:pt>
    <dgm:pt modelId="{0DCA9DE3-7D85-4555-8C69-E62982FBD879}" type="parTrans" cxnId="{E4164DC3-C02E-4186-9C1D-D73E7AE470E6}">
      <dgm:prSet/>
      <dgm:spPr/>
      <dgm:t>
        <a:bodyPr/>
        <a:lstStyle/>
        <a:p>
          <a:endParaRPr lang="en-GB"/>
        </a:p>
      </dgm:t>
    </dgm:pt>
    <dgm:pt modelId="{E249CE21-5B36-4D9E-99BF-2C2C51243FB0}" type="sibTrans" cxnId="{E4164DC3-C02E-4186-9C1D-D73E7AE470E6}">
      <dgm:prSet/>
      <dgm:spPr/>
      <dgm:t>
        <a:bodyPr/>
        <a:lstStyle/>
        <a:p>
          <a:endParaRPr lang="en-GB"/>
        </a:p>
      </dgm:t>
    </dgm:pt>
    <dgm:pt modelId="{917FCFB2-8C22-49C4-B6AC-6FB5E24C9FCF}">
      <dgm:prSet/>
      <dgm:spPr/>
      <dgm:t>
        <a:bodyPr/>
        <a:lstStyle/>
        <a:p>
          <a:r>
            <a:rPr lang="en-US" dirty="0"/>
            <a:t>All training sessions are recorded to:</a:t>
          </a:r>
          <a:endParaRPr lang="en-GB" dirty="0"/>
        </a:p>
      </dgm:t>
    </dgm:pt>
    <dgm:pt modelId="{158B5EAB-237D-4E83-AD92-80AE3FFB1A47}" type="parTrans" cxnId="{279BB417-90AF-435B-B67E-1C73A656E297}">
      <dgm:prSet/>
      <dgm:spPr/>
      <dgm:t>
        <a:bodyPr/>
        <a:lstStyle/>
        <a:p>
          <a:endParaRPr lang="en-GB"/>
        </a:p>
      </dgm:t>
    </dgm:pt>
    <dgm:pt modelId="{47ACA70B-DDBB-403B-AB1C-96862A3814D4}" type="sibTrans" cxnId="{279BB417-90AF-435B-B67E-1C73A656E297}">
      <dgm:prSet/>
      <dgm:spPr/>
      <dgm:t>
        <a:bodyPr/>
        <a:lstStyle/>
        <a:p>
          <a:endParaRPr lang="en-GB"/>
        </a:p>
      </dgm:t>
    </dgm:pt>
    <dgm:pt modelId="{9E0B245E-8AFB-4C99-8968-6B3DF1C512BF}">
      <dgm:prSet/>
      <dgm:spPr/>
      <dgm:t>
        <a:bodyPr/>
        <a:lstStyle/>
        <a:p>
          <a:r>
            <a:rPr lang="en-GB"/>
            <a:t>Support learner progress</a:t>
          </a:r>
        </a:p>
      </dgm:t>
    </dgm:pt>
    <dgm:pt modelId="{9CBAEC7D-27A6-4F40-9919-D6B0DFD648C6}" type="parTrans" cxnId="{68D683FC-0C55-4A71-8058-CC22813438EF}">
      <dgm:prSet/>
      <dgm:spPr/>
      <dgm:t>
        <a:bodyPr/>
        <a:lstStyle/>
        <a:p>
          <a:endParaRPr lang="en-GB"/>
        </a:p>
      </dgm:t>
    </dgm:pt>
    <dgm:pt modelId="{5C331BE5-4E19-4653-A709-5582998E5295}" type="sibTrans" cxnId="{68D683FC-0C55-4A71-8058-CC22813438EF}">
      <dgm:prSet/>
      <dgm:spPr/>
      <dgm:t>
        <a:bodyPr/>
        <a:lstStyle/>
        <a:p>
          <a:endParaRPr lang="en-GB"/>
        </a:p>
      </dgm:t>
    </dgm:pt>
    <dgm:pt modelId="{F9846799-A32E-4711-9248-5B718ADDEDD1}">
      <dgm:prSet/>
      <dgm:spPr/>
      <dgm:t>
        <a:bodyPr/>
        <a:lstStyle/>
        <a:p>
          <a:r>
            <a:rPr lang="en-GB"/>
            <a:t>Enable review of content</a:t>
          </a:r>
        </a:p>
      </dgm:t>
    </dgm:pt>
    <dgm:pt modelId="{6A677E30-C000-4D81-BADA-850A0AD46DD1}" type="parTrans" cxnId="{8ED22146-CFC8-4357-A7EE-4A27F4ED3BF5}">
      <dgm:prSet/>
      <dgm:spPr/>
      <dgm:t>
        <a:bodyPr/>
        <a:lstStyle/>
        <a:p>
          <a:endParaRPr lang="en-GB"/>
        </a:p>
      </dgm:t>
    </dgm:pt>
    <dgm:pt modelId="{65C169BF-3B94-48CC-949A-9547B5573E84}" type="sibTrans" cxnId="{8ED22146-CFC8-4357-A7EE-4A27F4ED3BF5}">
      <dgm:prSet/>
      <dgm:spPr/>
      <dgm:t>
        <a:bodyPr/>
        <a:lstStyle/>
        <a:p>
          <a:endParaRPr lang="en-GB"/>
        </a:p>
      </dgm:t>
    </dgm:pt>
    <dgm:pt modelId="{FA6519F2-CAA6-479A-96E0-DF3E984DDF09}">
      <dgm:prSet/>
      <dgm:spPr/>
      <dgm:t>
        <a:bodyPr/>
        <a:lstStyle/>
        <a:p>
          <a:r>
            <a:rPr lang="en-US"/>
            <a:t>Maintain quality and compliance standards</a:t>
          </a:r>
          <a:endParaRPr lang="en-GB"/>
        </a:p>
      </dgm:t>
    </dgm:pt>
    <dgm:pt modelId="{6F4A7DFC-9225-44EE-B9AE-EB2AC47FD332}" type="parTrans" cxnId="{11DE9207-0988-41B7-BAB5-EF1BC4AF0A8B}">
      <dgm:prSet/>
      <dgm:spPr/>
      <dgm:t>
        <a:bodyPr/>
        <a:lstStyle/>
        <a:p>
          <a:endParaRPr lang="en-GB"/>
        </a:p>
      </dgm:t>
    </dgm:pt>
    <dgm:pt modelId="{25FB8CE4-9C81-4399-8A2D-80BA9AD5C51D}" type="sibTrans" cxnId="{11DE9207-0988-41B7-BAB5-EF1BC4AF0A8B}">
      <dgm:prSet/>
      <dgm:spPr/>
      <dgm:t>
        <a:bodyPr/>
        <a:lstStyle/>
        <a:p>
          <a:endParaRPr lang="en-GB"/>
        </a:p>
      </dgm:t>
    </dgm:pt>
    <dgm:pt modelId="{57A9F304-0F1F-4B8E-A0DE-C626C8F5A85A}">
      <dgm:prSet/>
      <dgm:spPr/>
      <dgm:t>
        <a:bodyPr/>
        <a:lstStyle/>
        <a:p>
          <a:r>
            <a:rPr lang="en-US"/>
            <a:t>By attending this session, you acknowledge that recording is taking place.</a:t>
          </a:r>
          <a:endParaRPr lang="en-GB"/>
        </a:p>
      </dgm:t>
    </dgm:pt>
    <dgm:pt modelId="{3AE66EA6-B310-4D76-AD24-25CD3239FC92}" type="parTrans" cxnId="{7FFD092B-32F5-4FA0-8DE4-A0D63EC4FF66}">
      <dgm:prSet/>
      <dgm:spPr/>
      <dgm:t>
        <a:bodyPr/>
        <a:lstStyle/>
        <a:p>
          <a:endParaRPr lang="en-GB"/>
        </a:p>
      </dgm:t>
    </dgm:pt>
    <dgm:pt modelId="{45D623A2-E302-458E-96ED-4DB492BE6285}" type="sibTrans" cxnId="{7FFD092B-32F5-4FA0-8DE4-A0D63EC4FF66}">
      <dgm:prSet/>
      <dgm:spPr/>
      <dgm:t>
        <a:bodyPr/>
        <a:lstStyle/>
        <a:p>
          <a:endParaRPr lang="en-GB"/>
        </a:p>
      </dgm:t>
    </dgm:pt>
    <dgm:pt modelId="{870D59FD-9719-45F1-BC26-5123A77E2B00}">
      <dgm:prSet/>
      <dgm:spPr/>
      <dgm:t>
        <a:bodyPr/>
        <a:lstStyle/>
        <a:p>
          <a:r>
            <a:rPr lang="fr-FR" b="1"/>
            <a:t>Camera &amp; Participation Expectations</a:t>
          </a:r>
          <a:endParaRPr lang="en-GB"/>
        </a:p>
      </dgm:t>
    </dgm:pt>
    <dgm:pt modelId="{E6063C19-FFCD-4A80-B21E-7D1FD25F7715}" type="parTrans" cxnId="{BFF5A2A4-75A6-411A-BCCD-A1851111E553}">
      <dgm:prSet/>
      <dgm:spPr/>
      <dgm:t>
        <a:bodyPr/>
        <a:lstStyle/>
        <a:p>
          <a:endParaRPr lang="en-GB"/>
        </a:p>
      </dgm:t>
    </dgm:pt>
    <dgm:pt modelId="{601FA339-FE45-4BDD-BEA7-96F27F142A1B}" type="sibTrans" cxnId="{BFF5A2A4-75A6-411A-BCCD-A1851111E553}">
      <dgm:prSet/>
      <dgm:spPr/>
      <dgm:t>
        <a:bodyPr/>
        <a:lstStyle/>
        <a:p>
          <a:endParaRPr lang="en-GB"/>
        </a:p>
      </dgm:t>
    </dgm:pt>
    <dgm:pt modelId="{6221AEC9-C322-423A-86FF-2755BCAC9B14}">
      <dgm:prSet/>
      <dgm:spPr/>
      <dgm:t>
        <a:bodyPr/>
        <a:lstStyle/>
        <a:p>
          <a:r>
            <a:rPr lang="en-US"/>
            <a:t>To support engagement and attendance monitoring:</a:t>
          </a:r>
          <a:endParaRPr lang="en-GB"/>
        </a:p>
      </dgm:t>
    </dgm:pt>
    <dgm:pt modelId="{566C1C4E-A20E-453F-A7F5-2943C2FB4996}" type="parTrans" cxnId="{B56758A9-B3C9-48D2-A95D-F9C2F5E66046}">
      <dgm:prSet/>
      <dgm:spPr/>
      <dgm:t>
        <a:bodyPr/>
        <a:lstStyle/>
        <a:p>
          <a:endParaRPr lang="en-GB"/>
        </a:p>
      </dgm:t>
    </dgm:pt>
    <dgm:pt modelId="{EFA4CB43-AB67-4F1E-AC07-938417D2CD23}" type="sibTrans" cxnId="{B56758A9-B3C9-48D2-A95D-F9C2F5E66046}">
      <dgm:prSet/>
      <dgm:spPr/>
      <dgm:t>
        <a:bodyPr/>
        <a:lstStyle/>
        <a:p>
          <a:endParaRPr lang="en-GB"/>
        </a:p>
      </dgm:t>
    </dgm:pt>
    <dgm:pt modelId="{6BC9725C-8BED-499F-8E6D-C34F30E54D75}">
      <dgm:prSet/>
      <dgm:spPr/>
      <dgm:t>
        <a:bodyPr/>
        <a:lstStyle/>
        <a:p>
          <a:r>
            <a:rPr lang="en-US"/>
            <a:t>Cameras should remain on during the session</a:t>
          </a:r>
          <a:endParaRPr lang="en-GB"/>
        </a:p>
      </dgm:t>
    </dgm:pt>
    <dgm:pt modelId="{C8033E3E-83F8-42EB-A4F4-66041CBE8698}" type="parTrans" cxnId="{1EA6ADB1-A99E-4363-864A-C10AB97F886E}">
      <dgm:prSet/>
      <dgm:spPr/>
      <dgm:t>
        <a:bodyPr/>
        <a:lstStyle/>
        <a:p>
          <a:endParaRPr lang="en-GB"/>
        </a:p>
      </dgm:t>
    </dgm:pt>
    <dgm:pt modelId="{55F3EB25-25EF-4C87-A632-336AB8B98022}" type="sibTrans" cxnId="{1EA6ADB1-A99E-4363-864A-C10AB97F886E}">
      <dgm:prSet/>
      <dgm:spPr/>
      <dgm:t>
        <a:bodyPr/>
        <a:lstStyle/>
        <a:p>
          <a:endParaRPr lang="en-GB"/>
        </a:p>
      </dgm:t>
    </dgm:pt>
    <dgm:pt modelId="{D101DD14-E066-4CA9-8D40-8D4ED59799B5}">
      <dgm:prSet/>
      <dgm:spPr/>
      <dgm:t>
        <a:bodyPr/>
        <a:lstStyle/>
        <a:p>
          <a:r>
            <a:rPr lang="en-US"/>
            <a:t>Please participate actively in discussions and activities</a:t>
          </a:r>
          <a:endParaRPr lang="en-GB"/>
        </a:p>
      </dgm:t>
    </dgm:pt>
    <dgm:pt modelId="{507A8C9D-AF4F-410B-99C7-84C811EF1A6D}" type="parTrans" cxnId="{FA536F33-5ACB-4532-932E-D2DBD8CBB84F}">
      <dgm:prSet/>
      <dgm:spPr/>
      <dgm:t>
        <a:bodyPr/>
        <a:lstStyle/>
        <a:p>
          <a:endParaRPr lang="en-GB"/>
        </a:p>
      </dgm:t>
    </dgm:pt>
    <dgm:pt modelId="{E99A59C4-CC9C-457D-85C6-91BA064E4D19}" type="sibTrans" cxnId="{FA536F33-5ACB-4532-932E-D2DBD8CBB84F}">
      <dgm:prSet/>
      <dgm:spPr/>
      <dgm:t>
        <a:bodyPr/>
        <a:lstStyle/>
        <a:p>
          <a:endParaRPr lang="en-GB"/>
        </a:p>
      </dgm:t>
    </dgm:pt>
    <dgm:pt modelId="{3B7844BC-A322-4C85-8FFF-6C17C908885D}">
      <dgm:prSet/>
      <dgm:spPr/>
      <dgm:t>
        <a:bodyPr/>
        <a:lstStyle/>
        <a:p>
          <a:r>
            <a:rPr lang="en-US"/>
            <a:t>If you are unable to use your camera or microphone for any reason, please inform your tutor directly via chat or message.</a:t>
          </a:r>
          <a:endParaRPr lang="en-GB"/>
        </a:p>
      </dgm:t>
    </dgm:pt>
    <dgm:pt modelId="{2BF36C44-32D2-4955-AB8B-CA14141B8DF2}" type="parTrans" cxnId="{3DC61D1D-112A-461B-891F-2436D8692508}">
      <dgm:prSet/>
      <dgm:spPr/>
      <dgm:t>
        <a:bodyPr/>
        <a:lstStyle/>
        <a:p>
          <a:endParaRPr lang="en-GB"/>
        </a:p>
      </dgm:t>
    </dgm:pt>
    <dgm:pt modelId="{8121291A-77D9-461E-9884-DDD3DA0D8C11}" type="sibTrans" cxnId="{3DC61D1D-112A-461B-891F-2436D8692508}">
      <dgm:prSet/>
      <dgm:spPr/>
      <dgm:t>
        <a:bodyPr/>
        <a:lstStyle/>
        <a:p>
          <a:endParaRPr lang="en-GB"/>
        </a:p>
      </dgm:t>
    </dgm:pt>
    <dgm:pt modelId="{0CE66663-DD68-47A3-B4F7-F818A7096FF5}">
      <dgm:prSet/>
      <dgm:spPr/>
      <dgm:t>
        <a:bodyPr/>
        <a:lstStyle/>
        <a:p>
          <a:r>
            <a:rPr lang="en-US" dirty="0"/>
            <a:t>This session forms part of your professional apprenticeship experience. Please engage respectfully and professionally throughout.</a:t>
          </a:r>
          <a:endParaRPr lang="en-GB" dirty="0"/>
        </a:p>
      </dgm:t>
    </dgm:pt>
    <dgm:pt modelId="{C9A1C40A-4E27-4D8B-B87C-570AE0BA30E8}" type="parTrans" cxnId="{9444C23A-8C60-4CEA-8F56-FCFA14C360C6}">
      <dgm:prSet/>
      <dgm:spPr/>
      <dgm:t>
        <a:bodyPr/>
        <a:lstStyle/>
        <a:p>
          <a:endParaRPr lang="en-GB"/>
        </a:p>
      </dgm:t>
    </dgm:pt>
    <dgm:pt modelId="{C4465673-1F8F-4DCE-8B17-640A6786EDB2}" type="sibTrans" cxnId="{9444C23A-8C60-4CEA-8F56-FCFA14C360C6}">
      <dgm:prSet/>
      <dgm:spPr/>
      <dgm:t>
        <a:bodyPr/>
        <a:lstStyle/>
        <a:p>
          <a:endParaRPr lang="en-GB"/>
        </a:p>
      </dgm:t>
    </dgm:pt>
    <dgm:pt modelId="{DB6EAC83-30C0-4D95-8961-630B899B90AF}" type="pres">
      <dgm:prSet presAssocID="{9F0FED63-0D31-44AB-B0E3-B071C589F1D1}" presName="linear" presStyleCnt="0">
        <dgm:presLayoutVars>
          <dgm:animLvl val="lvl"/>
          <dgm:resizeHandles val="exact"/>
        </dgm:presLayoutVars>
      </dgm:prSet>
      <dgm:spPr/>
    </dgm:pt>
    <dgm:pt modelId="{5E71EAE4-B026-4525-85E3-C3615E6B8A43}" type="pres">
      <dgm:prSet presAssocID="{FDE026C3-DA7A-46B1-ADA6-F5324AC79498}" presName="parentText" presStyleLbl="node1" presStyleIdx="0" presStyleCnt="3">
        <dgm:presLayoutVars>
          <dgm:chMax val="0"/>
          <dgm:bulletEnabled val="1"/>
        </dgm:presLayoutVars>
      </dgm:prSet>
      <dgm:spPr/>
    </dgm:pt>
    <dgm:pt modelId="{7B846167-ADC9-464B-A39F-E462D3CA5C60}" type="pres">
      <dgm:prSet presAssocID="{FDE026C3-DA7A-46B1-ADA6-F5324AC79498}" presName="childText" presStyleLbl="revTx" presStyleIdx="0" presStyleCnt="2">
        <dgm:presLayoutVars>
          <dgm:bulletEnabled val="1"/>
        </dgm:presLayoutVars>
      </dgm:prSet>
      <dgm:spPr/>
    </dgm:pt>
    <dgm:pt modelId="{B572A4D5-6571-48AA-A905-6A06E4484385}" type="pres">
      <dgm:prSet presAssocID="{870D59FD-9719-45F1-BC26-5123A77E2B00}" presName="parentText" presStyleLbl="node1" presStyleIdx="1" presStyleCnt="3">
        <dgm:presLayoutVars>
          <dgm:chMax val="0"/>
          <dgm:bulletEnabled val="1"/>
        </dgm:presLayoutVars>
      </dgm:prSet>
      <dgm:spPr/>
    </dgm:pt>
    <dgm:pt modelId="{10B94E7B-15F2-4141-BB59-B3D4C03A9028}" type="pres">
      <dgm:prSet presAssocID="{870D59FD-9719-45F1-BC26-5123A77E2B00}" presName="childText" presStyleLbl="revTx" presStyleIdx="1" presStyleCnt="2">
        <dgm:presLayoutVars>
          <dgm:bulletEnabled val="1"/>
        </dgm:presLayoutVars>
      </dgm:prSet>
      <dgm:spPr/>
    </dgm:pt>
    <dgm:pt modelId="{6F6CB04F-68D2-4C5C-8D4A-3DE017DABFAE}" type="pres">
      <dgm:prSet presAssocID="{0CE66663-DD68-47A3-B4F7-F818A7096FF5}" presName="parentText" presStyleLbl="node1" presStyleIdx="2" presStyleCnt="3">
        <dgm:presLayoutVars>
          <dgm:chMax val="0"/>
          <dgm:bulletEnabled val="1"/>
        </dgm:presLayoutVars>
      </dgm:prSet>
      <dgm:spPr/>
    </dgm:pt>
  </dgm:ptLst>
  <dgm:cxnLst>
    <dgm:cxn modelId="{11DE9207-0988-41B7-BAB5-EF1BC4AF0A8B}" srcId="{917FCFB2-8C22-49C4-B6AC-6FB5E24C9FCF}" destId="{FA6519F2-CAA6-479A-96E0-DF3E984DDF09}" srcOrd="2" destOrd="0" parTransId="{6F4A7DFC-9225-44EE-B9AE-EB2AC47FD332}" sibTransId="{25FB8CE4-9C81-4399-8A2D-80BA9AD5C51D}"/>
    <dgm:cxn modelId="{4A690E08-879F-4E3A-AD68-5A45A0E98E0E}" type="presOf" srcId="{917FCFB2-8C22-49C4-B6AC-6FB5E24C9FCF}" destId="{7B846167-ADC9-464B-A39F-E462D3CA5C60}" srcOrd="0" destOrd="0" presId="urn:microsoft.com/office/officeart/2005/8/layout/vList2"/>
    <dgm:cxn modelId="{279BB417-90AF-435B-B67E-1C73A656E297}" srcId="{FDE026C3-DA7A-46B1-ADA6-F5324AC79498}" destId="{917FCFB2-8C22-49C4-B6AC-6FB5E24C9FCF}" srcOrd="0" destOrd="0" parTransId="{158B5EAB-237D-4E83-AD92-80AE3FFB1A47}" sibTransId="{47ACA70B-DDBB-403B-AB1C-96862A3814D4}"/>
    <dgm:cxn modelId="{3DC61D1D-112A-461B-891F-2436D8692508}" srcId="{6221AEC9-C322-423A-86FF-2755BCAC9B14}" destId="{3B7844BC-A322-4C85-8FFF-6C17C908885D}" srcOrd="2" destOrd="0" parTransId="{2BF36C44-32D2-4955-AB8B-CA14141B8DF2}" sibTransId="{8121291A-77D9-461E-9884-DDD3DA0D8C11}"/>
    <dgm:cxn modelId="{5FDD3221-CB8B-401D-B90B-A7206A44554F}" type="presOf" srcId="{9E0B245E-8AFB-4C99-8968-6B3DF1C512BF}" destId="{7B846167-ADC9-464B-A39F-E462D3CA5C60}" srcOrd="0" destOrd="1" presId="urn:microsoft.com/office/officeart/2005/8/layout/vList2"/>
    <dgm:cxn modelId="{7FFD092B-32F5-4FA0-8DE4-A0D63EC4FF66}" srcId="{FDE026C3-DA7A-46B1-ADA6-F5324AC79498}" destId="{57A9F304-0F1F-4B8E-A0DE-C626C8F5A85A}" srcOrd="1" destOrd="0" parTransId="{3AE66EA6-B310-4D76-AD24-25CD3239FC92}" sibTransId="{45D623A2-E302-458E-96ED-4DB492BE6285}"/>
    <dgm:cxn modelId="{FA536F33-5ACB-4532-932E-D2DBD8CBB84F}" srcId="{6221AEC9-C322-423A-86FF-2755BCAC9B14}" destId="{D101DD14-E066-4CA9-8D40-8D4ED59799B5}" srcOrd="1" destOrd="0" parTransId="{507A8C9D-AF4F-410B-99C7-84C811EF1A6D}" sibTransId="{E99A59C4-CC9C-457D-85C6-91BA064E4D19}"/>
    <dgm:cxn modelId="{9444C23A-8C60-4CEA-8F56-FCFA14C360C6}" srcId="{9F0FED63-0D31-44AB-B0E3-B071C589F1D1}" destId="{0CE66663-DD68-47A3-B4F7-F818A7096FF5}" srcOrd="2" destOrd="0" parTransId="{C9A1C40A-4E27-4D8B-B87C-570AE0BA30E8}" sibTransId="{C4465673-1F8F-4DCE-8B17-640A6786EDB2}"/>
    <dgm:cxn modelId="{4A541D5E-DDBA-4299-9E2E-640251371334}" type="presOf" srcId="{6BC9725C-8BED-499F-8E6D-C34F30E54D75}" destId="{10B94E7B-15F2-4141-BB59-B3D4C03A9028}" srcOrd="0" destOrd="1" presId="urn:microsoft.com/office/officeart/2005/8/layout/vList2"/>
    <dgm:cxn modelId="{8ED22146-CFC8-4357-A7EE-4A27F4ED3BF5}" srcId="{917FCFB2-8C22-49C4-B6AC-6FB5E24C9FCF}" destId="{F9846799-A32E-4711-9248-5B718ADDEDD1}" srcOrd="1" destOrd="0" parTransId="{6A677E30-C000-4D81-BADA-850A0AD46DD1}" sibTransId="{65C169BF-3B94-48CC-949A-9547B5573E84}"/>
    <dgm:cxn modelId="{F316E159-78E2-4DD7-8B7E-2CD12FD0C319}" type="presOf" srcId="{0CE66663-DD68-47A3-B4F7-F818A7096FF5}" destId="{6F6CB04F-68D2-4C5C-8D4A-3DE017DABFAE}" srcOrd="0" destOrd="0" presId="urn:microsoft.com/office/officeart/2005/8/layout/vList2"/>
    <dgm:cxn modelId="{89F41995-C0F7-498A-B393-6EFFA6D2C712}" type="presOf" srcId="{870D59FD-9719-45F1-BC26-5123A77E2B00}" destId="{B572A4D5-6571-48AA-A905-6A06E4484385}" srcOrd="0" destOrd="0" presId="urn:microsoft.com/office/officeart/2005/8/layout/vList2"/>
    <dgm:cxn modelId="{23244598-5301-48C8-BAFC-2EB2F327ACA4}" type="presOf" srcId="{6221AEC9-C322-423A-86FF-2755BCAC9B14}" destId="{10B94E7B-15F2-4141-BB59-B3D4C03A9028}" srcOrd="0" destOrd="0" presId="urn:microsoft.com/office/officeart/2005/8/layout/vList2"/>
    <dgm:cxn modelId="{1489D09B-DEB1-443B-85CD-2AAAEA71BD1C}" type="presOf" srcId="{9F0FED63-0D31-44AB-B0E3-B071C589F1D1}" destId="{DB6EAC83-30C0-4D95-8961-630B899B90AF}" srcOrd="0" destOrd="0" presId="urn:microsoft.com/office/officeart/2005/8/layout/vList2"/>
    <dgm:cxn modelId="{BFF5A2A4-75A6-411A-BCCD-A1851111E553}" srcId="{9F0FED63-0D31-44AB-B0E3-B071C589F1D1}" destId="{870D59FD-9719-45F1-BC26-5123A77E2B00}" srcOrd="1" destOrd="0" parTransId="{E6063C19-FFCD-4A80-B21E-7D1FD25F7715}" sibTransId="{601FA339-FE45-4BDD-BEA7-96F27F142A1B}"/>
    <dgm:cxn modelId="{B56758A9-B3C9-48D2-A95D-F9C2F5E66046}" srcId="{870D59FD-9719-45F1-BC26-5123A77E2B00}" destId="{6221AEC9-C322-423A-86FF-2755BCAC9B14}" srcOrd="0" destOrd="0" parTransId="{566C1C4E-A20E-453F-A7F5-2943C2FB4996}" sibTransId="{EFA4CB43-AB67-4F1E-AC07-938417D2CD23}"/>
    <dgm:cxn modelId="{6B9863AB-7E3A-40A5-8353-F18A55141E84}" type="presOf" srcId="{F9846799-A32E-4711-9248-5B718ADDEDD1}" destId="{7B846167-ADC9-464B-A39F-E462D3CA5C60}" srcOrd="0" destOrd="2" presId="urn:microsoft.com/office/officeart/2005/8/layout/vList2"/>
    <dgm:cxn modelId="{1EA6ADB1-A99E-4363-864A-C10AB97F886E}" srcId="{6221AEC9-C322-423A-86FF-2755BCAC9B14}" destId="{6BC9725C-8BED-499F-8E6D-C34F30E54D75}" srcOrd="0" destOrd="0" parTransId="{C8033E3E-83F8-42EB-A4F4-66041CBE8698}" sibTransId="{55F3EB25-25EF-4C87-A632-336AB8B98022}"/>
    <dgm:cxn modelId="{5527EDB4-6B8A-40AF-8FC8-A2095B02343E}" type="presOf" srcId="{FDE026C3-DA7A-46B1-ADA6-F5324AC79498}" destId="{5E71EAE4-B026-4525-85E3-C3615E6B8A43}" srcOrd="0" destOrd="0" presId="urn:microsoft.com/office/officeart/2005/8/layout/vList2"/>
    <dgm:cxn modelId="{C3F23FC3-0151-4793-876B-F2F336185607}" type="presOf" srcId="{D101DD14-E066-4CA9-8D40-8D4ED59799B5}" destId="{10B94E7B-15F2-4141-BB59-B3D4C03A9028}" srcOrd="0" destOrd="2" presId="urn:microsoft.com/office/officeart/2005/8/layout/vList2"/>
    <dgm:cxn modelId="{E4164DC3-C02E-4186-9C1D-D73E7AE470E6}" srcId="{9F0FED63-0D31-44AB-B0E3-B071C589F1D1}" destId="{FDE026C3-DA7A-46B1-ADA6-F5324AC79498}" srcOrd="0" destOrd="0" parTransId="{0DCA9DE3-7D85-4555-8C69-E62982FBD879}" sibTransId="{E249CE21-5B36-4D9E-99BF-2C2C51243FB0}"/>
    <dgm:cxn modelId="{645BD6E0-B520-4D1B-920A-E2EE8400DDB6}" type="presOf" srcId="{FA6519F2-CAA6-479A-96E0-DF3E984DDF09}" destId="{7B846167-ADC9-464B-A39F-E462D3CA5C60}" srcOrd="0" destOrd="3" presId="urn:microsoft.com/office/officeart/2005/8/layout/vList2"/>
    <dgm:cxn modelId="{DD23BAEB-37B3-4328-A361-DD9F1BE67AC1}" type="presOf" srcId="{3B7844BC-A322-4C85-8FFF-6C17C908885D}" destId="{10B94E7B-15F2-4141-BB59-B3D4C03A9028}" srcOrd="0" destOrd="3" presId="urn:microsoft.com/office/officeart/2005/8/layout/vList2"/>
    <dgm:cxn modelId="{68D683FC-0C55-4A71-8058-CC22813438EF}" srcId="{917FCFB2-8C22-49C4-B6AC-6FB5E24C9FCF}" destId="{9E0B245E-8AFB-4C99-8968-6B3DF1C512BF}" srcOrd="0" destOrd="0" parTransId="{9CBAEC7D-27A6-4F40-9919-D6B0DFD648C6}" sibTransId="{5C331BE5-4E19-4653-A709-5582998E5295}"/>
    <dgm:cxn modelId="{7B64F3FE-1F91-4E0F-8A62-FA4613005C66}" type="presOf" srcId="{57A9F304-0F1F-4B8E-A0DE-C626C8F5A85A}" destId="{7B846167-ADC9-464B-A39F-E462D3CA5C60}" srcOrd="0" destOrd="4" presId="urn:microsoft.com/office/officeart/2005/8/layout/vList2"/>
    <dgm:cxn modelId="{8415E6C0-29F2-4861-A546-3F411177160B}" type="presParOf" srcId="{DB6EAC83-30C0-4D95-8961-630B899B90AF}" destId="{5E71EAE4-B026-4525-85E3-C3615E6B8A43}" srcOrd="0" destOrd="0" presId="urn:microsoft.com/office/officeart/2005/8/layout/vList2"/>
    <dgm:cxn modelId="{60018189-9486-45F0-8666-74D059EBA252}" type="presParOf" srcId="{DB6EAC83-30C0-4D95-8961-630B899B90AF}" destId="{7B846167-ADC9-464B-A39F-E462D3CA5C60}" srcOrd="1" destOrd="0" presId="urn:microsoft.com/office/officeart/2005/8/layout/vList2"/>
    <dgm:cxn modelId="{937B6E2E-8491-45E1-804E-BE3A5635A9E0}" type="presParOf" srcId="{DB6EAC83-30C0-4D95-8961-630B899B90AF}" destId="{B572A4D5-6571-48AA-A905-6A06E4484385}" srcOrd="2" destOrd="0" presId="urn:microsoft.com/office/officeart/2005/8/layout/vList2"/>
    <dgm:cxn modelId="{9329A64E-9E6F-451C-896F-61E0899FEE35}" type="presParOf" srcId="{DB6EAC83-30C0-4D95-8961-630B899B90AF}" destId="{10B94E7B-15F2-4141-BB59-B3D4C03A9028}" srcOrd="3" destOrd="0" presId="urn:microsoft.com/office/officeart/2005/8/layout/vList2"/>
    <dgm:cxn modelId="{DBB50BB8-707F-4EB5-885F-ED07698246A5}" type="presParOf" srcId="{DB6EAC83-30C0-4D95-8961-630B899B90AF}" destId="{6F6CB04F-68D2-4C5C-8D4A-3DE017DABFAE}" srcOrd="4"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2B12767-4B81-4A96-891D-08E405B48EB1}" type="doc">
      <dgm:prSet loTypeId="urn:microsoft.com/office/officeart/2005/8/layout/bList2" loCatId="picture" qsTypeId="urn:microsoft.com/office/officeart/2005/8/quickstyle/simple1" qsCatId="simple" csTypeId="urn:microsoft.com/office/officeart/2005/8/colors/accent3_2" csCatId="accent3" phldr="1"/>
      <dgm:spPr/>
      <dgm:t>
        <a:bodyPr/>
        <a:lstStyle/>
        <a:p>
          <a:endParaRPr lang="en-GB"/>
        </a:p>
      </dgm:t>
    </dgm:pt>
    <dgm:pt modelId="{56D07340-75E1-4AD6-87B9-922F01533C6D}">
      <dgm:prSet phldrT="[Text]"/>
      <dgm:spPr/>
      <dgm:t>
        <a:bodyPr/>
        <a:lstStyle/>
        <a:p>
          <a:pPr>
            <a:buNone/>
          </a:pPr>
          <a:r>
            <a:rPr lang="en-GB" b="1" dirty="0"/>
            <a:t>Safeguarding</a:t>
          </a:r>
          <a:endParaRPr lang="en-GB" dirty="0"/>
        </a:p>
      </dgm:t>
    </dgm:pt>
    <dgm:pt modelId="{85D96B4E-1D91-44D5-92BD-5A8D61869AC9}" type="parTrans" cxnId="{915886FD-D4B5-4B22-BD74-AB441E0CE114}">
      <dgm:prSet/>
      <dgm:spPr/>
      <dgm:t>
        <a:bodyPr/>
        <a:lstStyle/>
        <a:p>
          <a:endParaRPr lang="en-GB"/>
        </a:p>
      </dgm:t>
    </dgm:pt>
    <dgm:pt modelId="{F50FB9DF-7138-4F48-A1CF-9268D5B21D43}" type="sibTrans" cxnId="{915886FD-D4B5-4B22-BD74-AB441E0CE114}">
      <dgm:prSet/>
      <dgm:spPr/>
      <dgm:t>
        <a:bodyPr/>
        <a:lstStyle/>
        <a:p>
          <a:endParaRPr lang="en-GB"/>
        </a:p>
      </dgm:t>
    </dgm:pt>
    <dgm:pt modelId="{EC470828-F188-40F1-9BAD-24DA8EC8498A}">
      <dgm:prSet phldrT="[Text]"/>
      <dgm:spPr/>
      <dgm:t>
        <a:bodyPr/>
        <a:lstStyle/>
        <a:p>
          <a:pPr>
            <a:buNone/>
          </a:pPr>
          <a:r>
            <a:rPr lang="en-GB" b="1" dirty="0"/>
            <a:t>British Values</a:t>
          </a:r>
          <a:endParaRPr lang="en-GB" dirty="0"/>
        </a:p>
      </dgm:t>
    </dgm:pt>
    <dgm:pt modelId="{AF7BAD48-7E45-4B61-A7BB-088538057FB1}" type="parTrans" cxnId="{92F38D82-1A53-436B-8F78-FBAC98C75696}">
      <dgm:prSet/>
      <dgm:spPr/>
      <dgm:t>
        <a:bodyPr/>
        <a:lstStyle/>
        <a:p>
          <a:endParaRPr lang="en-GB"/>
        </a:p>
      </dgm:t>
    </dgm:pt>
    <dgm:pt modelId="{FBB04D87-02F6-4CF5-9F5A-41A665659D9E}" type="sibTrans" cxnId="{92F38D82-1A53-436B-8F78-FBAC98C75696}">
      <dgm:prSet/>
      <dgm:spPr/>
      <dgm:t>
        <a:bodyPr/>
        <a:lstStyle/>
        <a:p>
          <a:endParaRPr lang="en-GB"/>
        </a:p>
      </dgm:t>
    </dgm:pt>
    <dgm:pt modelId="{CCCD779C-5571-4406-86BA-B93A56C0F092}">
      <dgm:prSet phldrT="[Text]"/>
      <dgm:spPr/>
      <dgm:t>
        <a:bodyPr/>
        <a:lstStyle/>
        <a:p>
          <a:pPr>
            <a:buNone/>
          </a:pPr>
          <a:r>
            <a:rPr lang="en-GB" b="1" dirty="0"/>
            <a:t>Prevent</a:t>
          </a:r>
          <a:endParaRPr lang="en-GB" dirty="0"/>
        </a:p>
      </dgm:t>
    </dgm:pt>
    <dgm:pt modelId="{0475E061-26B7-40EF-BFE3-7EAE14461042}" type="parTrans" cxnId="{E70337FA-EA0D-449D-A6EE-5C95931B9BF4}">
      <dgm:prSet/>
      <dgm:spPr/>
      <dgm:t>
        <a:bodyPr/>
        <a:lstStyle/>
        <a:p>
          <a:endParaRPr lang="en-GB"/>
        </a:p>
      </dgm:t>
    </dgm:pt>
    <dgm:pt modelId="{0FEA00F7-95D2-41FD-A093-A774F4D3CD18}" type="sibTrans" cxnId="{E70337FA-EA0D-449D-A6EE-5C95931B9BF4}">
      <dgm:prSet/>
      <dgm:spPr/>
      <dgm:t>
        <a:bodyPr/>
        <a:lstStyle/>
        <a:p>
          <a:endParaRPr lang="en-GB"/>
        </a:p>
      </dgm:t>
    </dgm:pt>
    <dgm:pt modelId="{DAB29B63-5C0F-4F8E-81F6-23C876AC6360}">
      <dgm:prSet custT="1"/>
      <dgm:spPr/>
      <dgm:t>
        <a:bodyPr/>
        <a:lstStyle/>
        <a:p>
          <a:pPr>
            <a:buNone/>
          </a:pPr>
          <a:r>
            <a:rPr lang="en-US" sz="1400" dirty="0"/>
            <a:t>Safeguarding protects individuals from harm, abuse, neglect, </a:t>
          </a:r>
          <a:r>
            <a:rPr lang="en-US" sz="1400" dirty="0" err="1"/>
            <a:t>radicalisation</a:t>
          </a:r>
          <a:r>
            <a:rPr lang="en-US" sz="1400" dirty="0"/>
            <a:t> and exploitation.</a:t>
          </a:r>
          <a:br>
            <a:rPr lang="en-US" sz="1400" dirty="0"/>
          </a:br>
          <a:endParaRPr lang="en-US" sz="1400" dirty="0"/>
        </a:p>
      </dgm:t>
    </dgm:pt>
    <dgm:pt modelId="{93FA374D-760E-41E6-A69C-826D26E6A5E7}" type="parTrans" cxnId="{391E11A1-9311-4F1E-94A3-6F33E3EA6217}">
      <dgm:prSet/>
      <dgm:spPr/>
      <dgm:t>
        <a:bodyPr/>
        <a:lstStyle/>
        <a:p>
          <a:endParaRPr lang="en-GB"/>
        </a:p>
      </dgm:t>
    </dgm:pt>
    <dgm:pt modelId="{C0E5BD99-0E51-48B2-81AA-50C939EA07D4}" type="sibTrans" cxnId="{391E11A1-9311-4F1E-94A3-6F33E3EA6217}">
      <dgm:prSet/>
      <dgm:spPr/>
      <dgm:t>
        <a:bodyPr/>
        <a:lstStyle/>
        <a:p>
          <a:endParaRPr lang="en-GB"/>
        </a:p>
      </dgm:t>
    </dgm:pt>
    <dgm:pt modelId="{863F5D25-B0A4-45A6-85E5-AE73281BB623}">
      <dgm:prSet custT="1"/>
      <dgm:spPr/>
      <dgm:t>
        <a:bodyPr/>
        <a:lstStyle/>
        <a:p>
          <a:pPr>
            <a:buNone/>
          </a:pPr>
          <a:r>
            <a:rPr lang="en-US" sz="1400" dirty="0"/>
            <a:t>If you have a concern about yourself or someone else, email:</a:t>
          </a:r>
        </a:p>
      </dgm:t>
    </dgm:pt>
    <dgm:pt modelId="{D469A54B-4E53-4FB2-9790-90B262FF3A64}" type="parTrans" cxnId="{62C84980-B1ED-4F43-A191-38AFFEC046C5}">
      <dgm:prSet/>
      <dgm:spPr/>
      <dgm:t>
        <a:bodyPr/>
        <a:lstStyle/>
        <a:p>
          <a:endParaRPr lang="en-GB"/>
        </a:p>
      </dgm:t>
    </dgm:pt>
    <dgm:pt modelId="{629F08C9-3514-41B0-A4A9-DB7488EB6A77}" type="sibTrans" cxnId="{62C84980-B1ED-4F43-A191-38AFFEC046C5}">
      <dgm:prSet/>
      <dgm:spPr/>
      <dgm:t>
        <a:bodyPr/>
        <a:lstStyle/>
        <a:p>
          <a:endParaRPr lang="en-GB"/>
        </a:p>
      </dgm:t>
    </dgm:pt>
    <dgm:pt modelId="{463032AE-3A43-47A3-8A25-32BC3C86FB5A}">
      <dgm:prSet custT="1"/>
      <dgm:spPr/>
      <dgm:t>
        <a:bodyPr/>
        <a:lstStyle/>
        <a:p>
          <a:pPr>
            <a:buNone/>
          </a:pPr>
          <a:r>
            <a:rPr lang="en-US" sz="1400" dirty="0"/>
            <a:t>We treat all concerns seriously and confidentially.</a:t>
          </a:r>
        </a:p>
      </dgm:t>
    </dgm:pt>
    <dgm:pt modelId="{4633167A-FC33-4561-81C8-185AEAB8DB8F}" type="parTrans" cxnId="{9B511289-C885-4D3F-9809-624FD77B230F}">
      <dgm:prSet/>
      <dgm:spPr/>
      <dgm:t>
        <a:bodyPr/>
        <a:lstStyle/>
        <a:p>
          <a:endParaRPr lang="en-GB"/>
        </a:p>
      </dgm:t>
    </dgm:pt>
    <dgm:pt modelId="{D0EB7A02-01FE-41F1-89B0-6A6753FB0ED6}" type="sibTrans" cxnId="{9B511289-C885-4D3F-9809-624FD77B230F}">
      <dgm:prSet/>
      <dgm:spPr/>
      <dgm:t>
        <a:bodyPr/>
        <a:lstStyle/>
        <a:p>
          <a:endParaRPr lang="en-GB"/>
        </a:p>
      </dgm:t>
    </dgm:pt>
    <dgm:pt modelId="{03451262-3EDA-42D8-8845-4A5EC165AF16}">
      <dgm:prSet custT="1"/>
      <dgm:spPr/>
      <dgm:t>
        <a:bodyPr/>
        <a:lstStyle/>
        <a:p>
          <a:pPr>
            <a:buNone/>
          </a:pPr>
          <a:r>
            <a:rPr lang="en-US" sz="1400" dirty="0"/>
            <a:t>These values underpin everything we do in professional and digital environments.</a:t>
          </a:r>
        </a:p>
      </dgm:t>
    </dgm:pt>
    <dgm:pt modelId="{5D4AA6F6-EEB2-4359-8B5F-C7D09C28B952}" type="parTrans" cxnId="{686D8691-1133-42DD-9896-6363F8746916}">
      <dgm:prSet/>
      <dgm:spPr/>
      <dgm:t>
        <a:bodyPr/>
        <a:lstStyle/>
        <a:p>
          <a:endParaRPr lang="en-GB"/>
        </a:p>
      </dgm:t>
    </dgm:pt>
    <dgm:pt modelId="{0A0CCB7E-300B-4173-A37F-7F5DE851BD11}" type="sibTrans" cxnId="{686D8691-1133-42DD-9896-6363F8746916}">
      <dgm:prSet/>
      <dgm:spPr/>
      <dgm:t>
        <a:bodyPr/>
        <a:lstStyle/>
        <a:p>
          <a:endParaRPr lang="en-GB"/>
        </a:p>
      </dgm:t>
    </dgm:pt>
    <dgm:pt modelId="{69025F71-BA54-42C9-B65F-B3A0D6819F03}">
      <dgm:prSet phldrT="[Text]" custT="1"/>
      <dgm:spPr/>
      <dgm:t>
        <a:bodyPr/>
        <a:lstStyle/>
        <a:p>
          <a:pPr>
            <a:buNone/>
          </a:pPr>
          <a:r>
            <a:rPr lang="en-US" sz="1400" dirty="0"/>
            <a:t>The British Values are:</a:t>
          </a:r>
          <a:br>
            <a:rPr lang="en-US" sz="1400" dirty="0"/>
          </a:br>
          <a:endParaRPr lang="en-GB" sz="1400" b="1" dirty="0"/>
        </a:p>
      </dgm:t>
    </dgm:pt>
    <dgm:pt modelId="{5BAA4E8D-3142-44FA-8BA8-D889713EE084}" type="parTrans" cxnId="{EEE3C980-0D82-4379-9DDE-E3DBC7A17B81}">
      <dgm:prSet/>
      <dgm:spPr/>
      <dgm:t>
        <a:bodyPr/>
        <a:lstStyle/>
        <a:p>
          <a:endParaRPr lang="en-GB"/>
        </a:p>
      </dgm:t>
    </dgm:pt>
    <dgm:pt modelId="{81F1F430-5508-4486-8CFC-5EF8E032006C}" type="sibTrans" cxnId="{EEE3C980-0D82-4379-9DDE-E3DBC7A17B81}">
      <dgm:prSet/>
      <dgm:spPr/>
      <dgm:t>
        <a:bodyPr/>
        <a:lstStyle/>
        <a:p>
          <a:endParaRPr lang="en-GB"/>
        </a:p>
      </dgm:t>
    </dgm:pt>
    <dgm:pt modelId="{22011C8F-8C8B-479E-86D9-FCDDD9058F05}">
      <dgm:prSet custT="1"/>
      <dgm:spPr/>
      <dgm:t>
        <a:bodyPr/>
        <a:lstStyle/>
        <a:p>
          <a:pPr>
            <a:buNone/>
          </a:pPr>
          <a:r>
            <a:rPr lang="en-US" sz="1400" dirty="0"/>
            <a:t>Prevent is about protecting people from being drawn into extremism or </a:t>
          </a:r>
          <a:r>
            <a:rPr lang="en-US" sz="1400" dirty="0" err="1"/>
            <a:t>radicalisation</a:t>
          </a:r>
          <a:r>
            <a:rPr lang="en-US" sz="1400" dirty="0"/>
            <a:t>.</a:t>
          </a:r>
          <a:br>
            <a:rPr lang="en-US" sz="1400" dirty="0"/>
          </a:br>
          <a:endParaRPr lang="en-US" sz="1400" dirty="0"/>
        </a:p>
      </dgm:t>
    </dgm:pt>
    <dgm:pt modelId="{EA598542-29C0-4C63-9692-B860F546AE9B}" type="parTrans" cxnId="{7B8918B8-0E38-4C18-A731-C2EBA22F3EA5}">
      <dgm:prSet/>
      <dgm:spPr/>
      <dgm:t>
        <a:bodyPr/>
        <a:lstStyle/>
        <a:p>
          <a:endParaRPr lang="en-GB"/>
        </a:p>
      </dgm:t>
    </dgm:pt>
    <dgm:pt modelId="{32F125C0-2F63-4B56-A05D-D98C65320181}" type="sibTrans" cxnId="{7B8918B8-0E38-4C18-A731-C2EBA22F3EA5}">
      <dgm:prSet/>
      <dgm:spPr/>
      <dgm:t>
        <a:bodyPr/>
        <a:lstStyle/>
        <a:p>
          <a:endParaRPr lang="en-GB"/>
        </a:p>
      </dgm:t>
    </dgm:pt>
    <dgm:pt modelId="{E722A7F8-D148-429E-B9D5-EEA038CC1821}">
      <dgm:prSet custT="1"/>
      <dgm:spPr/>
      <dgm:t>
        <a:bodyPr/>
        <a:lstStyle/>
        <a:p>
          <a:pPr>
            <a:buNone/>
          </a:pPr>
          <a:r>
            <a:rPr lang="en-US" sz="1400" dirty="0"/>
            <a:t>In our </a:t>
          </a:r>
          <a:r>
            <a:rPr lang="en-US" sz="1400" dirty="0" err="1"/>
            <a:t>programmes</a:t>
          </a:r>
          <a:r>
            <a:rPr lang="en-US" sz="1400" dirty="0"/>
            <a:t>, Prevent links to:</a:t>
          </a:r>
          <a:br>
            <a:rPr lang="en-US" sz="1400" dirty="0"/>
          </a:br>
          <a:br>
            <a:rPr lang="en-US" sz="1400" dirty="0"/>
          </a:br>
          <a:r>
            <a:rPr lang="en-US" sz="1400" b="1" dirty="0"/>
            <a:t>• Online safety</a:t>
          </a:r>
          <a:br>
            <a:rPr lang="en-US" sz="1400" b="1" dirty="0"/>
          </a:br>
          <a:r>
            <a:rPr lang="en-US" sz="1400" b="1" dirty="0"/>
            <a:t>• Digital responsibility</a:t>
          </a:r>
          <a:br>
            <a:rPr lang="en-US" sz="1400" b="1" dirty="0"/>
          </a:br>
          <a:r>
            <a:rPr lang="en-US" sz="1400" b="1" dirty="0"/>
            <a:t>• Critical thinking</a:t>
          </a:r>
          <a:br>
            <a:rPr lang="en-US" sz="1400" b="1" dirty="0"/>
          </a:br>
          <a:r>
            <a:rPr lang="en-US" sz="1400" b="1" dirty="0"/>
            <a:t>• Professional ethics</a:t>
          </a:r>
        </a:p>
      </dgm:t>
    </dgm:pt>
    <dgm:pt modelId="{29D8F00E-4EE7-43CD-AEE1-EEBE4D9345D9}" type="parTrans" cxnId="{E1414484-9238-4AFB-B77F-A6E76619BC63}">
      <dgm:prSet/>
      <dgm:spPr/>
      <dgm:t>
        <a:bodyPr/>
        <a:lstStyle/>
        <a:p>
          <a:endParaRPr lang="en-GB"/>
        </a:p>
      </dgm:t>
    </dgm:pt>
    <dgm:pt modelId="{C73C49A6-1F43-4277-80E9-74AC48648C96}" type="sibTrans" cxnId="{E1414484-9238-4AFB-B77F-A6E76619BC63}">
      <dgm:prSet/>
      <dgm:spPr/>
      <dgm:t>
        <a:bodyPr/>
        <a:lstStyle/>
        <a:p>
          <a:endParaRPr lang="en-GB"/>
        </a:p>
      </dgm:t>
    </dgm:pt>
    <dgm:pt modelId="{CD591B15-0AFB-427B-9D7F-5C5DBD255982}">
      <dgm:prSet custT="1"/>
      <dgm:spPr/>
      <dgm:t>
        <a:bodyPr/>
        <a:lstStyle/>
        <a:p>
          <a:pPr>
            <a:buNone/>
          </a:pPr>
          <a:r>
            <a:rPr lang="en-US" sz="1400" dirty="0">
              <a:hlinkClick xmlns:r="http://schemas.openxmlformats.org/officeDocument/2006/relationships" r:id="rId1"/>
            </a:rPr>
            <a:t>safeguarding@bpp.com</a:t>
          </a:r>
          <a:br>
            <a:rPr lang="en-US" sz="1400" dirty="0"/>
          </a:br>
          <a:br>
            <a:rPr lang="en-US" sz="1400" dirty="0"/>
          </a:br>
          <a:r>
            <a:rPr lang="en-US" sz="1400" dirty="0"/>
            <a:t>Or speak to your tutor privately.</a:t>
          </a:r>
          <a:br>
            <a:rPr lang="en-US" sz="1400" dirty="0"/>
          </a:br>
          <a:endParaRPr lang="en-US" sz="1400" dirty="0"/>
        </a:p>
      </dgm:t>
    </dgm:pt>
    <dgm:pt modelId="{1FB5DA67-104F-467A-B04D-EB05521F1FD3}" type="parTrans" cxnId="{B0D82476-838A-448A-A0BF-FC1F6F1293FC}">
      <dgm:prSet/>
      <dgm:spPr/>
      <dgm:t>
        <a:bodyPr/>
        <a:lstStyle/>
        <a:p>
          <a:endParaRPr lang="en-GB"/>
        </a:p>
      </dgm:t>
    </dgm:pt>
    <dgm:pt modelId="{C4238EDF-4C52-4145-86DD-8A682CFE3230}" type="sibTrans" cxnId="{B0D82476-838A-448A-A0BF-FC1F6F1293FC}">
      <dgm:prSet/>
      <dgm:spPr/>
      <dgm:t>
        <a:bodyPr/>
        <a:lstStyle/>
        <a:p>
          <a:endParaRPr lang="en-GB"/>
        </a:p>
      </dgm:t>
    </dgm:pt>
    <dgm:pt modelId="{75538982-FD70-4DC6-AAE0-159B168AB9D2}">
      <dgm:prSet phldrT="[Text]" custT="1"/>
      <dgm:spPr/>
      <dgm:t>
        <a:bodyPr/>
        <a:lstStyle/>
        <a:p>
          <a:pPr>
            <a:buNone/>
          </a:pPr>
          <a:r>
            <a:rPr lang="en-US" sz="1400" b="1" dirty="0"/>
            <a:t>1. Democracy</a:t>
          </a:r>
          <a:endParaRPr lang="en-GB" sz="1400" b="1" dirty="0"/>
        </a:p>
      </dgm:t>
    </dgm:pt>
    <dgm:pt modelId="{A0FE9843-57AE-430F-9125-011C60C7B7AB}" type="parTrans" cxnId="{87D04A37-6D2C-4950-ADB4-84440DCAA652}">
      <dgm:prSet/>
      <dgm:spPr/>
      <dgm:t>
        <a:bodyPr/>
        <a:lstStyle/>
        <a:p>
          <a:endParaRPr lang="en-GB"/>
        </a:p>
      </dgm:t>
    </dgm:pt>
    <dgm:pt modelId="{110EF384-963C-47EA-99D4-A45E59F5DB14}" type="sibTrans" cxnId="{87D04A37-6D2C-4950-ADB4-84440DCAA652}">
      <dgm:prSet/>
      <dgm:spPr/>
      <dgm:t>
        <a:bodyPr/>
        <a:lstStyle/>
        <a:p>
          <a:endParaRPr lang="en-GB"/>
        </a:p>
      </dgm:t>
    </dgm:pt>
    <dgm:pt modelId="{F8D7A63F-C565-4D8A-AE52-7E8946D59289}">
      <dgm:prSet phldrT="[Text]" custT="1"/>
      <dgm:spPr/>
      <dgm:t>
        <a:bodyPr/>
        <a:lstStyle/>
        <a:p>
          <a:pPr>
            <a:buNone/>
          </a:pPr>
          <a:r>
            <a:rPr lang="en-US" sz="1400" b="1" dirty="0"/>
            <a:t>2. Rule of Law</a:t>
          </a:r>
          <a:endParaRPr lang="en-GB" sz="1400" b="1" dirty="0"/>
        </a:p>
      </dgm:t>
    </dgm:pt>
    <dgm:pt modelId="{2732ED9F-4C65-4939-A9CB-EE6144D6E388}" type="parTrans" cxnId="{11F4EB43-205A-4426-8AB3-4A0CAFB3E418}">
      <dgm:prSet/>
      <dgm:spPr/>
      <dgm:t>
        <a:bodyPr/>
        <a:lstStyle/>
        <a:p>
          <a:endParaRPr lang="en-GB"/>
        </a:p>
      </dgm:t>
    </dgm:pt>
    <dgm:pt modelId="{FCDCEE1F-E4CC-4BF8-91F5-7CD11D70D40A}" type="sibTrans" cxnId="{11F4EB43-205A-4426-8AB3-4A0CAFB3E418}">
      <dgm:prSet/>
      <dgm:spPr/>
      <dgm:t>
        <a:bodyPr/>
        <a:lstStyle/>
        <a:p>
          <a:endParaRPr lang="en-GB"/>
        </a:p>
      </dgm:t>
    </dgm:pt>
    <dgm:pt modelId="{2433DF1C-7206-47F7-A12F-ABF6D6571963}">
      <dgm:prSet phldrT="[Text]" custT="1"/>
      <dgm:spPr/>
      <dgm:t>
        <a:bodyPr/>
        <a:lstStyle/>
        <a:p>
          <a:pPr>
            <a:buNone/>
          </a:pPr>
          <a:r>
            <a:rPr lang="en-US" sz="1400" b="1" dirty="0"/>
            <a:t>3. Individual Liberty</a:t>
          </a:r>
          <a:endParaRPr lang="en-GB" sz="1400" b="1" dirty="0"/>
        </a:p>
      </dgm:t>
    </dgm:pt>
    <dgm:pt modelId="{BFA8B94C-85F5-43DC-8BDC-A069343C8F69}" type="parTrans" cxnId="{0F3C4FD6-AA3D-4FD1-B611-9A0DF1F28882}">
      <dgm:prSet/>
      <dgm:spPr/>
      <dgm:t>
        <a:bodyPr/>
        <a:lstStyle/>
        <a:p>
          <a:endParaRPr lang="en-GB"/>
        </a:p>
      </dgm:t>
    </dgm:pt>
    <dgm:pt modelId="{B32537B1-DF7B-4E14-99A4-C9E87B10E8FB}" type="sibTrans" cxnId="{0F3C4FD6-AA3D-4FD1-B611-9A0DF1F28882}">
      <dgm:prSet/>
      <dgm:spPr/>
      <dgm:t>
        <a:bodyPr/>
        <a:lstStyle/>
        <a:p>
          <a:endParaRPr lang="en-GB"/>
        </a:p>
      </dgm:t>
    </dgm:pt>
    <dgm:pt modelId="{B86F58AF-23C9-4590-8B85-D0FD5BF63739}">
      <dgm:prSet phldrT="[Text]" custT="1"/>
      <dgm:spPr/>
      <dgm:t>
        <a:bodyPr/>
        <a:lstStyle/>
        <a:p>
          <a:pPr>
            <a:buNone/>
          </a:pPr>
          <a:r>
            <a:rPr lang="en-US" sz="1400" b="1" dirty="0"/>
            <a:t>4. Mutual Respect</a:t>
          </a:r>
          <a:endParaRPr lang="en-GB" sz="1400" b="1" dirty="0"/>
        </a:p>
      </dgm:t>
    </dgm:pt>
    <dgm:pt modelId="{99049DFF-F522-4CEE-86F1-3106A98D1228}" type="parTrans" cxnId="{13942C34-BE79-47E7-8C01-30B5C0440B82}">
      <dgm:prSet/>
      <dgm:spPr/>
      <dgm:t>
        <a:bodyPr/>
        <a:lstStyle/>
        <a:p>
          <a:endParaRPr lang="en-GB"/>
        </a:p>
      </dgm:t>
    </dgm:pt>
    <dgm:pt modelId="{D163573A-5663-4719-B727-A3413297E0EA}" type="sibTrans" cxnId="{13942C34-BE79-47E7-8C01-30B5C0440B82}">
      <dgm:prSet/>
      <dgm:spPr/>
      <dgm:t>
        <a:bodyPr/>
        <a:lstStyle/>
        <a:p>
          <a:endParaRPr lang="en-GB"/>
        </a:p>
      </dgm:t>
    </dgm:pt>
    <dgm:pt modelId="{19B6A5AA-0C05-4739-97C3-287820CEC391}">
      <dgm:prSet phldrT="[Text]" custT="1"/>
      <dgm:spPr/>
      <dgm:t>
        <a:bodyPr/>
        <a:lstStyle/>
        <a:p>
          <a:pPr>
            <a:buNone/>
          </a:pPr>
          <a:r>
            <a:rPr lang="en-US" sz="1400" b="1" dirty="0"/>
            <a:t>5. Tolerance of Different Faiths and Beliefs</a:t>
          </a:r>
          <a:br>
            <a:rPr lang="en-US" sz="1400" b="1" dirty="0"/>
          </a:br>
          <a:endParaRPr lang="en-GB" sz="1400" b="1" dirty="0"/>
        </a:p>
      </dgm:t>
    </dgm:pt>
    <dgm:pt modelId="{11941308-3490-47CC-8034-0D04F633D6A8}" type="parTrans" cxnId="{1D6A1129-C469-431A-BB8D-84ADA878481E}">
      <dgm:prSet/>
      <dgm:spPr/>
      <dgm:t>
        <a:bodyPr/>
        <a:lstStyle/>
        <a:p>
          <a:endParaRPr lang="en-GB"/>
        </a:p>
      </dgm:t>
    </dgm:pt>
    <dgm:pt modelId="{DA2AF159-8ADF-4D92-B329-D2336DC9575B}" type="sibTrans" cxnId="{1D6A1129-C469-431A-BB8D-84ADA878481E}">
      <dgm:prSet/>
      <dgm:spPr/>
      <dgm:t>
        <a:bodyPr/>
        <a:lstStyle/>
        <a:p>
          <a:endParaRPr lang="en-GB"/>
        </a:p>
      </dgm:t>
    </dgm:pt>
    <dgm:pt modelId="{47A33140-3A47-404F-8E7F-FD5872ED4C05}" type="pres">
      <dgm:prSet presAssocID="{E2B12767-4B81-4A96-891D-08E405B48EB1}" presName="diagram" presStyleCnt="0">
        <dgm:presLayoutVars>
          <dgm:dir/>
          <dgm:animLvl val="lvl"/>
          <dgm:resizeHandles val="exact"/>
        </dgm:presLayoutVars>
      </dgm:prSet>
      <dgm:spPr/>
    </dgm:pt>
    <dgm:pt modelId="{DD7CA9C7-FAAB-4752-93E6-DFEA2F0643E7}" type="pres">
      <dgm:prSet presAssocID="{56D07340-75E1-4AD6-87B9-922F01533C6D}" presName="compNode" presStyleCnt="0"/>
      <dgm:spPr/>
    </dgm:pt>
    <dgm:pt modelId="{D10EC809-8A62-4994-AFA3-5836513960D1}" type="pres">
      <dgm:prSet presAssocID="{56D07340-75E1-4AD6-87B9-922F01533C6D}" presName="childRect" presStyleLbl="bgAcc1" presStyleIdx="0" presStyleCnt="3">
        <dgm:presLayoutVars>
          <dgm:bulletEnabled val="1"/>
        </dgm:presLayoutVars>
      </dgm:prSet>
      <dgm:spPr/>
    </dgm:pt>
    <dgm:pt modelId="{1DE8D5CA-19FD-4C8F-9E6E-77530DBCA067}" type="pres">
      <dgm:prSet presAssocID="{56D07340-75E1-4AD6-87B9-922F01533C6D}" presName="parentText" presStyleLbl="node1" presStyleIdx="0" presStyleCnt="0">
        <dgm:presLayoutVars>
          <dgm:chMax val="0"/>
          <dgm:bulletEnabled val="1"/>
        </dgm:presLayoutVars>
      </dgm:prSet>
      <dgm:spPr/>
    </dgm:pt>
    <dgm:pt modelId="{48F786DA-DE1C-49AB-A9EC-F4B26E445636}" type="pres">
      <dgm:prSet presAssocID="{56D07340-75E1-4AD6-87B9-922F01533C6D}" presName="parentRect" presStyleLbl="alignNode1" presStyleIdx="0" presStyleCnt="3"/>
      <dgm:spPr/>
    </dgm:pt>
    <dgm:pt modelId="{D9ADFEC3-3FB9-439A-9A95-7FF03D05B279}" type="pres">
      <dgm:prSet presAssocID="{56D07340-75E1-4AD6-87B9-922F01533C6D}" presName="adorn" presStyleLbl="fgAccFollowNode1" presStyleIdx="0" presStyleCnt="3"/>
      <dgm:spPr>
        <a:blipFill>
          <a:blip xmlns:r="http://schemas.openxmlformats.org/officeDocument/2006/relationships">
            <a:extLst>
              <a:ext uri="{96DAC541-7B7A-43D3-8B79-37D633B846F1}">
                <asvg:svgBlip xmlns:asvg="http://schemas.microsoft.com/office/drawing/2016/SVG/main" r:embed="rId2"/>
              </a:ext>
            </a:extLst>
          </a:blip>
          <a:srcRect/>
          <a:stretch>
            <a:fillRect/>
          </a:stretch>
        </a:blipFill>
      </dgm:spPr>
      <dgm:extLst>
        <a:ext uri="{E40237B7-FDA0-4F09-8148-C483321AD2D9}">
          <dgm14:cNvPr xmlns:dgm14="http://schemas.microsoft.com/office/drawing/2010/diagram" id="0" name="" descr="Shield Tick with solid fill"/>
        </a:ext>
      </dgm:extLst>
    </dgm:pt>
    <dgm:pt modelId="{A88A01B7-E93F-4801-992D-C8B8CF1A7AF2}" type="pres">
      <dgm:prSet presAssocID="{F50FB9DF-7138-4F48-A1CF-9268D5B21D43}" presName="sibTrans" presStyleLbl="sibTrans2D1" presStyleIdx="0" presStyleCnt="0"/>
      <dgm:spPr/>
    </dgm:pt>
    <dgm:pt modelId="{D672379D-7E2B-4AA2-9A7E-B53F125FEAA4}" type="pres">
      <dgm:prSet presAssocID="{EC470828-F188-40F1-9BAD-24DA8EC8498A}" presName="compNode" presStyleCnt="0"/>
      <dgm:spPr/>
    </dgm:pt>
    <dgm:pt modelId="{3ED92AB1-FC73-4B9A-8E1D-4ACFC692581E}" type="pres">
      <dgm:prSet presAssocID="{EC470828-F188-40F1-9BAD-24DA8EC8498A}" presName="childRect" presStyleLbl="bgAcc1" presStyleIdx="1" presStyleCnt="3">
        <dgm:presLayoutVars>
          <dgm:bulletEnabled val="1"/>
        </dgm:presLayoutVars>
      </dgm:prSet>
      <dgm:spPr/>
    </dgm:pt>
    <dgm:pt modelId="{2496D8E3-A063-4674-ABA5-D8719CAEF8BC}" type="pres">
      <dgm:prSet presAssocID="{EC470828-F188-40F1-9BAD-24DA8EC8498A}" presName="parentText" presStyleLbl="node1" presStyleIdx="0" presStyleCnt="0">
        <dgm:presLayoutVars>
          <dgm:chMax val="0"/>
          <dgm:bulletEnabled val="1"/>
        </dgm:presLayoutVars>
      </dgm:prSet>
      <dgm:spPr/>
    </dgm:pt>
    <dgm:pt modelId="{73228723-6C68-46A8-96CF-D4508B53BCEB}" type="pres">
      <dgm:prSet presAssocID="{EC470828-F188-40F1-9BAD-24DA8EC8498A}" presName="parentRect" presStyleLbl="alignNode1" presStyleIdx="1" presStyleCnt="3"/>
      <dgm:spPr/>
    </dgm:pt>
    <dgm:pt modelId="{B04E7D05-003F-4073-A2E0-8A6D05F1F5E9}" type="pres">
      <dgm:prSet presAssocID="{EC470828-F188-40F1-9BAD-24DA8EC8498A}" presName="adorn" presStyleLbl="fgAccFollowNode1" presStyleIdx="1" presStyleCnt="3"/>
      <dgm:spPr>
        <a:blipFill>
          <a:blip xmlns:r="http://schemas.openxmlformats.org/officeDocument/2006/relationships">
            <a:extLst>
              <a:ext uri="{96DAC541-7B7A-43D3-8B79-37D633B846F1}">
                <asvg:svgBlip xmlns:asvg="http://schemas.microsoft.com/office/drawing/2016/SVG/main" r:embed="rId3"/>
              </a:ext>
            </a:extLst>
          </a:blip>
          <a:srcRect/>
          <a:stretch>
            <a:fillRect/>
          </a:stretch>
        </a:blipFill>
      </dgm:spPr>
      <dgm:extLst>
        <a:ext uri="{E40237B7-FDA0-4F09-8148-C483321AD2D9}">
          <dgm14:cNvPr xmlns:dgm14="http://schemas.microsoft.com/office/drawing/2010/diagram" id="0" name="" descr="Scales of justice with solid fill"/>
        </a:ext>
      </dgm:extLst>
    </dgm:pt>
    <dgm:pt modelId="{D10565B5-B10E-43C3-B9E8-CB6B3F1FB19A}" type="pres">
      <dgm:prSet presAssocID="{FBB04D87-02F6-4CF5-9F5A-41A665659D9E}" presName="sibTrans" presStyleLbl="sibTrans2D1" presStyleIdx="0" presStyleCnt="0"/>
      <dgm:spPr/>
    </dgm:pt>
    <dgm:pt modelId="{3C061DF8-267F-40C0-BFE9-F3F9B8C81599}" type="pres">
      <dgm:prSet presAssocID="{CCCD779C-5571-4406-86BA-B93A56C0F092}" presName="compNode" presStyleCnt="0"/>
      <dgm:spPr/>
    </dgm:pt>
    <dgm:pt modelId="{846A71B0-4F5B-47B2-8980-46D3D2DDB15D}" type="pres">
      <dgm:prSet presAssocID="{CCCD779C-5571-4406-86BA-B93A56C0F092}" presName="childRect" presStyleLbl="bgAcc1" presStyleIdx="2" presStyleCnt="3">
        <dgm:presLayoutVars>
          <dgm:bulletEnabled val="1"/>
        </dgm:presLayoutVars>
      </dgm:prSet>
      <dgm:spPr/>
    </dgm:pt>
    <dgm:pt modelId="{74ADB85B-5AE7-4BE7-A2A7-FAEDFDBE0B8D}" type="pres">
      <dgm:prSet presAssocID="{CCCD779C-5571-4406-86BA-B93A56C0F092}" presName="parentText" presStyleLbl="node1" presStyleIdx="0" presStyleCnt="0">
        <dgm:presLayoutVars>
          <dgm:chMax val="0"/>
          <dgm:bulletEnabled val="1"/>
        </dgm:presLayoutVars>
      </dgm:prSet>
      <dgm:spPr/>
    </dgm:pt>
    <dgm:pt modelId="{A330D0D8-36E0-4D22-9693-859DCEFD00F6}" type="pres">
      <dgm:prSet presAssocID="{CCCD779C-5571-4406-86BA-B93A56C0F092}" presName="parentRect" presStyleLbl="alignNode1" presStyleIdx="2" presStyleCnt="3"/>
      <dgm:spPr/>
    </dgm:pt>
    <dgm:pt modelId="{C95D7B44-50D7-459C-A076-A823BE9D40B9}" type="pres">
      <dgm:prSet presAssocID="{CCCD779C-5571-4406-86BA-B93A56C0F092}" presName="adorn" presStyleLbl="fgAccFollowNode1" presStyleIdx="2" presStyleCnt="3"/>
      <dgm:spPr>
        <a:blipFill>
          <a:blip xmlns:r="http://schemas.openxmlformats.org/officeDocument/2006/relationships">
            <a:extLst>
              <a:ext uri="{96DAC541-7B7A-43D3-8B79-37D633B846F1}">
                <asvg:svgBlip xmlns:asvg="http://schemas.microsoft.com/office/drawing/2016/SVG/main" r:embed="rId4"/>
              </a:ext>
            </a:extLst>
          </a:blip>
          <a:srcRect/>
          <a:stretch>
            <a:fillRect/>
          </a:stretch>
        </a:blipFill>
      </dgm:spPr>
      <dgm:extLst>
        <a:ext uri="{E40237B7-FDA0-4F09-8148-C483321AD2D9}">
          <dgm14:cNvPr xmlns:dgm14="http://schemas.microsoft.com/office/drawing/2010/diagram" id="0" name="" descr="Flag with solid fill"/>
        </a:ext>
      </dgm:extLst>
    </dgm:pt>
  </dgm:ptLst>
  <dgm:cxnLst>
    <dgm:cxn modelId="{1D6A1129-C469-431A-BB8D-84ADA878481E}" srcId="{69025F71-BA54-42C9-B65F-B3A0D6819F03}" destId="{19B6A5AA-0C05-4739-97C3-287820CEC391}" srcOrd="4" destOrd="0" parTransId="{11941308-3490-47CC-8034-0D04F633D6A8}" sibTransId="{DA2AF159-8ADF-4D92-B329-D2336DC9575B}"/>
    <dgm:cxn modelId="{7BA9542E-9EDA-4EF2-AB9F-0A7A7BDE14CE}" type="presOf" srcId="{B86F58AF-23C9-4590-8B85-D0FD5BF63739}" destId="{3ED92AB1-FC73-4B9A-8E1D-4ACFC692581E}" srcOrd="0" destOrd="4" presId="urn:microsoft.com/office/officeart/2005/8/layout/bList2"/>
    <dgm:cxn modelId="{BB0FF52E-ABB8-4694-BFE3-9BC054767498}" type="presOf" srcId="{EC470828-F188-40F1-9BAD-24DA8EC8498A}" destId="{73228723-6C68-46A8-96CF-D4508B53BCEB}" srcOrd="1" destOrd="0" presId="urn:microsoft.com/office/officeart/2005/8/layout/bList2"/>
    <dgm:cxn modelId="{13942C34-BE79-47E7-8C01-30B5C0440B82}" srcId="{69025F71-BA54-42C9-B65F-B3A0D6819F03}" destId="{B86F58AF-23C9-4590-8B85-D0FD5BF63739}" srcOrd="3" destOrd="0" parTransId="{99049DFF-F522-4CEE-86F1-3106A98D1228}" sibTransId="{D163573A-5663-4719-B727-A3413297E0EA}"/>
    <dgm:cxn modelId="{87D04A37-6D2C-4950-ADB4-84440DCAA652}" srcId="{69025F71-BA54-42C9-B65F-B3A0D6819F03}" destId="{75538982-FD70-4DC6-AAE0-159B168AB9D2}" srcOrd="0" destOrd="0" parTransId="{A0FE9843-57AE-430F-9125-011C60C7B7AB}" sibTransId="{110EF384-963C-47EA-99D4-A45E59F5DB14}"/>
    <dgm:cxn modelId="{1A72075E-E878-4C81-8905-9803D8515758}" type="presOf" srcId="{2433DF1C-7206-47F7-A12F-ABF6D6571963}" destId="{3ED92AB1-FC73-4B9A-8E1D-4ACFC692581E}" srcOrd="0" destOrd="3" presId="urn:microsoft.com/office/officeart/2005/8/layout/bList2"/>
    <dgm:cxn modelId="{11F4EB43-205A-4426-8AB3-4A0CAFB3E418}" srcId="{69025F71-BA54-42C9-B65F-B3A0D6819F03}" destId="{F8D7A63F-C565-4D8A-AE52-7E8946D59289}" srcOrd="1" destOrd="0" parTransId="{2732ED9F-4C65-4939-A9CB-EE6144D6E388}" sibTransId="{FCDCEE1F-E4CC-4BF8-91F5-7CD11D70D40A}"/>
    <dgm:cxn modelId="{9CAEDA68-8701-49B1-8436-871507F34338}" type="presOf" srcId="{F8D7A63F-C565-4D8A-AE52-7E8946D59289}" destId="{3ED92AB1-FC73-4B9A-8E1D-4ACFC692581E}" srcOrd="0" destOrd="2" presId="urn:microsoft.com/office/officeart/2005/8/layout/bList2"/>
    <dgm:cxn modelId="{A0BE1E6D-4D4E-4BE8-A719-A27A4184554C}" type="presOf" srcId="{19B6A5AA-0C05-4739-97C3-287820CEC391}" destId="{3ED92AB1-FC73-4B9A-8E1D-4ACFC692581E}" srcOrd="0" destOrd="5" presId="urn:microsoft.com/office/officeart/2005/8/layout/bList2"/>
    <dgm:cxn modelId="{537FBF4E-0B29-4685-92F2-6BD1D93F6B22}" type="presOf" srcId="{CD591B15-0AFB-427B-9D7F-5C5DBD255982}" destId="{D10EC809-8A62-4994-AFA3-5836513960D1}" srcOrd="0" destOrd="2" presId="urn:microsoft.com/office/officeart/2005/8/layout/bList2"/>
    <dgm:cxn modelId="{E6E6F070-4BB4-4CB8-A110-6EA5A6E54106}" type="presOf" srcId="{F50FB9DF-7138-4F48-A1CF-9268D5B21D43}" destId="{A88A01B7-E93F-4801-992D-C8B8CF1A7AF2}" srcOrd="0" destOrd="0" presId="urn:microsoft.com/office/officeart/2005/8/layout/bList2"/>
    <dgm:cxn modelId="{45162076-5C99-4721-ACA7-BB5C236B2761}" type="presOf" srcId="{03451262-3EDA-42D8-8845-4A5EC165AF16}" destId="{3ED92AB1-FC73-4B9A-8E1D-4ACFC692581E}" srcOrd="0" destOrd="6" presId="urn:microsoft.com/office/officeart/2005/8/layout/bList2"/>
    <dgm:cxn modelId="{B0D82476-838A-448A-A0BF-FC1F6F1293FC}" srcId="{56D07340-75E1-4AD6-87B9-922F01533C6D}" destId="{CD591B15-0AFB-427B-9D7F-5C5DBD255982}" srcOrd="2" destOrd="0" parTransId="{1FB5DA67-104F-467A-B04D-EB05521F1FD3}" sibTransId="{C4238EDF-4C52-4145-86DD-8A682CFE3230}"/>
    <dgm:cxn modelId="{62C84980-B1ED-4F43-A191-38AFFEC046C5}" srcId="{56D07340-75E1-4AD6-87B9-922F01533C6D}" destId="{863F5D25-B0A4-45A6-85E5-AE73281BB623}" srcOrd="1" destOrd="0" parTransId="{D469A54B-4E53-4FB2-9790-90B262FF3A64}" sibTransId="{629F08C9-3514-41B0-A4A9-DB7488EB6A77}"/>
    <dgm:cxn modelId="{EEE3C980-0D82-4379-9DDE-E3DBC7A17B81}" srcId="{EC470828-F188-40F1-9BAD-24DA8EC8498A}" destId="{69025F71-BA54-42C9-B65F-B3A0D6819F03}" srcOrd="0" destOrd="0" parTransId="{5BAA4E8D-3142-44FA-8BA8-D889713EE084}" sibTransId="{81F1F430-5508-4486-8CFC-5EF8E032006C}"/>
    <dgm:cxn modelId="{92F38D82-1A53-436B-8F78-FBAC98C75696}" srcId="{E2B12767-4B81-4A96-891D-08E405B48EB1}" destId="{EC470828-F188-40F1-9BAD-24DA8EC8498A}" srcOrd="1" destOrd="0" parTransId="{AF7BAD48-7E45-4B61-A7BB-088538057FB1}" sibTransId="{FBB04D87-02F6-4CF5-9F5A-41A665659D9E}"/>
    <dgm:cxn modelId="{E1414484-9238-4AFB-B77F-A6E76619BC63}" srcId="{CCCD779C-5571-4406-86BA-B93A56C0F092}" destId="{E722A7F8-D148-429E-B9D5-EEA038CC1821}" srcOrd="1" destOrd="0" parTransId="{29D8F00E-4EE7-43CD-AEE1-EEBE4D9345D9}" sibTransId="{C73C49A6-1F43-4277-80E9-74AC48648C96}"/>
    <dgm:cxn modelId="{BD303988-C3B8-4638-BA91-FD71C8AA5BE6}" type="presOf" srcId="{E722A7F8-D148-429E-B9D5-EEA038CC1821}" destId="{846A71B0-4F5B-47B2-8980-46D3D2DDB15D}" srcOrd="0" destOrd="1" presId="urn:microsoft.com/office/officeart/2005/8/layout/bList2"/>
    <dgm:cxn modelId="{3228DE88-1665-4F2F-81DF-6C7B1DAF67CE}" type="presOf" srcId="{863F5D25-B0A4-45A6-85E5-AE73281BB623}" destId="{D10EC809-8A62-4994-AFA3-5836513960D1}" srcOrd="0" destOrd="1" presId="urn:microsoft.com/office/officeart/2005/8/layout/bList2"/>
    <dgm:cxn modelId="{9B511289-C885-4D3F-9809-624FD77B230F}" srcId="{56D07340-75E1-4AD6-87B9-922F01533C6D}" destId="{463032AE-3A43-47A3-8A25-32BC3C86FB5A}" srcOrd="3" destOrd="0" parTransId="{4633167A-FC33-4561-81C8-185AEAB8DB8F}" sibTransId="{D0EB7A02-01FE-41F1-89B0-6A6753FB0ED6}"/>
    <dgm:cxn modelId="{686D8691-1133-42DD-9896-6363F8746916}" srcId="{EC470828-F188-40F1-9BAD-24DA8EC8498A}" destId="{03451262-3EDA-42D8-8845-4A5EC165AF16}" srcOrd="1" destOrd="0" parTransId="{5D4AA6F6-EEB2-4359-8B5F-C7D09C28B952}" sibTransId="{0A0CCB7E-300B-4173-A37F-7F5DE851BD11}"/>
    <dgm:cxn modelId="{C31B6B9D-1A81-41BA-9C5C-A2AECA3E456B}" type="presOf" srcId="{56D07340-75E1-4AD6-87B9-922F01533C6D}" destId="{1DE8D5CA-19FD-4C8F-9E6E-77530DBCA067}" srcOrd="0" destOrd="0" presId="urn:microsoft.com/office/officeart/2005/8/layout/bList2"/>
    <dgm:cxn modelId="{391E11A1-9311-4F1E-94A3-6F33E3EA6217}" srcId="{56D07340-75E1-4AD6-87B9-922F01533C6D}" destId="{DAB29B63-5C0F-4F8E-81F6-23C876AC6360}" srcOrd="0" destOrd="0" parTransId="{93FA374D-760E-41E6-A69C-826D26E6A5E7}" sibTransId="{C0E5BD99-0E51-48B2-81AA-50C939EA07D4}"/>
    <dgm:cxn modelId="{9D75F0A7-8972-4C43-A4CF-4BDDBAB67150}" type="presOf" srcId="{75538982-FD70-4DC6-AAE0-159B168AB9D2}" destId="{3ED92AB1-FC73-4B9A-8E1D-4ACFC692581E}" srcOrd="0" destOrd="1" presId="urn:microsoft.com/office/officeart/2005/8/layout/bList2"/>
    <dgm:cxn modelId="{076AB7AB-4E4B-422C-AC00-E342265B6720}" type="presOf" srcId="{69025F71-BA54-42C9-B65F-B3A0D6819F03}" destId="{3ED92AB1-FC73-4B9A-8E1D-4ACFC692581E}" srcOrd="0" destOrd="0" presId="urn:microsoft.com/office/officeart/2005/8/layout/bList2"/>
    <dgm:cxn modelId="{CE8F6BB7-AD4B-417C-A8E7-483F7D747321}" type="presOf" srcId="{DAB29B63-5C0F-4F8E-81F6-23C876AC6360}" destId="{D10EC809-8A62-4994-AFA3-5836513960D1}" srcOrd="0" destOrd="0" presId="urn:microsoft.com/office/officeart/2005/8/layout/bList2"/>
    <dgm:cxn modelId="{7B8918B8-0E38-4C18-A731-C2EBA22F3EA5}" srcId="{CCCD779C-5571-4406-86BA-B93A56C0F092}" destId="{22011C8F-8C8B-479E-86D9-FCDDD9058F05}" srcOrd="0" destOrd="0" parTransId="{EA598542-29C0-4C63-9692-B860F546AE9B}" sibTransId="{32F125C0-2F63-4B56-A05D-D98C65320181}"/>
    <dgm:cxn modelId="{E5A1AEBE-CDF5-43F1-90D8-25B779FB08F0}" type="presOf" srcId="{463032AE-3A43-47A3-8A25-32BC3C86FB5A}" destId="{D10EC809-8A62-4994-AFA3-5836513960D1}" srcOrd="0" destOrd="3" presId="urn:microsoft.com/office/officeart/2005/8/layout/bList2"/>
    <dgm:cxn modelId="{F5F165C2-BAA7-4678-92A6-F4FA74A261DE}" type="presOf" srcId="{EC470828-F188-40F1-9BAD-24DA8EC8498A}" destId="{2496D8E3-A063-4674-ABA5-D8719CAEF8BC}" srcOrd="0" destOrd="0" presId="urn:microsoft.com/office/officeart/2005/8/layout/bList2"/>
    <dgm:cxn modelId="{2F074CCB-902F-44E9-86E2-EEC9AF43F744}" type="presOf" srcId="{FBB04D87-02F6-4CF5-9F5A-41A665659D9E}" destId="{D10565B5-B10E-43C3-B9E8-CB6B3F1FB19A}" srcOrd="0" destOrd="0" presId="urn:microsoft.com/office/officeart/2005/8/layout/bList2"/>
    <dgm:cxn modelId="{232BB7D4-77A6-434D-93A6-31FB55D8F1D3}" type="presOf" srcId="{E2B12767-4B81-4A96-891D-08E405B48EB1}" destId="{47A33140-3A47-404F-8E7F-FD5872ED4C05}" srcOrd="0" destOrd="0" presId="urn:microsoft.com/office/officeart/2005/8/layout/bList2"/>
    <dgm:cxn modelId="{0F3C4FD6-AA3D-4FD1-B611-9A0DF1F28882}" srcId="{69025F71-BA54-42C9-B65F-B3A0D6819F03}" destId="{2433DF1C-7206-47F7-A12F-ABF6D6571963}" srcOrd="2" destOrd="0" parTransId="{BFA8B94C-85F5-43DC-8BDC-A069343C8F69}" sibTransId="{B32537B1-DF7B-4E14-99A4-C9E87B10E8FB}"/>
    <dgm:cxn modelId="{7760EDDB-E8F1-4BA6-B11B-836958FFE3EA}" type="presOf" srcId="{CCCD779C-5571-4406-86BA-B93A56C0F092}" destId="{74ADB85B-5AE7-4BE7-A2A7-FAEDFDBE0B8D}" srcOrd="0" destOrd="0" presId="urn:microsoft.com/office/officeart/2005/8/layout/bList2"/>
    <dgm:cxn modelId="{27C2E3E0-90A3-43EE-997A-03EA77414A0C}" type="presOf" srcId="{56D07340-75E1-4AD6-87B9-922F01533C6D}" destId="{48F786DA-DE1C-49AB-A9EC-F4B26E445636}" srcOrd="1" destOrd="0" presId="urn:microsoft.com/office/officeart/2005/8/layout/bList2"/>
    <dgm:cxn modelId="{72845CED-67F3-4257-A6A2-715928E7B1A3}" type="presOf" srcId="{22011C8F-8C8B-479E-86D9-FCDDD9058F05}" destId="{846A71B0-4F5B-47B2-8980-46D3D2DDB15D}" srcOrd="0" destOrd="0" presId="urn:microsoft.com/office/officeart/2005/8/layout/bList2"/>
    <dgm:cxn modelId="{E70337FA-EA0D-449D-A6EE-5C95931B9BF4}" srcId="{E2B12767-4B81-4A96-891D-08E405B48EB1}" destId="{CCCD779C-5571-4406-86BA-B93A56C0F092}" srcOrd="2" destOrd="0" parTransId="{0475E061-26B7-40EF-BFE3-7EAE14461042}" sibTransId="{0FEA00F7-95D2-41FD-A093-A774F4D3CD18}"/>
    <dgm:cxn modelId="{915886FD-D4B5-4B22-BD74-AB441E0CE114}" srcId="{E2B12767-4B81-4A96-891D-08E405B48EB1}" destId="{56D07340-75E1-4AD6-87B9-922F01533C6D}" srcOrd="0" destOrd="0" parTransId="{85D96B4E-1D91-44D5-92BD-5A8D61869AC9}" sibTransId="{F50FB9DF-7138-4F48-A1CF-9268D5B21D43}"/>
    <dgm:cxn modelId="{0DA11FFE-B166-426A-B887-B9B620F6F0A2}" type="presOf" srcId="{CCCD779C-5571-4406-86BA-B93A56C0F092}" destId="{A330D0D8-36E0-4D22-9693-859DCEFD00F6}" srcOrd="1" destOrd="0" presId="urn:microsoft.com/office/officeart/2005/8/layout/bList2"/>
    <dgm:cxn modelId="{CA2185B3-EBFB-4B03-A426-BAFC48A57961}" type="presParOf" srcId="{47A33140-3A47-404F-8E7F-FD5872ED4C05}" destId="{DD7CA9C7-FAAB-4752-93E6-DFEA2F0643E7}" srcOrd="0" destOrd="0" presId="urn:microsoft.com/office/officeart/2005/8/layout/bList2"/>
    <dgm:cxn modelId="{02770F56-4A38-4BA8-841A-AD15A26ECD29}" type="presParOf" srcId="{DD7CA9C7-FAAB-4752-93E6-DFEA2F0643E7}" destId="{D10EC809-8A62-4994-AFA3-5836513960D1}" srcOrd="0" destOrd="0" presId="urn:microsoft.com/office/officeart/2005/8/layout/bList2"/>
    <dgm:cxn modelId="{148A886D-447B-45F3-BB44-4F152217D719}" type="presParOf" srcId="{DD7CA9C7-FAAB-4752-93E6-DFEA2F0643E7}" destId="{1DE8D5CA-19FD-4C8F-9E6E-77530DBCA067}" srcOrd="1" destOrd="0" presId="urn:microsoft.com/office/officeart/2005/8/layout/bList2"/>
    <dgm:cxn modelId="{164230C1-7B2D-457E-B657-61E7DF51A054}" type="presParOf" srcId="{DD7CA9C7-FAAB-4752-93E6-DFEA2F0643E7}" destId="{48F786DA-DE1C-49AB-A9EC-F4B26E445636}" srcOrd="2" destOrd="0" presId="urn:microsoft.com/office/officeart/2005/8/layout/bList2"/>
    <dgm:cxn modelId="{A6694382-EC76-4069-8E78-3F5D1BF925AC}" type="presParOf" srcId="{DD7CA9C7-FAAB-4752-93E6-DFEA2F0643E7}" destId="{D9ADFEC3-3FB9-439A-9A95-7FF03D05B279}" srcOrd="3" destOrd="0" presId="urn:microsoft.com/office/officeart/2005/8/layout/bList2"/>
    <dgm:cxn modelId="{FB90BDC0-D5E6-4A2D-A3BE-F6F9C0009D1C}" type="presParOf" srcId="{47A33140-3A47-404F-8E7F-FD5872ED4C05}" destId="{A88A01B7-E93F-4801-992D-C8B8CF1A7AF2}" srcOrd="1" destOrd="0" presId="urn:microsoft.com/office/officeart/2005/8/layout/bList2"/>
    <dgm:cxn modelId="{CF64BA5A-DCE9-412F-A339-08449379E776}" type="presParOf" srcId="{47A33140-3A47-404F-8E7F-FD5872ED4C05}" destId="{D672379D-7E2B-4AA2-9A7E-B53F125FEAA4}" srcOrd="2" destOrd="0" presId="urn:microsoft.com/office/officeart/2005/8/layout/bList2"/>
    <dgm:cxn modelId="{9B75E5B2-D3CB-4125-9450-82B0CD7E6023}" type="presParOf" srcId="{D672379D-7E2B-4AA2-9A7E-B53F125FEAA4}" destId="{3ED92AB1-FC73-4B9A-8E1D-4ACFC692581E}" srcOrd="0" destOrd="0" presId="urn:microsoft.com/office/officeart/2005/8/layout/bList2"/>
    <dgm:cxn modelId="{B01CFCAB-4CE0-4563-8463-8ED341997541}" type="presParOf" srcId="{D672379D-7E2B-4AA2-9A7E-B53F125FEAA4}" destId="{2496D8E3-A063-4674-ABA5-D8719CAEF8BC}" srcOrd="1" destOrd="0" presId="urn:microsoft.com/office/officeart/2005/8/layout/bList2"/>
    <dgm:cxn modelId="{5B7A64DB-7B84-4DE2-8276-E470ED2B2FF9}" type="presParOf" srcId="{D672379D-7E2B-4AA2-9A7E-B53F125FEAA4}" destId="{73228723-6C68-46A8-96CF-D4508B53BCEB}" srcOrd="2" destOrd="0" presId="urn:microsoft.com/office/officeart/2005/8/layout/bList2"/>
    <dgm:cxn modelId="{6150F38A-62F4-4AD8-B2C7-0305AA7395AB}" type="presParOf" srcId="{D672379D-7E2B-4AA2-9A7E-B53F125FEAA4}" destId="{B04E7D05-003F-4073-A2E0-8A6D05F1F5E9}" srcOrd="3" destOrd="0" presId="urn:microsoft.com/office/officeart/2005/8/layout/bList2"/>
    <dgm:cxn modelId="{A53F5ADB-4E01-4796-969F-334595B208BB}" type="presParOf" srcId="{47A33140-3A47-404F-8E7F-FD5872ED4C05}" destId="{D10565B5-B10E-43C3-B9E8-CB6B3F1FB19A}" srcOrd="3" destOrd="0" presId="urn:microsoft.com/office/officeart/2005/8/layout/bList2"/>
    <dgm:cxn modelId="{C092E915-C87D-467F-8E9C-0D2A44C7E9FF}" type="presParOf" srcId="{47A33140-3A47-404F-8E7F-FD5872ED4C05}" destId="{3C061DF8-267F-40C0-BFE9-F3F9B8C81599}" srcOrd="4" destOrd="0" presId="urn:microsoft.com/office/officeart/2005/8/layout/bList2"/>
    <dgm:cxn modelId="{37C785A4-89E3-4FA9-AFC8-7A281BFDBBD1}" type="presParOf" srcId="{3C061DF8-267F-40C0-BFE9-F3F9B8C81599}" destId="{846A71B0-4F5B-47B2-8980-46D3D2DDB15D}" srcOrd="0" destOrd="0" presId="urn:microsoft.com/office/officeart/2005/8/layout/bList2"/>
    <dgm:cxn modelId="{61D93D7D-2B80-44EE-B115-4AA29334CA69}" type="presParOf" srcId="{3C061DF8-267F-40C0-BFE9-F3F9B8C81599}" destId="{74ADB85B-5AE7-4BE7-A2A7-FAEDFDBE0B8D}" srcOrd="1" destOrd="0" presId="urn:microsoft.com/office/officeart/2005/8/layout/bList2"/>
    <dgm:cxn modelId="{1139507B-3954-4178-B6C6-3551AE2E1A08}" type="presParOf" srcId="{3C061DF8-267F-40C0-BFE9-F3F9B8C81599}" destId="{A330D0D8-36E0-4D22-9693-859DCEFD00F6}" srcOrd="2" destOrd="0" presId="urn:microsoft.com/office/officeart/2005/8/layout/bList2"/>
    <dgm:cxn modelId="{E273D7A7-A226-4FA0-9120-2CA2B9D661D0}" type="presParOf" srcId="{3C061DF8-267F-40C0-BFE9-F3F9B8C81599}" destId="{C95D7B44-50D7-459C-A076-A823BE9D40B9}" srcOrd="3" destOrd="0" presId="urn:microsoft.com/office/officeart/2005/8/layout/b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DE121FB2-3A6E-4145-80A2-B369077BF1DB}" type="doc">
      <dgm:prSet loTypeId="urn:microsoft.com/office/officeart/2005/8/layout/list1" loCatId="list" qsTypeId="urn:microsoft.com/office/officeart/2005/8/quickstyle/simple1" qsCatId="simple" csTypeId="urn:microsoft.com/office/officeart/2005/8/colors/colorful1" csCatId="colorful" phldr="1"/>
      <dgm:spPr/>
      <dgm:t>
        <a:bodyPr/>
        <a:lstStyle/>
        <a:p>
          <a:endParaRPr lang="en-GB"/>
        </a:p>
      </dgm:t>
    </dgm:pt>
    <dgm:pt modelId="{31AA5ADF-B05B-4890-9ACD-E8CF4952D249}">
      <dgm:prSet phldrT="[Text]"/>
      <dgm:spPr/>
      <dgm:t>
        <a:bodyPr/>
        <a:lstStyle/>
        <a:p>
          <a:r>
            <a:rPr lang="en-GB" dirty="0"/>
            <a:t>Identify</a:t>
          </a:r>
        </a:p>
      </dgm:t>
    </dgm:pt>
    <dgm:pt modelId="{99643743-D1A8-493A-920E-F89086DDD67D}" type="parTrans" cxnId="{919B0F7A-7DC1-4D43-9E62-904CF854693F}">
      <dgm:prSet/>
      <dgm:spPr/>
      <dgm:t>
        <a:bodyPr/>
        <a:lstStyle/>
        <a:p>
          <a:endParaRPr lang="en-GB"/>
        </a:p>
      </dgm:t>
    </dgm:pt>
    <dgm:pt modelId="{67A5C2C6-273A-4D39-9FC3-45E55950EF56}" type="sibTrans" cxnId="{919B0F7A-7DC1-4D43-9E62-904CF854693F}">
      <dgm:prSet/>
      <dgm:spPr/>
      <dgm:t>
        <a:bodyPr/>
        <a:lstStyle/>
        <a:p>
          <a:endParaRPr lang="en-GB"/>
        </a:p>
      </dgm:t>
    </dgm:pt>
    <dgm:pt modelId="{2B6885C9-0D10-4C08-BD56-DC65F30007F2}">
      <dgm:prSet phldrT="[Text]"/>
      <dgm:spPr/>
      <dgm:t>
        <a:bodyPr/>
        <a:lstStyle/>
        <a:p>
          <a:r>
            <a:rPr lang="en-GB" dirty="0">
              <a:solidFill>
                <a:schemeClr val="tx2"/>
              </a:solidFill>
            </a:rPr>
            <a:t>Describe</a:t>
          </a:r>
        </a:p>
      </dgm:t>
    </dgm:pt>
    <dgm:pt modelId="{265AAF3B-594B-4F4E-9F53-D7806F2ECAE2}" type="parTrans" cxnId="{1F9A1A02-E10D-480C-A4F9-EDADE7CA332D}">
      <dgm:prSet/>
      <dgm:spPr/>
      <dgm:t>
        <a:bodyPr/>
        <a:lstStyle/>
        <a:p>
          <a:endParaRPr lang="en-GB"/>
        </a:p>
      </dgm:t>
    </dgm:pt>
    <dgm:pt modelId="{92DA316E-C9F7-4A51-896B-1C92ACEA1537}" type="sibTrans" cxnId="{1F9A1A02-E10D-480C-A4F9-EDADE7CA332D}">
      <dgm:prSet/>
      <dgm:spPr/>
      <dgm:t>
        <a:bodyPr/>
        <a:lstStyle/>
        <a:p>
          <a:endParaRPr lang="en-GB"/>
        </a:p>
      </dgm:t>
    </dgm:pt>
    <dgm:pt modelId="{5067911A-1194-4C4F-BA70-6836A48C6251}">
      <dgm:prSet phldrT="[Text]"/>
      <dgm:spPr/>
      <dgm:t>
        <a:bodyPr/>
        <a:lstStyle/>
        <a:p>
          <a:r>
            <a:rPr lang="en-GB" dirty="0"/>
            <a:t>Analyse</a:t>
          </a:r>
        </a:p>
      </dgm:t>
    </dgm:pt>
    <dgm:pt modelId="{E7A094D0-A8FB-497C-B9C7-C7AE4323C847}" type="parTrans" cxnId="{07A2081D-603E-43FF-A470-E76F708A8401}">
      <dgm:prSet/>
      <dgm:spPr/>
      <dgm:t>
        <a:bodyPr/>
        <a:lstStyle/>
        <a:p>
          <a:endParaRPr lang="en-GB"/>
        </a:p>
      </dgm:t>
    </dgm:pt>
    <dgm:pt modelId="{FA523A74-D2AC-4D1E-819B-46702A9D1E0F}" type="sibTrans" cxnId="{07A2081D-603E-43FF-A470-E76F708A8401}">
      <dgm:prSet/>
      <dgm:spPr/>
      <dgm:t>
        <a:bodyPr/>
        <a:lstStyle/>
        <a:p>
          <a:endParaRPr lang="en-GB"/>
        </a:p>
      </dgm:t>
    </dgm:pt>
    <dgm:pt modelId="{B6228E90-5313-4E40-B56E-090F9D905EE0}">
      <dgm:prSet phldrT="[Text]"/>
      <dgm:spPr/>
      <dgm:t>
        <a:bodyPr/>
        <a:lstStyle/>
        <a:p>
          <a:r>
            <a:rPr lang="en-US" dirty="0"/>
            <a:t>Identify why laws, legislation and standards are required</a:t>
          </a:r>
          <a:endParaRPr lang="en-GB" dirty="0"/>
        </a:p>
      </dgm:t>
    </dgm:pt>
    <dgm:pt modelId="{E3E5D6E8-DA8D-4126-90F0-0FB74665727D}" type="parTrans" cxnId="{A16D598E-3D6D-44BE-B0B4-DDD9C7108DBD}">
      <dgm:prSet/>
      <dgm:spPr/>
      <dgm:t>
        <a:bodyPr/>
        <a:lstStyle/>
        <a:p>
          <a:endParaRPr lang="en-GB"/>
        </a:p>
      </dgm:t>
    </dgm:pt>
    <dgm:pt modelId="{D5E92C66-639E-4951-9DF2-700FA969B6EB}" type="sibTrans" cxnId="{A16D598E-3D6D-44BE-B0B4-DDD9C7108DBD}">
      <dgm:prSet/>
      <dgm:spPr/>
      <dgm:t>
        <a:bodyPr/>
        <a:lstStyle/>
        <a:p>
          <a:endParaRPr lang="en-GB"/>
        </a:p>
      </dgm:t>
    </dgm:pt>
    <dgm:pt modelId="{582CD42D-6072-4A9A-B8B2-A9427ED1B8A1}">
      <dgm:prSet phldrT="[Text]"/>
      <dgm:spPr/>
      <dgm:t>
        <a:bodyPr/>
        <a:lstStyle/>
        <a:p>
          <a:r>
            <a:rPr lang="en-US" dirty="0"/>
            <a:t>Describe what the various laws and legislation mean</a:t>
          </a:r>
          <a:endParaRPr lang="en-GB" dirty="0"/>
        </a:p>
      </dgm:t>
    </dgm:pt>
    <dgm:pt modelId="{506E1501-D803-47D3-9564-8A6CAFDD3105}" type="parTrans" cxnId="{04F1EE18-3218-4D07-B486-F6A9F18D0D6E}">
      <dgm:prSet/>
      <dgm:spPr/>
      <dgm:t>
        <a:bodyPr/>
        <a:lstStyle/>
        <a:p>
          <a:endParaRPr lang="en-GB"/>
        </a:p>
      </dgm:t>
    </dgm:pt>
    <dgm:pt modelId="{AD9353EB-B28B-481A-9CA2-3B9BBB48BF68}" type="sibTrans" cxnId="{04F1EE18-3218-4D07-B486-F6A9F18D0D6E}">
      <dgm:prSet/>
      <dgm:spPr/>
      <dgm:t>
        <a:bodyPr/>
        <a:lstStyle/>
        <a:p>
          <a:endParaRPr lang="en-GB"/>
        </a:p>
      </dgm:t>
    </dgm:pt>
    <dgm:pt modelId="{FF1357FF-F527-4BD7-B566-1D5CF2277EE7}">
      <dgm:prSet phldrT="[Text]"/>
      <dgm:spPr/>
      <dgm:t>
        <a:bodyPr/>
        <a:lstStyle/>
        <a:p>
          <a:r>
            <a:rPr lang="en-US" dirty="0"/>
            <a:t>Explain the differences between the EU version and the UK version of the GDPR</a:t>
          </a:r>
          <a:endParaRPr lang="en-GB" dirty="0"/>
        </a:p>
      </dgm:t>
    </dgm:pt>
    <dgm:pt modelId="{69F79F3C-885C-47D5-95EB-36FB87E47F2F}" type="parTrans" cxnId="{11F00E5D-85FC-45FA-B717-09A1A46FEE15}">
      <dgm:prSet/>
      <dgm:spPr/>
      <dgm:t>
        <a:bodyPr/>
        <a:lstStyle/>
        <a:p>
          <a:endParaRPr lang="en-GB"/>
        </a:p>
      </dgm:t>
    </dgm:pt>
    <dgm:pt modelId="{FB793D0C-806D-4CBA-B626-213CF1ACEE5D}" type="sibTrans" cxnId="{11F00E5D-85FC-45FA-B717-09A1A46FEE15}">
      <dgm:prSet/>
      <dgm:spPr/>
      <dgm:t>
        <a:bodyPr/>
        <a:lstStyle/>
        <a:p>
          <a:endParaRPr lang="en-GB"/>
        </a:p>
      </dgm:t>
    </dgm:pt>
    <dgm:pt modelId="{76DB70C2-F2B6-4029-87E1-1D896993E855}">
      <dgm:prSet phldrT="[Text]"/>
      <dgm:spPr/>
      <dgm:t>
        <a:bodyPr/>
        <a:lstStyle/>
        <a:p>
          <a:r>
            <a:rPr lang="en-GB" noProof="0" dirty="0"/>
            <a:t>Analyse the impact the laws have within your business environment</a:t>
          </a:r>
          <a:endParaRPr lang="en-GB" dirty="0"/>
        </a:p>
      </dgm:t>
    </dgm:pt>
    <dgm:pt modelId="{E7E85E08-5823-4084-8E64-9ABF60D12A35}" type="parTrans" cxnId="{64CC7ACC-5C59-4DD3-B795-78EBC6BBF6F9}">
      <dgm:prSet/>
      <dgm:spPr/>
      <dgm:t>
        <a:bodyPr/>
        <a:lstStyle/>
        <a:p>
          <a:endParaRPr lang="en-GB"/>
        </a:p>
      </dgm:t>
    </dgm:pt>
    <dgm:pt modelId="{F2B3BF72-F741-493E-AB5B-46935CBED96F}" type="sibTrans" cxnId="{64CC7ACC-5C59-4DD3-B795-78EBC6BBF6F9}">
      <dgm:prSet/>
      <dgm:spPr/>
      <dgm:t>
        <a:bodyPr/>
        <a:lstStyle/>
        <a:p>
          <a:endParaRPr lang="en-GB"/>
        </a:p>
      </dgm:t>
    </dgm:pt>
    <dgm:pt modelId="{F38A396F-0FDD-4882-930B-BCB0F455F204}">
      <dgm:prSet phldrT="[Text]"/>
      <dgm:spPr/>
      <dgm:t>
        <a:bodyPr/>
        <a:lstStyle/>
        <a:p>
          <a:r>
            <a:rPr lang="en-GB" dirty="0"/>
            <a:t>Explain</a:t>
          </a:r>
        </a:p>
      </dgm:t>
    </dgm:pt>
    <dgm:pt modelId="{E73CD8C8-D0F2-483A-B322-3A09FF320662}" type="parTrans" cxnId="{1FAB0BB6-CA30-436C-8453-BC4D426ADA27}">
      <dgm:prSet/>
      <dgm:spPr/>
      <dgm:t>
        <a:bodyPr/>
        <a:lstStyle/>
        <a:p>
          <a:endParaRPr lang="en-GB"/>
        </a:p>
      </dgm:t>
    </dgm:pt>
    <dgm:pt modelId="{C7230508-9F50-42A1-AAE3-D65B9045501A}" type="sibTrans" cxnId="{1FAB0BB6-CA30-436C-8453-BC4D426ADA27}">
      <dgm:prSet/>
      <dgm:spPr/>
      <dgm:t>
        <a:bodyPr/>
        <a:lstStyle/>
        <a:p>
          <a:endParaRPr lang="en-GB"/>
        </a:p>
      </dgm:t>
    </dgm:pt>
    <dgm:pt modelId="{CF66E934-2AB6-471D-BA4E-BB579FDB5639}" type="pres">
      <dgm:prSet presAssocID="{DE121FB2-3A6E-4145-80A2-B369077BF1DB}" presName="linear" presStyleCnt="0">
        <dgm:presLayoutVars>
          <dgm:dir/>
          <dgm:animLvl val="lvl"/>
          <dgm:resizeHandles val="exact"/>
        </dgm:presLayoutVars>
      </dgm:prSet>
      <dgm:spPr/>
    </dgm:pt>
    <dgm:pt modelId="{BAF78E07-FE24-4024-B7DD-E35E50044F38}" type="pres">
      <dgm:prSet presAssocID="{31AA5ADF-B05B-4890-9ACD-E8CF4952D249}" presName="parentLin" presStyleCnt="0"/>
      <dgm:spPr/>
    </dgm:pt>
    <dgm:pt modelId="{EE9521F8-95C3-4BD5-BE50-42F97F001E71}" type="pres">
      <dgm:prSet presAssocID="{31AA5ADF-B05B-4890-9ACD-E8CF4952D249}" presName="parentLeftMargin" presStyleLbl="node1" presStyleIdx="0" presStyleCnt="4"/>
      <dgm:spPr/>
    </dgm:pt>
    <dgm:pt modelId="{A29992BC-CE79-45CF-91EE-10CAE2D0BA85}" type="pres">
      <dgm:prSet presAssocID="{31AA5ADF-B05B-4890-9ACD-E8CF4952D249}" presName="parentText" presStyleLbl="node1" presStyleIdx="0" presStyleCnt="4">
        <dgm:presLayoutVars>
          <dgm:chMax val="0"/>
          <dgm:bulletEnabled val="1"/>
        </dgm:presLayoutVars>
      </dgm:prSet>
      <dgm:spPr/>
    </dgm:pt>
    <dgm:pt modelId="{139D9FBD-A84F-498C-8F71-5A751664158D}" type="pres">
      <dgm:prSet presAssocID="{31AA5ADF-B05B-4890-9ACD-E8CF4952D249}" presName="negativeSpace" presStyleCnt="0"/>
      <dgm:spPr/>
    </dgm:pt>
    <dgm:pt modelId="{2D5362AD-1342-440E-B83B-4C38A569D1D0}" type="pres">
      <dgm:prSet presAssocID="{31AA5ADF-B05B-4890-9ACD-E8CF4952D249}" presName="childText" presStyleLbl="conFgAcc1" presStyleIdx="0" presStyleCnt="4">
        <dgm:presLayoutVars>
          <dgm:bulletEnabled val="1"/>
        </dgm:presLayoutVars>
      </dgm:prSet>
      <dgm:spPr/>
    </dgm:pt>
    <dgm:pt modelId="{BE093D11-F8C7-4AA6-BB01-C2DC64E15CF8}" type="pres">
      <dgm:prSet presAssocID="{67A5C2C6-273A-4D39-9FC3-45E55950EF56}" presName="spaceBetweenRectangles" presStyleCnt="0"/>
      <dgm:spPr/>
    </dgm:pt>
    <dgm:pt modelId="{908560E7-A946-4E01-B74A-6D1210C7BB06}" type="pres">
      <dgm:prSet presAssocID="{2B6885C9-0D10-4C08-BD56-DC65F30007F2}" presName="parentLin" presStyleCnt="0"/>
      <dgm:spPr/>
    </dgm:pt>
    <dgm:pt modelId="{C052C4DB-D2F2-4D45-A057-4B7B01656F02}" type="pres">
      <dgm:prSet presAssocID="{2B6885C9-0D10-4C08-BD56-DC65F30007F2}" presName="parentLeftMargin" presStyleLbl="node1" presStyleIdx="0" presStyleCnt="4"/>
      <dgm:spPr/>
    </dgm:pt>
    <dgm:pt modelId="{C0195C7D-1C4E-4579-A362-79C788B1FFE1}" type="pres">
      <dgm:prSet presAssocID="{2B6885C9-0D10-4C08-BD56-DC65F30007F2}" presName="parentText" presStyleLbl="node1" presStyleIdx="1" presStyleCnt="4">
        <dgm:presLayoutVars>
          <dgm:chMax val="0"/>
          <dgm:bulletEnabled val="1"/>
        </dgm:presLayoutVars>
      </dgm:prSet>
      <dgm:spPr/>
    </dgm:pt>
    <dgm:pt modelId="{B2412A12-47E7-454C-9168-E844E16864C6}" type="pres">
      <dgm:prSet presAssocID="{2B6885C9-0D10-4C08-BD56-DC65F30007F2}" presName="negativeSpace" presStyleCnt="0"/>
      <dgm:spPr/>
    </dgm:pt>
    <dgm:pt modelId="{74A84089-B907-4828-9650-8CD4E281D90D}" type="pres">
      <dgm:prSet presAssocID="{2B6885C9-0D10-4C08-BD56-DC65F30007F2}" presName="childText" presStyleLbl="conFgAcc1" presStyleIdx="1" presStyleCnt="4">
        <dgm:presLayoutVars>
          <dgm:bulletEnabled val="1"/>
        </dgm:presLayoutVars>
      </dgm:prSet>
      <dgm:spPr/>
    </dgm:pt>
    <dgm:pt modelId="{E1061CA9-27A4-4049-AD1F-4B0BAD5F9D7E}" type="pres">
      <dgm:prSet presAssocID="{92DA316E-C9F7-4A51-896B-1C92ACEA1537}" presName="spaceBetweenRectangles" presStyleCnt="0"/>
      <dgm:spPr/>
    </dgm:pt>
    <dgm:pt modelId="{273C48A1-E9CD-4427-A330-1131A7313F16}" type="pres">
      <dgm:prSet presAssocID="{5067911A-1194-4C4F-BA70-6836A48C6251}" presName="parentLin" presStyleCnt="0"/>
      <dgm:spPr/>
    </dgm:pt>
    <dgm:pt modelId="{3F83C369-1C04-4F8D-899D-DCDD7CA9D878}" type="pres">
      <dgm:prSet presAssocID="{5067911A-1194-4C4F-BA70-6836A48C6251}" presName="parentLeftMargin" presStyleLbl="node1" presStyleIdx="1" presStyleCnt="4"/>
      <dgm:spPr/>
    </dgm:pt>
    <dgm:pt modelId="{57DF4BC5-7C6F-44AB-9389-CB264130D7A7}" type="pres">
      <dgm:prSet presAssocID="{5067911A-1194-4C4F-BA70-6836A48C6251}" presName="parentText" presStyleLbl="node1" presStyleIdx="2" presStyleCnt="4">
        <dgm:presLayoutVars>
          <dgm:chMax val="0"/>
          <dgm:bulletEnabled val="1"/>
        </dgm:presLayoutVars>
      </dgm:prSet>
      <dgm:spPr/>
    </dgm:pt>
    <dgm:pt modelId="{DE7CA931-866C-40C3-8120-60B10178C666}" type="pres">
      <dgm:prSet presAssocID="{5067911A-1194-4C4F-BA70-6836A48C6251}" presName="negativeSpace" presStyleCnt="0"/>
      <dgm:spPr/>
    </dgm:pt>
    <dgm:pt modelId="{EC23C8E2-0FE5-4E55-B6AD-30A472D24649}" type="pres">
      <dgm:prSet presAssocID="{5067911A-1194-4C4F-BA70-6836A48C6251}" presName="childText" presStyleLbl="conFgAcc1" presStyleIdx="2" presStyleCnt="4">
        <dgm:presLayoutVars>
          <dgm:bulletEnabled val="1"/>
        </dgm:presLayoutVars>
      </dgm:prSet>
      <dgm:spPr/>
    </dgm:pt>
    <dgm:pt modelId="{C9A4E1C8-06AF-4867-B86C-0AB4E6199B05}" type="pres">
      <dgm:prSet presAssocID="{FA523A74-D2AC-4D1E-819B-46702A9D1E0F}" presName="spaceBetweenRectangles" presStyleCnt="0"/>
      <dgm:spPr/>
    </dgm:pt>
    <dgm:pt modelId="{74428176-CD5D-4CFB-A723-06BB9E68B4CB}" type="pres">
      <dgm:prSet presAssocID="{F38A396F-0FDD-4882-930B-BCB0F455F204}" presName="parentLin" presStyleCnt="0"/>
      <dgm:spPr/>
    </dgm:pt>
    <dgm:pt modelId="{3F344F00-70E6-4BF2-88EC-4E97679A8687}" type="pres">
      <dgm:prSet presAssocID="{F38A396F-0FDD-4882-930B-BCB0F455F204}" presName="parentLeftMargin" presStyleLbl="node1" presStyleIdx="2" presStyleCnt="4"/>
      <dgm:spPr/>
    </dgm:pt>
    <dgm:pt modelId="{D52E2F00-4165-4B3D-9322-590CA8FE3340}" type="pres">
      <dgm:prSet presAssocID="{F38A396F-0FDD-4882-930B-BCB0F455F204}" presName="parentText" presStyleLbl="node1" presStyleIdx="3" presStyleCnt="4">
        <dgm:presLayoutVars>
          <dgm:chMax val="0"/>
          <dgm:bulletEnabled val="1"/>
        </dgm:presLayoutVars>
      </dgm:prSet>
      <dgm:spPr/>
    </dgm:pt>
    <dgm:pt modelId="{44215AEF-4915-47C2-8D83-2FA17471F1AA}" type="pres">
      <dgm:prSet presAssocID="{F38A396F-0FDD-4882-930B-BCB0F455F204}" presName="negativeSpace" presStyleCnt="0"/>
      <dgm:spPr/>
    </dgm:pt>
    <dgm:pt modelId="{66E6236C-B0DD-4B5F-88BD-48A25F5F1FE8}" type="pres">
      <dgm:prSet presAssocID="{F38A396F-0FDD-4882-930B-BCB0F455F204}" presName="childText" presStyleLbl="conFgAcc1" presStyleIdx="3" presStyleCnt="4">
        <dgm:presLayoutVars>
          <dgm:bulletEnabled val="1"/>
        </dgm:presLayoutVars>
      </dgm:prSet>
      <dgm:spPr/>
    </dgm:pt>
  </dgm:ptLst>
  <dgm:cxnLst>
    <dgm:cxn modelId="{1F9A1A02-E10D-480C-A4F9-EDADE7CA332D}" srcId="{DE121FB2-3A6E-4145-80A2-B369077BF1DB}" destId="{2B6885C9-0D10-4C08-BD56-DC65F30007F2}" srcOrd="1" destOrd="0" parTransId="{265AAF3B-594B-4F4E-9F53-D7806F2ECAE2}" sibTransId="{92DA316E-C9F7-4A51-896B-1C92ACEA1537}"/>
    <dgm:cxn modelId="{04F1EE18-3218-4D07-B486-F6A9F18D0D6E}" srcId="{2B6885C9-0D10-4C08-BD56-DC65F30007F2}" destId="{582CD42D-6072-4A9A-B8B2-A9427ED1B8A1}" srcOrd="0" destOrd="0" parTransId="{506E1501-D803-47D3-9564-8A6CAFDD3105}" sibTransId="{AD9353EB-B28B-481A-9CA2-3B9BBB48BF68}"/>
    <dgm:cxn modelId="{07A2081D-603E-43FF-A470-E76F708A8401}" srcId="{DE121FB2-3A6E-4145-80A2-B369077BF1DB}" destId="{5067911A-1194-4C4F-BA70-6836A48C6251}" srcOrd="2" destOrd="0" parTransId="{E7A094D0-A8FB-497C-B9C7-C7AE4323C847}" sibTransId="{FA523A74-D2AC-4D1E-819B-46702A9D1E0F}"/>
    <dgm:cxn modelId="{1ECDD231-702F-44EE-900B-BFBCBA526D44}" type="presOf" srcId="{F38A396F-0FDD-4882-930B-BCB0F455F204}" destId="{3F344F00-70E6-4BF2-88EC-4E97679A8687}" srcOrd="0" destOrd="0" presId="urn:microsoft.com/office/officeart/2005/8/layout/list1"/>
    <dgm:cxn modelId="{4290F338-8F32-4397-BD50-CAE6E543FEAE}" type="presOf" srcId="{5067911A-1194-4C4F-BA70-6836A48C6251}" destId="{57DF4BC5-7C6F-44AB-9389-CB264130D7A7}" srcOrd="1" destOrd="0" presId="urn:microsoft.com/office/officeart/2005/8/layout/list1"/>
    <dgm:cxn modelId="{11F00E5D-85FC-45FA-B717-09A1A46FEE15}" srcId="{F38A396F-0FDD-4882-930B-BCB0F455F204}" destId="{FF1357FF-F527-4BD7-B566-1D5CF2277EE7}" srcOrd="0" destOrd="0" parTransId="{69F79F3C-885C-47D5-95EB-36FB87E47F2F}" sibTransId="{FB793D0C-806D-4CBA-B626-213CF1ACEE5D}"/>
    <dgm:cxn modelId="{5F9BD25E-DAA4-420B-BD72-2841514327DD}" type="presOf" srcId="{31AA5ADF-B05B-4890-9ACD-E8CF4952D249}" destId="{EE9521F8-95C3-4BD5-BE50-42F97F001E71}" srcOrd="0" destOrd="0" presId="urn:microsoft.com/office/officeart/2005/8/layout/list1"/>
    <dgm:cxn modelId="{B248FE63-EC45-487F-BBE1-383095D124F6}" type="presOf" srcId="{5067911A-1194-4C4F-BA70-6836A48C6251}" destId="{3F83C369-1C04-4F8D-899D-DCDD7CA9D878}" srcOrd="0" destOrd="0" presId="urn:microsoft.com/office/officeart/2005/8/layout/list1"/>
    <dgm:cxn modelId="{F3981668-E93D-4410-98BC-65B3F11EBDB4}" type="presOf" srcId="{2B6885C9-0D10-4C08-BD56-DC65F30007F2}" destId="{C0195C7D-1C4E-4579-A362-79C788B1FFE1}" srcOrd="1" destOrd="0" presId="urn:microsoft.com/office/officeart/2005/8/layout/list1"/>
    <dgm:cxn modelId="{919B0F7A-7DC1-4D43-9E62-904CF854693F}" srcId="{DE121FB2-3A6E-4145-80A2-B369077BF1DB}" destId="{31AA5ADF-B05B-4890-9ACD-E8CF4952D249}" srcOrd="0" destOrd="0" parTransId="{99643743-D1A8-493A-920E-F89086DDD67D}" sibTransId="{67A5C2C6-273A-4D39-9FC3-45E55950EF56}"/>
    <dgm:cxn modelId="{64D9807D-F6E1-419A-991D-D0281AE865F1}" type="presOf" srcId="{76DB70C2-F2B6-4029-87E1-1D896993E855}" destId="{EC23C8E2-0FE5-4E55-B6AD-30A472D24649}" srcOrd="0" destOrd="0" presId="urn:microsoft.com/office/officeart/2005/8/layout/list1"/>
    <dgm:cxn modelId="{A16D598E-3D6D-44BE-B0B4-DDD9C7108DBD}" srcId="{31AA5ADF-B05B-4890-9ACD-E8CF4952D249}" destId="{B6228E90-5313-4E40-B56E-090F9D905EE0}" srcOrd="0" destOrd="0" parTransId="{E3E5D6E8-DA8D-4126-90F0-0FB74665727D}" sibTransId="{D5E92C66-639E-4951-9DF2-700FA969B6EB}"/>
    <dgm:cxn modelId="{87DD8092-4077-4C38-922B-43E0F8471A67}" type="presOf" srcId="{31AA5ADF-B05B-4890-9ACD-E8CF4952D249}" destId="{A29992BC-CE79-45CF-91EE-10CAE2D0BA85}" srcOrd="1" destOrd="0" presId="urn:microsoft.com/office/officeart/2005/8/layout/list1"/>
    <dgm:cxn modelId="{F6AE599F-B4AA-4F9A-961F-FCCF666E8951}" type="presOf" srcId="{2B6885C9-0D10-4C08-BD56-DC65F30007F2}" destId="{C052C4DB-D2F2-4D45-A057-4B7B01656F02}" srcOrd="0" destOrd="0" presId="urn:microsoft.com/office/officeart/2005/8/layout/list1"/>
    <dgm:cxn modelId="{A80FFAB1-8603-4B74-8F09-FFE6A2173E3E}" type="presOf" srcId="{DE121FB2-3A6E-4145-80A2-B369077BF1DB}" destId="{CF66E934-2AB6-471D-BA4E-BB579FDB5639}" srcOrd="0" destOrd="0" presId="urn:microsoft.com/office/officeart/2005/8/layout/list1"/>
    <dgm:cxn modelId="{223DB9B5-3A26-41DF-8D49-91A76BC9E17C}" type="presOf" srcId="{B6228E90-5313-4E40-B56E-090F9D905EE0}" destId="{2D5362AD-1342-440E-B83B-4C38A569D1D0}" srcOrd="0" destOrd="0" presId="urn:microsoft.com/office/officeart/2005/8/layout/list1"/>
    <dgm:cxn modelId="{1FAB0BB6-CA30-436C-8453-BC4D426ADA27}" srcId="{DE121FB2-3A6E-4145-80A2-B369077BF1DB}" destId="{F38A396F-0FDD-4882-930B-BCB0F455F204}" srcOrd="3" destOrd="0" parTransId="{E73CD8C8-D0F2-483A-B322-3A09FF320662}" sibTransId="{C7230508-9F50-42A1-AAE3-D65B9045501A}"/>
    <dgm:cxn modelId="{2BEC39B8-F08D-4E37-ACD0-D26330992F9A}" type="presOf" srcId="{FF1357FF-F527-4BD7-B566-1D5CF2277EE7}" destId="{66E6236C-B0DD-4B5F-88BD-48A25F5F1FE8}" srcOrd="0" destOrd="0" presId="urn:microsoft.com/office/officeart/2005/8/layout/list1"/>
    <dgm:cxn modelId="{4DEC9DC0-A911-43AE-A43C-E30A8760136F}" type="presOf" srcId="{582CD42D-6072-4A9A-B8B2-A9427ED1B8A1}" destId="{74A84089-B907-4828-9650-8CD4E281D90D}" srcOrd="0" destOrd="0" presId="urn:microsoft.com/office/officeart/2005/8/layout/list1"/>
    <dgm:cxn modelId="{64CC7ACC-5C59-4DD3-B795-78EBC6BBF6F9}" srcId="{5067911A-1194-4C4F-BA70-6836A48C6251}" destId="{76DB70C2-F2B6-4029-87E1-1D896993E855}" srcOrd="0" destOrd="0" parTransId="{E7E85E08-5823-4084-8E64-9ABF60D12A35}" sibTransId="{F2B3BF72-F741-493E-AB5B-46935CBED96F}"/>
    <dgm:cxn modelId="{03BA83D2-272E-4213-A412-C02B6A5BA8AA}" type="presOf" srcId="{F38A396F-0FDD-4882-930B-BCB0F455F204}" destId="{D52E2F00-4165-4B3D-9322-590CA8FE3340}" srcOrd="1" destOrd="0" presId="urn:microsoft.com/office/officeart/2005/8/layout/list1"/>
    <dgm:cxn modelId="{3DB75BA6-77A1-4FAD-8BD0-FF665B8EC0FA}" type="presParOf" srcId="{CF66E934-2AB6-471D-BA4E-BB579FDB5639}" destId="{BAF78E07-FE24-4024-B7DD-E35E50044F38}" srcOrd="0" destOrd="0" presId="urn:microsoft.com/office/officeart/2005/8/layout/list1"/>
    <dgm:cxn modelId="{147F8F90-910D-4EE2-B6AA-0C2E5A4FB305}" type="presParOf" srcId="{BAF78E07-FE24-4024-B7DD-E35E50044F38}" destId="{EE9521F8-95C3-4BD5-BE50-42F97F001E71}" srcOrd="0" destOrd="0" presId="urn:microsoft.com/office/officeart/2005/8/layout/list1"/>
    <dgm:cxn modelId="{AB8CCE01-0B80-428D-BFF7-DB709D13B691}" type="presParOf" srcId="{BAF78E07-FE24-4024-B7DD-E35E50044F38}" destId="{A29992BC-CE79-45CF-91EE-10CAE2D0BA85}" srcOrd="1" destOrd="0" presId="urn:microsoft.com/office/officeart/2005/8/layout/list1"/>
    <dgm:cxn modelId="{AA73FDFA-D901-42DE-9A6C-44789C225D0A}" type="presParOf" srcId="{CF66E934-2AB6-471D-BA4E-BB579FDB5639}" destId="{139D9FBD-A84F-498C-8F71-5A751664158D}" srcOrd="1" destOrd="0" presId="urn:microsoft.com/office/officeart/2005/8/layout/list1"/>
    <dgm:cxn modelId="{764A2485-8B4B-424B-AAE1-ED477D350BC2}" type="presParOf" srcId="{CF66E934-2AB6-471D-BA4E-BB579FDB5639}" destId="{2D5362AD-1342-440E-B83B-4C38A569D1D0}" srcOrd="2" destOrd="0" presId="urn:microsoft.com/office/officeart/2005/8/layout/list1"/>
    <dgm:cxn modelId="{09554FDE-A68D-47B1-808D-2006CEB3B244}" type="presParOf" srcId="{CF66E934-2AB6-471D-BA4E-BB579FDB5639}" destId="{BE093D11-F8C7-4AA6-BB01-C2DC64E15CF8}" srcOrd="3" destOrd="0" presId="urn:microsoft.com/office/officeart/2005/8/layout/list1"/>
    <dgm:cxn modelId="{1B147F7C-CDB8-43EB-8177-3015140249F4}" type="presParOf" srcId="{CF66E934-2AB6-471D-BA4E-BB579FDB5639}" destId="{908560E7-A946-4E01-B74A-6D1210C7BB06}" srcOrd="4" destOrd="0" presId="urn:microsoft.com/office/officeart/2005/8/layout/list1"/>
    <dgm:cxn modelId="{D5BD43D3-B3C2-4691-B58B-C294374AE14E}" type="presParOf" srcId="{908560E7-A946-4E01-B74A-6D1210C7BB06}" destId="{C052C4DB-D2F2-4D45-A057-4B7B01656F02}" srcOrd="0" destOrd="0" presId="urn:microsoft.com/office/officeart/2005/8/layout/list1"/>
    <dgm:cxn modelId="{A62578FE-AD73-413F-BBB0-F3E4515F97E1}" type="presParOf" srcId="{908560E7-A946-4E01-B74A-6D1210C7BB06}" destId="{C0195C7D-1C4E-4579-A362-79C788B1FFE1}" srcOrd="1" destOrd="0" presId="urn:microsoft.com/office/officeart/2005/8/layout/list1"/>
    <dgm:cxn modelId="{9092C7F1-D888-4104-8DB7-CF9341F8871C}" type="presParOf" srcId="{CF66E934-2AB6-471D-BA4E-BB579FDB5639}" destId="{B2412A12-47E7-454C-9168-E844E16864C6}" srcOrd="5" destOrd="0" presId="urn:microsoft.com/office/officeart/2005/8/layout/list1"/>
    <dgm:cxn modelId="{D5D9226C-482D-4118-B9AB-D56DEFC74972}" type="presParOf" srcId="{CF66E934-2AB6-471D-BA4E-BB579FDB5639}" destId="{74A84089-B907-4828-9650-8CD4E281D90D}" srcOrd="6" destOrd="0" presId="urn:microsoft.com/office/officeart/2005/8/layout/list1"/>
    <dgm:cxn modelId="{201E770B-38CB-478F-AE26-5D18247B024D}" type="presParOf" srcId="{CF66E934-2AB6-471D-BA4E-BB579FDB5639}" destId="{E1061CA9-27A4-4049-AD1F-4B0BAD5F9D7E}" srcOrd="7" destOrd="0" presId="urn:microsoft.com/office/officeart/2005/8/layout/list1"/>
    <dgm:cxn modelId="{C6822552-8E73-4541-A86E-7ACEA90A9ADF}" type="presParOf" srcId="{CF66E934-2AB6-471D-BA4E-BB579FDB5639}" destId="{273C48A1-E9CD-4427-A330-1131A7313F16}" srcOrd="8" destOrd="0" presId="urn:microsoft.com/office/officeart/2005/8/layout/list1"/>
    <dgm:cxn modelId="{ABE203B0-3755-4404-8B48-D7730A837930}" type="presParOf" srcId="{273C48A1-E9CD-4427-A330-1131A7313F16}" destId="{3F83C369-1C04-4F8D-899D-DCDD7CA9D878}" srcOrd="0" destOrd="0" presId="urn:microsoft.com/office/officeart/2005/8/layout/list1"/>
    <dgm:cxn modelId="{78EFACDF-79D3-4C61-BA38-E00DABB86B36}" type="presParOf" srcId="{273C48A1-E9CD-4427-A330-1131A7313F16}" destId="{57DF4BC5-7C6F-44AB-9389-CB264130D7A7}" srcOrd="1" destOrd="0" presId="urn:microsoft.com/office/officeart/2005/8/layout/list1"/>
    <dgm:cxn modelId="{1E1A3AC0-FDEA-4B39-9E02-8EF8B77C5D0E}" type="presParOf" srcId="{CF66E934-2AB6-471D-BA4E-BB579FDB5639}" destId="{DE7CA931-866C-40C3-8120-60B10178C666}" srcOrd="9" destOrd="0" presId="urn:microsoft.com/office/officeart/2005/8/layout/list1"/>
    <dgm:cxn modelId="{107BFC69-F49E-4597-B65C-D71240BB617F}" type="presParOf" srcId="{CF66E934-2AB6-471D-BA4E-BB579FDB5639}" destId="{EC23C8E2-0FE5-4E55-B6AD-30A472D24649}" srcOrd="10" destOrd="0" presId="urn:microsoft.com/office/officeart/2005/8/layout/list1"/>
    <dgm:cxn modelId="{3C8CB64E-AF8C-43F4-A403-DDE873A4C5E2}" type="presParOf" srcId="{CF66E934-2AB6-471D-BA4E-BB579FDB5639}" destId="{C9A4E1C8-06AF-4867-B86C-0AB4E6199B05}" srcOrd="11" destOrd="0" presId="urn:microsoft.com/office/officeart/2005/8/layout/list1"/>
    <dgm:cxn modelId="{883F81FD-30A0-42BF-9D86-86072E31FEAB}" type="presParOf" srcId="{CF66E934-2AB6-471D-BA4E-BB579FDB5639}" destId="{74428176-CD5D-4CFB-A723-06BB9E68B4CB}" srcOrd="12" destOrd="0" presId="urn:microsoft.com/office/officeart/2005/8/layout/list1"/>
    <dgm:cxn modelId="{77368F6A-BFFE-4C81-A9C8-9D950128C365}" type="presParOf" srcId="{74428176-CD5D-4CFB-A723-06BB9E68B4CB}" destId="{3F344F00-70E6-4BF2-88EC-4E97679A8687}" srcOrd="0" destOrd="0" presId="urn:microsoft.com/office/officeart/2005/8/layout/list1"/>
    <dgm:cxn modelId="{037F5C90-A6C6-40CD-8062-7B58CFC020D6}" type="presParOf" srcId="{74428176-CD5D-4CFB-A723-06BB9E68B4CB}" destId="{D52E2F00-4165-4B3D-9322-590CA8FE3340}" srcOrd="1" destOrd="0" presId="urn:microsoft.com/office/officeart/2005/8/layout/list1"/>
    <dgm:cxn modelId="{657212D0-B37E-4600-9E0F-E8ABBC8DC576}" type="presParOf" srcId="{CF66E934-2AB6-471D-BA4E-BB579FDB5639}" destId="{44215AEF-4915-47C2-8D83-2FA17471F1AA}" srcOrd="13" destOrd="0" presId="urn:microsoft.com/office/officeart/2005/8/layout/list1"/>
    <dgm:cxn modelId="{A5275DC6-AD67-48BC-9D7D-9B035FCF1AC9}" type="presParOf" srcId="{CF66E934-2AB6-471D-BA4E-BB579FDB5639}" destId="{66E6236C-B0DD-4B5F-88BD-48A25F5F1FE8}" srcOrd="14"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D3E2A945-FFFE-4062-A4EF-53AF43C357F7}" type="doc">
      <dgm:prSet loTypeId="urn:microsoft.com/office/officeart/2005/8/layout/list1" loCatId="list" qsTypeId="urn:microsoft.com/office/officeart/2005/8/quickstyle/simple1" qsCatId="simple" csTypeId="urn:microsoft.com/office/officeart/2005/8/colors/colorful1" csCatId="colorful" phldr="1"/>
      <dgm:spPr/>
      <dgm:t>
        <a:bodyPr/>
        <a:lstStyle/>
        <a:p>
          <a:endParaRPr lang="en-GB"/>
        </a:p>
      </dgm:t>
    </dgm:pt>
    <dgm:pt modelId="{27049915-8F7F-4065-87F4-AF919DFA51B9}">
      <dgm:prSet phldrT="[Text]"/>
      <dgm:spPr/>
      <dgm:t>
        <a:bodyPr/>
        <a:lstStyle/>
        <a:p>
          <a:r>
            <a:rPr lang="en-GB" dirty="0"/>
            <a:t>Section 1:</a:t>
          </a:r>
        </a:p>
      </dgm:t>
    </dgm:pt>
    <dgm:pt modelId="{7653AC33-58D4-45AF-A7AA-2BE587FDC061}" type="parTrans" cxnId="{6B7CD66C-8C2B-4BC6-B346-E3FB016D5425}">
      <dgm:prSet/>
      <dgm:spPr/>
      <dgm:t>
        <a:bodyPr/>
        <a:lstStyle/>
        <a:p>
          <a:endParaRPr lang="en-GB"/>
        </a:p>
      </dgm:t>
    </dgm:pt>
    <dgm:pt modelId="{2E9FC4A6-57F2-4DE7-82B8-12B594A1CD77}" type="sibTrans" cxnId="{6B7CD66C-8C2B-4BC6-B346-E3FB016D5425}">
      <dgm:prSet/>
      <dgm:spPr/>
      <dgm:t>
        <a:bodyPr/>
        <a:lstStyle/>
        <a:p>
          <a:endParaRPr lang="en-GB"/>
        </a:p>
      </dgm:t>
    </dgm:pt>
    <dgm:pt modelId="{C006238C-36BA-4CC3-8628-61D3C4CC49B5}">
      <dgm:prSet phldrT="[Text]"/>
      <dgm:spPr/>
      <dgm:t>
        <a:bodyPr/>
        <a:lstStyle/>
        <a:p>
          <a:r>
            <a:rPr lang="en-GB" dirty="0"/>
            <a:t>Unauthorised access to computer material</a:t>
          </a:r>
        </a:p>
      </dgm:t>
    </dgm:pt>
    <dgm:pt modelId="{AB991C18-C099-411A-86F4-811BC56F5E0B}" type="parTrans" cxnId="{787C9E78-85B8-46AB-8395-5D3C2087AA45}">
      <dgm:prSet/>
      <dgm:spPr/>
      <dgm:t>
        <a:bodyPr/>
        <a:lstStyle/>
        <a:p>
          <a:endParaRPr lang="en-GB"/>
        </a:p>
      </dgm:t>
    </dgm:pt>
    <dgm:pt modelId="{999794BB-54FD-445A-A250-D9FF9192E556}" type="sibTrans" cxnId="{787C9E78-85B8-46AB-8395-5D3C2087AA45}">
      <dgm:prSet/>
      <dgm:spPr/>
      <dgm:t>
        <a:bodyPr/>
        <a:lstStyle/>
        <a:p>
          <a:endParaRPr lang="en-GB"/>
        </a:p>
      </dgm:t>
    </dgm:pt>
    <dgm:pt modelId="{D0992870-1AF8-430D-8005-4A5EE489E735}">
      <dgm:prSet/>
      <dgm:spPr/>
      <dgm:t>
        <a:bodyPr/>
        <a:lstStyle/>
        <a:p>
          <a:r>
            <a:rPr lang="en-GB" dirty="0">
              <a:solidFill>
                <a:schemeClr val="tx2"/>
              </a:solidFill>
            </a:rPr>
            <a:t>Section 2</a:t>
          </a:r>
        </a:p>
      </dgm:t>
    </dgm:pt>
    <dgm:pt modelId="{6A33A1A0-DA22-43EE-B387-338E7C3DEDA2}" type="parTrans" cxnId="{77FB2CA8-7C1F-4043-A0DA-9A5998B9615A}">
      <dgm:prSet/>
      <dgm:spPr/>
      <dgm:t>
        <a:bodyPr/>
        <a:lstStyle/>
        <a:p>
          <a:endParaRPr lang="en-GB"/>
        </a:p>
      </dgm:t>
    </dgm:pt>
    <dgm:pt modelId="{EF6B013A-7783-48C1-A7B7-3AED5C640A5C}" type="sibTrans" cxnId="{77FB2CA8-7C1F-4043-A0DA-9A5998B9615A}">
      <dgm:prSet/>
      <dgm:spPr/>
      <dgm:t>
        <a:bodyPr/>
        <a:lstStyle/>
        <a:p>
          <a:endParaRPr lang="en-GB"/>
        </a:p>
      </dgm:t>
    </dgm:pt>
    <dgm:pt modelId="{E9993493-9248-408D-93C1-13A8B8DBE332}">
      <dgm:prSet/>
      <dgm:spPr/>
      <dgm:t>
        <a:bodyPr/>
        <a:lstStyle/>
        <a:p>
          <a:r>
            <a:rPr lang="en-GB" dirty="0"/>
            <a:t>Unauthorised access with intent to commit or facilitate commission of further offences</a:t>
          </a:r>
        </a:p>
      </dgm:t>
    </dgm:pt>
    <dgm:pt modelId="{504362FB-3331-43D8-BC45-953B0EFEB684}" type="parTrans" cxnId="{260BA46E-0349-46CA-AF34-B73ADFAE5897}">
      <dgm:prSet/>
      <dgm:spPr/>
      <dgm:t>
        <a:bodyPr/>
        <a:lstStyle/>
        <a:p>
          <a:endParaRPr lang="en-GB"/>
        </a:p>
      </dgm:t>
    </dgm:pt>
    <dgm:pt modelId="{C7E34D07-5598-4D5E-ACF7-866FA7C47939}" type="sibTrans" cxnId="{260BA46E-0349-46CA-AF34-B73ADFAE5897}">
      <dgm:prSet/>
      <dgm:spPr/>
      <dgm:t>
        <a:bodyPr/>
        <a:lstStyle/>
        <a:p>
          <a:endParaRPr lang="en-GB"/>
        </a:p>
      </dgm:t>
    </dgm:pt>
    <dgm:pt modelId="{57A3D313-1A63-4528-AB30-209C7127AB90}">
      <dgm:prSet/>
      <dgm:spPr/>
      <dgm:t>
        <a:bodyPr/>
        <a:lstStyle/>
        <a:p>
          <a:r>
            <a:rPr lang="en-GB" dirty="0"/>
            <a:t>Section 3</a:t>
          </a:r>
        </a:p>
      </dgm:t>
    </dgm:pt>
    <dgm:pt modelId="{54A9D0AC-1EE1-46D4-9799-F4C2ACF1DB85}" type="parTrans" cxnId="{C0224A64-8BA8-4D97-A9B8-1DDD8F4638C6}">
      <dgm:prSet/>
      <dgm:spPr/>
      <dgm:t>
        <a:bodyPr/>
        <a:lstStyle/>
        <a:p>
          <a:endParaRPr lang="en-GB"/>
        </a:p>
      </dgm:t>
    </dgm:pt>
    <dgm:pt modelId="{85E45252-1907-465C-AD25-8082863FD068}" type="sibTrans" cxnId="{C0224A64-8BA8-4D97-A9B8-1DDD8F4638C6}">
      <dgm:prSet/>
      <dgm:spPr/>
      <dgm:t>
        <a:bodyPr/>
        <a:lstStyle/>
        <a:p>
          <a:endParaRPr lang="en-GB"/>
        </a:p>
      </dgm:t>
    </dgm:pt>
    <dgm:pt modelId="{DF1883BB-FF25-470B-9AD7-B6ED2757F9B1}">
      <dgm:prSet/>
      <dgm:spPr/>
      <dgm:t>
        <a:bodyPr/>
        <a:lstStyle/>
        <a:p>
          <a:r>
            <a:rPr lang="en-GB" dirty="0"/>
            <a:t>Unauthorised acts with intent to impair, or with recklessness as to impairing operation of computer</a:t>
          </a:r>
        </a:p>
      </dgm:t>
    </dgm:pt>
    <dgm:pt modelId="{F77DD792-4774-45C5-AD8C-80E3FC196CF2}" type="parTrans" cxnId="{33FE8955-8CF7-4860-81F8-70978CE72B3A}">
      <dgm:prSet/>
      <dgm:spPr/>
      <dgm:t>
        <a:bodyPr/>
        <a:lstStyle/>
        <a:p>
          <a:endParaRPr lang="en-GB"/>
        </a:p>
      </dgm:t>
    </dgm:pt>
    <dgm:pt modelId="{464759A5-49A8-4946-B0DE-55C6BF81D660}" type="sibTrans" cxnId="{33FE8955-8CF7-4860-81F8-70978CE72B3A}">
      <dgm:prSet/>
      <dgm:spPr/>
      <dgm:t>
        <a:bodyPr/>
        <a:lstStyle/>
        <a:p>
          <a:endParaRPr lang="en-GB"/>
        </a:p>
      </dgm:t>
    </dgm:pt>
    <dgm:pt modelId="{B89D07D4-5418-4EC6-AE1E-655E6769F0FD}">
      <dgm:prSet/>
      <dgm:spPr/>
      <dgm:t>
        <a:bodyPr/>
        <a:lstStyle/>
        <a:p>
          <a:r>
            <a:rPr lang="en-GB" dirty="0"/>
            <a:t>Section 3ZA</a:t>
          </a:r>
        </a:p>
      </dgm:t>
    </dgm:pt>
    <dgm:pt modelId="{166E68FE-ED38-44DE-95E9-BA9BE5F7E982}" type="parTrans" cxnId="{D16E8043-B30B-466B-97F9-B15134CD6707}">
      <dgm:prSet/>
      <dgm:spPr/>
      <dgm:t>
        <a:bodyPr/>
        <a:lstStyle/>
        <a:p>
          <a:endParaRPr lang="en-GB"/>
        </a:p>
      </dgm:t>
    </dgm:pt>
    <dgm:pt modelId="{035D1302-0622-462D-81B6-1005F8823834}" type="sibTrans" cxnId="{D16E8043-B30B-466B-97F9-B15134CD6707}">
      <dgm:prSet/>
      <dgm:spPr/>
      <dgm:t>
        <a:bodyPr/>
        <a:lstStyle/>
        <a:p>
          <a:endParaRPr lang="en-GB"/>
        </a:p>
      </dgm:t>
    </dgm:pt>
    <dgm:pt modelId="{4FEA42ED-3E01-4E4D-8CDE-C0030E7A97AD}">
      <dgm:prSet/>
      <dgm:spPr/>
      <dgm:t>
        <a:bodyPr/>
        <a:lstStyle/>
        <a:p>
          <a:r>
            <a:rPr lang="en-GB" dirty="0"/>
            <a:t>Unauthorised acts causing, or creating risk of, serious damage</a:t>
          </a:r>
        </a:p>
      </dgm:t>
    </dgm:pt>
    <dgm:pt modelId="{EEDB8B73-61B2-4803-A6E5-37E7816EBC88}" type="parTrans" cxnId="{F19C6438-88A8-4D4D-9837-63E8B1993D6D}">
      <dgm:prSet/>
      <dgm:spPr/>
      <dgm:t>
        <a:bodyPr/>
        <a:lstStyle/>
        <a:p>
          <a:endParaRPr lang="en-GB"/>
        </a:p>
      </dgm:t>
    </dgm:pt>
    <dgm:pt modelId="{16B871B3-2520-47EC-896F-858EDBB3C094}" type="sibTrans" cxnId="{F19C6438-88A8-4D4D-9837-63E8B1993D6D}">
      <dgm:prSet/>
      <dgm:spPr/>
      <dgm:t>
        <a:bodyPr/>
        <a:lstStyle/>
        <a:p>
          <a:endParaRPr lang="en-GB"/>
        </a:p>
      </dgm:t>
    </dgm:pt>
    <dgm:pt modelId="{3635580A-38A9-4FDB-8713-27EB2E8A5DF0}">
      <dgm:prSet/>
      <dgm:spPr/>
      <dgm:t>
        <a:bodyPr/>
        <a:lstStyle/>
        <a:p>
          <a:r>
            <a:rPr lang="en-GB" dirty="0">
              <a:solidFill>
                <a:schemeClr val="tx2"/>
              </a:solidFill>
            </a:rPr>
            <a:t>Section 3A</a:t>
          </a:r>
        </a:p>
      </dgm:t>
    </dgm:pt>
    <dgm:pt modelId="{466B60D5-9695-4084-B30A-3CC1DF3CA47C}" type="parTrans" cxnId="{1FF95C1D-5CAB-4C7F-90B0-F7669AB1CBC3}">
      <dgm:prSet/>
      <dgm:spPr/>
      <dgm:t>
        <a:bodyPr/>
        <a:lstStyle/>
        <a:p>
          <a:endParaRPr lang="en-GB"/>
        </a:p>
      </dgm:t>
    </dgm:pt>
    <dgm:pt modelId="{88993E1F-9186-4DF6-B8C1-9718DF0F07ED}" type="sibTrans" cxnId="{1FF95C1D-5CAB-4C7F-90B0-F7669AB1CBC3}">
      <dgm:prSet/>
      <dgm:spPr/>
      <dgm:t>
        <a:bodyPr/>
        <a:lstStyle/>
        <a:p>
          <a:endParaRPr lang="en-GB"/>
        </a:p>
      </dgm:t>
    </dgm:pt>
    <dgm:pt modelId="{B339D8DA-EE78-402C-AB2D-0ABD8BFE7814}">
      <dgm:prSet/>
      <dgm:spPr/>
      <dgm:t>
        <a:bodyPr/>
        <a:lstStyle/>
        <a:p>
          <a:r>
            <a:rPr lang="en-GB" dirty="0"/>
            <a:t>Making, supplying or obtaining articles for use in another CMA offence</a:t>
          </a:r>
        </a:p>
      </dgm:t>
    </dgm:pt>
    <dgm:pt modelId="{19FC4E62-1042-45E3-92C2-B96F39BD8B1F}" type="parTrans" cxnId="{87CA85A1-318E-40BD-9EBB-B9FA00AA17E4}">
      <dgm:prSet/>
      <dgm:spPr/>
      <dgm:t>
        <a:bodyPr/>
        <a:lstStyle/>
        <a:p>
          <a:endParaRPr lang="en-GB"/>
        </a:p>
      </dgm:t>
    </dgm:pt>
    <dgm:pt modelId="{B8E24D4B-2379-42B4-904F-4A465E2FA799}" type="sibTrans" cxnId="{87CA85A1-318E-40BD-9EBB-B9FA00AA17E4}">
      <dgm:prSet/>
      <dgm:spPr/>
      <dgm:t>
        <a:bodyPr/>
        <a:lstStyle/>
        <a:p>
          <a:endParaRPr lang="en-GB"/>
        </a:p>
      </dgm:t>
    </dgm:pt>
    <dgm:pt modelId="{594F4286-464C-4B27-99E3-394A04EA4632}" type="pres">
      <dgm:prSet presAssocID="{D3E2A945-FFFE-4062-A4EF-53AF43C357F7}" presName="linear" presStyleCnt="0">
        <dgm:presLayoutVars>
          <dgm:dir/>
          <dgm:animLvl val="lvl"/>
          <dgm:resizeHandles val="exact"/>
        </dgm:presLayoutVars>
      </dgm:prSet>
      <dgm:spPr/>
    </dgm:pt>
    <dgm:pt modelId="{5CB692BF-9AEB-439C-AC41-D1E53DA52E4C}" type="pres">
      <dgm:prSet presAssocID="{27049915-8F7F-4065-87F4-AF919DFA51B9}" presName="parentLin" presStyleCnt="0"/>
      <dgm:spPr/>
    </dgm:pt>
    <dgm:pt modelId="{E5CA59C5-AF36-41EA-A810-92196E43B871}" type="pres">
      <dgm:prSet presAssocID="{27049915-8F7F-4065-87F4-AF919DFA51B9}" presName="parentLeftMargin" presStyleLbl="node1" presStyleIdx="0" presStyleCnt="5"/>
      <dgm:spPr/>
    </dgm:pt>
    <dgm:pt modelId="{018AEFA9-9B51-4160-91B3-528084DA1D37}" type="pres">
      <dgm:prSet presAssocID="{27049915-8F7F-4065-87F4-AF919DFA51B9}" presName="parentText" presStyleLbl="node1" presStyleIdx="0" presStyleCnt="5">
        <dgm:presLayoutVars>
          <dgm:chMax val="0"/>
          <dgm:bulletEnabled val="1"/>
        </dgm:presLayoutVars>
      </dgm:prSet>
      <dgm:spPr/>
    </dgm:pt>
    <dgm:pt modelId="{88832095-BEDD-438C-819D-D36F7ED39943}" type="pres">
      <dgm:prSet presAssocID="{27049915-8F7F-4065-87F4-AF919DFA51B9}" presName="negativeSpace" presStyleCnt="0"/>
      <dgm:spPr/>
    </dgm:pt>
    <dgm:pt modelId="{8B5F5239-FD75-4230-9C04-4E01EDF9A7C3}" type="pres">
      <dgm:prSet presAssocID="{27049915-8F7F-4065-87F4-AF919DFA51B9}" presName="childText" presStyleLbl="conFgAcc1" presStyleIdx="0" presStyleCnt="5">
        <dgm:presLayoutVars>
          <dgm:bulletEnabled val="1"/>
        </dgm:presLayoutVars>
      </dgm:prSet>
      <dgm:spPr/>
    </dgm:pt>
    <dgm:pt modelId="{64E7343A-DC9A-4D6A-9BD8-53284D1E3D86}" type="pres">
      <dgm:prSet presAssocID="{2E9FC4A6-57F2-4DE7-82B8-12B594A1CD77}" presName="spaceBetweenRectangles" presStyleCnt="0"/>
      <dgm:spPr/>
    </dgm:pt>
    <dgm:pt modelId="{289281CC-40C0-46D8-95ED-D385CF481150}" type="pres">
      <dgm:prSet presAssocID="{D0992870-1AF8-430D-8005-4A5EE489E735}" presName="parentLin" presStyleCnt="0"/>
      <dgm:spPr/>
    </dgm:pt>
    <dgm:pt modelId="{614F7974-B50F-425D-8CFF-54C543392B09}" type="pres">
      <dgm:prSet presAssocID="{D0992870-1AF8-430D-8005-4A5EE489E735}" presName="parentLeftMargin" presStyleLbl="node1" presStyleIdx="0" presStyleCnt="5"/>
      <dgm:spPr/>
    </dgm:pt>
    <dgm:pt modelId="{AFA45485-923A-491D-A90D-98C7D481FA86}" type="pres">
      <dgm:prSet presAssocID="{D0992870-1AF8-430D-8005-4A5EE489E735}" presName="parentText" presStyleLbl="node1" presStyleIdx="1" presStyleCnt="5">
        <dgm:presLayoutVars>
          <dgm:chMax val="0"/>
          <dgm:bulletEnabled val="1"/>
        </dgm:presLayoutVars>
      </dgm:prSet>
      <dgm:spPr/>
    </dgm:pt>
    <dgm:pt modelId="{B9B8A074-A485-40DF-9925-94865D1C1C9C}" type="pres">
      <dgm:prSet presAssocID="{D0992870-1AF8-430D-8005-4A5EE489E735}" presName="negativeSpace" presStyleCnt="0"/>
      <dgm:spPr/>
    </dgm:pt>
    <dgm:pt modelId="{3B5F12BE-C162-4D33-94EF-AEE277D3EDC1}" type="pres">
      <dgm:prSet presAssocID="{D0992870-1AF8-430D-8005-4A5EE489E735}" presName="childText" presStyleLbl="conFgAcc1" presStyleIdx="1" presStyleCnt="5">
        <dgm:presLayoutVars>
          <dgm:bulletEnabled val="1"/>
        </dgm:presLayoutVars>
      </dgm:prSet>
      <dgm:spPr/>
    </dgm:pt>
    <dgm:pt modelId="{66B93A57-8C8C-4841-AFA2-38513D8AE43D}" type="pres">
      <dgm:prSet presAssocID="{EF6B013A-7783-48C1-A7B7-3AED5C640A5C}" presName="spaceBetweenRectangles" presStyleCnt="0"/>
      <dgm:spPr/>
    </dgm:pt>
    <dgm:pt modelId="{9284629F-E9A5-404D-8F60-38C455F9B50A}" type="pres">
      <dgm:prSet presAssocID="{57A3D313-1A63-4528-AB30-209C7127AB90}" presName="parentLin" presStyleCnt="0"/>
      <dgm:spPr/>
    </dgm:pt>
    <dgm:pt modelId="{E8A42941-58BA-489C-BE3F-92F2119D3B83}" type="pres">
      <dgm:prSet presAssocID="{57A3D313-1A63-4528-AB30-209C7127AB90}" presName="parentLeftMargin" presStyleLbl="node1" presStyleIdx="1" presStyleCnt="5"/>
      <dgm:spPr/>
    </dgm:pt>
    <dgm:pt modelId="{D5AA2391-F9ED-4BC1-B5D0-949DC18404A5}" type="pres">
      <dgm:prSet presAssocID="{57A3D313-1A63-4528-AB30-209C7127AB90}" presName="parentText" presStyleLbl="node1" presStyleIdx="2" presStyleCnt="5">
        <dgm:presLayoutVars>
          <dgm:chMax val="0"/>
          <dgm:bulletEnabled val="1"/>
        </dgm:presLayoutVars>
      </dgm:prSet>
      <dgm:spPr/>
    </dgm:pt>
    <dgm:pt modelId="{4E389576-9A0E-4BB0-B44F-B51B5D5FFAB7}" type="pres">
      <dgm:prSet presAssocID="{57A3D313-1A63-4528-AB30-209C7127AB90}" presName="negativeSpace" presStyleCnt="0"/>
      <dgm:spPr/>
    </dgm:pt>
    <dgm:pt modelId="{A93B1369-15D7-4CDE-9CFF-28E7BB881764}" type="pres">
      <dgm:prSet presAssocID="{57A3D313-1A63-4528-AB30-209C7127AB90}" presName="childText" presStyleLbl="conFgAcc1" presStyleIdx="2" presStyleCnt="5">
        <dgm:presLayoutVars>
          <dgm:bulletEnabled val="1"/>
        </dgm:presLayoutVars>
      </dgm:prSet>
      <dgm:spPr/>
    </dgm:pt>
    <dgm:pt modelId="{43ADEE3C-04C1-4D9D-8BFE-1328CA4BD98E}" type="pres">
      <dgm:prSet presAssocID="{85E45252-1907-465C-AD25-8082863FD068}" presName="spaceBetweenRectangles" presStyleCnt="0"/>
      <dgm:spPr/>
    </dgm:pt>
    <dgm:pt modelId="{CB190765-6368-49D9-AB08-5BA559422095}" type="pres">
      <dgm:prSet presAssocID="{B89D07D4-5418-4EC6-AE1E-655E6769F0FD}" presName="parentLin" presStyleCnt="0"/>
      <dgm:spPr/>
    </dgm:pt>
    <dgm:pt modelId="{AB50D9CC-9A39-4565-95DF-A5428A39ED39}" type="pres">
      <dgm:prSet presAssocID="{B89D07D4-5418-4EC6-AE1E-655E6769F0FD}" presName="parentLeftMargin" presStyleLbl="node1" presStyleIdx="2" presStyleCnt="5"/>
      <dgm:spPr/>
    </dgm:pt>
    <dgm:pt modelId="{B858396E-E8A8-47B2-944B-BFC663295A48}" type="pres">
      <dgm:prSet presAssocID="{B89D07D4-5418-4EC6-AE1E-655E6769F0FD}" presName="parentText" presStyleLbl="node1" presStyleIdx="3" presStyleCnt="5">
        <dgm:presLayoutVars>
          <dgm:chMax val="0"/>
          <dgm:bulletEnabled val="1"/>
        </dgm:presLayoutVars>
      </dgm:prSet>
      <dgm:spPr/>
    </dgm:pt>
    <dgm:pt modelId="{DBDB68DA-9AC4-47B6-8AB1-F3D4CF2E798A}" type="pres">
      <dgm:prSet presAssocID="{B89D07D4-5418-4EC6-AE1E-655E6769F0FD}" presName="negativeSpace" presStyleCnt="0"/>
      <dgm:spPr/>
    </dgm:pt>
    <dgm:pt modelId="{69BF7AAC-466B-4501-BA52-2DFA6D98AF37}" type="pres">
      <dgm:prSet presAssocID="{B89D07D4-5418-4EC6-AE1E-655E6769F0FD}" presName="childText" presStyleLbl="conFgAcc1" presStyleIdx="3" presStyleCnt="5">
        <dgm:presLayoutVars>
          <dgm:bulletEnabled val="1"/>
        </dgm:presLayoutVars>
      </dgm:prSet>
      <dgm:spPr/>
    </dgm:pt>
    <dgm:pt modelId="{A0F29E0E-AF5E-4569-AC74-0CBB35967851}" type="pres">
      <dgm:prSet presAssocID="{035D1302-0622-462D-81B6-1005F8823834}" presName="spaceBetweenRectangles" presStyleCnt="0"/>
      <dgm:spPr/>
    </dgm:pt>
    <dgm:pt modelId="{6451CA00-12DF-423E-AFDE-C2744FD54604}" type="pres">
      <dgm:prSet presAssocID="{3635580A-38A9-4FDB-8713-27EB2E8A5DF0}" presName="parentLin" presStyleCnt="0"/>
      <dgm:spPr/>
    </dgm:pt>
    <dgm:pt modelId="{6C651CE9-C7A0-4C71-8EF0-79485857D5F1}" type="pres">
      <dgm:prSet presAssocID="{3635580A-38A9-4FDB-8713-27EB2E8A5DF0}" presName="parentLeftMargin" presStyleLbl="node1" presStyleIdx="3" presStyleCnt="5"/>
      <dgm:spPr/>
    </dgm:pt>
    <dgm:pt modelId="{347C5EC0-682B-4E64-AFB3-CB1EFF65302A}" type="pres">
      <dgm:prSet presAssocID="{3635580A-38A9-4FDB-8713-27EB2E8A5DF0}" presName="parentText" presStyleLbl="node1" presStyleIdx="4" presStyleCnt="5">
        <dgm:presLayoutVars>
          <dgm:chMax val="0"/>
          <dgm:bulletEnabled val="1"/>
        </dgm:presLayoutVars>
      </dgm:prSet>
      <dgm:spPr/>
    </dgm:pt>
    <dgm:pt modelId="{33940F20-3C6E-4E46-AD8C-B452A99AD590}" type="pres">
      <dgm:prSet presAssocID="{3635580A-38A9-4FDB-8713-27EB2E8A5DF0}" presName="negativeSpace" presStyleCnt="0"/>
      <dgm:spPr/>
    </dgm:pt>
    <dgm:pt modelId="{B38813E1-9A99-4FD1-B01A-C24F2404BDA5}" type="pres">
      <dgm:prSet presAssocID="{3635580A-38A9-4FDB-8713-27EB2E8A5DF0}" presName="childText" presStyleLbl="conFgAcc1" presStyleIdx="4" presStyleCnt="5">
        <dgm:presLayoutVars>
          <dgm:bulletEnabled val="1"/>
        </dgm:presLayoutVars>
      </dgm:prSet>
      <dgm:spPr/>
    </dgm:pt>
  </dgm:ptLst>
  <dgm:cxnLst>
    <dgm:cxn modelId="{96804107-7A3D-470D-A44B-0D8558393FDF}" type="presOf" srcId="{D0992870-1AF8-430D-8005-4A5EE489E735}" destId="{614F7974-B50F-425D-8CFF-54C543392B09}" srcOrd="0" destOrd="0" presId="urn:microsoft.com/office/officeart/2005/8/layout/list1"/>
    <dgm:cxn modelId="{1FF95C1D-5CAB-4C7F-90B0-F7669AB1CBC3}" srcId="{D3E2A945-FFFE-4062-A4EF-53AF43C357F7}" destId="{3635580A-38A9-4FDB-8713-27EB2E8A5DF0}" srcOrd="4" destOrd="0" parTransId="{466B60D5-9695-4084-B30A-3CC1DF3CA47C}" sibTransId="{88993E1F-9186-4DF6-B8C1-9718DF0F07ED}"/>
    <dgm:cxn modelId="{898B6E27-0F6C-4D88-8BB8-63E9CFCE0D3F}" type="presOf" srcId="{B339D8DA-EE78-402C-AB2D-0ABD8BFE7814}" destId="{B38813E1-9A99-4FD1-B01A-C24F2404BDA5}" srcOrd="0" destOrd="0" presId="urn:microsoft.com/office/officeart/2005/8/layout/list1"/>
    <dgm:cxn modelId="{5A863C2C-6354-4F09-86B6-115D822F1194}" type="presOf" srcId="{B89D07D4-5418-4EC6-AE1E-655E6769F0FD}" destId="{AB50D9CC-9A39-4565-95DF-A5428A39ED39}" srcOrd="0" destOrd="0" presId="urn:microsoft.com/office/officeart/2005/8/layout/list1"/>
    <dgm:cxn modelId="{B4368E36-CA5E-417D-927A-65011146BA77}" type="presOf" srcId="{3635580A-38A9-4FDB-8713-27EB2E8A5DF0}" destId="{6C651CE9-C7A0-4C71-8EF0-79485857D5F1}" srcOrd="0" destOrd="0" presId="urn:microsoft.com/office/officeart/2005/8/layout/list1"/>
    <dgm:cxn modelId="{F19C6438-88A8-4D4D-9837-63E8B1993D6D}" srcId="{B89D07D4-5418-4EC6-AE1E-655E6769F0FD}" destId="{4FEA42ED-3E01-4E4D-8CDE-C0030E7A97AD}" srcOrd="0" destOrd="0" parTransId="{EEDB8B73-61B2-4803-A6E5-37E7816EBC88}" sibTransId="{16B871B3-2520-47EC-896F-858EDBB3C094}"/>
    <dgm:cxn modelId="{8BFA2739-0997-44F4-B4FD-03ED99269E18}" type="presOf" srcId="{D0992870-1AF8-430D-8005-4A5EE489E735}" destId="{AFA45485-923A-491D-A90D-98C7D481FA86}" srcOrd="1" destOrd="0" presId="urn:microsoft.com/office/officeart/2005/8/layout/list1"/>
    <dgm:cxn modelId="{D16E8043-B30B-466B-97F9-B15134CD6707}" srcId="{D3E2A945-FFFE-4062-A4EF-53AF43C357F7}" destId="{B89D07D4-5418-4EC6-AE1E-655E6769F0FD}" srcOrd="3" destOrd="0" parTransId="{166E68FE-ED38-44DE-95E9-BA9BE5F7E982}" sibTransId="{035D1302-0622-462D-81B6-1005F8823834}"/>
    <dgm:cxn modelId="{C0224A64-8BA8-4D97-A9B8-1DDD8F4638C6}" srcId="{D3E2A945-FFFE-4062-A4EF-53AF43C357F7}" destId="{57A3D313-1A63-4528-AB30-209C7127AB90}" srcOrd="2" destOrd="0" parTransId="{54A9D0AC-1EE1-46D4-9799-F4C2ACF1DB85}" sibTransId="{85E45252-1907-465C-AD25-8082863FD068}"/>
    <dgm:cxn modelId="{6B7CD66C-8C2B-4BC6-B346-E3FB016D5425}" srcId="{D3E2A945-FFFE-4062-A4EF-53AF43C357F7}" destId="{27049915-8F7F-4065-87F4-AF919DFA51B9}" srcOrd="0" destOrd="0" parTransId="{7653AC33-58D4-45AF-A7AA-2BE587FDC061}" sibTransId="{2E9FC4A6-57F2-4DE7-82B8-12B594A1CD77}"/>
    <dgm:cxn modelId="{C94D504D-DB16-40E5-8DFD-D400C740EBDC}" type="presOf" srcId="{D3E2A945-FFFE-4062-A4EF-53AF43C357F7}" destId="{594F4286-464C-4B27-99E3-394A04EA4632}" srcOrd="0" destOrd="0" presId="urn:microsoft.com/office/officeart/2005/8/layout/list1"/>
    <dgm:cxn modelId="{260BA46E-0349-46CA-AF34-B73ADFAE5897}" srcId="{D0992870-1AF8-430D-8005-4A5EE489E735}" destId="{E9993493-9248-408D-93C1-13A8B8DBE332}" srcOrd="0" destOrd="0" parTransId="{504362FB-3331-43D8-BC45-953B0EFEB684}" sibTransId="{C7E34D07-5598-4D5E-ACF7-866FA7C47939}"/>
    <dgm:cxn modelId="{D61C014F-AA5B-4451-83A8-7516D6D009CF}" type="presOf" srcId="{57A3D313-1A63-4528-AB30-209C7127AB90}" destId="{D5AA2391-F9ED-4BC1-B5D0-949DC18404A5}" srcOrd="1" destOrd="0" presId="urn:microsoft.com/office/officeart/2005/8/layout/list1"/>
    <dgm:cxn modelId="{BF4E244F-C0FB-4EE8-9E95-1AD1B3249864}" type="presOf" srcId="{DF1883BB-FF25-470B-9AD7-B6ED2757F9B1}" destId="{A93B1369-15D7-4CDE-9CFF-28E7BB881764}" srcOrd="0" destOrd="0" presId="urn:microsoft.com/office/officeart/2005/8/layout/list1"/>
    <dgm:cxn modelId="{59985650-5136-4E34-9695-D3FCD97D1F59}" type="presOf" srcId="{B89D07D4-5418-4EC6-AE1E-655E6769F0FD}" destId="{B858396E-E8A8-47B2-944B-BFC663295A48}" srcOrd="1" destOrd="0" presId="urn:microsoft.com/office/officeart/2005/8/layout/list1"/>
    <dgm:cxn modelId="{33FE8955-8CF7-4860-81F8-70978CE72B3A}" srcId="{57A3D313-1A63-4528-AB30-209C7127AB90}" destId="{DF1883BB-FF25-470B-9AD7-B6ED2757F9B1}" srcOrd="0" destOrd="0" parTransId="{F77DD792-4774-45C5-AD8C-80E3FC196CF2}" sibTransId="{464759A5-49A8-4946-B0DE-55C6BF81D660}"/>
    <dgm:cxn modelId="{23763357-C279-414C-8DA9-20BD290732F1}" type="presOf" srcId="{27049915-8F7F-4065-87F4-AF919DFA51B9}" destId="{018AEFA9-9B51-4160-91B3-528084DA1D37}" srcOrd="1" destOrd="0" presId="urn:microsoft.com/office/officeart/2005/8/layout/list1"/>
    <dgm:cxn modelId="{787C9E78-85B8-46AB-8395-5D3C2087AA45}" srcId="{27049915-8F7F-4065-87F4-AF919DFA51B9}" destId="{C006238C-36BA-4CC3-8628-61D3C4CC49B5}" srcOrd="0" destOrd="0" parTransId="{AB991C18-C099-411A-86F4-811BC56F5E0B}" sibTransId="{999794BB-54FD-445A-A250-D9FF9192E556}"/>
    <dgm:cxn modelId="{BAA0ED78-5261-4BC3-8489-657F3F2C1187}" type="presOf" srcId="{C006238C-36BA-4CC3-8628-61D3C4CC49B5}" destId="{8B5F5239-FD75-4230-9C04-4E01EDF9A7C3}" srcOrd="0" destOrd="0" presId="urn:microsoft.com/office/officeart/2005/8/layout/list1"/>
    <dgm:cxn modelId="{87CA85A1-318E-40BD-9EBB-B9FA00AA17E4}" srcId="{3635580A-38A9-4FDB-8713-27EB2E8A5DF0}" destId="{B339D8DA-EE78-402C-AB2D-0ABD8BFE7814}" srcOrd="0" destOrd="0" parTransId="{19FC4E62-1042-45E3-92C2-B96F39BD8B1F}" sibTransId="{B8E24D4B-2379-42B4-904F-4A465E2FA799}"/>
    <dgm:cxn modelId="{E96FFAA5-FC44-47B8-8F54-906CD47A480A}" type="presOf" srcId="{4FEA42ED-3E01-4E4D-8CDE-C0030E7A97AD}" destId="{69BF7AAC-466B-4501-BA52-2DFA6D98AF37}" srcOrd="0" destOrd="0" presId="urn:microsoft.com/office/officeart/2005/8/layout/list1"/>
    <dgm:cxn modelId="{77FB2CA8-7C1F-4043-A0DA-9A5998B9615A}" srcId="{D3E2A945-FFFE-4062-A4EF-53AF43C357F7}" destId="{D0992870-1AF8-430D-8005-4A5EE489E735}" srcOrd="1" destOrd="0" parTransId="{6A33A1A0-DA22-43EE-B387-338E7C3DEDA2}" sibTransId="{EF6B013A-7783-48C1-A7B7-3AED5C640A5C}"/>
    <dgm:cxn modelId="{F229CAC3-B713-4A2A-B3C0-D86AFBA79D03}" type="presOf" srcId="{E9993493-9248-408D-93C1-13A8B8DBE332}" destId="{3B5F12BE-C162-4D33-94EF-AEE277D3EDC1}" srcOrd="0" destOrd="0" presId="urn:microsoft.com/office/officeart/2005/8/layout/list1"/>
    <dgm:cxn modelId="{708173CD-B74F-4D43-BBE1-9A35DF45A8A8}" type="presOf" srcId="{27049915-8F7F-4065-87F4-AF919DFA51B9}" destId="{E5CA59C5-AF36-41EA-A810-92196E43B871}" srcOrd="0" destOrd="0" presId="urn:microsoft.com/office/officeart/2005/8/layout/list1"/>
    <dgm:cxn modelId="{228922D9-844D-4994-995C-7C948C886864}" type="presOf" srcId="{57A3D313-1A63-4528-AB30-209C7127AB90}" destId="{E8A42941-58BA-489C-BE3F-92F2119D3B83}" srcOrd="0" destOrd="0" presId="urn:microsoft.com/office/officeart/2005/8/layout/list1"/>
    <dgm:cxn modelId="{5C95E3F1-87D5-4F42-BF3D-B6CDF98F3E5A}" type="presOf" srcId="{3635580A-38A9-4FDB-8713-27EB2E8A5DF0}" destId="{347C5EC0-682B-4E64-AFB3-CB1EFF65302A}" srcOrd="1" destOrd="0" presId="urn:microsoft.com/office/officeart/2005/8/layout/list1"/>
    <dgm:cxn modelId="{D2925595-5C85-4FF3-922B-A3E931B31E03}" type="presParOf" srcId="{594F4286-464C-4B27-99E3-394A04EA4632}" destId="{5CB692BF-9AEB-439C-AC41-D1E53DA52E4C}" srcOrd="0" destOrd="0" presId="urn:microsoft.com/office/officeart/2005/8/layout/list1"/>
    <dgm:cxn modelId="{C93E6BC1-2AEA-46DC-B79E-AFD611589E4D}" type="presParOf" srcId="{5CB692BF-9AEB-439C-AC41-D1E53DA52E4C}" destId="{E5CA59C5-AF36-41EA-A810-92196E43B871}" srcOrd="0" destOrd="0" presId="urn:microsoft.com/office/officeart/2005/8/layout/list1"/>
    <dgm:cxn modelId="{9D6EC2E9-23A9-4664-91A0-0CF6CF98A9C3}" type="presParOf" srcId="{5CB692BF-9AEB-439C-AC41-D1E53DA52E4C}" destId="{018AEFA9-9B51-4160-91B3-528084DA1D37}" srcOrd="1" destOrd="0" presId="urn:microsoft.com/office/officeart/2005/8/layout/list1"/>
    <dgm:cxn modelId="{FECAE5A3-2C9B-42C8-9FF2-9EE156717C8A}" type="presParOf" srcId="{594F4286-464C-4B27-99E3-394A04EA4632}" destId="{88832095-BEDD-438C-819D-D36F7ED39943}" srcOrd="1" destOrd="0" presId="urn:microsoft.com/office/officeart/2005/8/layout/list1"/>
    <dgm:cxn modelId="{CFBAD52C-27C8-46BD-BA4C-B8EDA9E818C0}" type="presParOf" srcId="{594F4286-464C-4B27-99E3-394A04EA4632}" destId="{8B5F5239-FD75-4230-9C04-4E01EDF9A7C3}" srcOrd="2" destOrd="0" presId="urn:microsoft.com/office/officeart/2005/8/layout/list1"/>
    <dgm:cxn modelId="{6C13D7A7-A00F-4243-AE7B-1DF0C919D7D4}" type="presParOf" srcId="{594F4286-464C-4B27-99E3-394A04EA4632}" destId="{64E7343A-DC9A-4D6A-9BD8-53284D1E3D86}" srcOrd="3" destOrd="0" presId="urn:microsoft.com/office/officeart/2005/8/layout/list1"/>
    <dgm:cxn modelId="{CF6B4D25-58C8-4848-9875-2975E8E41B9E}" type="presParOf" srcId="{594F4286-464C-4B27-99E3-394A04EA4632}" destId="{289281CC-40C0-46D8-95ED-D385CF481150}" srcOrd="4" destOrd="0" presId="urn:microsoft.com/office/officeart/2005/8/layout/list1"/>
    <dgm:cxn modelId="{C13AFB22-3AB9-42BD-B0AB-47F484B9B6A5}" type="presParOf" srcId="{289281CC-40C0-46D8-95ED-D385CF481150}" destId="{614F7974-B50F-425D-8CFF-54C543392B09}" srcOrd="0" destOrd="0" presId="urn:microsoft.com/office/officeart/2005/8/layout/list1"/>
    <dgm:cxn modelId="{9071BA92-F3BE-4254-A8D6-73DC4EDDED23}" type="presParOf" srcId="{289281CC-40C0-46D8-95ED-D385CF481150}" destId="{AFA45485-923A-491D-A90D-98C7D481FA86}" srcOrd="1" destOrd="0" presId="urn:microsoft.com/office/officeart/2005/8/layout/list1"/>
    <dgm:cxn modelId="{C6F5C0DC-AC77-4F11-AB08-5B55F67C6FFE}" type="presParOf" srcId="{594F4286-464C-4B27-99E3-394A04EA4632}" destId="{B9B8A074-A485-40DF-9925-94865D1C1C9C}" srcOrd="5" destOrd="0" presId="urn:microsoft.com/office/officeart/2005/8/layout/list1"/>
    <dgm:cxn modelId="{8731E33F-BD52-4966-A4CA-8A354999E133}" type="presParOf" srcId="{594F4286-464C-4B27-99E3-394A04EA4632}" destId="{3B5F12BE-C162-4D33-94EF-AEE277D3EDC1}" srcOrd="6" destOrd="0" presId="urn:microsoft.com/office/officeart/2005/8/layout/list1"/>
    <dgm:cxn modelId="{C6A6846C-47AA-4AFC-8197-1B50785A02CA}" type="presParOf" srcId="{594F4286-464C-4B27-99E3-394A04EA4632}" destId="{66B93A57-8C8C-4841-AFA2-38513D8AE43D}" srcOrd="7" destOrd="0" presId="urn:microsoft.com/office/officeart/2005/8/layout/list1"/>
    <dgm:cxn modelId="{50BCA553-8636-4A6D-AF55-18CA5E92C05F}" type="presParOf" srcId="{594F4286-464C-4B27-99E3-394A04EA4632}" destId="{9284629F-E9A5-404D-8F60-38C455F9B50A}" srcOrd="8" destOrd="0" presId="urn:microsoft.com/office/officeart/2005/8/layout/list1"/>
    <dgm:cxn modelId="{4500D756-30BD-48C0-8A43-E68061EFD740}" type="presParOf" srcId="{9284629F-E9A5-404D-8F60-38C455F9B50A}" destId="{E8A42941-58BA-489C-BE3F-92F2119D3B83}" srcOrd="0" destOrd="0" presId="urn:microsoft.com/office/officeart/2005/8/layout/list1"/>
    <dgm:cxn modelId="{05511E53-E3AF-46E2-9392-A59D918C3888}" type="presParOf" srcId="{9284629F-E9A5-404D-8F60-38C455F9B50A}" destId="{D5AA2391-F9ED-4BC1-B5D0-949DC18404A5}" srcOrd="1" destOrd="0" presId="urn:microsoft.com/office/officeart/2005/8/layout/list1"/>
    <dgm:cxn modelId="{427EB2F9-6585-4E85-94A3-41648955856E}" type="presParOf" srcId="{594F4286-464C-4B27-99E3-394A04EA4632}" destId="{4E389576-9A0E-4BB0-B44F-B51B5D5FFAB7}" srcOrd="9" destOrd="0" presId="urn:microsoft.com/office/officeart/2005/8/layout/list1"/>
    <dgm:cxn modelId="{C5025AA2-54C2-454A-B10C-7852678FCF12}" type="presParOf" srcId="{594F4286-464C-4B27-99E3-394A04EA4632}" destId="{A93B1369-15D7-4CDE-9CFF-28E7BB881764}" srcOrd="10" destOrd="0" presId="urn:microsoft.com/office/officeart/2005/8/layout/list1"/>
    <dgm:cxn modelId="{09B03BE9-5941-451A-907B-3605503D30F1}" type="presParOf" srcId="{594F4286-464C-4B27-99E3-394A04EA4632}" destId="{43ADEE3C-04C1-4D9D-8BFE-1328CA4BD98E}" srcOrd="11" destOrd="0" presId="urn:microsoft.com/office/officeart/2005/8/layout/list1"/>
    <dgm:cxn modelId="{9B741E81-6BE8-453A-A197-0376D9AB5789}" type="presParOf" srcId="{594F4286-464C-4B27-99E3-394A04EA4632}" destId="{CB190765-6368-49D9-AB08-5BA559422095}" srcOrd="12" destOrd="0" presId="urn:microsoft.com/office/officeart/2005/8/layout/list1"/>
    <dgm:cxn modelId="{CBA18A82-E787-4AA3-89FD-62BFECC0037F}" type="presParOf" srcId="{CB190765-6368-49D9-AB08-5BA559422095}" destId="{AB50D9CC-9A39-4565-95DF-A5428A39ED39}" srcOrd="0" destOrd="0" presId="urn:microsoft.com/office/officeart/2005/8/layout/list1"/>
    <dgm:cxn modelId="{571A4EB1-D073-4EB2-81DC-FFD52896F183}" type="presParOf" srcId="{CB190765-6368-49D9-AB08-5BA559422095}" destId="{B858396E-E8A8-47B2-944B-BFC663295A48}" srcOrd="1" destOrd="0" presId="urn:microsoft.com/office/officeart/2005/8/layout/list1"/>
    <dgm:cxn modelId="{2820D523-B3BA-4EEF-A1CF-9E6DBA6B8F9C}" type="presParOf" srcId="{594F4286-464C-4B27-99E3-394A04EA4632}" destId="{DBDB68DA-9AC4-47B6-8AB1-F3D4CF2E798A}" srcOrd="13" destOrd="0" presId="urn:microsoft.com/office/officeart/2005/8/layout/list1"/>
    <dgm:cxn modelId="{B50DA596-EDEB-44BC-A9B9-91DBA7156A7B}" type="presParOf" srcId="{594F4286-464C-4B27-99E3-394A04EA4632}" destId="{69BF7AAC-466B-4501-BA52-2DFA6D98AF37}" srcOrd="14" destOrd="0" presId="urn:microsoft.com/office/officeart/2005/8/layout/list1"/>
    <dgm:cxn modelId="{1649898F-8913-4BA2-8608-26E163C33A68}" type="presParOf" srcId="{594F4286-464C-4B27-99E3-394A04EA4632}" destId="{A0F29E0E-AF5E-4569-AC74-0CBB35967851}" srcOrd="15" destOrd="0" presId="urn:microsoft.com/office/officeart/2005/8/layout/list1"/>
    <dgm:cxn modelId="{EADEB5A0-D0CB-410A-A587-B8E57A332A4A}" type="presParOf" srcId="{594F4286-464C-4B27-99E3-394A04EA4632}" destId="{6451CA00-12DF-423E-AFDE-C2744FD54604}" srcOrd="16" destOrd="0" presId="urn:microsoft.com/office/officeart/2005/8/layout/list1"/>
    <dgm:cxn modelId="{B2CEBD06-791B-4DBB-AF1F-B2A1977CCA9E}" type="presParOf" srcId="{6451CA00-12DF-423E-AFDE-C2744FD54604}" destId="{6C651CE9-C7A0-4C71-8EF0-79485857D5F1}" srcOrd="0" destOrd="0" presId="urn:microsoft.com/office/officeart/2005/8/layout/list1"/>
    <dgm:cxn modelId="{4D3817EF-A6DC-4F5A-9688-4DE4E810E479}" type="presParOf" srcId="{6451CA00-12DF-423E-AFDE-C2744FD54604}" destId="{347C5EC0-682B-4E64-AFB3-CB1EFF65302A}" srcOrd="1" destOrd="0" presId="urn:microsoft.com/office/officeart/2005/8/layout/list1"/>
    <dgm:cxn modelId="{B663B361-38B5-48DE-A466-9B258D9878E5}" type="presParOf" srcId="{594F4286-464C-4B27-99E3-394A04EA4632}" destId="{33940F20-3C6E-4E46-AD8C-B452A99AD590}" srcOrd="17" destOrd="0" presId="urn:microsoft.com/office/officeart/2005/8/layout/list1"/>
    <dgm:cxn modelId="{6BB04D46-2E71-4BA1-9CED-4BB015AD6018}" type="presParOf" srcId="{594F4286-464C-4B27-99E3-394A04EA4632}" destId="{B38813E1-9A99-4FD1-B01A-C24F2404BDA5}" srcOrd="18"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D3E2A945-FFFE-4062-A4EF-53AF43C357F7}" type="doc">
      <dgm:prSet loTypeId="urn:microsoft.com/office/officeart/2005/8/layout/list1" loCatId="list" qsTypeId="urn:microsoft.com/office/officeart/2005/8/quickstyle/simple1" qsCatId="simple" csTypeId="urn:microsoft.com/office/officeart/2005/8/colors/colorful1" csCatId="colorful" phldr="1"/>
      <dgm:spPr/>
      <dgm:t>
        <a:bodyPr/>
        <a:lstStyle/>
        <a:p>
          <a:endParaRPr lang="en-GB"/>
        </a:p>
      </dgm:t>
    </dgm:pt>
    <dgm:pt modelId="{27049915-8F7F-4065-87F4-AF919DFA51B9}">
      <dgm:prSet phldrT="[Text]"/>
      <dgm:spPr/>
      <dgm:t>
        <a:bodyPr/>
        <a:lstStyle/>
        <a:p>
          <a:r>
            <a:rPr lang="en-GB" dirty="0"/>
            <a:t>Section 1:</a:t>
          </a:r>
        </a:p>
      </dgm:t>
    </dgm:pt>
    <dgm:pt modelId="{7653AC33-58D4-45AF-A7AA-2BE587FDC061}" type="parTrans" cxnId="{6B7CD66C-8C2B-4BC6-B346-E3FB016D5425}">
      <dgm:prSet/>
      <dgm:spPr/>
      <dgm:t>
        <a:bodyPr/>
        <a:lstStyle/>
        <a:p>
          <a:endParaRPr lang="en-GB"/>
        </a:p>
      </dgm:t>
    </dgm:pt>
    <dgm:pt modelId="{2E9FC4A6-57F2-4DE7-82B8-12B594A1CD77}" type="sibTrans" cxnId="{6B7CD66C-8C2B-4BC6-B346-E3FB016D5425}">
      <dgm:prSet/>
      <dgm:spPr/>
      <dgm:t>
        <a:bodyPr/>
        <a:lstStyle/>
        <a:p>
          <a:endParaRPr lang="en-GB"/>
        </a:p>
      </dgm:t>
    </dgm:pt>
    <dgm:pt modelId="{C006238C-36BA-4CC3-8628-61D3C4CC49B5}">
      <dgm:prSet phldrT="[Text]"/>
      <dgm:spPr/>
      <dgm:t>
        <a:bodyPr/>
        <a:lstStyle/>
        <a:p>
          <a:r>
            <a:rPr lang="en-GB" dirty="0"/>
            <a:t>Unauthorised access to computer material</a:t>
          </a:r>
        </a:p>
      </dgm:t>
    </dgm:pt>
    <dgm:pt modelId="{AB991C18-C099-411A-86F4-811BC56F5E0B}" type="parTrans" cxnId="{787C9E78-85B8-46AB-8395-5D3C2087AA45}">
      <dgm:prSet/>
      <dgm:spPr/>
      <dgm:t>
        <a:bodyPr/>
        <a:lstStyle/>
        <a:p>
          <a:endParaRPr lang="en-GB"/>
        </a:p>
      </dgm:t>
    </dgm:pt>
    <dgm:pt modelId="{999794BB-54FD-445A-A250-D9FF9192E556}" type="sibTrans" cxnId="{787C9E78-85B8-46AB-8395-5D3C2087AA45}">
      <dgm:prSet/>
      <dgm:spPr/>
      <dgm:t>
        <a:bodyPr/>
        <a:lstStyle/>
        <a:p>
          <a:endParaRPr lang="en-GB"/>
        </a:p>
      </dgm:t>
    </dgm:pt>
    <dgm:pt modelId="{D0992870-1AF8-430D-8005-4A5EE489E735}">
      <dgm:prSet/>
      <dgm:spPr/>
      <dgm:t>
        <a:bodyPr/>
        <a:lstStyle/>
        <a:p>
          <a:r>
            <a:rPr lang="en-GB">
              <a:solidFill>
                <a:schemeClr val="tx2"/>
              </a:solidFill>
            </a:rPr>
            <a:t>Section 2</a:t>
          </a:r>
          <a:endParaRPr lang="en-GB" dirty="0">
            <a:solidFill>
              <a:schemeClr val="tx2"/>
            </a:solidFill>
          </a:endParaRPr>
        </a:p>
      </dgm:t>
    </dgm:pt>
    <dgm:pt modelId="{6A33A1A0-DA22-43EE-B387-338E7C3DEDA2}" type="parTrans" cxnId="{77FB2CA8-7C1F-4043-A0DA-9A5998B9615A}">
      <dgm:prSet/>
      <dgm:spPr/>
      <dgm:t>
        <a:bodyPr/>
        <a:lstStyle/>
        <a:p>
          <a:endParaRPr lang="en-GB"/>
        </a:p>
      </dgm:t>
    </dgm:pt>
    <dgm:pt modelId="{EF6B013A-7783-48C1-A7B7-3AED5C640A5C}" type="sibTrans" cxnId="{77FB2CA8-7C1F-4043-A0DA-9A5998B9615A}">
      <dgm:prSet/>
      <dgm:spPr/>
      <dgm:t>
        <a:bodyPr/>
        <a:lstStyle/>
        <a:p>
          <a:endParaRPr lang="en-GB"/>
        </a:p>
      </dgm:t>
    </dgm:pt>
    <dgm:pt modelId="{E9993493-9248-408D-93C1-13A8B8DBE332}">
      <dgm:prSet/>
      <dgm:spPr/>
      <dgm:t>
        <a:bodyPr/>
        <a:lstStyle/>
        <a:p>
          <a:r>
            <a:rPr lang="en-GB" dirty="0"/>
            <a:t>Unauthorised access with intent to commit or facilitate commission of further offences</a:t>
          </a:r>
        </a:p>
      </dgm:t>
    </dgm:pt>
    <dgm:pt modelId="{504362FB-3331-43D8-BC45-953B0EFEB684}" type="parTrans" cxnId="{260BA46E-0349-46CA-AF34-B73ADFAE5897}">
      <dgm:prSet/>
      <dgm:spPr/>
      <dgm:t>
        <a:bodyPr/>
        <a:lstStyle/>
        <a:p>
          <a:endParaRPr lang="en-GB"/>
        </a:p>
      </dgm:t>
    </dgm:pt>
    <dgm:pt modelId="{C7E34D07-5598-4D5E-ACF7-866FA7C47939}" type="sibTrans" cxnId="{260BA46E-0349-46CA-AF34-B73ADFAE5897}">
      <dgm:prSet/>
      <dgm:spPr/>
      <dgm:t>
        <a:bodyPr/>
        <a:lstStyle/>
        <a:p>
          <a:endParaRPr lang="en-GB"/>
        </a:p>
      </dgm:t>
    </dgm:pt>
    <dgm:pt modelId="{57A3D313-1A63-4528-AB30-209C7127AB90}">
      <dgm:prSet/>
      <dgm:spPr/>
      <dgm:t>
        <a:bodyPr/>
        <a:lstStyle/>
        <a:p>
          <a:r>
            <a:rPr lang="en-GB" dirty="0"/>
            <a:t>Section 3</a:t>
          </a:r>
        </a:p>
      </dgm:t>
    </dgm:pt>
    <dgm:pt modelId="{54A9D0AC-1EE1-46D4-9799-F4C2ACF1DB85}" type="parTrans" cxnId="{C0224A64-8BA8-4D97-A9B8-1DDD8F4638C6}">
      <dgm:prSet/>
      <dgm:spPr/>
      <dgm:t>
        <a:bodyPr/>
        <a:lstStyle/>
        <a:p>
          <a:endParaRPr lang="en-GB"/>
        </a:p>
      </dgm:t>
    </dgm:pt>
    <dgm:pt modelId="{85E45252-1907-465C-AD25-8082863FD068}" type="sibTrans" cxnId="{C0224A64-8BA8-4D97-A9B8-1DDD8F4638C6}">
      <dgm:prSet/>
      <dgm:spPr/>
      <dgm:t>
        <a:bodyPr/>
        <a:lstStyle/>
        <a:p>
          <a:endParaRPr lang="en-GB"/>
        </a:p>
      </dgm:t>
    </dgm:pt>
    <dgm:pt modelId="{DF1883BB-FF25-470B-9AD7-B6ED2757F9B1}">
      <dgm:prSet/>
      <dgm:spPr/>
      <dgm:t>
        <a:bodyPr/>
        <a:lstStyle/>
        <a:p>
          <a:r>
            <a:rPr lang="en-GB" dirty="0"/>
            <a:t>Unauthorised acts with intent to impair, or with recklessness as to impairing operation of computer</a:t>
          </a:r>
        </a:p>
      </dgm:t>
    </dgm:pt>
    <dgm:pt modelId="{F77DD792-4774-45C5-AD8C-80E3FC196CF2}" type="parTrans" cxnId="{33FE8955-8CF7-4860-81F8-70978CE72B3A}">
      <dgm:prSet/>
      <dgm:spPr/>
      <dgm:t>
        <a:bodyPr/>
        <a:lstStyle/>
        <a:p>
          <a:endParaRPr lang="en-GB"/>
        </a:p>
      </dgm:t>
    </dgm:pt>
    <dgm:pt modelId="{464759A5-49A8-4946-B0DE-55C6BF81D660}" type="sibTrans" cxnId="{33FE8955-8CF7-4860-81F8-70978CE72B3A}">
      <dgm:prSet/>
      <dgm:spPr/>
      <dgm:t>
        <a:bodyPr/>
        <a:lstStyle/>
        <a:p>
          <a:endParaRPr lang="en-GB"/>
        </a:p>
      </dgm:t>
    </dgm:pt>
    <dgm:pt modelId="{B89D07D4-5418-4EC6-AE1E-655E6769F0FD}">
      <dgm:prSet/>
      <dgm:spPr/>
      <dgm:t>
        <a:bodyPr/>
        <a:lstStyle/>
        <a:p>
          <a:r>
            <a:rPr lang="en-GB" dirty="0"/>
            <a:t>Section 3ZA</a:t>
          </a:r>
        </a:p>
      </dgm:t>
    </dgm:pt>
    <dgm:pt modelId="{166E68FE-ED38-44DE-95E9-BA9BE5F7E982}" type="parTrans" cxnId="{D16E8043-B30B-466B-97F9-B15134CD6707}">
      <dgm:prSet/>
      <dgm:spPr/>
      <dgm:t>
        <a:bodyPr/>
        <a:lstStyle/>
        <a:p>
          <a:endParaRPr lang="en-GB"/>
        </a:p>
      </dgm:t>
    </dgm:pt>
    <dgm:pt modelId="{035D1302-0622-462D-81B6-1005F8823834}" type="sibTrans" cxnId="{D16E8043-B30B-466B-97F9-B15134CD6707}">
      <dgm:prSet/>
      <dgm:spPr/>
      <dgm:t>
        <a:bodyPr/>
        <a:lstStyle/>
        <a:p>
          <a:endParaRPr lang="en-GB"/>
        </a:p>
      </dgm:t>
    </dgm:pt>
    <dgm:pt modelId="{4FEA42ED-3E01-4E4D-8CDE-C0030E7A97AD}">
      <dgm:prSet/>
      <dgm:spPr/>
      <dgm:t>
        <a:bodyPr/>
        <a:lstStyle/>
        <a:p>
          <a:r>
            <a:rPr lang="en-GB" dirty="0"/>
            <a:t>Unauthorised acts causing, or creating risk of, serious damage</a:t>
          </a:r>
        </a:p>
      </dgm:t>
    </dgm:pt>
    <dgm:pt modelId="{EEDB8B73-61B2-4803-A6E5-37E7816EBC88}" type="parTrans" cxnId="{F19C6438-88A8-4D4D-9837-63E8B1993D6D}">
      <dgm:prSet/>
      <dgm:spPr/>
      <dgm:t>
        <a:bodyPr/>
        <a:lstStyle/>
        <a:p>
          <a:endParaRPr lang="en-GB"/>
        </a:p>
      </dgm:t>
    </dgm:pt>
    <dgm:pt modelId="{16B871B3-2520-47EC-896F-858EDBB3C094}" type="sibTrans" cxnId="{F19C6438-88A8-4D4D-9837-63E8B1993D6D}">
      <dgm:prSet/>
      <dgm:spPr/>
      <dgm:t>
        <a:bodyPr/>
        <a:lstStyle/>
        <a:p>
          <a:endParaRPr lang="en-GB"/>
        </a:p>
      </dgm:t>
    </dgm:pt>
    <dgm:pt modelId="{3635580A-38A9-4FDB-8713-27EB2E8A5DF0}">
      <dgm:prSet/>
      <dgm:spPr/>
      <dgm:t>
        <a:bodyPr/>
        <a:lstStyle/>
        <a:p>
          <a:r>
            <a:rPr lang="en-GB" dirty="0">
              <a:solidFill>
                <a:schemeClr val="tx2"/>
              </a:solidFill>
            </a:rPr>
            <a:t>Section 3A</a:t>
          </a:r>
        </a:p>
      </dgm:t>
    </dgm:pt>
    <dgm:pt modelId="{466B60D5-9695-4084-B30A-3CC1DF3CA47C}" type="parTrans" cxnId="{1FF95C1D-5CAB-4C7F-90B0-F7669AB1CBC3}">
      <dgm:prSet/>
      <dgm:spPr/>
      <dgm:t>
        <a:bodyPr/>
        <a:lstStyle/>
        <a:p>
          <a:endParaRPr lang="en-GB"/>
        </a:p>
      </dgm:t>
    </dgm:pt>
    <dgm:pt modelId="{88993E1F-9186-4DF6-B8C1-9718DF0F07ED}" type="sibTrans" cxnId="{1FF95C1D-5CAB-4C7F-90B0-F7669AB1CBC3}">
      <dgm:prSet/>
      <dgm:spPr/>
      <dgm:t>
        <a:bodyPr/>
        <a:lstStyle/>
        <a:p>
          <a:endParaRPr lang="en-GB"/>
        </a:p>
      </dgm:t>
    </dgm:pt>
    <dgm:pt modelId="{B339D8DA-EE78-402C-AB2D-0ABD8BFE7814}">
      <dgm:prSet/>
      <dgm:spPr/>
      <dgm:t>
        <a:bodyPr/>
        <a:lstStyle/>
        <a:p>
          <a:r>
            <a:rPr lang="en-GB" dirty="0"/>
            <a:t>Making, supplying or obtaining articles for use in another CMA offence</a:t>
          </a:r>
        </a:p>
      </dgm:t>
    </dgm:pt>
    <dgm:pt modelId="{19FC4E62-1042-45E3-92C2-B96F39BD8B1F}" type="parTrans" cxnId="{87CA85A1-318E-40BD-9EBB-B9FA00AA17E4}">
      <dgm:prSet/>
      <dgm:spPr/>
      <dgm:t>
        <a:bodyPr/>
        <a:lstStyle/>
        <a:p>
          <a:endParaRPr lang="en-GB"/>
        </a:p>
      </dgm:t>
    </dgm:pt>
    <dgm:pt modelId="{B8E24D4B-2379-42B4-904F-4A465E2FA799}" type="sibTrans" cxnId="{87CA85A1-318E-40BD-9EBB-B9FA00AA17E4}">
      <dgm:prSet/>
      <dgm:spPr/>
      <dgm:t>
        <a:bodyPr/>
        <a:lstStyle/>
        <a:p>
          <a:endParaRPr lang="en-GB"/>
        </a:p>
      </dgm:t>
    </dgm:pt>
    <dgm:pt modelId="{594F4286-464C-4B27-99E3-394A04EA4632}" type="pres">
      <dgm:prSet presAssocID="{D3E2A945-FFFE-4062-A4EF-53AF43C357F7}" presName="linear" presStyleCnt="0">
        <dgm:presLayoutVars>
          <dgm:dir/>
          <dgm:animLvl val="lvl"/>
          <dgm:resizeHandles val="exact"/>
        </dgm:presLayoutVars>
      </dgm:prSet>
      <dgm:spPr/>
    </dgm:pt>
    <dgm:pt modelId="{5CB692BF-9AEB-439C-AC41-D1E53DA52E4C}" type="pres">
      <dgm:prSet presAssocID="{27049915-8F7F-4065-87F4-AF919DFA51B9}" presName="parentLin" presStyleCnt="0"/>
      <dgm:spPr/>
    </dgm:pt>
    <dgm:pt modelId="{E5CA59C5-AF36-41EA-A810-92196E43B871}" type="pres">
      <dgm:prSet presAssocID="{27049915-8F7F-4065-87F4-AF919DFA51B9}" presName="parentLeftMargin" presStyleLbl="node1" presStyleIdx="0" presStyleCnt="5"/>
      <dgm:spPr/>
    </dgm:pt>
    <dgm:pt modelId="{018AEFA9-9B51-4160-91B3-528084DA1D37}" type="pres">
      <dgm:prSet presAssocID="{27049915-8F7F-4065-87F4-AF919DFA51B9}" presName="parentText" presStyleLbl="node1" presStyleIdx="0" presStyleCnt="5">
        <dgm:presLayoutVars>
          <dgm:chMax val="0"/>
          <dgm:bulletEnabled val="1"/>
        </dgm:presLayoutVars>
      </dgm:prSet>
      <dgm:spPr/>
    </dgm:pt>
    <dgm:pt modelId="{88832095-BEDD-438C-819D-D36F7ED39943}" type="pres">
      <dgm:prSet presAssocID="{27049915-8F7F-4065-87F4-AF919DFA51B9}" presName="negativeSpace" presStyleCnt="0"/>
      <dgm:spPr/>
    </dgm:pt>
    <dgm:pt modelId="{8B5F5239-FD75-4230-9C04-4E01EDF9A7C3}" type="pres">
      <dgm:prSet presAssocID="{27049915-8F7F-4065-87F4-AF919DFA51B9}" presName="childText" presStyleLbl="conFgAcc1" presStyleIdx="0" presStyleCnt="5">
        <dgm:presLayoutVars>
          <dgm:bulletEnabled val="1"/>
        </dgm:presLayoutVars>
      </dgm:prSet>
      <dgm:spPr/>
    </dgm:pt>
    <dgm:pt modelId="{64E7343A-DC9A-4D6A-9BD8-53284D1E3D86}" type="pres">
      <dgm:prSet presAssocID="{2E9FC4A6-57F2-4DE7-82B8-12B594A1CD77}" presName="spaceBetweenRectangles" presStyleCnt="0"/>
      <dgm:spPr/>
    </dgm:pt>
    <dgm:pt modelId="{289281CC-40C0-46D8-95ED-D385CF481150}" type="pres">
      <dgm:prSet presAssocID="{D0992870-1AF8-430D-8005-4A5EE489E735}" presName="parentLin" presStyleCnt="0"/>
      <dgm:spPr/>
    </dgm:pt>
    <dgm:pt modelId="{614F7974-B50F-425D-8CFF-54C543392B09}" type="pres">
      <dgm:prSet presAssocID="{D0992870-1AF8-430D-8005-4A5EE489E735}" presName="parentLeftMargin" presStyleLbl="node1" presStyleIdx="0" presStyleCnt="5"/>
      <dgm:spPr/>
    </dgm:pt>
    <dgm:pt modelId="{AFA45485-923A-491D-A90D-98C7D481FA86}" type="pres">
      <dgm:prSet presAssocID="{D0992870-1AF8-430D-8005-4A5EE489E735}" presName="parentText" presStyleLbl="node1" presStyleIdx="1" presStyleCnt="5">
        <dgm:presLayoutVars>
          <dgm:chMax val="0"/>
          <dgm:bulletEnabled val="1"/>
        </dgm:presLayoutVars>
      </dgm:prSet>
      <dgm:spPr/>
    </dgm:pt>
    <dgm:pt modelId="{B9B8A074-A485-40DF-9925-94865D1C1C9C}" type="pres">
      <dgm:prSet presAssocID="{D0992870-1AF8-430D-8005-4A5EE489E735}" presName="negativeSpace" presStyleCnt="0"/>
      <dgm:spPr/>
    </dgm:pt>
    <dgm:pt modelId="{3B5F12BE-C162-4D33-94EF-AEE277D3EDC1}" type="pres">
      <dgm:prSet presAssocID="{D0992870-1AF8-430D-8005-4A5EE489E735}" presName="childText" presStyleLbl="conFgAcc1" presStyleIdx="1" presStyleCnt="5">
        <dgm:presLayoutVars>
          <dgm:bulletEnabled val="1"/>
        </dgm:presLayoutVars>
      </dgm:prSet>
      <dgm:spPr/>
    </dgm:pt>
    <dgm:pt modelId="{66B93A57-8C8C-4841-AFA2-38513D8AE43D}" type="pres">
      <dgm:prSet presAssocID="{EF6B013A-7783-48C1-A7B7-3AED5C640A5C}" presName="spaceBetweenRectangles" presStyleCnt="0"/>
      <dgm:spPr/>
    </dgm:pt>
    <dgm:pt modelId="{9284629F-E9A5-404D-8F60-38C455F9B50A}" type="pres">
      <dgm:prSet presAssocID="{57A3D313-1A63-4528-AB30-209C7127AB90}" presName="parentLin" presStyleCnt="0"/>
      <dgm:spPr/>
    </dgm:pt>
    <dgm:pt modelId="{E8A42941-58BA-489C-BE3F-92F2119D3B83}" type="pres">
      <dgm:prSet presAssocID="{57A3D313-1A63-4528-AB30-209C7127AB90}" presName="parentLeftMargin" presStyleLbl="node1" presStyleIdx="1" presStyleCnt="5"/>
      <dgm:spPr/>
    </dgm:pt>
    <dgm:pt modelId="{D5AA2391-F9ED-4BC1-B5D0-949DC18404A5}" type="pres">
      <dgm:prSet presAssocID="{57A3D313-1A63-4528-AB30-209C7127AB90}" presName="parentText" presStyleLbl="node1" presStyleIdx="2" presStyleCnt="5">
        <dgm:presLayoutVars>
          <dgm:chMax val="0"/>
          <dgm:bulletEnabled val="1"/>
        </dgm:presLayoutVars>
      </dgm:prSet>
      <dgm:spPr/>
    </dgm:pt>
    <dgm:pt modelId="{4E389576-9A0E-4BB0-B44F-B51B5D5FFAB7}" type="pres">
      <dgm:prSet presAssocID="{57A3D313-1A63-4528-AB30-209C7127AB90}" presName="negativeSpace" presStyleCnt="0"/>
      <dgm:spPr/>
    </dgm:pt>
    <dgm:pt modelId="{A93B1369-15D7-4CDE-9CFF-28E7BB881764}" type="pres">
      <dgm:prSet presAssocID="{57A3D313-1A63-4528-AB30-209C7127AB90}" presName="childText" presStyleLbl="conFgAcc1" presStyleIdx="2" presStyleCnt="5">
        <dgm:presLayoutVars>
          <dgm:bulletEnabled val="1"/>
        </dgm:presLayoutVars>
      </dgm:prSet>
      <dgm:spPr/>
    </dgm:pt>
    <dgm:pt modelId="{43ADEE3C-04C1-4D9D-8BFE-1328CA4BD98E}" type="pres">
      <dgm:prSet presAssocID="{85E45252-1907-465C-AD25-8082863FD068}" presName="spaceBetweenRectangles" presStyleCnt="0"/>
      <dgm:spPr/>
    </dgm:pt>
    <dgm:pt modelId="{CB190765-6368-49D9-AB08-5BA559422095}" type="pres">
      <dgm:prSet presAssocID="{B89D07D4-5418-4EC6-AE1E-655E6769F0FD}" presName="parentLin" presStyleCnt="0"/>
      <dgm:spPr/>
    </dgm:pt>
    <dgm:pt modelId="{AB50D9CC-9A39-4565-95DF-A5428A39ED39}" type="pres">
      <dgm:prSet presAssocID="{B89D07D4-5418-4EC6-AE1E-655E6769F0FD}" presName="parentLeftMargin" presStyleLbl="node1" presStyleIdx="2" presStyleCnt="5"/>
      <dgm:spPr/>
    </dgm:pt>
    <dgm:pt modelId="{B858396E-E8A8-47B2-944B-BFC663295A48}" type="pres">
      <dgm:prSet presAssocID="{B89D07D4-5418-4EC6-AE1E-655E6769F0FD}" presName="parentText" presStyleLbl="node1" presStyleIdx="3" presStyleCnt="5">
        <dgm:presLayoutVars>
          <dgm:chMax val="0"/>
          <dgm:bulletEnabled val="1"/>
        </dgm:presLayoutVars>
      </dgm:prSet>
      <dgm:spPr/>
    </dgm:pt>
    <dgm:pt modelId="{DBDB68DA-9AC4-47B6-8AB1-F3D4CF2E798A}" type="pres">
      <dgm:prSet presAssocID="{B89D07D4-5418-4EC6-AE1E-655E6769F0FD}" presName="negativeSpace" presStyleCnt="0"/>
      <dgm:spPr/>
    </dgm:pt>
    <dgm:pt modelId="{69BF7AAC-466B-4501-BA52-2DFA6D98AF37}" type="pres">
      <dgm:prSet presAssocID="{B89D07D4-5418-4EC6-AE1E-655E6769F0FD}" presName="childText" presStyleLbl="conFgAcc1" presStyleIdx="3" presStyleCnt="5">
        <dgm:presLayoutVars>
          <dgm:bulletEnabled val="1"/>
        </dgm:presLayoutVars>
      </dgm:prSet>
      <dgm:spPr/>
    </dgm:pt>
    <dgm:pt modelId="{A0F29E0E-AF5E-4569-AC74-0CBB35967851}" type="pres">
      <dgm:prSet presAssocID="{035D1302-0622-462D-81B6-1005F8823834}" presName="spaceBetweenRectangles" presStyleCnt="0"/>
      <dgm:spPr/>
    </dgm:pt>
    <dgm:pt modelId="{6451CA00-12DF-423E-AFDE-C2744FD54604}" type="pres">
      <dgm:prSet presAssocID="{3635580A-38A9-4FDB-8713-27EB2E8A5DF0}" presName="parentLin" presStyleCnt="0"/>
      <dgm:spPr/>
    </dgm:pt>
    <dgm:pt modelId="{6C651CE9-C7A0-4C71-8EF0-79485857D5F1}" type="pres">
      <dgm:prSet presAssocID="{3635580A-38A9-4FDB-8713-27EB2E8A5DF0}" presName="parentLeftMargin" presStyleLbl="node1" presStyleIdx="3" presStyleCnt="5"/>
      <dgm:spPr/>
    </dgm:pt>
    <dgm:pt modelId="{347C5EC0-682B-4E64-AFB3-CB1EFF65302A}" type="pres">
      <dgm:prSet presAssocID="{3635580A-38A9-4FDB-8713-27EB2E8A5DF0}" presName="parentText" presStyleLbl="node1" presStyleIdx="4" presStyleCnt="5">
        <dgm:presLayoutVars>
          <dgm:chMax val="0"/>
          <dgm:bulletEnabled val="1"/>
        </dgm:presLayoutVars>
      </dgm:prSet>
      <dgm:spPr/>
    </dgm:pt>
    <dgm:pt modelId="{33940F20-3C6E-4E46-AD8C-B452A99AD590}" type="pres">
      <dgm:prSet presAssocID="{3635580A-38A9-4FDB-8713-27EB2E8A5DF0}" presName="negativeSpace" presStyleCnt="0"/>
      <dgm:spPr/>
    </dgm:pt>
    <dgm:pt modelId="{B38813E1-9A99-4FD1-B01A-C24F2404BDA5}" type="pres">
      <dgm:prSet presAssocID="{3635580A-38A9-4FDB-8713-27EB2E8A5DF0}" presName="childText" presStyleLbl="conFgAcc1" presStyleIdx="4" presStyleCnt="5">
        <dgm:presLayoutVars>
          <dgm:bulletEnabled val="1"/>
        </dgm:presLayoutVars>
      </dgm:prSet>
      <dgm:spPr/>
    </dgm:pt>
  </dgm:ptLst>
  <dgm:cxnLst>
    <dgm:cxn modelId="{96804107-7A3D-470D-A44B-0D8558393FDF}" type="presOf" srcId="{D0992870-1AF8-430D-8005-4A5EE489E735}" destId="{614F7974-B50F-425D-8CFF-54C543392B09}" srcOrd="0" destOrd="0" presId="urn:microsoft.com/office/officeart/2005/8/layout/list1"/>
    <dgm:cxn modelId="{1FF95C1D-5CAB-4C7F-90B0-F7669AB1CBC3}" srcId="{D3E2A945-FFFE-4062-A4EF-53AF43C357F7}" destId="{3635580A-38A9-4FDB-8713-27EB2E8A5DF0}" srcOrd="4" destOrd="0" parTransId="{466B60D5-9695-4084-B30A-3CC1DF3CA47C}" sibTransId="{88993E1F-9186-4DF6-B8C1-9718DF0F07ED}"/>
    <dgm:cxn modelId="{898B6E27-0F6C-4D88-8BB8-63E9CFCE0D3F}" type="presOf" srcId="{B339D8DA-EE78-402C-AB2D-0ABD8BFE7814}" destId="{B38813E1-9A99-4FD1-B01A-C24F2404BDA5}" srcOrd="0" destOrd="0" presId="urn:microsoft.com/office/officeart/2005/8/layout/list1"/>
    <dgm:cxn modelId="{5A863C2C-6354-4F09-86B6-115D822F1194}" type="presOf" srcId="{B89D07D4-5418-4EC6-AE1E-655E6769F0FD}" destId="{AB50D9CC-9A39-4565-95DF-A5428A39ED39}" srcOrd="0" destOrd="0" presId="urn:microsoft.com/office/officeart/2005/8/layout/list1"/>
    <dgm:cxn modelId="{B4368E36-CA5E-417D-927A-65011146BA77}" type="presOf" srcId="{3635580A-38A9-4FDB-8713-27EB2E8A5DF0}" destId="{6C651CE9-C7A0-4C71-8EF0-79485857D5F1}" srcOrd="0" destOrd="0" presId="urn:microsoft.com/office/officeart/2005/8/layout/list1"/>
    <dgm:cxn modelId="{F19C6438-88A8-4D4D-9837-63E8B1993D6D}" srcId="{B89D07D4-5418-4EC6-AE1E-655E6769F0FD}" destId="{4FEA42ED-3E01-4E4D-8CDE-C0030E7A97AD}" srcOrd="0" destOrd="0" parTransId="{EEDB8B73-61B2-4803-A6E5-37E7816EBC88}" sibTransId="{16B871B3-2520-47EC-896F-858EDBB3C094}"/>
    <dgm:cxn modelId="{8BFA2739-0997-44F4-B4FD-03ED99269E18}" type="presOf" srcId="{D0992870-1AF8-430D-8005-4A5EE489E735}" destId="{AFA45485-923A-491D-A90D-98C7D481FA86}" srcOrd="1" destOrd="0" presId="urn:microsoft.com/office/officeart/2005/8/layout/list1"/>
    <dgm:cxn modelId="{D16E8043-B30B-466B-97F9-B15134CD6707}" srcId="{D3E2A945-FFFE-4062-A4EF-53AF43C357F7}" destId="{B89D07D4-5418-4EC6-AE1E-655E6769F0FD}" srcOrd="3" destOrd="0" parTransId="{166E68FE-ED38-44DE-95E9-BA9BE5F7E982}" sibTransId="{035D1302-0622-462D-81B6-1005F8823834}"/>
    <dgm:cxn modelId="{C0224A64-8BA8-4D97-A9B8-1DDD8F4638C6}" srcId="{D3E2A945-FFFE-4062-A4EF-53AF43C357F7}" destId="{57A3D313-1A63-4528-AB30-209C7127AB90}" srcOrd="2" destOrd="0" parTransId="{54A9D0AC-1EE1-46D4-9799-F4C2ACF1DB85}" sibTransId="{85E45252-1907-465C-AD25-8082863FD068}"/>
    <dgm:cxn modelId="{6B7CD66C-8C2B-4BC6-B346-E3FB016D5425}" srcId="{D3E2A945-FFFE-4062-A4EF-53AF43C357F7}" destId="{27049915-8F7F-4065-87F4-AF919DFA51B9}" srcOrd="0" destOrd="0" parTransId="{7653AC33-58D4-45AF-A7AA-2BE587FDC061}" sibTransId="{2E9FC4A6-57F2-4DE7-82B8-12B594A1CD77}"/>
    <dgm:cxn modelId="{C94D504D-DB16-40E5-8DFD-D400C740EBDC}" type="presOf" srcId="{D3E2A945-FFFE-4062-A4EF-53AF43C357F7}" destId="{594F4286-464C-4B27-99E3-394A04EA4632}" srcOrd="0" destOrd="0" presId="urn:microsoft.com/office/officeart/2005/8/layout/list1"/>
    <dgm:cxn modelId="{260BA46E-0349-46CA-AF34-B73ADFAE5897}" srcId="{D0992870-1AF8-430D-8005-4A5EE489E735}" destId="{E9993493-9248-408D-93C1-13A8B8DBE332}" srcOrd="0" destOrd="0" parTransId="{504362FB-3331-43D8-BC45-953B0EFEB684}" sibTransId="{C7E34D07-5598-4D5E-ACF7-866FA7C47939}"/>
    <dgm:cxn modelId="{D61C014F-AA5B-4451-83A8-7516D6D009CF}" type="presOf" srcId="{57A3D313-1A63-4528-AB30-209C7127AB90}" destId="{D5AA2391-F9ED-4BC1-B5D0-949DC18404A5}" srcOrd="1" destOrd="0" presId="urn:microsoft.com/office/officeart/2005/8/layout/list1"/>
    <dgm:cxn modelId="{BF4E244F-C0FB-4EE8-9E95-1AD1B3249864}" type="presOf" srcId="{DF1883BB-FF25-470B-9AD7-B6ED2757F9B1}" destId="{A93B1369-15D7-4CDE-9CFF-28E7BB881764}" srcOrd="0" destOrd="0" presId="urn:microsoft.com/office/officeart/2005/8/layout/list1"/>
    <dgm:cxn modelId="{59985650-5136-4E34-9695-D3FCD97D1F59}" type="presOf" srcId="{B89D07D4-5418-4EC6-AE1E-655E6769F0FD}" destId="{B858396E-E8A8-47B2-944B-BFC663295A48}" srcOrd="1" destOrd="0" presId="urn:microsoft.com/office/officeart/2005/8/layout/list1"/>
    <dgm:cxn modelId="{33FE8955-8CF7-4860-81F8-70978CE72B3A}" srcId="{57A3D313-1A63-4528-AB30-209C7127AB90}" destId="{DF1883BB-FF25-470B-9AD7-B6ED2757F9B1}" srcOrd="0" destOrd="0" parTransId="{F77DD792-4774-45C5-AD8C-80E3FC196CF2}" sibTransId="{464759A5-49A8-4946-B0DE-55C6BF81D660}"/>
    <dgm:cxn modelId="{23763357-C279-414C-8DA9-20BD290732F1}" type="presOf" srcId="{27049915-8F7F-4065-87F4-AF919DFA51B9}" destId="{018AEFA9-9B51-4160-91B3-528084DA1D37}" srcOrd="1" destOrd="0" presId="urn:microsoft.com/office/officeart/2005/8/layout/list1"/>
    <dgm:cxn modelId="{787C9E78-85B8-46AB-8395-5D3C2087AA45}" srcId="{27049915-8F7F-4065-87F4-AF919DFA51B9}" destId="{C006238C-36BA-4CC3-8628-61D3C4CC49B5}" srcOrd="0" destOrd="0" parTransId="{AB991C18-C099-411A-86F4-811BC56F5E0B}" sibTransId="{999794BB-54FD-445A-A250-D9FF9192E556}"/>
    <dgm:cxn modelId="{BAA0ED78-5261-4BC3-8489-657F3F2C1187}" type="presOf" srcId="{C006238C-36BA-4CC3-8628-61D3C4CC49B5}" destId="{8B5F5239-FD75-4230-9C04-4E01EDF9A7C3}" srcOrd="0" destOrd="0" presId="urn:microsoft.com/office/officeart/2005/8/layout/list1"/>
    <dgm:cxn modelId="{87CA85A1-318E-40BD-9EBB-B9FA00AA17E4}" srcId="{3635580A-38A9-4FDB-8713-27EB2E8A5DF0}" destId="{B339D8DA-EE78-402C-AB2D-0ABD8BFE7814}" srcOrd="0" destOrd="0" parTransId="{19FC4E62-1042-45E3-92C2-B96F39BD8B1F}" sibTransId="{B8E24D4B-2379-42B4-904F-4A465E2FA799}"/>
    <dgm:cxn modelId="{E96FFAA5-FC44-47B8-8F54-906CD47A480A}" type="presOf" srcId="{4FEA42ED-3E01-4E4D-8CDE-C0030E7A97AD}" destId="{69BF7AAC-466B-4501-BA52-2DFA6D98AF37}" srcOrd="0" destOrd="0" presId="urn:microsoft.com/office/officeart/2005/8/layout/list1"/>
    <dgm:cxn modelId="{77FB2CA8-7C1F-4043-A0DA-9A5998B9615A}" srcId="{D3E2A945-FFFE-4062-A4EF-53AF43C357F7}" destId="{D0992870-1AF8-430D-8005-4A5EE489E735}" srcOrd="1" destOrd="0" parTransId="{6A33A1A0-DA22-43EE-B387-338E7C3DEDA2}" sibTransId="{EF6B013A-7783-48C1-A7B7-3AED5C640A5C}"/>
    <dgm:cxn modelId="{F229CAC3-B713-4A2A-B3C0-D86AFBA79D03}" type="presOf" srcId="{E9993493-9248-408D-93C1-13A8B8DBE332}" destId="{3B5F12BE-C162-4D33-94EF-AEE277D3EDC1}" srcOrd="0" destOrd="0" presId="urn:microsoft.com/office/officeart/2005/8/layout/list1"/>
    <dgm:cxn modelId="{708173CD-B74F-4D43-BBE1-9A35DF45A8A8}" type="presOf" srcId="{27049915-8F7F-4065-87F4-AF919DFA51B9}" destId="{E5CA59C5-AF36-41EA-A810-92196E43B871}" srcOrd="0" destOrd="0" presId="urn:microsoft.com/office/officeart/2005/8/layout/list1"/>
    <dgm:cxn modelId="{228922D9-844D-4994-995C-7C948C886864}" type="presOf" srcId="{57A3D313-1A63-4528-AB30-209C7127AB90}" destId="{E8A42941-58BA-489C-BE3F-92F2119D3B83}" srcOrd="0" destOrd="0" presId="urn:microsoft.com/office/officeart/2005/8/layout/list1"/>
    <dgm:cxn modelId="{5C95E3F1-87D5-4F42-BF3D-B6CDF98F3E5A}" type="presOf" srcId="{3635580A-38A9-4FDB-8713-27EB2E8A5DF0}" destId="{347C5EC0-682B-4E64-AFB3-CB1EFF65302A}" srcOrd="1" destOrd="0" presId="urn:microsoft.com/office/officeart/2005/8/layout/list1"/>
    <dgm:cxn modelId="{D2925595-5C85-4FF3-922B-A3E931B31E03}" type="presParOf" srcId="{594F4286-464C-4B27-99E3-394A04EA4632}" destId="{5CB692BF-9AEB-439C-AC41-D1E53DA52E4C}" srcOrd="0" destOrd="0" presId="urn:microsoft.com/office/officeart/2005/8/layout/list1"/>
    <dgm:cxn modelId="{C93E6BC1-2AEA-46DC-B79E-AFD611589E4D}" type="presParOf" srcId="{5CB692BF-9AEB-439C-AC41-D1E53DA52E4C}" destId="{E5CA59C5-AF36-41EA-A810-92196E43B871}" srcOrd="0" destOrd="0" presId="urn:microsoft.com/office/officeart/2005/8/layout/list1"/>
    <dgm:cxn modelId="{9D6EC2E9-23A9-4664-91A0-0CF6CF98A9C3}" type="presParOf" srcId="{5CB692BF-9AEB-439C-AC41-D1E53DA52E4C}" destId="{018AEFA9-9B51-4160-91B3-528084DA1D37}" srcOrd="1" destOrd="0" presId="urn:microsoft.com/office/officeart/2005/8/layout/list1"/>
    <dgm:cxn modelId="{FECAE5A3-2C9B-42C8-9FF2-9EE156717C8A}" type="presParOf" srcId="{594F4286-464C-4B27-99E3-394A04EA4632}" destId="{88832095-BEDD-438C-819D-D36F7ED39943}" srcOrd="1" destOrd="0" presId="urn:microsoft.com/office/officeart/2005/8/layout/list1"/>
    <dgm:cxn modelId="{CFBAD52C-27C8-46BD-BA4C-B8EDA9E818C0}" type="presParOf" srcId="{594F4286-464C-4B27-99E3-394A04EA4632}" destId="{8B5F5239-FD75-4230-9C04-4E01EDF9A7C3}" srcOrd="2" destOrd="0" presId="urn:microsoft.com/office/officeart/2005/8/layout/list1"/>
    <dgm:cxn modelId="{6C13D7A7-A00F-4243-AE7B-1DF0C919D7D4}" type="presParOf" srcId="{594F4286-464C-4B27-99E3-394A04EA4632}" destId="{64E7343A-DC9A-4D6A-9BD8-53284D1E3D86}" srcOrd="3" destOrd="0" presId="urn:microsoft.com/office/officeart/2005/8/layout/list1"/>
    <dgm:cxn modelId="{CF6B4D25-58C8-4848-9875-2975E8E41B9E}" type="presParOf" srcId="{594F4286-464C-4B27-99E3-394A04EA4632}" destId="{289281CC-40C0-46D8-95ED-D385CF481150}" srcOrd="4" destOrd="0" presId="urn:microsoft.com/office/officeart/2005/8/layout/list1"/>
    <dgm:cxn modelId="{C13AFB22-3AB9-42BD-B0AB-47F484B9B6A5}" type="presParOf" srcId="{289281CC-40C0-46D8-95ED-D385CF481150}" destId="{614F7974-B50F-425D-8CFF-54C543392B09}" srcOrd="0" destOrd="0" presId="urn:microsoft.com/office/officeart/2005/8/layout/list1"/>
    <dgm:cxn modelId="{9071BA92-F3BE-4254-A8D6-73DC4EDDED23}" type="presParOf" srcId="{289281CC-40C0-46D8-95ED-D385CF481150}" destId="{AFA45485-923A-491D-A90D-98C7D481FA86}" srcOrd="1" destOrd="0" presId="urn:microsoft.com/office/officeart/2005/8/layout/list1"/>
    <dgm:cxn modelId="{C6F5C0DC-AC77-4F11-AB08-5B55F67C6FFE}" type="presParOf" srcId="{594F4286-464C-4B27-99E3-394A04EA4632}" destId="{B9B8A074-A485-40DF-9925-94865D1C1C9C}" srcOrd="5" destOrd="0" presId="urn:microsoft.com/office/officeart/2005/8/layout/list1"/>
    <dgm:cxn modelId="{8731E33F-BD52-4966-A4CA-8A354999E133}" type="presParOf" srcId="{594F4286-464C-4B27-99E3-394A04EA4632}" destId="{3B5F12BE-C162-4D33-94EF-AEE277D3EDC1}" srcOrd="6" destOrd="0" presId="urn:microsoft.com/office/officeart/2005/8/layout/list1"/>
    <dgm:cxn modelId="{C6A6846C-47AA-4AFC-8197-1B50785A02CA}" type="presParOf" srcId="{594F4286-464C-4B27-99E3-394A04EA4632}" destId="{66B93A57-8C8C-4841-AFA2-38513D8AE43D}" srcOrd="7" destOrd="0" presId="urn:microsoft.com/office/officeart/2005/8/layout/list1"/>
    <dgm:cxn modelId="{50BCA553-8636-4A6D-AF55-18CA5E92C05F}" type="presParOf" srcId="{594F4286-464C-4B27-99E3-394A04EA4632}" destId="{9284629F-E9A5-404D-8F60-38C455F9B50A}" srcOrd="8" destOrd="0" presId="urn:microsoft.com/office/officeart/2005/8/layout/list1"/>
    <dgm:cxn modelId="{4500D756-30BD-48C0-8A43-E68061EFD740}" type="presParOf" srcId="{9284629F-E9A5-404D-8F60-38C455F9B50A}" destId="{E8A42941-58BA-489C-BE3F-92F2119D3B83}" srcOrd="0" destOrd="0" presId="urn:microsoft.com/office/officeart/2005/8/layout/list1"/>
    <dgm:cxn modelId="{05511E53-E3AF-46E2-9392-A59D918C3888}" type="presParOf" srcId="{9284629F-E9A5-404D-8F60-38C455F9B50A}" destId="{D5AA2391-F9ED-4BC1-B5D0-949DC18404A5}" srcOrd="1" destOrd="0" presId="urn:microsoft.com/office/officeart/2005/8/layout/list1"/>
    <dgm:cxn modelId="{427EB2F9-6585-4E85-94A3-41648955856E}" type="presParOf" srcId="{594F4286-464C-4B27-99E3-394A04EA4632}" destId="{4E389576-9A0E-4BB0-B44F-B51B5D5FFAB7}" srcOrd="9" destOrd="0" presId="urn:microsoft.com/office/officeart/2005/8/layout/list1"/>
    <dgm:cxn modelId="{C5025AA2-54C2-454A-B10C-7852678FCF12}" type="presParOf" srcId="{594F4286-464C-4B27-99E3-394A04EA4632}" destId="{A93B1369-15D7-4CDE-9CFF-28E7BB881764}" srcOrd="10" destOrd="0" presId="urn:microsoft.com/office/officeart/2005/8/layout/list1"/>
    <dgm:cxn modelId="{09B03BE9-5941-451A-907B-3605503D30F1}" type="presParOf" srcId="{594F4286-464C-4B27-99E3-394A04EA4632}" destId="{43ADEE3C-04C1-4D9D-8BFE-1328CA4BD98E}" srcOrd="11" destOrd="0" presId="urn:microsoft.com/office/officeart/2005/8/layout/list1"/>
    <dgm:cxn modelId="{9B741E81-6BE8-453A-A197-0376D9AB5789}" type="presParOf" srcId="{594F4286-464C-4B27-99E3-394A04EA4632}" destId="{CB190765-6368-49D9-AB08-5BA559422095}" srcOrd="12" destOrd="0" presId="urn:microsoft.com/office/officeart/2005/8/layout/list1"/>
    <dgm:cxn modelId="{CBA18A82-E787-4AA3-89FD-62BFECC0037F}" type="presParOf" srcId="{CB190765-6368-49D9-AB08-5BA559422095}" destId="{AB50D9CC-9A39-4565-95DF-A5428A39ED39}" srcOrd="0" destOrd="0" presId="urn:microsoft.com/office/officeart/2005/8/layout/list1"/>
    <dgm:cxn modelId="{571A4EB1-D073-4EB2-81DC-FFD52896F183}" type="presParOf" srcId="{CB190765-6368-49D9-AB08-5BA559422095}" destId="{B858396E-E8A8-47B2-944B-BFC663295A48}" srcOrd="1" destOrd="0" presId="urn:microsoft.com/office/officeart/2005/8/layout/list1"/>
    <dgm:cxn modelId="{2820D523-B3BA-4EEF-A1CF-9E6DBA6B8F9C}" type="presParOf" srcId="{594F4286-464C-4B27-99E3-394A04EA4632}" destId="{DBDB68DA-9AC4-47B6-8AB1-F3D4CF2E798A}" srcOrd="13" destOrd="0" presId="urn:microsoft.com/office/officeart/2005/8/layout/list1"/>
    <dgm:cxn modelId="{B50DA596-EDEB-44BC-A9B9-91DBA7156A7B}" type="presParOf" srcId="{594F4286-464C-4B27-99E3-394A04EA4632}" destId="{69BF7AAC-466B-4501-BA52-2DFA6D98AF37}" srcOrd="14" destOrd="0" presId="urn:microsoft.com/office/officeart/2005/8/layout/list1"/>
    <dgm:cxn modelId="{1649898F-8913-4BA2-8608-26E163C33A68}" type="presParOf" srcId="{594F4286-464C-4B27-99E3-394A04EA4632}" destId="{A0F29E0E-AF5E-4569-AC74-0CBB35967851}" srcOrd="15" destOrd="0" presId="urn:microsoft.com/office/officeart/2005/8/layout/list1"/>
    <dgm:cxn modelId="{EADEB5A0-D0CB-410A-A587-B8E57A332A4A}" type="presParOf" srcId="{594F4286-464C-4B27-99E3-394A04EA4632}" destId="{6451CA00-12DF-423E-AFDE-C2744FD54604}" srcOrd="16" destOrd="0" presId="urn:microsoft.com/office/officeart/2005/8/layout/list1"/>
    <dgm:cxn modelId="{B2CEBD06-791B-4DBB-AF1F-B2A1977CCA9E}" type="presParOf" srcId="{6451CA00-12DF-423E-AFDE-C2744FD54604}" destId="{6C651CE9-C7A0-4C71-8EF0-79485857D5F1}" srcOrd="0" destOrd="0" presId="urn:microsoft.com/office/officeart/2005/8/layout/list1"/>
    <dgm:cxn modelId="{4D3817EF-A6DC-4F5A-9688-4DE4E810E479}" type="presParOf" srcId="{6451CA00-12DF-423E-AFDE-C2744FD54604}" destId="{347C5EC0-682B-4E64-AFB3-CB1EFF65302A}" srcOrd="1" destOrd="0" presId="urn:microsoft.com/office/officeart/2005/8/layout/list1"/>
    <dgm:cxn modelId="{B663B361-38B5-48DE-A466-9B258D9878E5}" type="presParOf" srcId="{594F4286-464C-4B27-99E3-394A04EA4632}" destId="{33940F20-3C6E-4E46-AD8C-B452A99AD590}" srcOrd="17" destOrd="0" presId="urn:microsoft.com/office/officeart/2005/8/layout/list1"/>
    <dgm:cxn modelId="{6BB04D46-2E71-4BA1-9CED-4BB015AD6018}" type="presParOf" srcId="{594F4286-464C-4B27-99E3-394A04EA4632}" destId="{B38813E1-9A99-4FD1-B01A-C24F2404BDA5}" srcOrd="18"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B7181579-19D7-4D70-8559-0071FD08D5F0}" type="doc">
      <dgm:prSet loTypeId="urn:microsoft.com/office/officeart/2005/8/layout/lProcess2" loCatId="list" qsTypeId="urn:microsoft.com/office/officeart/2005/8/quickstyle/simple1" qsCatId="simple" csTypeId="urn:microsoft.com/office/officeart/2005/8/colors/colorful1" csCatId="colorful" phldr="1"/>
      <dgm:spPr/>
      <dgm:t>
        <a:bodyPr/>
        <a:lstStyle/>
        <a:p>
          <a:endParaRPr lang="en-GB"/>
        </a:p>
      </dgm:t>
    </dgm:pt>
    <dgm:pt modelId="{A2EE7EA0-F331-4829-B6BC-F13DD56EB602}">
      <dgm:prSet phldrT="[Text]"/>
      <dgm:spPr/>
      <dgm:t>
        <a:bodyPr/>
        <a:lstStyle/>
        <a:p>
          <a:r>
            <a:rPr lang="en-GB" dirty="0"/>
            <a:t>Section 1:</a:t>
          </a:r>
        </a:p>
      </dgm:t>
    </dgm:pt>
    <dgm:pt modelId="{FA90BEAD-246C-4066-B9B0-B4EDD9D47410}" type="parTrans" cxnId="{0DA2A76F-B478-4280-8B36-80A2FA2DD573}">
      <dgm:prSet/>
      <dgm:spPr/>
      <dgm:t>
        <a:bodyPr/>
        <a:lstStyle/>
        <a:p>
          <a:endParaRPr lang="en-GB"/>
        </a:p>
      </dgm:t>
    </dgm:pt>
    <dgm:pt modelId="{934268D5-F302-4AE1-A650-FB9BB73E86BE}" type="sibTrans" cxnId="{0DA2A76F-B478-4280-8B36-80A2FA2DD573}">
      <dgm:prSet/>
      <dgm:spPr/>
      <dgm:t>
        <a:bodyPr/>
        <a:lstStyle/>
        <a:p>
          <a:endParaRPr lang="en-GB"/>
        </a:p>
      </dgm:t>
    </dgm:pt>
    <dgm:pt modelId="{384C1B5A-3630-4975-A1E9-A0C8111ABF9D}">
      <dgm:prSet/>
      <dgm:spPr/>
      <dgm:t>
        <a:bodyPr/>
        <a:lstStyle/>
        <a:p>
          <a:r>
            <a:rPr lang="en-GB" dirty="0"/>
            <a:t>Section 2</a:t>
          </a:r>
        </a:p>
      </dgm:t>
    </dgm:pt>
    <dgm:pt modelId="{7DD9E757-0CBC-4455-8221-EE47DFFCEF43}" type="parTrans" cxnId="{991E76C4-9059-4FAC-99FA-3EE99AAC8237}">
      <dgm:prSet/>
      <dgm:spPr/>
      <dgm:t>
        <a:bodyPr/>
        <a:lstStyle/>
        <a:p>
          <a:endParaRPr lang="en-GB"/>
        </a:p>
      </dgm:t>
    </dgm:pt>
    <dgm:pt modelId="{A58C83CC-AE51-4CF1-94B9-0807D53DDA80}" type="sibTrans" cxnId="{991E76C4-9059-4FAC-99FA-3EE99AAC8237}">
      <dgm:prSet/>
      <dgm:spPr/>
      <dgm:t>
        <a:bodyPr/>
        <a:lstStyle/>
        <a:p>
          <a:endParaRPr lang="en-GB"/>
        </a:p>
      </dgm:t>
    </dgm:pt>
    <dgm:pt modelId="{1438AF7D-66CE-4635-B33C-BDD2965307E6}">
      <dgm:prSet/>
      <dgm:spPr/>
      <dgm:t>
        <a:bodyPr/>
        <a:lstStyle/>
        <a:p>
          <a:r>
            <a:rPr lang="en-GB" dirty="0"/>
            <a:t>Section 3</a:t>
          </a:r>
        </a:p>
      </dgm:t>
    </dgm:pt>
    <dgm:pt modelId="{FA1E6B87-0B6C-4A0A-8372-F68EC67DEFF4}" type="parTrans" cxnId="{0FF3475F-9464-4131-9106-7A8B7BC33D5D}">
      <dgm:prSet/>
      <dgm:spPr/>
      <dgm:t>
        <a:bodyPr/>
        <a:lstStyle/>
        <a:p>
          <a:endParaRPr lang="en-GB"/>
        </a:p>
      </dgm:t>
    </dgm:pt>
    <dgm:pt modelId="{5C0056BB-8A16-4EA8-893B-D61A0F1D1636}" type="sibTrans" cxnId="{0FF3475F-9464-4131-9106-7A8B7BC33D5D}">
      <dgm:prSet/>
      <dgm:spPr/>
      <dgm:t>
        <a:bodyPr/>
        <a:lstStyle/>
        <a:p>
          <a:endParaRPr lang="en-GB"/>
        </a:p>
      </dgm:t>
    </dgm:pt>
    <dgm:pt modelId="{F0F2019A-7E85-4652-8BE8-E0DD54DB78EF}">
      <dgm:prSet/>
      <dgm:spPr/>
      <dgm:t>
        <a:bodyPr/>
        <a:lstStyle/>
        <a:p>
          <a:r>
            <a:rPr lang="en-GB" dirty="0"/>
            <a:t>Section 3ZA</a:t>
          </a:r>
        </a:p>
      </dgm:t>
    </dgm:pt>
    <dgm:pt modelId="{F7F818DA-DE9F-4B9F-B388-B217E52B4899}" type="parTrans" cxnId="{01E6419C-BCA2-47A4-8C88-E1DDF21C2A78}">
      <dgm:prSet/>
      <dgm:spPr/>
      <dgm:t>
        <a:bodyPr/>
        <a:lstStyle/>
        <a:p>
          <a:endParaRPr lang="en-GB"/>
        </a:p>
      </dgm:t>
    </dgm:pt>
    <dgm:pt modelId="{E6DE51E0-2E28-4E4C-8215-965A6E8D2562}" type="sibTrans" cxnId="{01E6419C-BCA2-47A4-8C88-E1DDF21C2A78}">
      <dgm:prSet/>
      <dgm:spPr/>
      <dgm:t>
        <a:bodyPr/>
        <a:lstStyle/>
        <a:p>
          <a:endParaRPr lang="en-GB"/>
        </a:p>
      </dgm:t>
    </dgm:pt>
    <dgm:pt modelId="{C8DD1E54-3671-49CD-9F8B-C111001E86DF}">
      <dgm:prSet/>
      <dgm:spPr/>
      <dgm:t>
        <a:bodyPr/>
        <a:lstStyle/>
        <a:p>
          <a:r>
            <a:rPr lang="en-GB" dirty="0"/>
            <a:t>Section 3A</a:t>
          </a:r>
        </a:p>
      </dgm:t>
    </dgm:pt>
    <dgm:pt modelId="{F9B045ED-DF52-4824-BAC7-EB56042A14D1}" type="parTrans" cxnId="{AF2900EF-F272-4C62-90E8-82E748F3429D}">
      <dgm:prSet/>
      <dgm:spPr/>
      <dgm:t>
        <a:bodyPr/>
        <a:lstStyle/>
        <a:p>
          <a:endParaRPr lang="en-GB"/>
        </a:p>
      </dgm:t>
    </dgm:pt>
    <dgm:pt modelId="{29074CD2-E192-441C-8191-D90B40C34028}" type="sibTrans" cxnId="{AF2900EF-F272-4C62-90E8-82E748F3429D}">
      <dgm:prSet/>
      <dgm:spPr/>
      <dgm:t>
        <a:bodyPr/>
        <a:lstStyle/>
        <a:p>
          <a:endParaRPr lang="en-GB"/>
        </a:p>
      </dgm:t>
    </dgm:pt>
    <dgm:pt modelId="{E6410A22-4C62-40D1-8C25-9B4B8FA0211E}">
      <dgm:prSet phldrT="[Text]"/>
      <dgm:spPr/>
      <dgm:t>
        <a:bodyPr/>
        <a:lstStyle/>
        <a:p>
          <a:r>
            <a:rPr lang="en-GB"/>
            <a:t>Unauthorised access to computer material</a:t>
          </a:r>
        </a:p>
      </dgm:t>
    </dgm:pt>
    <dgm:pt modelId="{D8976CA4-C356-4403-9D37-66E5688522D6}" type="parTrans" cxnId="{7D53BD9E-1D97-43F8-AAD3-46C441281E73}">
      <dgm:prSet/>
      <dgm:spPr/>
      <dgm:t>
        <a:bodyPr/>
        <a:lstStyle/>
        <a:p>
          <a:endParaRPr lang="en-GB"/>
        </a:p>
      </dgm:t>
    </dgm:pt>
    <dgm:pt modelId="{449CAD54-99CC-4EB4-9715-469D5863FF1E}" type="sibTrans" cxnId="{7D53BD9E-1D97-43F8-AAD3-46C441281E73}">
      <dgm:prSet/>
      <dgm:spPr/>
      <dgm:t>
        <a:bodyPr/>
        <a:lstStyle/>
        <a:p>
          <a:endParaRPr lang="en-GB"/>
        </a:p>
      </dgm:t>
    </dgm:pt>
    <dgm:pt modelId="{D5C1A580-C9D5-49FC-9AF1-3A1902E1B964}">
      <dgm:prSet/>
      <dgm:spPr/>
      <dgm:t>
        <a:bodyPr/>
        <a:lstStyle/>
        <a:p>
          <a:r>
            <a:rPr lang="en-GB">
              <a:solidFill>
                <a:schemeClr val="tx2"/>
              </a:solidFill>
            </a:rPr>
            <a:t>Unauthorised access with intent to commit or facilitate commission of further offences</a:t>
          </a:r>
          <a:endParaRPr lang="en-GB" dirty="0">
            <a:solidFill>
              <a:schemeClr val="tx2"/>
            </a:solidFill>
          </a:endParaRPr>
        </a:p>
      </dgm:t>
    </dgm:pt>
    <dgm:pt modelId="{6265DB14-528A-497A-8A42-CF907DCA035C}" type="parTrans" cxnId="{84835A8A-B830-482E-9221-72184390C209}">
      <dgm:prSet/>
      <dgm:spPr/>
      <dgm:t>
        <a:bodyPr/>
        <a:lstStyle/>
        <a:p>
          <a:endParaRPr lang="en-GB"/>
        </a:p>
      </dgm:t>
    </dgm:pt>
    <dgm:pt modelId="{8028E429-34E1-49D8-981C-A41E88CC1698}" type="sibTrans" cxnId="{84835A8A-B830-482E-9221-72184390C209}">
      <dgm:prSet/>
      <dgm:spPr/>
      <dgm:t>
        <a:bodyPr/>
        <a:lstStyle/>
        <a:p>
          <a:endParaRPr lang="en-GB"/>
        </a:p>
      </dgm:t>
    </dgm:pt>
    <dgm:pt modelId="{FD080D84-634E-4394-AFBA-99E27BAC6109}">
      <dgm:prSet/>
      <dgm:spPr/>
      <dgm:t>
        <a:bodyPr/>
        <a:lstStyle/>
        <a:p>
          <a:r>
            <a:rPr lang="en-GB"/>
            <a:t>Unauthorised </a:t>
          </a:r>
          <a:r>
            <a:rPr lang="en-GB" dirty="0"/>
            <a:t>acts with intent to impair, or with recklessness as to impairing operation of computer</a:t>
          </a:r>
        </a:p>
      </dgm:t>
    </dgm:pt>
    <dgm:pt modelId="{0BBDA42B-8C59-4AEA-AC53-8F6DFAD86A5A}" type="parTrans" cxnId="{BF0F74EE-49E4-4BBB-9A95-134578F4ECF6}">
      <dgm:prSet/>
      <dgm:spPr/>
      <dgm:t>
        <a:bodyPr/>
        <a:lstStyle/>
        <a:p>
          <a:endParaRPr lang="en-GB"/>
        </a:p>
      </dgm:t>
    </dgm:pt>
    <dgm:pt modelId="{700C64F5-C9D5-470E-A32C-45478C0694E3}" type="sibTrans" cxnId="{BF0F74EE-49E4-4BBB-9A95-134578F4ECF6}">
      <dgm:prSet/>
      <dgm:spPr/>
      <dgm:t>
        <a:bodyPr/>
        <a:lstStyle/>
        <a:p>
          <a:endParaRPr lang="en-GB"/>
        </a:p>
      </dgm:t>
    </dgm:pt>
    <dgm:pt modelId="{563E22F4-0EEA-4BF3-9958-9DFD98BA863D}">
      <dgm:prSet/>
      <dgm:spPr/>
      <dgm:t>
        <a:bodyPr/>
        <a:lstStyle/>
        <a:p>
          <a:r>
            <a:rPr lang="en-GB"/>
            <a:t>Unauthorised </a:t>
          </a:r>
          <a:r>
            <a:rPr lang="en-GB" dirty="0"/>
            <a:t>acts causing, or creating risk of, serious damage</a:t>
          </a:r>
        </a:p>
      </dgm:t>
    </dgm:pt>
    <dgm:pt modelId="{0D9B7C85-E765-46CC-A704-08752FAD767F}" type="parTrans" cxnId="{A46E8C03-FF4C-4DC3-9592-EAF74594CC4F}">
      <dgm:prSet/>
      <dgm:spPr/>
      <dgm:t>
        <a:bodyPr/>
        <a:lstStyle/>
        <a:p>
          <a:endParaRPr lang="en-GB"/>
        </a:p>
      </dgm:t>
    </dgm:pt>
    <dgm:pt modelId="{C3371A03-9135-4C43-88C8-99350FF05EE6}" type="sibTrans" cxnId="{A46E8C03-FF4C-4DC3-9592-EAF74594CC4F}">
      <dgm:prSet/>
      <dgm:spPr/>
      <dgm:t>
        <a:bodyPr/>
        <a:lstStyle/>
        <a:p>
          <a:endParaRPr lang="en-GB"/>
        </a:p>
      </dgm:t>
    </dgm:pt>
    <dgm:pt modelId="{CCB084E7-16F8-477B-9D1A-94DC7F098F3A}">
      <dgm:prSet/>
      <dgm:spPr/>
      <dgm:t>
        <a:bodyPr/>
        <a:lstStyle/>
        <a:p>
          <a:r>
            <a:rPr lang="en-GB" dirty="0">
              <a:solidFill>
                <a:schemeClr val="tx2"/>
              </a:solidFill>
            </a:rPr>
            <a:t>Making, supplying or obtaining articles for use in another CMA offence</a:t>
          </a:r>
        </a:p>
      </dgm:t>
    </dgm:pt>
    <dgm:pt modelId="{B70454EA-A9B6-477E-B287-4C441A602225}" type="parTrans" cxnId="{E0E8EF63-118F-4E01-90E3-E3008181075C}">
      <dgm:prSet/>
      <dgm:spPr/>
      <dgm:t>
        <a:bodyPr/>
        <a:lstStyle/>
        <a:p>
          <a:endParaRPr lang="en-GB"/>
        </a:p>
      </dgm:t>
    </dgm:pt>
    <dgm:pt modelId="{A8FE67FA-ABBA-476C-90E7-A4AA76C766E6}" type="sibTrans" cxnId="{E0E8EF63-118F-4E01-90E3-E3008181075C}">
      <dgm:prSet/>
      <dgm:spPr/>
      <dgm:t>
        <a:bodyPr/>
        <a:lstStyle/>
        <a:p>
          <a:endParaRPr lang="en-GB"/>
        </a:p>
      </dgm:t>
    </dgm:pt>
    <dgm:pt modelId="{6F659DD3-1CFA-42F6-943D-21C5FE49020D}" type="pres">
      <dgm:prSet presAssocID="{B7181579-19D7-4D70-8559-0071FD08D5F0}" presName="theList" presStyleCnt="0">
        <dgm:presLayoutVars>
          <dgm:dir/>
          <dgm:animLvl val="lvl"/>
          <dgm:resizeHandles val="exact"/>
        </dgm:presLayoutVars>
      </dgm:prSet>
      <dgm:spPr/>
    </dgm:pt>
    <dgm:pt modelId="{EBA7A002-A785-40CC-87E4-B5DEDE080017}" type="pres">
      <dgm:prSet presAssocID="{A2EE7EA0-F331-4829-B6BC-F13DD56EB602}" presName="compNode" presStyleCnt="0"/>
      <dgm:spPr/>
    </dgm:pt>
    <dgm:pt modelId="{7FFDD022-2A0C-4C37-AD00-BECD4F10B2A0}" type="pres">
      <dgm:prSet presAssocID="{A2EE7EA0-F331-4829-B6BC-F13DD56EB602}" presName="aNode" presStyleLbl="bgShp" presStyleIdx="0" presStyleCnt="5"/>
      <dgm:spPr/>
    </dgm:pt>
    <dgm:pt modelId="{C7AA491E-680B-450B-BDB3-B990A89FAFF9}" type="pres">
      <dgm:prSet presAssocID="{A2EE7EA0-F331-4829-B6BC-F13DD56EB602}" presName="textNode" presStyleLbl="bgShp" presStyleIdx="0" presStyleCnt="5"/>
      <dgm:spPr/>
    </dgm:pt>
    <dgm:pt modelId="{132EEC70-B07A-4EE2-9BB9-5EBA6271F248}" type="pres">
      <dgm:prSet presAssocID="{A2EE7EA0-F331-4829-B6BC-F13DD56EB602}" presName="compChildNode" presStyleCnt="0"/>
      <dgm:spPr/>
    </dgm:pt>
    <dgm:pt modelId="{9F9D5319-2468-4EA4-93E6-AE5D0E2AF1E5}" type="pres">
      <dgm:prSet presAssocID="{A2EE7EA0-F331-4829-B6BC-F13DD56EB602}" presName="theInnerList" presStyleCnt="0"/>
      <dgm:spPr/>
    </dgm:pt>
    <dgm:pt modelId="{52FB4580-2F55-4F82-9B1E-3BEC4896CC6B}" type="pres">
      <dgm:prSet presAssocID="{E6410A22-4C62-40D1-8C25-9B4B8FA0211E}" presName="childNode" presStyleLbl="node1" presStyleIdx="0" presStyleCnt="5">
        <dgm:presLayoutVars>
          <dgm:bulletEnabled val="1"/>
        </dgm:presLayoutVars>
      </dgm:prSet>
      <dgm:spPr/>
    </dgm:pt>
    <dgm:pt modelId="{B62CD78F-B67D-4C66-96F9-C9BC6B136EF4}" type="pres">
      <dgm:prSet presAssocID="{A2EE7EA0-F331-4829-B6BC-F13DD56EB602}" presName="aSpace" presStyleCnt="0"/>
      <dgm:spPr/>
    </dgm:pt>
    <dgm:pt modelId="{ABBDB334-435A-4220-B46D-E33F841B4C3F}" type="pres">
      <dgm:prSet presAssocID="{384C1B5A-3630-4975-A1E9-A0C8111ABF9D}" presName="compNode" presStyleCnt="0"/>
      <dgm:spPr/>
    </dgm:pt>
    <dgm:pt modelId="{86CAA5FF-5638-448A-84BD-D6857A82718F}" type="pres">
      <dgm:prSet presAssocID="{384C1B5A-3630-4975-A1E9-A0C8111ABF9D}" presName="aNode" presStyleLbl="bgShp" presStyleIdx="1" presStyleCnt="5"/>
      <dgm:spPr/>
    </dgm:pt>
    <dgm:pt modelId="{3DB26879-536F-45F7-953E-619C37F33A05}" type="pres">
      <dgm:prSet presAssocID="{384C1B5A-3630-4975-A1E9-A0C8111ABF9D}" presName="textNode" presStyleLbl="bgShp" presStyleIdx="1" presStyleCnt="5"/>
      <dgm:spPr/>
    </dgm:pt>
    <dgm:pt modelId="{AC1EE194-8096-46EA-A1B9-70AEC1D1A7F1}" type="pres">
      <dgm:prSet presAssocID="{384C1B5A-3630-4975-A1E9-A0C8111ABF9D}" presName="compChildNode" presStyleCnt="0"/>
      <dgm:spPr/>
    </dgm:pt>
    <dgm:pt modelId="{C6CEF7D8-075C-4454-BFBD-327B24517074}" type="pres">
      <dgm:prSet presAssocID="{384C1B5A-3630-4975-A1E9-A0C8111ABF9D}" presName="theInnerList" presStyleCnt="0"/>
      <dgm:spPr/>
    </dgm:pt>
    <dgm:pt modelId="{8A5D0C7A-F5C8-4D9D-8FCB-BF860F74B8A9}" type="pres">
      <dgm:prSet presAssocID="{D5C1A580-C9D5-49FC-9AF1-3A1902E1B964}" presName="childNode" presStyleLbl="node1" presStyleIdx="1" presStyleCnt="5">
        <dgm:presLayoutVars>
          <dgm:bulletEnabled val="1"/>
        </dgm:presLayoutVars>
      </dgm:prSet>
      <dgm:spPr/>
    </dgm:pt>
    <dgm:pt modelId="{4FBDF88A-EB1C-46DB-9775-7FF7CFF12106}" type="pres">
      <dgm:prSet presAssocID="{384C1B5A-3630-4975-A1E9-A0C8111ABF9D}" presName="aSpace" presStyleCnt="0"/>
      <dgm:spPr/>
    </dgm:pt>
    <dgm:pt modelId="{19A858E9-A10C-4AD6-9323-B92537C23FAE}" type="pres">
      <dgm:prSet presAssocID="{1438AF7D-66CE-4635-B33C-BDD2965307E6}" presName="compNode" presStyleCnt="0"/>
      <dgm:spPr/>
    </dgm:pt>
    <dgm:pt modelId="{F309F8CF-4BC6-495C-8155-C60962D57E54}" type="pres">
      <dgm:prSet presAssocID="{1438AF7D-66CE-4635-B33C-BDD2965307E6}" presName="aNode" presStyleLbl="bgShp" presStyleIdx="2" presStyleCnt="5"/>
      <dgm:spPr/>
    </dgm:pt>
    <dgm:pt modelId="{CA3832A7-887C-4567-8880-58E3182877B1}" type="pres">
      <dgm:prSet presAssocID="{1438AF7D-66CE-4635-B33C-BDD2965307E6}" presName="textNode" presStyleLbl="bgShp" presStyleIdx="2" presStyleCnt="5"/>
      <dgm:spPr/>
    </dgm:pt>
    <dgm:pt modelId="{91F04452-F581-4E5F-9CFF-99C147DD398C}" type="pres">
      <dgm:prSet presAssocID="{1438AF7D-66CE-4635-B33C-BDD2965307E6}" presName="compChildNode" presStyleCnt="0"/>
      <dgm:spPr/>
    </dgm:pt>
    <dgm:pt modelId="{36CC4956-D2D5-4DD9-BBA1-55FEF76F57C4}" type="pres">
      <dgm:prSet presAssocID="{1438AF7D-66CE-4635-B33C-BDD2965307E6}" presName="theInnerList" presStyleCnt="0"/>
      <dgm:spPr/>
    </dgm:pt>
    <dgm:pt modelId="{AEE765EA-9C59-470B-B7DD-D473957493F5}" type="pres">
      <dgm:prSet presAssocID="{FD080D84-634E-4394-AFBA-99E27BAC6109}" presName="childNode" presStyleLbl="node1" presStyleIdx="2" presStyleCnt="5">
        <dgm:presLayoutVars>
          <dgm:bulletEnabled val="1"/>
        </dgm:presLayoutVars>
      </dgm:prSet>
      <dgm:spPr/>
    </dgm:pt>
    <dgm:pt modelId="{1D8B4C79-9C67-4BCD-9C72-B49575F1EBD6}" type="pres">
      <dgm:prSet presAssocID="{1438AF7D-66CE-4635-B33C-BDD2965307E6}" presName="aSpace" presStyleCnt="0"/>
      <dgm:spPr/>
    </dgm:pt>
    <dgm:pt modelId="{85456910-2A24-44C8-9053-C8D006CF000A}" type="pres">
      <dgm:prSet presAssocID="{F0F2019A-7E85-4652-8BE8-E0DD54DB78EF}" presName="compNode" presStyleCnt="0"/>
      <dgm:spPr/>
    </dgm:pt>
    <dgm:pt modelId="{8C2C27E6-3AD7-4E91-BC5F-A40AE46F363C}" type="pres">
      <dgm:prSet presAssocID="{F0F2019A-7E85-4652-8BE8-E0DD54DB78EF}" presName="aNode" presStyleLbl="bgShp" presStyleIdx="3" presStyleCnt="5"/>
      <dgm:spPr/>
    </dgm:pt>
    <dgm:pt modelId="{5D9A2BAD-9FFE-42FF-82D3-DD59D797348C}" type="pres">
      <dgm:prSet presAssocID="{F0F2019A-7E85-4652-8BE8-E0DD54DB78EF}" presName="textNode" presStyleLbl="bgShp" presStyleIdx="3" presStyleCnt="5"/>
      <dgm:spPr/>
    </dgm:pt>
    <dgm:pt modelId="{828EC977-6F8F-45D4-BDFB-0AA5F6F70871}" type="pres">
      <dgm:prSet presAssocID="{F0F2019A-7E85-4652-8BE8-E0DD54DB78EF}" presName="compChildNode" presStyleCnt="0"/>
      <dgm:spPr/>
    </dgm:pt>
    <dgm:pt modelId="{A66484C2-4459-478D-B1AF-1F1DBC2C88A0}" type="pres">
      <dgm:prSet presAssocID="{F0F2019A-7E85-4652-8BE8-E0DD54DB78EF}" presName="theInnerList" presStyleCnt="0"/>
      <dgm:spPr/>
    </dgm:pt>
    <dgm:pt modelId="{03D33AE7-F8A1-4410-BC0A-8B0D7277590D}" type="pres">
      <dgm:prSet presAssocID="{563E22F4-0EEA-4BF3-9958-9DFD98BA863D}" presName="childNode" presStyleLbl="node1" presStyleIdx="3" presStyleCnt="5">
        <dgm:presLayoutVars>
          <dgm:bulletEnabled val="1"/>
        </dgm:presLayoutVars>
      </dgm:prSet>
      <dgm:spPr/>
    </dgm:pt>
    <dgm:pt modelId="{02998A25-3436-476B-8079-5652BBB8989C}" type="pres">
      <dgm:prSet presAssocID="{F0F2019A-7E85-4652-8BE8-E0DD54DB78EF}" presName="aSpace" presStyleCnt="0"/>
      <dgm:spPr/>
    </dgm:pt>
    <dgm:pt modelId="{94585EA2-D7BB-4159-BC34-2D578B441EC2}" type="pres">
      <dgm:prSet presAssocID="{C8DD1E54-3671-49CD-9F8B-C111001E86DF}" presName="compNode" presStyleCnt="0"/>
      <dgm:spPr/>
    </dgm:pt>
    <dgm:pt modelId="{BE5CC135-5E78-4E0B-80B1-2DDF426E05BF}" type="pres">
      <dgm:prSet presAssocID="{C8DD1E54-3671-49CD-9F8B-C111001E86DF}" presName="aNode" presStyleLbl="bgShp" presStyleIdx="4" presStyleCnt="5"/>
      <dgm:spPr/>
    </dgm:pt>
    <dgm:pt modelId="{8B7EE396-456E-4ED3-8F45-333876C42E69}" type="pres">
      <dgm:prSet presAssocID="{C8DD1E54-3671-49CD-9F8B-C111001E86DF}" presName="textNode" presStyleLbl="bgShp" presStyleIdx="4" presStyleCnt="5"/>
      <dgm:spPr/>
    </dgm:pt>
    <dgm:pt modelId="{3047A8BB-2811-48E0-B6B8-A73C6B7BC4BB}" type="pres">
      <dgm:prSet presAssocID="{C8DD1E54-3671-49CD-9F8B-C111001E86DF}" presName="compChildNode" presStyleCnt="0"/>
      <dgm:spPr/>
    </dgm:pt>
    <dgm:pt modelId="{BF90EE72-093C-4966-9A3F-E1ADF19CFD90}" type="pres">
      <dgm:prSet presAssocID="{C8DD1E54-3671-49CD-9F8B-C111001E86DF}" presName="theInnerList" presStyleCnt="0"/>
      <dgm:spPr/>
    </dgm:pt>
    <dgm:pt modelId="{9BB0E2A0-6DE6-45F0-BB70-4CF8E189DFD8}" type="pres">
      <dgm:prSet presAssocID="{CCB084E7-16F8-477B-9D1A-94DC7F098F3A}" presName="childNode" presStyleLbl="node1" presStyleIdx="4" presStyleCnt="5">
        <dgm:presLayoutVars>
          <dgm:bulletEnabled val="1"/>
        </dgm:presLayoutVars>
      </dgm:prSet>
      <dgm:spPr/>
    </dgm:pt>
  </dgm:ptLst>
  <dgm:cxnLst>
    <dgm:cxn modelId="{A46E8C03-FF4C-4DC3-9592-EAF74594CC4F}" srcId="{F0F2019A-7E85-4652-8BE8-E0DD54DB78EF}" destId="{563E22F4-0EEA-4BF3-9958-9DFD98BA863D}" srcOrd="0" destOrd="0" parTransId="{0D9B7C85-E765-46CC-A704-08752FAD767F}" sibTransId="{C3371A03-9135-4C43-88C8-99350FF05EE6}"/>
    <dgm:cxn modelId="{CD6F400F-ACDF-4DA5-8335-CDC1354F2D47}" type="presOf" srcId="{1438AF7D-66CE-4635-B33C-BDD2965307E6}" destId="{F309F8CF-4BC6-495C-8155-C60962D57E54}" srcOrd="0" destOrd="0" presId="urn:microsoft.com/office/officeart/2005/8/layout/lProcess2"/>
    <dgm:cxn modelId="{CCDEDF1F-C5C8-4B5C-9356-61D27C018C11}" type="presOf" srcId="{FD080D84-634E-4394-AFBA-99E27BAC6109}" destId="{AEE765EA-9C59-470B-B7DD-D473957493F5}" srcOrd="0" destOrd="0" presId="urn:microsoft.com/office/officeart/2005/8/layout/lProcess2"/>
    <dgm:cxn modelId="{3ED44522-6466-4DEE-97C2-BFA7C8319CAF}" type="presOf" srcId="{CCB084E7-16F8-477B-9D1A-94DC7F098F3A}" destId="{9BB0E2A0-6DE6-45F0-BB70-4CF8E189DFD8}" srcOrd="0" destOrd="0" presId="urn:microsoft.com/office/officeart/2005/8/layout/lProcess2"/>
    <dgm:cxn modelId="{E93EB92D-6429-4F5E-BABF-F14E884086F9}" type="presOf" srcId="{563E22F4-0EEA-4BF3-9958-9DFD98BA863D}" destId="{03D33AE7-F8A1-4410-BC0A-8B0D7277590D}" srcOrd="0" destOrd="0" presId="urn:microsoft.com/office/officeart/2005/8/layout/lProcess2"/>
    <dgm:cxn modelId="{0FF3475F-9464-4131-9106-7A8B7BC33D5D}" srcId="{B7181579-19D7-4D70-8559-0071FD08D5F0}" destId="{1438AF7D-66CE-4635-B33C-BDD2965307E6}" srcOrd="2" destOrd="0" parTransId="{FA1E6B87-0B6C-4A0A-8372-F68EC67DEFF4}" sibTransId="{5C0056BB-8A16-4EA8-893B-D61A0F1D1636}"/>
    <dgm:cxn modelId="{A8F28F42-87A1-4B23-945E-85DC35C44EA7}" type="presOf" srcId="{A2EE7EA0-F331-4829-B6BC-F13DD56EB602}" destId="{7FFDD022-2A0C-4C37-AD00-BECD4F10B2A0}" srcOrd="0" destOrd="0" presId="urn:microsoft.com/office/officeart/2005/8/layout/lProcess2"/>
    <dgm:cxn modelId="{E0E8EF63-118F-4E01-90E3-E3008181075C}" srcId="{C8DD1E54-3671-49CD-9F8B-C111001E86DF}" destId="{CCB084E7-16F8-477B-9D1A-94DC7F098F3A}" srcOrd="0" destOrd="0" parTransId="{B70454EA-A9B6-477E-B287-4C441A602225}" sibTransId="{A8FE67FA-ABBA-476C-90E7-A4AA76C766E6}"/>
    <dgm:cxn modelId="{D6C9A449-3965-4916-B80F-374B93FCE961}" type="presOf" srcId="{384C1B5A-3630-4975-A1E9-A0C8111ABF9D}" destId="{3DB26879-536F-45F7-953E-619C37F33A05}" srcOrd="1" destOrd="0" presId="urn:microsoft.com/office/officeart/2005/8/layout/lProcess2"/>
    <dgm:cxn modelId="{B3CF944A-8924-43F5-88AD-AE8C7B7B8DE1}" type="presOf" srcId="{D5C1A580-C9D5-49FC-9AF1-3A1902E1B964}" destId="{8A5D0C7A-F5C8-4D9D-8FCB-BF860F74B8A9}" srcOrd="0" destOrd="0" presId="urn:microsoft.com/office/officeart/2005/8/layout/lProcess2"/>
    <dgm:cxn modelId="{0DA2A76F-B478-4280-8B36-80A2FA2DD573}" srcId="{B7181579-19D7-4D70-8559-0071FD08D5F0}" destId="{A2EE7EA0-F331-4829-B6BC-F13DD56EB602}" srcOrd="0" destOrd="0" parTransId="{FA90BEAD-246C-4066-B9B0-B4EDD9D47410}" sibTransId="{934268D5-F302-4AE1-A650-FB9BB73E86BE}"/>
    <dgm:cxn modelId="{D250B27D-DC69-4B20-911F-684AFF474B93}" type="presOf" srcId="{E6410A22-4C62-40D1-8C25-9B4B8FA0211E}" destId="{52FB4580-2F55-4F82-9B1E-3BEC4896CC6B}" srcOrd="0" destOrd="0" presId="urn:microsoft.com/office/officeart/2005/8/layout/lProcess2"/>
    <dgm:cxn modelId="{84835A8A-B830-482E-9221-72184390C209}" srcId="{384C1B5A-3630-4975-A1E9-A0C8111ABF9D}" destId="{D5C1A580-C9D5-49FC-9AF1-3A1902E1B964}" srcOrd="0" destOrd="0" parTransId="{6265DB14-528A-497A-8A42-CF907DCA035C}" sibTransId="{8028E429-34E1-49D8-981C-A41E88CC1698}"/>
    <dgm:cxn modelId="{B874018D-9236-491B-8E1A-0667F2F129B7}" type="presOf" srcId="{1438AF7D-66CE-4635-B33C-BDD2965307E6}" destId="{CA3832A7-887C-4567-8880-58E3182877B1}" srcOrd="1" destOrd="0" presId="urn:microsoft.com/office/officeart/2005/8/layout/lProcess2"/>
    <dgm:cxn modelId="{01E6419C-BCA2-47A4-8C88-E1DDF21C2A78}" srcId="{B7181579-19D7-4D70-8559-0071FD08D5F0}" destId="{F0F2019A-7E85-4652-8BE8-E0DD54DB78EF}" srcOrd="3" destOrd="0" parTransId="{F7F818DA-DE9F-4B9F-B388-B217E52B4899}" sibTransId="{E6DE51E0-2E28-4E4C-8215-965A6E8D2562}"/>
    <dgm:cxn modelId="{27EF0A9D-C8CC-4EE8-8BD4-06FB64C18F52}" type="presOf" srcId="{C8DD1E54-3671-49CD-9F8B-C111001E86DF}" destId="{BE5CC135-5E78-4E0B-80B1-2DDF426E05BF}" srcOrd="0" destOrd="0" presId="urn:microsoft.com/office/officeart/2005/8/layout/lProcess2"/>
    <dgm:cxn modelId="{7D53BD9E-1D97-43F8-AAD3-46C441281E73}" srcId="{A2EE7EA0-F331-4829-B6BC-F13DD56EB602}" destId="{E6410A22-4C62-40D1-8C25-9B4B8FA0211E}" srcOrd="0" destOrd="0" parTransId="{D8976CA4-C356-4403-9D37-66E5688522D6}" sibTransId="{449CAD54-99CC-4EB4-9715-469D5863FF1E}"/>
    <dgm:cxn modelId="{1C38D1C1-44B3-4CCB-B743-F0F35F0105A9}" type="presOf" srcId="{B7181579-19D7-4D70-8559-0071FD08D5F0}" destId="{6F659DD3-1CFA-42F6-943D-21C5FE49020D}" srcOrd="0" destOrd="0" presId="urn:microsoft.com/office/officeart/2005/8/layout/lProcess2"/>
    <dgm:cxn modelId="{991E76C4-9059-4FAC-99FA-3EE99AAC8237}" srcId="{B7181579-19D7-4D70-8559-0071FD08D5F0}" destId="{384C1B5A-3630-4975-A1E9-A0C8111ABF9D}" srcOrd="1" destOrd="0" parTransId="{7DD9E757-0CBC-4455-8221-EE47DFFCEF43}" sibTransId="{A58C83CC-AE51-4CF1-94B9-0807D53DDA80}"/>
    <dgm:cxn modelId="{162399C4-57AF-43C7-9B2B-5FAEF04121C8}" type="presOf" srcId="{A2EE7EA0-F331-4829-B6BC-F13DD56EB602}" destId="{C7AA491E-680B-450B-BDB3-B990A89FAFF9}" srcOrd="1" destOrd="0" presId="urn:microsoft.com/office/officeart/2005/8/layout/lProcess2"/>
    <dgm:cxn modelId="{C13F50D6-B1BD-4340-899D-533DB1584F4B}" type="presOf" srcId="{F0F2019A-7E85-4652-8BE8-E0DD54DB78EF}" destId="{8C2C27E6-3AD7-4E91-BC5F-A40AE46F363C}" srcOrd="0" destOrd="0" presId="urn:microsoft.com/office/officeart/2005/8/layout/lProcess2"/>
    <dgm:cxn modelId="{CE11B8E6-4842-4B1E-9D4D-C7DAB8512C4D}" type="presOf" srcId="{F0F2019A-7E85-4652-8BE8-E0DD54DB78EF}" destId="{5D9A2BAD-9FFE-42FF-82D3-DD59D797348C}" srcOrd="1" destOrd="0" presId="urn:microsoft.com/office/officeart/2005/8/layout/lProcess2"/>
    <dgm:cxn modelId="{BF0F74EE-49E4-4BBB-9A95-134578F4ECF6}" srcId="{1438AF7D-66CE-4635-B33C-BDD2965307E6}" destId="{FD080D84-634E-4394-AFBA-99E27BAC6109}" srcOrd="0" destOrd="0" parTransId="{0BBDA42B-8C59-4AEA-AC53-8F6DFAD86A5A}" sibTransId="{700C64F5-C9D5-470E-A32C-45478C0694E3}"/>
    <dgm:cxn modelId="{AF2900EF-F272-4C62-90E8-82E748F3429D}" srcId="{B7181579-19D7-4D70-8559-0071FD08D5F0}" destId="{C8DD1E54-3671-49CD-9F8B-C111001E86DF}" srcOrd="4" destOrd="0" parTransId="{F9B045ED-DF52-4824-BAC7-EB56042A14D1}" sibTransId="{29074CD2-E192-441C-8191-D90B40C34028}"/>
    <dgm:cxn modelId="{8B12F1F9-EDAD-4B87-87D6-11B3243091D6}" type="presOf" srcId="{C8DD1E54-3671-49CD-9F8B-C111001E86DF}" destId="{8B7EE396-456E-4ED3-8F45-333876C42E69}" srcOrd="1" destOrd="0" presId="urn:microsoft.com/office/officeart/2005/8/layout/lProcess2"/>
    <dgm:cxn modelId="{75296EFF-7117-41D6-8A3C-E87E5A548403}" type="presOf" srcId="{384C1B5A-3630-4975-A1E9-A0C8111ABF9D}" destId="{86CAA5FF-5638-448A-84BD-D6857A82718F}" srcOrd="0" destOrd="0" presId="urn:microsoft.com/office/officeart/2005/8/layout/lProcess2"/>
    <dgm:cxn modelId="{D862B67C-093B-463B-81D0-30F4633DF15A}" type="presParOf" srcId="{6F659DD3-1CFA-42F6-943D-21C5FE49020D}" destId="{EBA7A002-A785-40CC-87E4-B5DEDE080017}" srcOrd="0" destOrd="0" presId="urn:microsoft.com/office/officeart/2005/8/layout/lProcess2"/>
    <dgm:cxn modelId="{3A4F4291-79E9-4FE4-BAEC-A3FBABEFDA4A}" type="presParOf" srcId="{EBA7A002-A785-40CC-87E4-B5DEDE080017}" destId="{7FFDD022-2A0C-4C37-AD00-BECD4F10B2A0}" srcOrd="0" destOrd="0" presId="urn:microsoft.com/office/officeart/2005/8/layout/lProcess2"/>
    <dgm:cxn modelId="{B9C622DB-6544-472B-A5D8-938D26CC5949}" type="presParOf" srcId="{EBA7A002-A785-40CC-87E4-B5DEDE080017}" destId="{C7AA491E-680B-450B-BDB3-B990A89FAFF9}" srcOrd="1" destOrd="0" presId="urn:microsoft.com/office/officeart/2005/8/layout/lProcess2"/>
    <dgm:cxn modelId="{D575BEE3-5EA8-44D2-B7E3-928BEFA192FC}" type="presParOf" srcId="{EBA7A002-A785-40CC-87E4-B5DEDE080017}" destId="{132EEC70-B07A-4EE2-9BB9-5EBA6271F248}" srcOrd="2" destOrd="0" presId="urn:microsoft.com/office/officeart/2005/8/layout/lProcess2"/>
    <dgm:cxn modelId="{6382F76A-07C4-4EE3-9BAE-BBB16B8A3C36}" type="presParOf" srcId="{132EEC70-B07A-4EE2-9BB9-5EBA6271F248}" destId="{9F9D5319-2468-4EA4-93E6-AE5D0E2AF1E5}" srcOrd="0" destOrd="0" presId="urn:microsoft.com/office/officeart/2005/8/layout/lProcess2"/>
    <dgm:cxn modelId="{FF0C61D6-243F-4317-B7D5-1813B57A57B6}" type="presParOf" srcId="{9F9D5319-2468-4EA4-93E6-AE5D0E2AF1E5}" destId="{52FB4580-2F55-4F82-9B1E-3BEC4896CC6B}" srcOrd="0" destOrd="0" presId="urn:microsoft.com/office/officeart/2005/8/layout/lProcess2"/>
    <dgm:cxn modelId="{8BE9A12D-D920-4528-99CB-5A297A063EFE}" type="presParOf" srcId="{6F659DD3-1CFA-42F6-943D-21C5FE49020D}" destId="{B62CD78F-B67D-4C66-96F9-C9BC6B136EF4}" srcOrd="1" destOrd="0" presId="urn:microsoft.com/office/officeart/2005/8/layout/lProcess2"/>
    <dgm:cxn modelId="{10FDA207-086E-4FB7-9C76-13FFE61FAE73}" type="presParOf" srcId="{6F659DD3-1CFA-42F6-943D-21C5FE49020D}" destId="{ABBDB334-435A-4220-B46D-E33F841B4C3F}" srcOrd="2" destOrd="0" presId="urn:microsoft.com/office/officeart/2005/8/layout/lProcess2"/>
    <dgm:cxn modelId="{F8347B81-9C5E-42BB-8566-A68CA5E714CF}" type="presParOf" srcId="{ABBDB334-435A-4220-B46D-E33F841B4C3F}" destId="{86CAA5FF-5638-448A-84BD-D6857A82718F}" srcOrd="0" destOrd="0" presId="urn:microsoft.com/office/officeart/2005/8/layout/lProcess2"/>
    <dgm:cxn modelId="{2F2834E6-730F-4E1F-B639-C3E30BDFCC95}" type="presParOf" srcId="{ABBDB334-435A-4220-B46D-E33F841B4C3F}" destId="{3DB26879-536F-45F7-953E-619C37F33A05}" srcOrd="1" destOrd="0" presId="urn:microsoft.com/office/officeart/2005/8/layout/lProcess2"/>
    <dgm:cxn modelId="{D687308A-C6FD-47C8-B0C7-D43A3E5F9F7C}" type="presParOf" srcId="{ABBDB334-435A-4220-B46D-E33F841B4C3F}" destId="{AC1EE194-8096-46EA-A1B9-70AEC1D1A7F1}" srcOrd="2" destOrd="0" presId="urn:microsoft.com/office/officeart/2005/8/layout/lProcess2"/>
    <dgm:cxn modelId="{C3D2BCED-124E-4519-B76D-5BE9EE4AB6EA}" type="presParOf" srcId="{AC1EE194-8096-46EA-A1B9-70AEC1D1A7F1}" destId="{C6CEF7D8-075C-4454-BFBD-327B24517074}" srcOrd="0" destOrd="0" presId="urn:microsoft.com/office/officeart/2005/8/layout/lProcess2"/>
    <dgm:cxn modelId="{6B93528D-AD21-471C-840D-3AA1C8975CB4}" type="presParOf" srcId="{C6CEF7D8-075C-4454-BFBD-327B24517074}" destId="{8A5D0C7A-F5C8-4D9D-8FCB-BF860F74B8A9}" srcOrd="0" destOrd="0" presId="urn:microsoft.com/office/officeart/2005/8/layout/lProcess2"/>
    <dgm:cxn modelId="{4FC7FF41-F775-4859-BE61-DF7288A047F3}" type="presParOf" srcId="{6F659DD3-1CFA-42F6-943D-21C5FE49020D}" destId="{4FBDF88A-EB1C-46DB-9775-7FF7CFF12106}" srcOrd="3" destOrd="0" presId="urn:microsoft.com/office/officeart/2005/8/layout/lProcess2"/>
    <dgm:cxn modelId="{9C9A40AD-F33E-4FDC-8272-ED04ABF71AF9}" type="presParOf" srcId="{6F659DD3-1CFA-42F6-943D-21C5FE49020D}" destId="{19A858E9-A10C-4AD6-9323-B92537C23FAE}" srcOrd="4" destOrd="0" presId="urn:microsoft.com/office/officeart/2005/8/layout/lProcess2"/>
    <dgm:cxn modelId="{0544734D-F658-4031-995A-5C59EA916070}" type="presParOf" srcId="{19A858E9-A10C-4AD6-9323-B92537C23FAE}" destId="{F309F8CF-4BC6-495C-8155-C60962D57E54}" srcOrd="0" destOrd="0" presId="urn:microsoft.com/office/officeart/2005/8/layout/lProcess2"/>
    <dgm:cxn modelId="{441DF98E-03BF-4E3D-B48F-6EAD7682B0B3}" type="presParOf" srcId="{19A858E9-A10C-4AD6-9323-B92537C23FAE}" destId="{CA3832A7-887C-4567-8880-58E3182877B1}" srcOrd="1" destOrd="0" presId="urn:microsoft.com/office/officeart/2005/8/layout/lProcess2"/>
    <dgm:cxn modelId="{BF843BBB-EF8A-43A9-9B93-16EA707A5D8D}" type="presParOf" srcId="{19A858E9-A10C-4AD6-9323-B92537C23FAE}" destId="{91F04452-F581-4E5F-9CFF-99C147DD398C}" srcOrd="2" destOrd="0" presId="urn:microsoft.com/office/officeart/2005/8/layout/lProcess2"/>
    <dgm:cxn modelId="{BBBC25F9-FCE1-4B00-9C85-812074958E50}" type="presParOf" srcId="{91F04452-F581-4E5F-9CFF-99C147DD398C}" destId="{36CC4956-D2D5-4DD9-BBA1-55FEF76F57C4}" srcOrd="0" destOrd="0" presId="urn:microsoft.com/office/officeart/2005/8/layout/lProcess2"/>
    <dgm:cxn modelId="{01BC4B52-97C2-42D3-9FA1-5311C277440F}" type="presParOf" srcId="{36CC4956-D2D5-4DD9-BBA1-55FEF76F57C4}" destId="{AEE765EA-9C59-470B-B7DD-D473957493F5}" srcOrd="0" destOrd="0" presId="urn:microsoft.com/office/officeart/2005/8/layout/lProcess2"/>
    <dgm:cxn modelId="{1500E3BB-9C7F-407E-AAFB-DA863BF50503}" type="presParOf" srcId="{6F659DD3-1CFA-42F6-943D-21C5FE49020D}" destId="{1D8B4C79-9C67-4BCD-9C72-B49575F1EBD6}" srcOrd="5" destOrd="0" presId="urn:microsoft.com/office/officeart/2005/8/layout/lProcess2"/>
    <dgm:cxn modelId="{704EEC94-2D52-4414-A9D3-E62C7FE51E98}" type="presParOf" srcId="{6F659DD3-1CFA-42F6-943D-21C5FE49020D}" destId="{85456910-2A24-44C8-9053-C8D006CF000A}" srcOrd="6" destOrd="0" presId="urn:microsoft.com/office/officeart/2005/8/layout/lProcess2"/>
    <dgm:cxn modelId="{C67B0345-9F42-45C3-A373-42F5BAF9866A}" type="presParOf" srcId="{85456910-2A24-44C8-9053-C8D006CF000A}" destId="{8C2C27E6-3AD7-4E91-BC5F-A40AE46F363C}" srcOrd="0" destOrd="0" presId="urn:microsoft.com/office/officeart/2005/8/layout/lProcess2"/>
    <dgm:cxn modelId="{4E0C28C5-8C47-4828-A04F-0C24AE06B8F5}" type="presParOf" srcId="{85456910-2A24-44C8-9053-C8D006CF000A}" destId="{5D9A2BAD-9FFE-42FF-82D3-DD59D797348C}" srcOrd="1" destOrd="0" presId="urn:microsoft.com/office/officeart/2005/8/layout/lProcess2"/>
    <dgm:cxn modelId="{F28B3482-A418-45C0-841A-96E2F5A2046C}" type="presParOf" srcId="{85456910-2A24-44C8-9053-C8D006CF000A}" destId="{828EC977-6F8F-45D4-BDFB-0AA5F6F70871}" srcOrd="2" destOrd="0" presId="urn:microsoft.com/office/officeart/2005/8/layout/lProcess2"/>
    <dgm:cxn modelId="{D1D59FB8-A096-4CDD-9AAD-57B613AFC26A}" type="presParOf" srcId="{828EC977-6F8F-45D4-BDFB-0AA5F6F70871}" destId="{A66484C2-4459-478D-B1AF-1F1DBC2C88A0}" srcOrd="0" destOrd="0" presId="urn:microsoft.com/office/officeart/2005/8/layout/lProcess2"/>
    <dgm:cxn modelId="{E834EDC9-6759-422C-80D2-FC323633E35A}" type="presParOf" srcId="{A66484C2-4459-478D-B1AF-1F1DBC2C88A0}" destId="{03D33AE7-F8A1-4410-BC0A-8B0D7277590D}" srcOrd="0" destOrd="0" presId="urn:microsoft.com/office/officeart/2005/8/layout/lProcess2"/>
    <dgm:cxn modelId="{4173BCAB-80DF-4430-BA4C-AFBB3DEBD9C3}" type="presParOf" srcId="{6F659DD3-1CFA-42F6-943D-21C5FE49020D}" destId="{02998A25-3436-476B-8079-5652BBB8989C}" srcOrd="7" destOrd="0" presId="urn:microsoft.com/office/officeart/2005/8/layout/lProcess2"/>
    <dgm:cxn modelId="{841F053D-A5B6-420C-B21F-2DEC79872879}" type="presParOf" srcId="{6F659DD3-1CFA-42F6-943D-21C5FE49020D}" destId="{94585EA2-D7BB-4159-BC34-2D578B441EC2}" srcOrd="8" destOrd="0" presId="urn:microsoft.com/office/officeart/2005/8/layout/lProcess2"/>
    <dgm:cxn modelId="{F2582F92-B45F-4B63-83DF-58D156628D13}" type="presParOf" srcId="{94585EA2-D7BB-4159-BC34-2D578B441EC2}" destId="{BE5CC135-5E78-4E0B-80B1-2DDF426E05BF}" srcOrd="0" destOrd="0" presId="urn:microsoft.com/office/officeart/2005/8/layout/lProcess2"/>
    <dgm:cxn modelId="{8B408176-912A-4FAE-890F-3E57D57F738A}" type="presParOf" srcId="{94585EA2-D7BB-4159-BC34-2D578B441EC2}" destId="{8B7EE396-456E-4ED3-8F45-333876C42E69}" srcOrd="1" destOrd="0" presId="urn:microsoft.com/office/officeart/2005/8/layout/lProcess2"/>
    <dgm:cxn modelId="{8AB8FDA1-AE48-4941-8091-EE7B38D54CC1}" type="presParOf" srcId="{94585EA2-D7BB-4159-BC34-2D578B441EC2}" destId="{3047A8BB-2811-48E0-B6B8-A73C6B7BC4BB}" srcOrd="2" destOrd="0" presId="urn:microsoft.com/office/officeart/2005/8/layout/lProcess2"/>
    <dgm:cxn modelId="{0EE5D7E4-0540-491E-B996-439A1B14E9FA}" type="presParOf" srcId="{3047A8BB-2811-48E0-B6B8-A73C6B7BC4BB}" destId="{BF90EE72-093C-4966-9A3F-E1ADF19CFD90}" srcOrd="0" destOrd="0" presId="urn:microsoft.com/office/officeart/2005/8/layout/lProcess2"/>
    <dgm:cxn modelId="{9686D091-0C33-490C-8E3E-2B853B2B0E09}" type="presParOf" srcId="{BF90EE72-093C-4966-9A3F-E1ADF19CFD90}" destId="{9BB0E2A0-6DE6-45F0-BB70-4CF8E189DFD8}" srcOrd="0" destOrd="0" presId="urn:microsoft.com/office/officeart/2005/8/layout/lProcess2"/>
  </dgm:cxnLst>
  <dgm:bg/>
  <dgm:whole/>
  <dgm:extLst>
    <a:ext uri="http://schemas.microsoft.com/office/drawing/2008/diagram">
      <dsp:dataModelExt xmlns:dsp="http://schemas.microsoft.com/office/drawing/2008/diagram" relId="rId6" minVer="http://schemas.openxmlformats.org/drawingml/2006/diagram"/>
    </a:ext>
    <a:ext uri="{C62137D5-CB1D-491B-B009-E17868A290BF}">
      <dgm14:recolorImg xmlns:dgm14="http://schemas.microsoft.com/office/drawing/2010/diagram" val="1"/>
    </a:ext>
  </dgm:extLst>
</dgm:dataModel>
</file>

<file path=ppt/diagrams/data7.xml><?xml version="1.0" encoding="utf-8"?>
<dgm:dataModel xmlns:dgm="http://schemas.openxmlformats.org/drawingml/2006/diagram" xmlns:a="http://schemas.openxmlformats.org/drawingml/2006/main">
  <dgm:ptLst>
    <dgm:pt modelId="{E2D2B896-C5BD-4ED6-818E-674CA899F42D}" type="doc">
      <dgm:prSet loTypeId="urn:microsoft.com/office/officeart/2005/8/layout/default" loCatId="list" qsTypeId="urn:microsoft.com/office/officeart/2005/8/quickstyle/simple1" qsCatId="simple" csTypeId="urn:microsoft.com/office/officeart/2005/8/colors/colorful1" csCatId="colorful" phldr="1"/>
      <dgm:spPr/>
    </dgm:pt>
    <dgm:pt modelId="{48DEDA7E-7FBC-4E58-A1B4-B96030005F32}">
      <dgm:prSet phldrT="[Text]"/>
      <dgm:spPr/>
      <dgm:t>
        <a:bodyPr/>
        <a:lstStyle/>
        <a:p>
          <a:r>
            <a:rPr lang="en-GB" dirty="0"/>
            <a:t>Child Consent Age</a:t>
          </a:r>
        </a:p>
      </dgm:t>
    </dgm:pt>
    <dgm:pt modelId="{D8DCF881-64F6-44C8-804C-C84279366DFA}" type="parTrans" cxnId="{BD29EFB3-44C4-421F-9259-FAE5EA0E718B}">
      <dgm:prSet/>
      <dgm:spPr/>
      <dgm:t>
        <a:bodyPr/>
        <a:lstStyle/>
        <a:p>
          <a:endParaRPr lang="en-GB"/>
        </a:p>
      </dgm:t>
    </dgm:pt>
    <dgm:pt modelId="{B531CC1C-CC53-4A8E-89EE-8197B1A89F59}" type="sibTrans" cxnId="{BD29EFB3-44C4-421F-9259-FAE5EA0E718B}">
      <dgm:prSet/>
      <dgm:spPr/>
      <dgm:t>
        <a:bodyPr/>
        <a:lstStyle/>
        <a:p>
          <a:endParaRPr lang="en-GB"/>
        </a:p>
      </dgm:t>
    </dgm:pt>
    <dgm:pt modelId="{6CE1C88D-ACE5-4789-A995-A61A9D187767}">
      <dgm:prSet/>
      <dgm:spPr/>
      <dgm:t>
        <a:bodyPr/>
        <a:lstStyle/>
        <a:p>
          <a:r>
            <a:rPr lang="en-GB">
              <a:solidFill>
                <a:schemeClr val="tx2"/>
              </a:solidFill>
            </a:rPr>
            <a:t>Definition of Personal Data</a:t>
          </a:r>
          <a:endParaRPr lang="en-GB" dirty="0">
            <a:solidFill>
              <a:schemeClr val="tx2"/>
            </a:solidFill>
          </a:endParaRPr>
        </a:p>
      </dgm:t>
    </dgm:pt>
    <dgm:pt modelId="{9C403ADB-D5B8-4A53-8BDE-0E376892FB49}" type="parTrans" cxnId="{F1DE6C9C-4B76-4121-B1AD-25617101D2B7}">
      <dgm:prSet/>
      <dgm:spPr/>
      <dgm:t>
        <a:bodyPr/>
        <a:lstStyle/>
        <a:p>
          <a:endParaRPr lang="en-GB"/>
        </a:p>
      </dgm:t>
    </dgm:pt>
    <dgm:pt modelId="{6AC981C5-6455-46AB-83B8-5975E2DBFBD5}" type="sibTrans" cxnId="{F1DE6C9C-4B76-4121-B1AD-25617101D2B7}">
      <dgm:prSet/>
      <dgm:spPr/>
      <dgm:t>
        <a:bodyPr/>
        <a:lstStyle/>
        <a:p>
          <a:endParaRPr lang="en-GB"/>
        </a:p>
      </dgm:t>
    </dgm:pt>
    <dgm:pt modelId="{7FE1A545-D2E8-4A60-905C-444C2C2C2867}">
      <dgm:prSet/>
      <dgm:spPr/>
      <dgm:t>
        <a:bodyPr/>
        <a:lstStyle/>
        <a:p>
          <a:r>
            <a:rPr lang="en-GB"/>
            <a:t>Processing of Criminal Data</a:t>
          </a:r>
          <a:endParaRPr lang="en-GB" dirty="0"/>
        </a:p>
      </dgm:t>
    </dgm:pt>
    <dgm:pt modelId="{D7B296DD-ECFC-43FC-8E1D-4F0937F0DDA0}" type="parTrans" cxnId="{B97AC5A3-565D-4F2A-A341-C73D5F31153A}">
      <dgm:prSet/>
      <dgm:spPr/>
      <dgm:t>
        <a:bodyPr/>
        <a:lstStyle/>
        <a:p>
          <a:endParaRPr lang="en-GB"/>
        </a:p>
      </dgm:t>
    </dgm:pt>
    <dgm:pt modelId="{B0CE575D-1858-495E-BE0B-99471A709E33}" type="sibTrans" cxnId="{B97AC5A3-565D-4F2A-A341-C73D5F31153A}">
      <dgm:prSet/>
      <dgm:spPr/>
      <dgm:t>
        <a:bodyPr/>
        <a:lstStyle/>
        <a:p>
          <a:endParaRPr lang="en-GB"/>
        </a:p>
      </dgm:t>
    </dgm:pt>
    <dgm:pt modelId="{28F1319B-C2FA-474D-AFAA-8501006859F0}">
      <dgm:prSet/>
      <dgm:spPr/>
      <dgm:t>
        <a:bodyPr/>
        <a:lstStyle/>
        <a:p>
          <a:r>
            <a:rPr lang="en-GB"/>
            <a:t>Automated decision making</a:t>
          </a:r>
          <a:endParaRPr lang="en-GB" dirty="0"/>
        </a:p>
      </dgm:t>
    </dgm:pt>
    <dgm:pt modelId="{FA9B803B-A0F6-4354-AFED-BB807EDE889A}" type="parTrans" cxnId="{E7E90526-0DF8-40B1-A7F8-481ED171408E}">
      <dgm:prSet/>
      <dgm:spPr/>
      <dgm:t>
        <a:bodyPr/>
        <a:lstStyle/>
        <a:p>
          <a:endParaRPr lang="en-GB"/>
        </a:p>
      </dgm:t>
    </dgm:pt>
    <dgm:pt modelId="{A576A04D-BB14-4EF1-A7A5-D43B6D9BD13D}" type="sibTrans" cxnId="{E7E90526-0DF8-40B1-A7F8-481ED171408E}">
      <dgm:prSet/>
      <dgm:spPr/>
      <dgm:t>
        <a:bodyPr/>
        <a:lstStyle/>
        <a:p>
          <a:endParaRPr lang="en-GB"/>
        </a:p>
      </dgm:t>
    </dgm:pt>
    <dgm:pt modelId="{8BA41D5B-329D-4E3E-959E-FC9F01E4ACC5}">
      <dgm:prSet/>
      <dgm:spPr/>
      <dgm:t>
        <a:bodyPr/>
        <a:lstStyle/>
        <a:p>
          <a:r>
            <a:rPr lang="en-GB">
              <a:solidFill>
                <a:schemeClr val="tx2"/>
              </a:solidFill>
            </a:rPr>
            <a:t>Data subject rights</a:t>
          </a:r>
          <a:endParaRPr lang="en-GB" dirty="0">
            <a:solidFill>
              <a:schemeClr val="tx2"/>
            </a:solidFill>
          </a:endParaRPr>
        </a:p>
      </dgm:t>
    </dgm:pt>
    <dgm:pt modelId="{595D3A62-6E5D-4444-8F27-68331472BFBA}" type="parTrans" cxnId="{D0885CB6-6E8D-4063-B249-9B1374107CC4}">
      <dgm:prSet/>
      <dgm:spPr/>
      <dgm:t>
        <a:bodyPr/>
        <a:lstStyle/>
        <a:p>
          <a:endParaRPr lang="en-GB"/>
        </a:p>
      </dgm:t>
    </dgm:pt>
    <dgm:pt modelId="{F4F2ECB8-7F69-40C9-BAB4-581C9FFA7655}" type="sibTrans" cxnId="{D0885CB6-6E8D-4063-B249-9B1374107CC4}">
      <dgm:prSet/>
      <dgm:spPr/>
      <dgm:t>
        <a:bodyPr/>
        <a:lstStyle/>
        <a:p>
          <a:endParaRPr lang="en-GB"/>
        </a:p>
      </dgm:t>
    </dgm:pt>
    <dgm:pt modelId="{1F611FAD-67DF-4C95-8132-D684F18D2BA3}">
      <dgm:prSet/>
      <dgm:spPr/>
      <dgm:t>
        <a:bodyPr/>
        <a:lstStyle/>
        <a:p>
          <a:r>
            <a:rPr lang="en-GB" dirty="0"/>
            <a:t>Privacy vs Freedom of Expression</a:t>
          </a:r>
        </a:p>
      </dgm:t>
    </dgm:pt>
    <dgm:pt modelId="{D5ABB303-B22C-42A0-93A3-4BE1F0F57B4E}" type="parTrans" cxnId="{203D6952-E5C5-4B13-BA02-02C44476B9BE}">
      <dgm:prSet/>
      <dgm:spPr/>
      <dgm:t>
        <a:bodyPr/>
        <a:lstStyle/>
        <a:p>
          <a:endParaRPr lang="en-GB"/>
        </a:p>
      </dgm:t>
    </dgm:pt>
    <dgm:pt modelId="{6E0071E7-98D7-4D88-A7FC-A9507FF4C050}" type="sibTrans" cxnId="{203D6952-E5C5-4B13-BA02-02C44476B9BE}">
      <dgm:prSet/>
      <dgm:spPr/>
      <dgm:t>
        <a:bodyPr/>
        <a:lstStyle/>
        <a:p>
          <a:endParaRPr lang="en-GB"/>
        </a:p>
      </dgm:t>
    </dgm:pt>
    <dgm:pt modelId="{4F504643-2976-4473-A71E-826869A118DD}">
      <dgm:prSet/>
      <dgm:spPr/>
      <dgm:t>
        <a:bodyPr/>
        <a:lstStyle/>
        <a:p>
          <a:r>
            <a:rPr lang="en-GB">
              <a:solidFill>
                <a:schemeClr val="tx2"/>
              </a:solidFill>
            </a:rPr>
            <a:t>Representatives</a:t>
          </a:r>
          <a:endParaRPr lang="en-GB" dirty="0">
            <a:solidFill>
              <a:schemeClr val="tx2"/>
            </a:solidFill>
          </a:endParaRPr>
        </a:p>
      </dgm:t>
    </dgm:pt>
    <dgm:pt modelId="{03B738FB-C8C4-432D-A9F5-75505CDD6630}" type="parTrans" cxnId="{6813E457-A3C7-43AA-B56B-3A777427327B}">
      <dgm:prSet/>
      <dgm:spPr/>
      <dgm:t>
        <a:bodyPr/>
        <a:lstStyle/>
        <a:p>
          <a:endParaRPr lang="en-GB"/>
        </a:p>
      </dgm:t>
    </dgm:pt>
    <dgm:pt modelId="{C9D0C680-C223-489E-A49A-82132DB8BBE9}" type="sibTrans" cxnId="{6813E457-A3C7-43AA-B56B-3A777427327B}">
      <dgm:prSet/>
      <dgm:spPr/>
      <dgm:t>
        <a:bodyPr/>
        <a:lstStyle/>
        <a:p>
          <a:endParaRPr lang="en-GB"/>
        </a:p>
      </dgm:t>
    </dgm:pt>
    <dgm:pt modelId="{2B56C02C-8479-4053-8D03-5F47E4EADF33}">
      <dgm:prSet/>
      <dgm:spPr/>
      <dgm:t>
        <a:bodyPr/>
        <a:lstStyle/>
        <a:p>
          <a:r>
            <a:rPr lang="en-GB"/>
            <a:t>Administrative fines</a:t>
          </a:r>
          <a:endParaRPr lang="en-GB" dirty="0"/>
        </a:p>
      </dgm:t>
    </dgm:pt>
    <dgm:pt modelId="{22A5625C-D903-428E-8ADD-501D94DCDBA1}" type="parTrans" cxnId="{2C03A45F-7DBD-435C-AFA2-82DA95D94825}">
      <dgm:prSet/>
      <dgm:spPr/>
      <dgm:t>
        <a:bodyPr/>
        <a:lstStyle/>
        <a:p>
          <a:endParaRPr lang="en-GB"/>
        </a:p>
      </dgm:t>
    </dgm:pt>
    <dgm:pt modelId="{0581381E-6EBF-49DE-8A1C-C49D27D0FD7E}" type="sibTrans" cxnId="{2C03A45F-7DBD-435C-AFA2-82DA95D94825}">
      <dgm:prSet/>
      <dgm:spPr/>
      <dgm:t>
        <a:bodyPr/>
        <a:lstStyle/>
        <a:p>
          <a:endParaRPr lang="en-GB"/>
        </a:p>
      </dgm:t>
    </dgm:pt>
    <dgm:pt modelId="{86982AD8-6059-4A07-99AE-A474F657BFF3}" type="pres">
      <dgm:prSet presAssocID="{E2D2B896-C5BD-4ED6-818E-674CA899F42D}" presName="diagram" presStyleCnt="0">
        <dgm:presLayoutVars>
          <dgm:dir/>
          <dgm:resizeHandles val="exact"/>
        </dgm:presLayoutVars>
      </dgm:prSet>
      <dgm:spPr/>
    </dgm:pt>
    <dgm:pt modelId="{A3EDE1AC-5E82-47B9-81A0-63129021C279}" type="pres">
      <dgm:prSet presAssocID="{48DEDA7E-7FBC-4E58-A1B4-B96030005F32}" presName="node" presStyleLbl="node1" presStyleIdx="0" presStyleCnt="8">
        <dgm:presLayoutVars>
          <dgm:bulletEnabled val="1"/>
        </dgm:presLayoutVars>
      </dgm:prSet>
      <dgm:spPr/>
    </dgm:pt>
    <dgm:pt modelId="{0D7D9F23-D0D7-4B01-A8B3-32D2ABFDB9CC}" type="pres">
      <dgm:prSet presAssocID="{B531CC1C-CC53-4A8E-89EE-8197B1A89F59}" presName="sibTrans" presStyleCnt="0"/>
      <dgm:spPr/>
    </dgm:pt>
    <dgm:pt modelId="{91532CA0-DBDE-4A64-851B-C598F676ED23}" type="pres">
      <dgm:prSet presAssocID="{6CE1C88D-ACE5-4789-A995-A61A9D187767}" presName="node" presStyleLbl="node1" presStyleIdx="1" presStyleCnt="8">
        <dgm:presLayoutVars>
          <dgm:bulletEnabled val="1"/>
        </dgm:presLayoutVars>
      </dgm:prSet>
      <dgm:spPr/>
    </dgm:pt>
    <dgm:pt modelId="{163CA2DB-C24C-4AE1-AEAA-D7E4503AA26D}" type="pres">
      <dgm:prSet presAssocID="{6AC981C5-6455-46AB-83B8-5975E2DBFBD5}" presName="sibTrans" presStyleCnt="0"/>
      <dgm:spPr/>
    </dgm:pt>
    <dgm:pt modelId="{84D96B95-A190-4537-A3FA-E21097580DDF}" type="pres">
      <dgm:prSet presAssocID="{7FE1A545-D2E8-4A60-905C-444C2C2C2867}" presName="node" presStyleLbl="node1" presStyleIdx="2" presStyleCnt="8">
        <dgm:presLayoutVars>
          <dgm:bulletEnabled val="1"/>
        </dgm:presLayoutVars>
      </dgm:prSet>
      <dgm:spPr/>
    </dgm:pt>
    <dgm:pt modelId="{87F29841-80C8-4F6D-9F9B-A7DC20207AAF}" type="pres">
      <dgm:prSet presAssocID="{B0CE575D-1858-495E-BE0B-99471A709E33}" presName="sibTrans" presStyleCnt="0"/>
      <dgm:spPr/>
    </dgm:pt>
    <dgm:pt modelId="{E8BE127A-8827-4E8D-97B3-30ED6C2FFEBC}" type="pres">
      <dgm:prSet presAssocID="{28F1319B-C2FA-474D-AFAA-8501006859F0}" presName="node" presStyleLbl="node1" presStyleIdx="3" presStyleCnt="8">
        <dgm:presLayoutVars>
          <dgm:bulletEnabled val="1"/>
        </dgm:presLayoutVars>
      </dgm:prSet>
      <dgm:spPr/>
    </dgm:pt>
    <dgm:pt modelId="{B97C35C9-C453-45D2-81E9-ACE34132D471}" type="pres">
      <dgm:prSet presAssocID="{A576A04D-BB14-4EF1-A7A5-D43B6D9BD13D}" presName="sibTrans" presStyleCnt="0"/>
      <dgm:spPr/>
    </dgm:pt>
    <dgm:pt modelId="{5671DB16-5B68-41E9-832B-AE049DEF09ED}" type="pres">
      <dgm:prSet presAssocID="{8BA41D5B-329D-4E3E-959E-FC9F01E4ACC5}" presName="node" presStyleLbl="node1" presStyleIdx="4" presStyleCnt="8">
        <dgm:presLayoutVars>
          <dgm:bulletEnabled val="1"/>
        </dgm:presLayoutVars>
      </dgm:prSet>
      <dgm:spPr/>
    </dgm:pt>
    <dgm:pt modelId="{8E5D8924-08D3-4879-B80A-EB2902E29AE6}" type="pres">
      <dgm:prSet presAssocID="{F4F2ECB8-7F69-40C9-BAB4-581C9FFA7655}" presName="sibTrans" presStyleCnt="0"/>
      <dgm:spPr/>
    </dgm:pt>
    <dgm:pt modelId="{3862146B-3EEA-41E4-8C4C-065F92C15070}" type="pres">
      <dgm:prSet presAssocID="{1F611FAD-67DF-4C95-8132-D684F18D2BA3}" presName="node" presStyleLbl="node1" presStyleIdx="5" presStyleCnt="8">
        <dgm:presLayoutVars>
          <dgm:bulletEnabled val="1"/>
        </dgm:presLayoutVars>
      </dgm:prSet>
      <dgm:spPr/>
    </dgm:pt>
    <dgm:pt modelId="{E3BA1421-E0FA-4EE2-ABEA-4D9170C463F6}" type="pres">
      <dgm:prSet presAssocID="{6E0071E7-98D7-4D88-A7FC-A9507FF4C050}" presName="sibTrans" presStyleCnt="0"/>
      <dgm:spPr/>
    </dgm:pt>
    <dgm:pt modelId="{57F50575-95B5-4EA3-96D4-ED9201C1F878}" type="pres">
      <dgm:prSet presAssocID="{4F504643-2976-4473-A71E-826869A118DD}" presName="node" presStyleLbl="node1" presStyleIdx="6" presStyleCnt="8">
        <dgm:presLayoutVars>
          <dgm:bulletEnabled val="1"/>
        </dgm:presLayoutVars>
      </dgm:prSet>
      <dgm:spPr/>
    </dgm:pt>
    <dgm:pt modelId="{7190FCA4-43B7-4877-97E5-022816A541EE}" type="pres">
      <dgm:prSet presAssocID="{C9D0C680-C223-489E-A49A-82132DB8BBE9}" presName="sibTrans" presStyleCnt="0"/>
      <dgm:spPr/>
    </dgm:pt>
    <dgm:pt modelId="{ED1BE619-79E7-4679-B784-4A982CD6CCBF}" type="pres">
      <dgm:prSet presAssocID="{2B56C02C-8479-4053-8D03-5F47E4EADF33}" presName="node" presStyleLbl="node1" presStyleIdx="7" presStyleCnt="8">
        <dgm:presLayoutVars>
          <dgm:bulletEnabled val="1"/>
        </dgm:presLayoutVars>
      </dgm:prSet>
      <dgm:spPr/>
    </dgm:pt>
  </dgm:ptLst>
  <dgm:cxnLst>
    <dgm:cxn modelId="{57106607-A8C8-47B6-962C-282B7C9D3F51}" type="presOf" srcId="{E2D2B896-C5BD-4ED6-818E-674CA899F42D}" destId="{86982AD8-6059-4A07-99AE-A474F657BFF3}" srcOrd="0" destOrd="0" presId="urn:microsoft.com/office/officeart/2005/8/layout/default"/>
    <dgm:cxn modelId="{E7E90526-0DF8-40B1-A7F8-481ED171408E}" srcId="{E2D2B896-C5BD-4ED6-818E-674CA899F42D}" destId="{28F1319B-C2FA-474D-AFAA-8501006859F0}" srcOrd="3" destOrd="0" parTransId="{FA9B803B-A0F6-4354-AFED-BB807EDE889A}" sibTransId="{A576A04D-BB14-4EF1-A7A5-D43B6D9BD13D}"/>
    <dgm:cxn modelId="{D7D1B63D-64C1-4AC1-8C9A-88C6F7C4D79A}" type="presOf" srcId="{1F611FAD-67DF-4C95-8132-D684F18D2BA3}" destId="{3862146B-3EEA-41E4-8C4C-065F92C15070}" srcOrd="0" destOrd="0" presId="urn:microsoft.com/office/officeart/2005/8/layout/default"/>
    <dgm:cxn modelId="{2C03A45F-7DBD-435C-AFA2-82DA95D94825}" srcId="{E2D2B896-C5BD-4ED6-818E-674CA899F42D}" destId="{2B56C02C-8479-4053-8D03-5F47E4EADF33}" srcOrd="7" destOrd="0" parTransId="{22A5625C-D903-428E-8ADD-501D94DCDBA1}" sibTransId="{0581381E-6EBF-49DE-8A1C-C49D27D0FD7E}"/>
    <dgm:cxn modelId="{72A6B869-4912-4006-8BC9-0A0D644CC10A}" type="presOf" srcId="{48DEDA7E-7FBC-4E58-A1B4-B96030005F32}" destId="{A3EDE1AC-5E82-47B9-81A0-63129021C279}" srcOrd="0" destOrd="0" presId="urn:microsoft.com/office/officeart/2005/8/layout/default"/>
    <dgm:cxn modelId="{203D6952-E5C5-4B13-BA02-02C44476B9BE}" srcId="{E2D2B896-C5BD-4ED6-818E-674CA899F42D}" destId="{1F611FAD-67DF-4C95-8132-D684F18D2BA3}" srcOrd="5" destOrd="0" parTransId="{D5ABB303-B22C-42A0-93A3-4BE1F0F57B4E}" sibTransId="{6E0071E7-98D7-4D88-A7FC-A9507FF4C050}"/>
    <dgm:cxn modelId="{C819BF56-9364-4E93-909F-AB1404CCB7C7}" type="presOf" srcId="{28F1319B-C2FA-474D-AFAA-8501006859F0}" destId="{E8BE127A-8827-4E8D-97B3-30ED6C2FFEBC}" srcOrd="0" destOrd="0" presId="urn:microsoft.com/office/officeart/2005/8/layout/default"/>
    <dgm:cxn modelId="{6813E457-A3C7-43AA-B56B-3A777427327B}" srcId="{E2D2B896-C5BD-4ED6-818E-674CA899F42D}" destId="{4F504643-2976-4473-A71E-826869A118DD}" srcOrd="6" destOrd="0" parTransId="{03B738FB-C8C4-432D-A9F5-75505CDD6630}" sibTransId="{C9D0C680-C223-489E-A49A-82132DB8BBE9}"/>
    <dgm:cxn modelId="{D7ADD998-1657-42F1-A72E-7FE0F70F144C}" type="presOf" srcId="{7FE1A545-D2E8-4A60-905C-444C2C2C2867}" destId="{84D96B95-A190-4537-A3FA-E21097580DDF}" srcOrd="0" destOrd="0" presId="urn:microsoft.com/office/officeart/2005/8/layout/default"/>
    <dgm:cxn modelId="{F1DE6C9C-4B76-4121-B1AD-25617101D2B7}" srcId="{E2D2B896-C5BD-4ED6-818E-674CA899F42D}" destId="{6CE1C88D-ACE5-4789-A995-A61A9D187767}" srcOrd="1" destOrd="0" parTransId="{9C403ADB-D5B8-4A53-8BDE-0E376892FB49}" sibTransId="{6AC981C5-6455-46AB-83B8-5975E2DBFBD5}"/>
    <dgm:cxn modelId="{B97AC5A3-565D-4F2A-A341-C73D5F31153A}" srcId="{E2D2B896-C5BD-4ED6-818E-674CA899F42D}" destId="{7FE1A545-D2E8-4A60-905C-444C2C2C2867}" srcOrd="2" destOrd="0" parTransId="{D7B296DD-ECFC-43FC-8E1D-4F0937F0DDA0}" sibTransId="{B0CE575D-1858-495E-BE0B-99471A709E33}"/>
    <dgm:cxn modelId="{BD29EFB3-44C4-421F-9259-FAE5EA0E718B}" srcId="{E2D2B896-C5BD-4ED6-818E-674CA899F42D}" destId="{48DEDA7E-7FBC-4E58-A1B4-B96030005F32}" srcOrd="0" destOrd="0" parTransId="{D8DCF881-64F6-44C8-804C-C84279366DFA}" sibTransId="{B531CC1C-CC53-4A8E-89EE-8197B1A89F59}"/>
    <dgm:cxn modelId="{D0885CB6-6E8D-4063-B249-9B1374107CC4}" srcId="{E2D2B896-C5BD-4ED6-818E-674CA899F42D}" destId="{8BA41D5B-329D-4E3E-959E-FC9F01E4ACC5}" srcOrd="4" destOrd="0" parTransId="{595D3A62-6E5D-4444-8F27-68331472BFBA}" sibTransId="{F4F2ECB8-7F69-40C9-BAB4-581C9FFA7655}"/>
    <dgm:cxn modelId="{77A5A1BF-56EE-4BAC-B000-33DE066A3AE8}" type="presOf" srcId="{6CE1C88D-ACE5-4789-A995-A61A9D187767}" destId="{91532CA0-DBDE-4A64-851B-C598F676ED23}" srcOrd="0" destOrd="0" presId="urn:microsoft.com/office/officeart/2005/8/layout/default"/>
    <dgm:cxn modelId="{A445E7C0-0738-45F0-94B8-77286EAE6E0F}" type="presOf" srcId="{2B56C02C-8479-4053-8D03-5F47E4EADF33}" destId="{ED1BE619-79E7-4679-B784-4A982CD6CCBF}" srcOrd="0" destOrd="0" presId="urn:microsoft.com/office/officeart/2005/8/layout/default"/>
    <dgm:cxn modelId="{81D72FCD-0D02-484E-AFBD-B42E942EF0E9}" type="presOf" srcId="{4F504643-2976-4473-A71E-826869A118DD}" destId="{57F50575-95B5-4EA3-96D4-ED9201C1F878}" srcOrd="0" destOrd="0" presId="urn:microsoft.com/office/officeart/2005/8/layout/default"/>
    <dgm:cxn modelId="{E56DDCEF-2E08-4274-BB5D-76DA2840F478}" type="presOf" srcId="{8BA41D5B-329D-4E3E-959E-FC9F01E4ACC5}" destId="{5671DB16-5B68-41E9-832B-AE049DEF09ED}" srcOrd="0" destOrd="0" presId="urn:microsoft.com/office/officeart/2005/8/layout/default"/>
    <dgm:cxn modelId="{8D587A81-BF3D-4339-A737-733E469B6112}" type="presParOf" srcId="{86982AD8-6059-4A07-99AE-A474F657BFF3}" destId="{A3EDE1AC-5E82-47B9-81A0-63129021C279}" srcOrd="0" destOrd="0" presId="urn:microsoft.com/office/officeart/2005/8/layout/default"/>
    <dgm:cxn modelId="{AD7FB2CA-CE80-4E0A-9B93-A9DA6CADEB5A}" type="presParOf" srcId="{86982AD8-6059-4A07-99AE-A474F657BFF3}" destId="{0D7D9F23-D0D7-4B01-A8B3-32D2ABFDB9CC}" srcOrd="1" destOrd="0" presId="urn:microsoft.com/office/officeart/2005/8/layout/default"/>
    <dgm:cxn modelId="{C46667F6-27BC-4677-B7AC-7C534A26FAAB}" type="presParOf" srcId="{86982AD8-6059-4A07-99AE-A474F657BFF3}" destId="{91532CA0-DBDE-4A64-851B-C598F676ED23}" srcOrd="2" destOrd="0" presId="urn:microsoft.com/office/officeart/2005/8/layout/default"/>
    <dgm:cxn modelId="{794DC06A-0CCD-4002-8894-236A731CC752}" type="presParOf" srcId="{86982AD8-6059-4A07-99AE-A474F657BFF3}" destId="{163CA2DB-C24C-4AE1-AEAA-D7E4503AA26D}" srcOrd="3" destOrd="0" presId="urn:microsoft.com/office/officeart/2005/8/layout/default"/>
    <dgm:cxn modelId="{2FC8137B-9817-4251-B1A9-950D631F111C}" type="presParOf" srcId="{86982AD8-6059-4A07-99AE-A474F657BFF3}" destId="{84D96B95-A190-4537-A3FA-E21097580DDF}" srcOrd="4" destOrd="0" presId="urn:microsoft.com/office/officeart/2005/8/layout/default"/>
    <dgm:cxn modelId="{E82D4287-3699-41FC-9475-745809FA5C8B}" type="presParOf" srcId="{86982AD8-6059-4A07-99AE-A474F657BFF3}" destId="{87F29841-80C8-4F6D-9F9B-A7DC20207AAF}" srcOrd="5" destOrd="0" presId="urn:microsoft.com/office/officeart/2005/8/layout/default"/>
    <dgm:cxn modelId="{5EBE1630-6419-494A-B3FD-60399BDA85EF}" type="presParOf" srcId="{86982AD8-6059-4A07-99AE-A474F657BFF3}" destId="{E8BE127A-8827-4E8D-97B3-30ED6C2FFEBC}" srcOrd="6" destOrd="0" presId="urn:microsoft.com/office/officeart/2005/8/layout/default"/>
    <dgm:cxn modelId="{A4945AED-947C-4450-A237-E2573948237A}" type="presParOf" srcId="{86982AD8-6059-4A07-99AE-A474F657BFF3}" destId="{B97C35C9-C453-45D2-81E9-ACE34132D471}" srcOrd="7" destOrd="0" presId="urn:microsoft.com/office/officeart/2005/8/layout/default"/>
    <dgm:cxn modelId="{3A44A0B0-3A69-4C9D-BB2F-660269D78283}" type="presParOf" srcId="{86982AD8-6059-4A07-99AE-A474F657BFF3}" destId="{5671DB16-5B68-41E9-832B-AE049DEF09ED}" srcOrd="8" destOrd="0" presId="urn:microsoft.com/office/officeart/2005/8/layout/default"/>
    <dgm:cxn modelId="{9C5753AB-4C9C-4EE1-B18C-520617C38BDE}" type="presParOf" srcId="{86982AD8-6059-4A07-99AE-A474F657BFF3}" destId="{8E5D8924-08D3-4879-B80A-EB2902E29AE6}" srcOrd="9" destOrd="0" presId="urn:microsoft.com/office/officeart/2005/8/layout/default"/>
    <dgm:cxn modelId="{7E0487BF-9209-411F-BDDF-5B11ABF10601}" type="presParOf" srcId="{86982AD8-6059-4A07-99AE-A474F657BFF3}" destId="{3862146B-3EEA-41E4-8C4C-065F92C15070}" srcOrd="10" destOrd="0" presId="urn:microsoft.com/office/officeart/2005/8/layout/default"/>
    <dgm:cxn modelId="{463A6499-A017-4193-A0F5-64B6AE97BE55}" type="presParOf" srcId="{86982AD8-6059-4A07-99AE-A474F657BFF3}" destId="{E3BA1421-E0FA-4EE2-ABEA-4D9170C463F6}" srcOrd="11" destOrd="0" presId="urn:microsoft.com/office/officeart/2005/8/layout/default"/>
    <dgm:cxn modelId="{4E154F97-DD22-4A9F-B2E8-01FF5A475014}" type="presParOf" srcId="{86982AD8-6059-4A07-99AE-A474F657BFF3}" destId="{57F50575-95B5-4EA3-96D4-ED9201C1F878}" srcOrd="12" destOrd="0" presId="urn:microsoft.com/office/officeart/2005/8/layout/default"/>
    <dgm:cxn modelId="{8EF91BD3-6324-475E-9523-1E1CA2C2854E}" type="presParOf" srcId="{86982AD8-6059-4A07-99AE-A474F657BFF3}" destId="{7190FCA4-43B7-4877-97E5-022816A541EE}" srcOrd="13" destOrd="0" presId="urn:microsoft.com/office/officeart/2005/8/layout/default"/>
    <dgm:cxn modelId="{25EA687E-8CCB-4348-8D4B-8C20D6B18AA6}" type="presParOf" srcId="{86982AD8-6059-4A07-99AE-A474F657BFF3}" destId="{ED1BE619-79E7-4679-B784-4A982CD6CCBF}" srcOrd="14"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D24310C5-57B8-493C-AC3B-718A506E7C8D}" type="doc">
      <dgm:prSet loTypeId="urn:microsoft.com/office/officeart/2005/8/layout/list1" loCatId="list" qsTypeId="urn:microsoft.com/office/officeart/2005/8/quickstyle/simple1" qsCatId="simple" csTypeId="urn:microsoft.com/office/officeart/2005/8/colors/colorful1" csCatId="colorful" phldr="1"/>
      <dgm:spPr/>
      <dgm:t>
        <a:bodyPr/>
        <a:lstStyle/>
        <a:p>
          <a:endParaRPr lang="en-GB"/>
        </a:p>
      </dgm:t>
    </dgm:pt>
    <dgm:pt modelId="{F4DFE4B9-76CB-4696-AAB2-D998992D5AE6}">
      <dgm:prSet phldrT="[Text]"/>
      <dgm:spPr/>
      <dgm:t>
        <a:bodyPr/>
        <a:lstStyle/>
        <a:p>
          <a:r>
            <a:rPr lang="en-US" dirty="0"/>
            <a:t>Written, dramatic, musical and artistic work</a:t>
          </a:r>
          <a:endParaRPr lang="en-GB" dirty="0"/>
        </a:p>
      </dgm:t>
    </dgm:pt>
    <dgm:pt modelId="{6E3B06E5-94D2-4ABB-8E67-B058A236E853}" type="parTrans" cxnId="{979DF7FD-51DD-4353-8723-EEA61845F61B}">
      <dgm:prSet/>
      <dgm:spPr/>
      <dgm:t>
        <a:bodyPr/>
        <a:lstStyle/>
        <a:p>
          <a:endParaRPr lang="en-GB"/>
        </a:p>
      </dgm:t>
    </dgm:pt>
    <dgm:pt modelId="{794A58F5-793C-4F60-82FC-F5BCBD159408}" type="sibTrans" cxnId="{979DF7FD-51DD-4353-8723-EEA61845F61B}">
      <dgm:prSet/>
      <dgm:spPr/>
      <dgm:t>
        <a:bodyPr/>
        <a:lstStyle/>
        <a:p>
          <a:endParaRPr lang="en-GB"/>
        </a:p>
      </dgm:t>
    </dgm:pt>
    <dgm:pt modelId="{C2DB7FC5-01F2-4DFA-B730-E9284329B1F6}">
      <dgm:prSet phldrT="[Text]"/>
      <dgm:spPr/>
      <dgm:t>
        <a:bodyPr/>
        <a:lstStyle/>
        <a:p>
          <a:r>
            <a:rPr lang="en-GB" dirty="0"/>
            <a:t>Films</a:t>
          </a:r>
        </a:p>
      </dgm:t>
    </dgm:pt>
    <dgm:pt modelId="{146CA670-03F1-4BA2-870C-3957A0A9F634}" type="parTrans" cxnId="{B991833D-52FB-4678-AC13-1DD95DF66DD1}">
      <dgm:prSet/>
      <dgm:spPr/>
      <dgm:t>
        <a:bodyPr/>
        <a:lstStyle/>
        <a:p>
          <a:endParaRPr lang="en-GB"/>
        </a:p>
      </dgm:t>
    </dgm:pt>
    <dgm:pt modelId="{0ECB0299-9900-40DB-AFE9-33ABF60510F4}" type="sibTrans" cxnId="{B991833D-52FB-4678-AC13-1DD95DF66DD1}">
      <dgm:prSet/>
      <dgm:spPr/>
      <dgm:t>
        <a:bodyPr/>
        <a:lstStyle/>
        <a:p>
          <a:endParaRPr lang="en-GB"/>
        </a:p>
      </dgm:t>
    </dgm:pt>
    <dgm:pt modelId="{89FC1448-9789-46DA-A68D-4FC1A1084C6E}">
      <dgm:prSet phldrT="[Text]"/>
      <dgm:spPr/>
      <dgm:t>
        <a:bodyPr/>
        <a:lstStyle/>
        <a:p>
          <a:r>
            <a:rPr lang="en-GB" dirty="0"/>
            <a:t>Broadcasts</a:t>
          </a:r>
        </a:p>
      </dgm:t>
    </dgm:pt>
    <dgm:pt modelId="{2904A30F-621B-46D8-9843-EA87859AA31F}" type="parTrans" cxnId="{0205854B-D622-4048-A625-94868E0C6A40}">
      <dgm:prSet/>
      <dgm:spPr/>
      <dgm:t>
        <a:bodyPr/>
        <a:lstStyle/>
        <a:p>
          <a:endParaRPr lang="en-GB"/>
        </a:p>
      </dgm:t>
    </dgm:pt>
    <dgm:pt modelId="{A43C437B-E861-4683-9D81-1401F4012F58}" type="sibTrans" cxnId="{0205854B-D622-4048-A625-94868E0C6A40}">
      <dgm:prSet/>
      <dgm:spPr/>
      <dgm:t>
        <a:bodyPr/>
        <a:lstStyle/>
        <a:p>
          <a:endParaRPr lang="en-GB"/>
        </a:p>
      </dgm:t>
    </dgm:pt>
    <dgm:pt modelId="{28A85B3B-9B08-4967-8D6C-09164DF0E04B}">
      <dgm:prSet phldrT="[Text]"/>
      <dgm:spPr/>
      <dgm:t>
        <a:bodyPr/>
        <a:lstStyle/>
        <a:p>
          <a:r>
            <a:rPr lang="en-US" dirty="0">
              <a:solidFill>
                <a:schemeClr val="tx2"/>
              </a:solidFill>
            </a:rPr>
            <a:t>Layout of published editions of written, dramatic or musical works</a:t>
          </a:r>
          <a:endParaRPr lang="en-GB" dirty="0">
            <a:solidFill>
              <a:schemeClr val="tx2"/>
            </a:solidFill>
          </a:endParaRPr>
        </a:p>
      </dgm:t>
    </dgm:pt>
    <dgm:pt modelId="{69A59446-2B92-4466-9D6F-FEB9DE52A754}" type="parTrans" cxnId="{F4909273-9BA0-4A71-9FE1-ECA1D9FB0C99}">
      <dgm:prSet/>
      <dgm:spPr/>
      <dgm:t>
        <a:bodyPr/>
        <a:lstStyle/>
        <a:p>
          <a:endParaRPr lang="en-GB"/>
        </a:p>
      </dgm:t>
    </dgm:pt>
    <dgm:pt modelId="{FEAD8549-1145-493B-AE88-5D554D2B1CC6}" type="sibTrans" cxnId="{F4909273-9BA0-4A71-9FE1-ECA1D9FB0C99}">
      <dgm:prSet/>
      <dgm:spPr/>
      <dgm:t>
        <a:bodyPr/>
        <a:lstStyle/>
        <a:p>
          <a:endParaRPr lang="en-GB"/>
        </a:p>
      </dgm:t>
    </dgm:pt>
    <dgm:pt modelId="{599FE721-C8E7-453B-81D0-E7A68584105B}">
      <dgm:prSet phldrT="[Text]"/>
      <dgm:spPr/>
      <dgm:t>
        <a:bodyPr/>
        <a:lstStyle/>
        <a:p>
          <a:r>
            <a:rPr lang="en-US"/>
            <a:t>25 years from when it’s first published</a:t>
          </a:r>
          <a:endParaRPr lang="en-GB" dirty="0"/>
        </a:p>
      </dgm:t>
    </dgm:pt>
    <dgm:pt modelId="{5E754EAF-8F03-4EE6-A6FE-6069911D5D24}" type="parTrans" cxnId="{B99E4540-1CF0-49DB-B7E6-A56503F1A656}">
      <dgm:prSet/>
      <dgm:spPr/>
      <dgm:t>
        <a:bodyPr/>
        <a:lstStyle/>
        <a:p>
          <a:endParaRPr lang="en-GB"/>
        </a:p>
      </dgm:t>
    </dgm:pt>
    <dgm:pt modelId="{4CACFBBB-CAF1-4A37-A6DC-CE9BCCB58BA6}" type="sibTrans" cxnId="{B99E4540-1CF0-49DB-B7E6-A56503F1A656}">
      <dgm:prSet/>
      <dgm:spPr/>
      <dgm:t>
        <a:bodyPr/>
        <a:lstStyle/>
        <a:p>
          <a:endParaRPr lang="en-GB"/>
        </a:p>
      </dgm:t>
    </dgm:pt>
    <dgm:pt modelId="{77AB1122-B630-4534-9092-0FBD3107621C}">
      <dgm:prSet phldrT="[Text]"/>
      <dgm:spPr/>
      <dgm:t>
        <a:bodyPr/>
        <a:lstStyle/>
        <a:p>
          <a:r>
            <a:rPr lang="en-US"/>
            <a:t>50 years from when it’s first broadcast</a:t>
          </a:r>
          <a:endParaRPr lang="en-GB" dirty="0"/>
        </a:p>
      </dgm:t>
    </dgm:pt>
    <dgm:pt modelId="{0E55AB30-FBE9-4FB4-B47F-C10C87CBB757}" type="parTrans" cxnId="{197EAA25-BDAD-4796-AFCC-80510E1AA934}">
      <dgm:prSet/>
      <dgm:spPr/>
      <dgm:t>
        <a:bodyPr/>
        <a:lstStyle/>
        <a:p>
          <a:endParaRPr lang="en-GB"/>
        </a:p>
      </dgm:t>
    </dgm:pt>
    <dgm:pt modelId="{D7C5A1CA-D085-4062-8285-137B3B9595E7}" type="sibTrans" cxnId="{197EAA25-BDAD-4796-AFCC-80510E1AA934}">
      <dgm:prSet/>
      <dgm:spPr/>
      <dgm:t>
        <a:bodyPr/>
        <a:lstStyle/>
        <a:p>
          <a:endParaRPr lang="en-GB"/>
        </a:p>
      </dgm:t>
    </dgm:pt>
    <dgm:pt modelId="{C864AA38-AB9C-4E96-B3F8-DB089D80AB67}">
      <dgm:prSet phldrT="[Text]"/>
      <dgm:spPr/>
      <dgm:t>
        <a:bodyPr/>
        <a:lstStyle/>
        <a:p>
          <a:r>
            <a:rPr lang="en-US"/>
            <a:t>70 years after the death of the director, screenplay author and composer</a:t>
          </a:r>
          <a:endParaRPr lang="en-GB" dirty="0"/>
        </a:p>
      </dgm:t>
    </dgm:pt>
    <dgm:pt modelId="{83430F10-8295-4F45-82DA-628F00243810}" type="parTrans" cxnId="{63D15667-94DB-49B8-8896-F171660B65C3}">
      <dgm:prSet/>
      <dgm:spPr/>
      <dgm:t>
        <a:bodyPr/>
        <a:lstStyle/>
        <a:p>
          <a:endParaRPr lang="en-GB"/>
        </a:p>
      </dgm:t>
    </dgm:pt>
    <dgm:pt modelId="{BD1C77E4-E8F1-47AE-BAEB-CD7A4A13F52F}" type="sibTrans" cxnId="{63D15667-94DB-49B8-8896-F171660B65C3}">
      <dgm:prSet/>
      <dgm:spPr/>
      <dgm:t>
        <a:bodyPr/>
        <a:lstStyle/>
        <a:p>
          <a:endParaRPr lang="en-GB"/>
        </a:p>
      </dgm:t>
    </dgm:pt>
    <dgm:pt modelId="{9209FA4C-5C13-47F2-BFD2-7FD56D25BEC3}">
      <dgm:prSet phldrT="[Text]"/>
      <dgm:spPr/>
      <dgm:t>
        <a:bodyPr/>
        <a:lstStyle/>
        <a:p>
          <a:r>
            <a:rPr lang="en-US"/>
            <a:t>70 years from when it’s first published</a:t>
          </a:r>
          <a:endParaRPr lang="en-GB" dirty="0"/>
        </a:p>
      </dgm:t>
    </dgm:pt>
    <dgm:pt modelId="{7AD14BCF-BD75-4551-AFCB-7200AC0ED516}" type="parTrans" cxnId="{FF1F899B-B218-4936-A23A-8BB8849878C6}">
      <dgm:prSet/>
      <dgm:spPr/>
      <dgm:t>
        <a:bodyPr/>
        <a:lstStyle/>
        <a:p>
          <a:endParaRPr lang="en-GB"/>
        </a:p>
      </dgm:t>
    </dgm:pt>
    <dgm:pt modelId="{5A15A3FA-A5D2-4BEE-BD4C-97ACA16A4FE2}" type="sibTrans" cxnId="{FF1F899B-B218-4936-A23A-8BB8849878C6}">
      <dgm:prSet/>
      <dgm:spPr/>
      <dgm:t>
        <a:bodyPr/>
        <a:lstStyle/>
        <a:p>
          <a:endParaRPr lang="en-GB"/>
        </a:p>
      </dgm:t>
    </dgm:pt>
    <dgm:pt modelId="{90CF9050-A9D7-4DA4-BBDC-C4C3B3404CA0}">
      <dgm:prSet phldrT="[Text]"/>
      <dgm:spPr/>
      <dgm:t>
        <a:bodyPr/>
        <a:lstStyle/>
        <a:p>
          <a:r>
            <a:rPr lang="en-GB" dirty="0">
              <a:solidFill>
                <a:schemeClr val="tx2"/>
              </a:solidFill>
            </a:rPr>
            <a:t>Sound and music recording</a:t>
          </a:r>
        </a:p>
      </dgm:t>
    </dgm:pt>
    <dgm:pt modelId="{ADE52B15-7BE4-403B-A691-ACC076B6EC5A}" type="sibTrans" cxnId="{CBFE949B-436D-4C8A-A0C8-CC37E9FC1E14}">
      <dgm:prSet/>
      <dgm:spPr/>
      <dgm:t>
        <a:bodyPr/>
        <a:lstStyle/>
        <a:p>
          <a:endParaRPr lang="en-GB"/>
        </a:p>
      </dgm:t>
    </dgm:pt>
    <dgm:pt modelId="{DCB264C3-01FF-4BDF-951B-F3152004BF5C}" type="parTrans" cxnId="{CBFE949B-436D-4C8A-A0C8-CC37E9FC1E14}">
      <dgm:prSet/>
      <dgm:spPr/>
      <dgm:t>
        <a:bodyPr/>
        <a:lstStyle/>
        <a:p>
          <a:endParaRPr lang="en-GB"/>
        </a:p>
      </dgm:t>
    </dgm:pt>
    <dgm:pt modelId="{11C8408C-06D3-4301-921E-359787198E5D}">
      <dgm:prSet phldrT="[Text]"/>
      <dgm:spPr/>
      <dgm:t>
        <a:bodyPr/>
        <a:lstStyle/>
        <a:p>
          <a:r>
            <a:rPr lang="en-US" dirty="0"/>
            <a:t>70 years after the author’s death</a:t>
          </a:r>
          <a:endParaRPr lang="en-GB" dirty="0"/>
        </a:p>
      </dgm:t>
    </dgm:pt>
    <dgm:pt modelId="{C7C1485D-670A-47FC-9E97-B20BD8FFC2B0}" type="parTrans" cxnId="{15467D66-860E-443D-AFFB-565D675500EA}">
      <dgm:prSet/>
      <dgm:spPr/>
      <dgm:t>
        <a:bodyPr/>
        <a:lstStyle/>
        <a:p>
          <a:endParaRPr lang="en-GB"/>
        </a:p>
      </dgm:t>
    </dgm:pt>
    <dgm:pt modelId="{E054C646-4DBE-4E7B-B424-8D32FD75539B}" type="sibTrans" cxnId="{15467D66-860E-443D-AFFB-565D675500EA}">
      <dgm:prSet/>
      <dgm:spPr/>
      <dgm:t>
        <a:bodyPr/>
        <a:lstStyle/>
        <a:p>
          <a:endParaRPr lang="en-GB"/>
        </a:p>
      </dgm:t>
    </dgm:pt>
    <dgm:pt modelId="{025BC5F2-77DD-4985-B166-766BB6678632}" type="pres">
      <dgm:prSet presAssocID="{D24310C5-57B8-493C-AC3B-718A506E7C8D}" presName="linear" presStyleCnt="0">
        <dgm:presLayoutVars>
          <dgm:dir/>
          <dgm:animLvl val="lvl"/>
          <dgm:resizeHandles val="exact"/>
        </dgm:presLayoutVars>
      </dgm:prSet>
      <dgm:spPr/>
    </dgm:pt>
    <dgm:pt modelId="{F3743DDA-9688-4AF6-AE00-DEA3F3480EC4}" type="pres">
      <dgm:prSet presAssocID="{F4DFE4B9-76CB-4696-AAB2-D998992D5AE6}" presName="parentLin" presStyleCnt="0"/>
      <dgm:spPr/>
    </dgm:pt>
    <dgm:pt modelId="{63CF4F8D-07E3-4C4E-AC5E-009779313B37}" type="pres">
      <dgm:prSet presAssocID="{F4DFE4B9-76CB-4696-AAB2-D998992D5AE6}" presName="parentLeftMargin" presStyleLbl="node1" presStyleIdx="0" presStyleCnt="5"/>
      <dgm:spPr/>
    </dgm:pt>
    <dgm:pt modelId="{E928FD33-0FBC-4602-AD08-CE72FD5E6F82}" type="pres">
      <dgm:prSet presAssocID="{F4DFE4B9-76CB-4696-AAB2-D998992D5AE6}" presName="parentText" presStyleLbl="node1" presStyleIdx="0" presStyleCnt="5">
        <dgm:presLayoutVars>
          <dgm:chMax val="0"/>
          <dgm:bulletEnabled val="1"/>
        </dgm:presLayoutVars>
      </dgm:prSet>
      <dgm:spPr/>
    </dgm:pt>
    <dgm:pt modelId="{FEA068F7-9180-4C4B-9F05-4C157F582580}" type="pres">
      <dgm:prSet presAssocID="{F4DFE4B9-76CB-4696-AAB2-D998992D5AE6}" presName="negativeSpace" presStyleCnt="0"/>
      <dgm:spPr/>
    </dgm:pt>
    <dgm:pt modelId="{F7A564E0-EDBE-4D60-8024-3EC022E16A0B}" type="pres">
      <dgm:prSet presAssocID="{F4DFE4B9-76CB-4696-AAB2-D998992D5AE6}" presName="childText" presStyleLbl="conFgAcc1" presStyleIdx="0" presStyleCnt="5">
        <dgm:presLayoutVars>
          <dgm:bulletEnabled val="1"/>
        </dgm:presLayoutVars>
      </dgm:prSet>
      <dgm:spPr/>
    </dgm:pt>
    <dgm:pt modelId="{ACD9840E-B579-4DB7-B49B-C4A04E9F9824}" type="pres">
      <dgm:prSet presAssocID="{794A58F5-793C-4F60-82FC-F5BCBD159408}" presName="spaceBetweenRectangles" presStyleCnt="0"/>
      <dgm:spPr/>
    </dgm:pt>
    <dgm:pt modelId="{BDA2917D-DC2F-4896-A7AB-0C8A17E0E389}" type="pres">
      <dgm:prSet presAssocID="{90CF9050-A9D7-4DA4-BBDC-C4C3B3404CA0}" presName="parentLin" presStyleCnt="0"/>
      <dgm:spPr/>
    </dgm:pt>
    <dgm:pt modelId="{F216C850-9013-4CCF-B6F6-637AFAC76EA2}" type="pres">
      <dgm:prSet presAssocID="{90CF9050-A9D7-4DA4-BBDC-C4C3B3404CA0}" presName="parentLeftMargin" presStyleLbl="node1" presStyleIdx="0" presStyleCnt="5"/>
      <dgm:spPr/>
    </dgm:pt>
    <dgm:pt modelId="{B10E71D5-0E73-4704-B245-E6BC12C04A5B}" type="pres">
      <dgm:prSet presAssocID="{90CF9050-A9D7-4DA4-BBDC-C4C3B3404CA0}" presName="parentText" presStyleLbl="node1" presStyleIdx="1" presStyleCnt="5">
        <dgm:presLayoutVars>
          <dgm:chMax val="0"/>
          <dgm:bulletEnabled val="1"/>
        </dgm:presLayoutVars>
      </dgm:prSet>
      <dgm:spPr/>
    </dgm:pt>
    <dgm:pt modelId="{D4EE7EF3-4C74-4BFB-AFB7-13596969368F}" type="pres">
      <dgm:prSet presAssocID="{90CF9050-A9D7-4DA4-BBDC-C4C3B3404CA0}" presName="negativeSpace" presStyleCnt="0"/>
      <dgm:spPr/>
    </dgm:pt>
    <dgm:pt modelId="{6CB65B93-4967-453A-BB5D-E44F1B3A91DB}" type="pres">
      <dgm:prSet presAssocID="{90CF9050-A9D7-4DA4-BBDC-C4C3B3404CA0}" presName="childText" presStyleLbl="conFgAcc1" presStyleIdx="1" presStyleCnt="5">
        <dgm:presLayoutVars>
          <dgm:bulletEnabled val="1"/>
        </dgm:presLayoutVars>
      </dgm:prSet>
      <dgm:spPr/>
    </dgm:pt>
    <dgm:pt modelId="{81587172-9ED5-4676-BA5A-A2541DDA8083}" type="pres">
      <dgm:prSet presAssocID="{ADE52B15-7BE4-403B-A691-ACC076B6EC5A}" presName="spaceBetweenRectangles" presStyleCnt="0"/>
      <dgm:spPr/>
    </dgm:pt>
    <dgm:pt modelId="{EA6B5C60-D1EC-47B7-A886-DD17BF8C97B7}" type="pres">
      <dgm:prSet presAssocID="{C2DB7FC5-01F2-4DFA-B730-E9284329B1F6}" presName="parentLin" presStyleCnt="0"/>
      <dgm:spPr/>
    </dgm:pt>
    <dgm:pt modelId="{5D9C30BF-C73B-4B2A-8FD2-D92C59B352AE}" type="pres">
      <dgm:prSet presAssocID="{C2DB7FC5-01F2-4DFA-B730-E9284329B1F6}" presName="parentLeftMargin" presStyleLbl="node1" presStyleIdx="1" presStyleCnt="5"/>
      <dgm:spPr/>
    </dgm:pt>
    <dgm:pt modelId="{2B4AE3B2-3E0B-42AB-833A-1A08B6F8538C}" type="pres">
      <dgm:prSet presAssocID="{C2DB7FC5-01F2-4DFA-B730-E9284329B1F6}" presName="parentText" presStyleLbl="node1" presStyleIdx="2" presStyleCnt="5">
        <dgm:presLayoutVars>
          <dgm:chMax val="0"/>
          <dgm:bulletEnabled val="1"/>
        </dgm:presLayoutVars>
      </dgm:prSet>
      <dgm:spPr/>
    </dgm:pt>
    <dgm:pt modelId="{C4D5FF8F-564F-4D47-9677-00BF726274A4}" type="pres">
      <dgm:prSet presAssocID="{C2DB7FC5-01F2-4DFA-B730-E9284329B1F6}" presName="negativeSpace" presStyleCnt="0"/>
      <dgm:spPr/>
    </dgm:pt>
    <dgm:pt modelId="{2ED5B889-5771-40E2-A71E-688399AF54C7}" type="pres">
      <dgm:prSet presAssocID="{C2DB7FC5-01F2-4DFA-B730-E9284329B1F6}" presName="childText" presStyleLbl="conFgAcc1" presStyleIdx="2" presStyleCnt="5">
        <dgm:presLayoutVars>
          <dgm:bulletEnabled val="1"/>
        </dgm:presLayoutVars>
      </dgm:prSet>
      <dgm:spPr/>
    </dgm:pt>
    <dgm:pt modelId="{C8A11BCF-AE24-47AC-94B9-47F3AFE6A8C8}" type="pres">
      <dgm:prSet presAssocID="{0ECB0299-9900-40DB-AFE9-33ABF60510F4}" presName="spaceBetweenRectangles" presStyleCnt="0"/>
      <dgm:spPr/>
    </dgm:pt>
    <dgm:pt modelId="{E4B4D88E-0726-4433-8224-E6010008FBF7}" type="pres">
      <dgm:prSet presAssocID="{89FC1448-9789-46DA-A68D-4FC1A1084C6E}" presName="parentLin" presStyleCnt="0"/>
      <dgm:spPr/>
    </dgm:pt>
    <dgm:pt modelId="{7EE7EC58-F288-459D-B614-7CDCFFED3548}" type="pres">
      <dgm:prSet presAssocID="{89FC1448-9789-46DA-A68D-4FC1A1084C6E}" presName="parentLeftMargin" presStyleLbl="node1" presStyleIdx="2" presStyleCnt="5"/>
      <dgm:spPr/>
    </dgm:pt>
    <dgm:pt modelId="{CAD7E5DE-E894-40C6-8999-AE4CCDF10016}" type="pres">
      <dgm:prSet presAssocID="{89FC1448-9789-46DA-A68D-4FC1A1084C6E}" presName="parentText" presStyleLbl="node1" presStyleIdx="3" presStyleCnt="5">
        <dgm:presLayoutVars>
          <dgm:chMax val="0"/>
          <dgm:bulletEnabled val="1"/>
        </dgm:presLayoutVars>
      </dgm:prSet>
      <dgm:spPr/>
    </dgm:pt>
    <dgm:pt modelId="{DBABD07B-7EB4-4DFC-A57E-37C59DCD491A}" type="pres">
      <dgm:prSet presAssocID="{89FC1448-9789-46DA-A68D-4FC1A1084C6E}" presName="negativeSpace" presStyleCnt="0"/>
      <dgm:spPr/>
    </dgm:pt>
    <dgm:pt modelId="{E2E929E4-A034-4BD0-80D9-B4BDBE459D7C}" type="pres">
      <dgm:prSet presAssocID="{89FC1448-9789-46DA-A68D-4FC1A1084C6E}" presName="childText" presStyleLbl="conFgAcc1" presStyleIdx="3" presStyleCnt="5">
        <dgm:presLayoutVars>
          <dgm:bulletEnabled val="1"/>
        </dgm:presLayoutVars>
      </dgm:prSet>
      <dgm:spPr/>
    </dgm:pt>
    <dgm:pt modelId="{105A2750-B2F1-4F0C-85BF-0D0C62DE2A7D}" type="pres">
      <dgm:prSet presAssocID="{A43C437B-E861-4683-9D81-1401F4012F58}" presName="spaceBetweenRectangles" presStyleCnt="0"/>
      <dgm:spPr/>
    </dgm:pt>
    <dgm:pt modelId="{E9490807-1DF0-4969-8009-CA94E8ECBF74}" type="pres">
      <dgm:prSet presAssocID="{28A85B3B-9B08-4967-8D6C-09164DF0E04B}" presName="parentLin" presStyleCnt="0"/>
      <dgm:spPr/>
    </dgm:pt>
    <dgm:pt modelId="{BDF204F4-AEF8-40F6-B6D3-45FCA0A78D13}" type="pres">
      <dgm:prSet presAssocID="{28A85B3B-9B08-4967-8D6C-09164DF0E04B}" presName="parentLeftMargin" presStyleLbl="node1" presStyleIdx="3" presStyleCnt="5"/>
      <dgm:spPr/>
    </dgm:pt>
    <dgm:pt modelId="{78B9C95B-CF4C-4388-AE33-64009C52008F}" type="pres">
      <dgm:prSet presAssocID="{28A85B3B-9B08-4967-8D6C-09164DF0E04B}" presName="parentText" presStyleLbl="node1" presStyleIdx="4" presStyleCnt="5">
        <dgm:presLayoutVars>
          <dgm:chMax val="0"/>
          <dgm:bulletEnabled val="1"/>
        </dgm:presLayoutVars>
      </dgm:prSet>
      <dgm:spPr/>
    </dgm:pt>
    <dgm:pt modelId="{3AB5053F-717D-40A0-87A3-5F5165DC7E79}" type="pres">
      <dgm:prSet presAssocID="{28A85B3B-9B08-4967-8D6C-09164DF0E04B}" presName="negativeSpace" presStyleCnt="0"/>
      <dgm:spPr/>
    </dgm:pt>
    <dgm:pt modelId="{8A84312E-647B-4599-949A-BE6C0E75D640}" type="pres">
      <dgm:prSet presAssocID="{28A85B3B-9B08-4967-8D6C-09164DF0E04B}" presName="childText" presStyleLbl="conFgAcc1" presStyleIdx="4" presStyleCnt="5">
        <dgm:presLayoutVars>
          <dgm:bulletEnabled val="1"/>
        </dgm:presLayoutVars>
      </dgm:prSet>
      <dgm:spPr/>
    </dgm:pt>
  </dgm:ptLst>
  <dgm:cxnLst>
    <dgm:cxn modelId="{86632606-1038-48A8-9744-3F3F29C9BC9C}" type="presOf" srcId="{89FC1448-9789-46DA-A68D-4FC1A1084C6E}" destId="{CAD7E5DE-E894-40C6-8999-AE4CCDF10016}" srcOrd="1" destOrd="0" presId="urn:microsoft.com/office/officeart/2005/8/layout/list1"/>
    <dgm:cxn modelId="{A32EB915-690B-42B1-B17E-3E30877D9EA6}" type="presOf" srcId="{D24310C5-57B8-493C-AC3B-718A506E7C8D}" destId="{025BC5F2-77DD-4985-B166-766BB6678632}" srcOrd="0" destOrd="0" presId="urn:microsoft.com/office/officeart/2005/8/layout/list1"/>
    <dgm:cxn modelId="{3020121D-58C7-4BD0-8EBF-ADAA6DAC93C6}" type="presOf" srcId="{28A85B3B-9B08-4967-8D6C-09164DF0E04B}" destId="{BDF204F4-AEF8-40F6-B6D3-45FCA0A78D13}" srcOrd="0" destOrd="0" presId="urn:microsoft.com/office/officeart/2005/8/layout/list1"/>
    <dgm:cxn modelId="{7281A11D-791F-4748-990F-22BE11FD3C34}" type="presOf" srcId="{77AB1122-B630-4534-9092-0FBD3107621C}" destId="{E2E929E4-A034-4BD0-80D9-B4BDBE459D7C}" srcOrd="0" destOrd="0" presId="urn:microsoft.com/office/officeart/2005/8/layout/list1"/>
    <dgm:cxn modelId="{197EAA25-BDAD-4796-AFCC-80510E1AA934}" srcId="{89FC1448-9789-46DA-A68D-4FC1A1084C6E}" destId="{77AB1122-B630-4534-9092-0FBD3107621C}" srcOrd="0" destOrd="0" parTransId="{0E55AB30-FBE9-4FB4-B47F-C10C87CBB757}" sibTransId="{D7C5A1CA-D085-4062-8285-137B3B9595E7}"/>
    <dgm:cxn modelId="{BD69422B-E1B3-4B9D-9DB1-5F5782136FDA}" type="presOf" srcId="{11C8408C-06D3-4301-921E-359787198E5D}" destId="{F7A564E0-EDBE-4D60-8024-3EC022E16A0B}" srcOrd="0" destOrd="0" presId="urn:microsoft.com/office/officeart/2005/8/layout/list1"/>
    <dgm:cxn modelId="{0C20513D-E528-4BC3-98E3-041ACA4F892B}" type="presOf" srcId="{9209FA4C-5C13-47F2-BFD2-7FD56D25BEC3}" destId="{6CB65B93-4967-453A-BB5D-E44F1B3A91DB}" srcOrd="0" destOrd="0" presId="urn:microsoft.com/office/officeart/2005/8/layout/list1"/>
    <dgm:cxn modelId="{B991833D-52FB-4678-AC13-1DD95DF66DD1}" srcId="{D24310C5-57B8-493C-AC3B-718A506E7C8D}" destId="{C2DB7FC5-01F2-4DFA-B730-E9284329B1F6}" srcOrd="2" destOrd="0" parTransId="{146CA670-03F1-4BA2-870C-3957A0A9F634}" sibTransId="{0ECB0299-9900-40DB-AFE9-33ABF60510F4}"/>
    <dgm:cxn modelId="{B99E4540-1CF0-49DB-B7E6-A56503F1A656}" srcId="{28A85B3B-9B08-4967-8D6C-09164DF0E04B}" destId="{599FE721-C8E7-453B-81D0-E7A68584105B}" srcOrd="0" destOrd="0" parTransId="{5E754EAF-8F03-4EE6-A6FE-6069911D5D24}" sibTransId="{4CACFBBB-CAF1-4A37-A6DC-CE9BCCB58BA6}"/>
    <dgm:cxn modelId="{6561DF41-0466-4A05-82E5-3EBC98FC4B34}" type="presOf" srcId="{C864AA38-AB9C-4E96-B3F8-DB089D80AB67}" destId="{2ED5B889-5771-40E2-A71E-688399AF54C7}" srcOrd="0" destOrd="0" presId="urn:microsoft.com/office/officeart/2005/8/layout/list1"/>
    <dgm:cxn modelId="{15467D66-860E-443D-AFFB-565D675500EA}" srcId="{F4DFE4B9-76CB-4696-AAB2-D998992D5AE6}" destId="{11C8408C-06D3-4301-921E-359787198E5D}" srcOrd="0" destOrd="0" parTransId="{C7C1485D-670A-47FC-9E97-B20BD8FFC2B0}" sibTransId="{E054C646-4DBE-4E7B-B424-8D32FD75539B}"/>
    <dgm:cxn modelId="{63D15667-94DB-49B8-8896-F171660B65C3}" srcId="{C2DB7FC5-01F2-4DFA-B730-E9284329B1F6}" destId="{C864AA38-AB9C-4E96-B3F8-DB089D80AB67}" srcOrd="0" destOrd="0" parTransId="{83430F10-8295-4F45-82DA-628F00243810}" sibTransId="{BD1C77E4-E8F1-47AE-BAEB-CD7A4A13F52F}"/>
    <dgm:cxn modelId="{0205854B-D622-4048-A625-94868E0C6A40}" srcId="{D24310C5-57B8-493C-AC3B-718A506E7C8D}" destId="{89FC1448-9789-46DA-A68D-4FC1A1084C6E}" srcOrd="3" destOrd="0" parTransId="{2904A30F-621B-46D8-9843-EA87859AA31F}" sibTransId="{A43C437B-E861-4683-9D81-1401F4012F58}"/>
    <dgm:cxn modelId="{F4909273-9BA0-4A71-9FE1-ECA1D9FB0C99}" srcId="{D24310C5-57B8-493C-AC3B-718A506E7C8D}" destId="{28A85B3B-9B08-4967-8D6C-09164DF0E04B}" srcOrd="4" destOrd="0" parTransId="{69A59446-2B92-4466-9D6F-FEB9DE52A754}" sibTransId="{FEAD8549-1145-493B-AE88-5D554D2B1CC6}"/>
    <dgm:cxn modelId="{7A214384-755C-4448-BC7F-FAEA501768EF}" type="presOf" srcId="{599FE721-C8E7-453B-81D0-E7A68584105B}" destId="{8A84312E-647B-4599-949A-BE6C0E75D640}" srcOrd="0" destOrd="0" presId="urn:microsoft.com/office/officeart/2005/8/layout/list1"/>
    <dgm:cxn modelId="{BAAA5F85-955E-4EC7-9566-EC7DD6195C3F}" type="presOf" srcId="{C2DB7FC5-01F2-4DFA-B730-E9284329B1F6}" destId="{5D9C30BF-C73B-4B2A-8FD2-D92C59B352AE}" srcOrd="0" destOrd="0" presId="urn:microsoft.com/office/officeart/2005/8/layout/list1"/>
    <dgm:cxn modelId="{FF1F899B-B218-4936-A23A-8BB8849878C6}" srcId="{90CF9050-A9D7-4DA4-BBDC-C4C3B3404CA0}" destId="{9209FA4C-5C13-47F2-BFD2-7FD56D25BEC3}" srcOrd="0" destOrd="0" parTransId="{7AD14BCF-BD75-4551-AFCB-7200AC0ED516}" sibTransId="{5A15A3FA-A5D2-4BEE-BD4C-97ACA16A4FE2}"/>
    <dgm:cxn modelId="{CBFE949B-436D-4C8A-A0C8-CC37E9FC1E14}" srcId="{D24310C5-57B8-493C-AC3B-718A506E7C8D}" destId="{90CF9050-A9D7-4DA4-BBDC-C4C3B3404CA0}" srcOrd="1" destOrd="0" parTransId="{DCB264C3-01FF-4BDF-951B-F3152004BF5C}" sibTransId="{ADE52B15-7BE4-403B-A691-ACC076B6EC5A}"/>
    <dgm:cxn modelId="{A02E97B2-FA2B-4392-AA41-E765805B1199}" type="presOf" srcId="{89FC1448-9789-46DA-A68D-4FC1A1084C6E}" destId="{7EE7EC58-F288-459D-B614-7CDCFFED3548}" srcOrd="0" destOrd="0" presId="urn:microsoft.com/office/officeart/2005/8/layout/list1"/>
    <dgm:cxn modelId="{818793DE-0BF5-45C2-AB25-A53D7341733D}" type="presOf" srcId="{C2DB7FC5-01F2-4DFA-B730-E9284329B1F6}" destId="{2B4AE3B2-3E0B-42AB-833A-1A08B6F8538C}" srcOrd="1" destOrd="0" presId="urn:microsoft.com/office/officeart/2005/8/layout/list1"/>
    <dgm:cxn modelId="{3BE3C1E0-D9DD-41C0-B6BE-E7B0ED248CA3}" type="presOf" srcId="{F4DFE4B9-76CB-4696-AAB2-D998992D5AE6}" destId="{E928FD33-0FBC-4602-AD08-CE72FD5E6F82}" srcOrd="1" destOrd="0" presId="urn:microsoft.com/office/officeart/2005/8/layout/list1"/>
    <dgm:cxn modelId="{E0701FE2-9B2B-4AA2-9C25-9F3D901A85D0}" type="presOf" srcId="{90CF9050-A9D7-4DA4-BBDC-C4C3B3404CA0}" destId="{F216C850-9013-4CCF-B6F6-637AFAC76EA2}" srcOrd="0" destOrd="0" presId="urn:microsoft.com/office/officeart/2005/8/layout/list1"/>
    <dgm:cxn modelId="{ECA463F7-A802-477C-93E7-A5590B76A31A}" type="presOf" srcId="{F4DFE4B9-76CB-4696-AAB2-D998992D5AE6}" destId="{63CF4F8D-07E3-4C4E-AC5E-009779313B37}" srcOrd="0" destOrd="0" presId="urn:microsoft.com/office/officeart/2005/8/layout/list1"/>
    <dgm:cxn modelId="{979DF7FD-51DD-4353-8723-EEA61845F61B}" srcId="{D24310C5-57B8-493C-AC3B-718A506E7C8D}" destId="{F4DFE4B9-76CB-4696-AAB2-D998992D5AE6}" srcOrd="0" destOrd="0" parTransId="{6E3B06E5-94D2-4ABB-8E67-B058A236E853}" sibTransId="{794A58F5-793C-4F60-82FC-F5BCBD159408}"/>
    <dgm:cxn modelId="{087799FE-4D70-48E5-A253-A705ADD2449F}" type="presOf" srcId="{90CF9050-A9D7-4DA4-BBDC-C4C3B3404CA0}" destId="{B10E71D5-0E73-4704-B245-E6BC12C04A5B}" srcOrd="1" destOrd="0" presId="urn:microsoft.com/office/officeart/2005/8/layout/list1"/>
    <dgm:cxn modelId="{356CA8FF-9349-4845-ADCD-CF77A1971980}" type="presOf" srcId="{28A85B3B-9B08-4967-8D6C-09164DF0E04B}" destId="{78B9C95B-CF4C-4388-AE33-64009C52008F}" srcOrd="1" destOrd="0" presId="urn:microsoft.com/office/officeart/2005/8/layout/list1"/>
    <dgm:cxn modelId="{D1A3834B-F2A1-42E9-BF7D-60182F65B3FC}" type="presParOf" srcId="{025BC5F2-77DD-4985-B166-766BB6678632}" destId="{F3743DDA-9688-4AF6-AE00-DEA3F3480EC4}" srcOrd="0" destOrd="0" presId="urn:microsoft.com/office/officeart/2005/8/layout/list1"/>
    <dgm:cxn modelId="{95902F02-81BC-4593-B445-D6793140E3EE}" type="presParOf" srcId="{F3743DDA-9688-4AF6-AE00-DEA3F3480EC4}" destId="{63CF4F8D-07E3-4C4E-AC5E-009779313B37}" srcOrd="0" destOrd="0" presId="urn:microsoft.com/office/officeart/2005/8/layout/list1"/>
    <dgm:cxn modelId="{7A11C24C-E489-4AAF-AB80-0B8DE03F4CF8}" type="presParOf" srcId="{F3743DDA-9688-4AF6-AE00-DEA3F3480EC4}" destId="{E928FD33-0FBC-4602-AD08-CE72FD5E6F82}" srcOrd="1" destOrd="0" presId="urn:microsoft.com/office/officeart/2005/8/layout/list1"/>
    <dgm:cxn modelId="{0AF377A2-F4D7-4A6F-A8B3-59287144BE29}" type="presParOf" srcId="{025BC5F2-77DD-4985-B166-766BB6678632}" destId="{FEA068F7-9180-4C4B-9F05-4C157F582580}" srcOrd="1" destOrd="0" presId="urn:microsoft.com/office/officeart/2005/8/layout/list1"/>
    <dgm:cxn modelId="{5CC1EEF8-347F-4933-80F2-A6660092A114}" type="presParOf" srcId="{025BC5F2-77DD-4985-B166-766BB6678632}" destId="{F7A564E0-EDBE-4D60-8024-3EC022E16A0B}" srcOrd="2" destOrd="0" presId="urn:microsoft.com/office/officeart/2005/8/layout/list1"/>
    <dgm:cxn modelId="{6A93B1EF-B831-462A-B733-B31AF93CA5A7}" type="presParOf" srcId="{025BC5F2-77DD-4985-B166-766BB6678632}" destId="{ACD9840E-B579-4DB7-B49B-C4A04E9F9824}" srcOrd="3" destOrd="0" presId="urn:microsoft.com/office/officeart/2005/8/layout/list1"/>
    <dgm:cxn modelId="{AD6516A1-76FC-4D6B-BEE0-CA07DCE9AB5D}" type="presParOf" srcId="{025BC5F2-77DD-4985-B166-766BB6678632}" destId="{BDA2917D-DC2F-4896-A7AB-0C8A17E0E389}" srcOrd="4" destOrd="0" presId="urn:microsoft.com/office/officeart/2005/8/layout/list1"/>
    <dgm:cxn modelId="{26784C19-D62A-45A2-8E82-DF65B436833A}" type="presParOf" srcId="{BDA2917D-DC2F-4896-A7AB-0C8A17E0E389}" destId="{F216C850-9013-4CCF-B6F6-637AFAC76EA2}" srcOrd="0" destOrd="0" presId="urn:microsoft.com/office/officeart/2005/8/layout/list1"/>
    <dgm:cxn modelId="{C9D8DAF5-AE42-487D-A93A-E0CE8C826FFF}" type="presParOf" srcId="{BDA2917D-DC2F-4896-A7AB-0C8A17E0E389}" destId="{B10E71D5-0E73-4704-B245-E6BC12C04A5B}" srcOrd="1" destOrd="0" presId="urn:microsoft.com/office/officeart/2005/8/layout/list1"/>
    <dgm:cxn modelId="{F04B3B9C-41A9-48EA-9EB4-740F9A042707}" type="presParOf" srcId="{025BC5F2-77DD-4985-B166-766BB6678632}" destId="{D4EE7EF3-4C74-4BFB-AFB7-13596969368F}" srcOrd="5" destOrd="0" presId="urn:microsoft.com/office/officeart/2005/8/layout/list1"/>
    <dgm:cxn modelId="{7BCB0473-E897-4163-BDB4-0FB7CB5186DB}" type="presParOf" srcId="{025BC5F2-77DD-4985-B166-766BB6678632}" destId="{6CB65B93-4967-453A-BB5D-E44F1B3A91DB}" srcOrd="6" destOrd="0" presId="urn:microsoft.com/office/officeart/2005/8/layout/list1"/>
    <dgm:cxn modelId="{9A39C082-F397-4F43-B2A8-8730E1683247}" type="presParOf" srcId="{025BC5F2-77DD-4985-B166-766BB6678632}" destId="{81587172-9ED5-4676-BA5A-A2541DDA8083}" srcOrd="7" destOrd="0" presId="urn:microsoft.com/office/officeart/2005/8/layout/list1"/>
    <dgm:cxn modelId="{BDE1CB89-EE66-46BA-A34D-4F1D9AE92637}" type="presParOf" srcId="{025BC5F2-77DD-4985-B166-766BB6678632}" destId="{EA6B5C60-D1EC-47B7-A886-DD17BF8C97B7}" srcOrd="8" destOrd="0" presId="urn:microsoft.com/office/officeart/2005/8/layout/list1"/>
    <dgm:cxn modelId="{82358BCC-E2F1-4D71-A6B5-01E105B08D4D}" type="presParOf" srcId="{EA6B5C60-D1EC-47B7-A886-DD17BF8C97B7}" destId="{5D9C30BF-C73B-4B2A-8FD2-D92C59B352AE}" srcOrd="0" destOrd="0" presId="urn:microsoft.com/office/officeart/2005/8/layout/list1"/>
    <dgm:cxn modelId="{BDFCA09F-131C-407D-9725-9AFC8337B64F}" type="presParOf" srcId="{EA6B5C60-D1EC-47B7-A886-DD17BF8C97B7}" destId="{2B4AE3B2-3E0B-42AB-833A-1A08B6F8538C}" srcOrd="1" destOrd="0" presId="urn:microsoft.com/office/officeart/2005/8/layout/list1"/>
    <dgm:cxn modelId="{2EF2D8B5-A5E1-43F8-9594-51FAFF7A991D}" type="presParOf" srcId="{025BC5F2-77DD-4985-B166-766BB6678632}" destId="{C4D5FF8F-564F-4D47-9677-00BF726274A4}" srcOrd="9" destOrd="0" presId="urn:microsoft.com/office/officeart/2005/8/layout/list1"/>
    <dgm:cxn modelId="{F3BFFAC1-2F75-4334-B18F-F2C6660FDC3A}" type="presParOf" srcId="{025BC5F2-77DD-4985-B166-766BB6678632}" destId="{2ED5B889-5771-40E2-A71E-688399AF54C7}" srcOrd="10" destOrd="0" presId="urn:microsoft.com/office/officeart/2005/8/layout/list1"/>
    <dgm:cxn modelId="{33D25718-1C7B-44AE-9F36-81674C666A32}" type="presParOf" srcId="{025BC5F2-77DD-4985-B166-766BB6678632}" destId="{C8A11BCF-AE24-47AC-94B9-47F3AFE6A8C8}" srcOrd="11" destOrd="0" presId="urn:microsoft.com/office/officeart/2005/8/layout/list1"/>
    <dgm:cxn modelId="{59E6F403-5C3A-4A7B-8F8A-295DF0887686}" type="presParOf" srcId="{025BC5F2-77DD-4985-B166-766BB6678632}" destId="{E4B4D88E-0726-4433-8224-E6010008FBF7}" srcOrd="12" destOrd="0" presId="urn:microsoft.com/office/officeart/2005/8/layout/list1"/>
    <dgm:cxn modelId="{94D2225E-FB8E-434C-8FA3-1574BE283D4B}" type="presParOf" srcId="{E4B4D88E-0726-4433-8224-E6010008FBF7}" destId="{7EE7EC58-F288-459D-B614-7CDCFFED3548}" srcOrd="0" destOrd="0" presId="urn:microsoft.com/office/officeart/2005/8/layout/list1"/>
    <dgm:cxn modelId="{21E035FC-3498-477B-B0A3-EBD235D4CAEE}" type="presParOf" srcId="{E4B4D88E-0726-4433-8224-E6010008FBF7}" destId="{CAD7E5DE-E894-40C6-8999-AE4CCDF10016}" srcOrd="1" destOrd="0" presId="urn:microsoft.com/office/officeart/2005/8/layout/list1"/>
    <dgm:cxn modelId="{F60D6F5A-1DE0-4E0B-9159-A03AB29F62DC}" type="presParOf" srcId="{025BC5F2-77DD-4985-B166-766BB6678632}" destId="{DBABD07B-7EB4-4DFC-A57E-37C59DCD491A}" srcOrd="13" destOrd="0" presId="urn:microsoft.com/office/officeart/2005/8/layout/list1"/>
    <dgm:cxn modelId="{966330D8-D325-4D75-9421-9EEDA6B54D77}" type="presParOf" srcId="{025BC5F2-77DD-4985-B166-766BB6678632}" destId="{E2E929E4-A034-4BD0-80D9-B4BDBE459D7C}" srcOrd="14" destOrd="0" presId="urn:microsoft.com/office/officeart/2005/8/layout/list1"/>
    <dgm:cxn modelId="{047D513C-D5D3-40A0-9D6A-DBECAB738D88}" type="presParOf" srcId="{025BC5F2-77DD-4985-B166-766BB6678632}" destId="{105A2750-B2F1-4F0C-85BF-0D0C62DE2A7D}" srcOrd="15" destOrd="0" presId="urn:microsoft.com/office/officeart/2005/8/layout/list1"/>
    <dgm:cxn modelId="{45AFCC42-6469-495C-9038-27C36AB93D7F}" type="presParOf" srcId="{025BC5F2-77DD-4985-B166-766BB6678632}" destId="{E9490807-1DF0-4969-8009-CA94E8ECBF74}" srcOrd="16" destOrd="0" presId="urn:microsoft.com/office/officeart/2005/8/layout/list1"/>
    <dgm:cxn modelId="{A08EB879-DCAF-41E6-B27E-E89EE9604DBE}" type="presParOf" srcId="{E9490807-1DF0-4969-8009-CA94E8ECBF74}" destId="{BDF204F4-AEF8-40F6-B6D3-45FCA0A78D13}" srcOrd="0" destOrd="0" presId="urn:microsoft.com/office/officeart/2005/8/layout/list1"/>
    <dgm:cxn modelId="{50973638-1631-4F23-87DB-87A3ED8DC088}" type="presParOf" srcId="{E9490807-1DF0-4969-8009-CA94E8ECBF74}" destId="{78B9C95B-CF4C-4388-AE33-64009C52008F}" srcOrd="1" destOrd="0" presId="urn:microsoft.com/office/officeart/2005/8/layout/list1"/>
    <dgm:cxn modelId="{3FC824F9-EDEA-4DF6-A974-7258BC5EBE3E}" type="presParOf" srcId="{025BC5F2-77DD-4985-B166-766BB6678632}" destId="{3AB5053F-717D-40A0-87A3-5F5165DC7E79}" srcOrd="17" destOrd="0" presId="urn:microsoft.com/office/officeart/2005/8/layout/list1"/>
    <dgm:cxn modelId="{545E3723-9AF8-4ABD-8BB8-C17E0D38BE15}" type="presParOf" srcId="{025BC5F2-77DD-4985-B166-766BB6678632}" destId="{8A84312E-647B-4599-949A-BE6C0E75D640}" srcOrd="18"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EE560917-1FBD-4FD4-A42A-AAE69410D6F3}" type="doc">
      <dgm:prSet loTypeId="urn:microsoft.com/office/officeart/2005/8/layout/hProcess9" loCatId="process" qsTypeId="urn:microsoft.com/office/officeart/2005/8/quickstyle/simple1" qsCatId="simple" csTypeId="urn:microsoft.com/office/officeart/2005/8/colors/colorful1" csCatId="colorful" phldr="1"/>
      <dgm:spPr/>
    </dgm:pt>
    <dgm:pt modelId="{1E9F1862-8E36-4030-9AA1-8B749DC51E23}">
      <dgm:prSet phldrT="[Text]"/>
      <dgm:spPr/>
      <dgm:t>
        <a:bodyPr/>
        <a:lstStyle/>
        <a:p>
          <a:r>
            <a:rPr lang="en-GB" dirty="0"/>
            <a:t>Proprietary</a:t>
          </a:r>
        </a:p>
      </dgm:t>
    </dgm:pt>
    <dgm:pt modelId="{FA5F957F-68AE-4EFD-9B81-D47DE127195D}" type="parTrans" cxnId="{DB23C9D9-B338-4779-AB21-250F06572D8F}">
      <dgm:prSet/>
      <dgm:spPr/>
      <dgm:t>
        <a:bodyPr/>
        <a:lstStyle/>
        <a:p>
          <a:endParaRPr lang="en-GB"/>
        </a:p>
      </dgm:t>
    </dgm:pt>
    <dgm:pt modelId="{759B2CF7-80D0-413C-BBCC-F4925A41F9BD}" type="sibTrans" cxnId="{DB23C9D9-B338-4779-AB21-250F06572D8F}">
      <dgm:prSet/>
      <dgm:spPr/>
      <dgm:t>
        <a:bodyPr/>
        <a:lstStyle/>
        <a:p>
          <a:endParaRPr lang="en-GB"/>
        </a:p>
      </dgm:t>
    </dgm:pt>
    <dgm:pt modelId="{A7EA41DB-012E-41DB-A1DA-C5109419FA91}">
      <dgm:prSet phldrT="[Text]"/>
      <dgm:spPr/>
      <dgm:t>
        <a:bodyPr/>
        <a:lstStyle/>
        <a:p>
          <a:r>
            <a:rPr lang="en-GB" dirty="0">
              <a:solidFill>
                <a:schemeClr val="tx2"/>
              </a:solidFill>
            </a:rPr>
            <a:t>Copyleft</a:t>
          </a:r>
        </a:p>
      </dgm:t>
    </dgm:pt>
    <dgm:pt modelId="{E226E140-3D2A-4784-929C-4C19425509F4}" type="parTrans" cxnId="{D64ED189-C176-4862-8D32-F4C6676D6AC2}">
      <dgm:prSet/>
      <dgm:spPr/>
      <dgm:t>
        <a:bodyPr/>
        <a:lstStyle/>
        <a:p>
          <a:endParaRPr lang="en-GB"/>
        </a:p>
      </dgm:t>
    </dgm:pt>
    <dgm:pt modelId="{CB14CA76-85E9-4F2D-B087-53C73A1436EA}" type="sibTrans" cxnId="{D64ED189-C176-4862-8D32-F4C6676D6AC2}">
      <dgm:prSet/>
      <dgm:spPr/>
      <dgm:t>
        <a:bodyPr/>
        <a:lstStyle/>
        <a:p>
          <a:endParaRPr lang="en-GB"/>
        </a:p>
      </dgm:t>
    </dgm:pt>
    <dgm:pt modelId="{ED21A6B2-FFD9-4A36-835F-ECA5A2C45B5D}">
      <dgm:prSet phldrT="[Text]"/>
      <dgm:spPr/>
      <dgm:t>
        <a:bodyPr/>
        <a:lstStyle/>
        <a:p>
          <a:r>
            <a:rPr lang="en-GB" dirty="0"/>
            <a:t>Permissive</a:t>
          </a:r>
        </a:p>
      </dgm:t>
    </dgm:pt>
    <dgm:pt modelId="{A9ADDE90-F704-4D75-926B-4C009E3CB77E}" type="parTrans" cxnId="{6135DF39-BC13-4E2B-97AE-E6115335828F}">
      <dgm:prSet/>
      <dgm:spPr/>
      <dgm:t>
        <a:bodyPr/>
        <a:lstStyle/>
        <a:p>
          <a:endParaRPr lang="en-GB"/>
        </a:p>
      </dgm:t>
    </dgm:pt>
    <dgm:pt modelId="{26F369AF-A40A-436E-B711-8135F84DB329}" type="sibTrans" cxnId="{6135DF39-BC13-4E2B-97AE-E6115335828F}">
      <dgm:prSet/>
      <dgm:spPr/>
      <dgm:t>
        <a:bodyPr/>
        <a:lstStyle/>
        <a:p>
          <a:endParaRPr lang="en-GB"/>
        </a:p>
      </dgm:t>
    </dgm:pt>
    <dgm:pt modelId="{097E4279-5639-4F94-9AA6-FBD3467709B3}">
      <dgm:prSet phldrT="[Text]"/>
      <dgm:spPr/>
      <dgm:t>
        <a:bodyPr/>
        <a:lstStyle/>
        <a:p>
          <a:r>
            <a:rPr lang="en-GB" dirty="0"/>
            <a:t>Cannot be copied, modified or distributed</a:t>
          </a:r>
        </a:p>
      </dgm:t>
    </dgm:pt>
    <dgm:pt modelId="{896F5851-26BC-4247-A5AA-560B7471E10A}" type="parTrans" cxnId="{F3823E8B-8226-4211-84CE-4EABC2B781DE}">
      <dgm:prSet/>
      <dgm:spPr/>
      <dgm:t>
        <a:bodyPr/>
        <a:lstStyle/>
        <a:p>
          <a:endParaRPr lang="en-GB"/>
        </a:p>
      </dgm:t>
    </dgm:pt>
    <dgm:pt modelId="{D9BD1170-9855-4FC3-907B-95FECD785932}" type="sibTrans" cxnId="{F3823E8B-8226-4211-84CE-4EABC2B781DE}">
      <dgm:prSet/>
      <dgm:spPr/>
      <dgm:t>
        <a:bodyPr/>
        <a:lstStyle/>
        <a:p>
          <a:endParaRPr lang="en-GB"/>
        </a:p>
      </dgm:t>
    </dgm:pt>
    <dgm:pt modelId="{73C94E75-6B80-4877-8BC4-3FB2BDA24358}">
      <dgm:prSet phldrT="[Text]"/>
      <dgm:spPr/>
      <dgm:t>
        <a:bodyPr/>
        <a:lstStyle/>
        <a:p>
          <a:r>
            <a:rPr lang="en-GB" dirty="0">
              <a:solidFill>
                <a:schemeClr val="tx2"/>
              </a:solidFill>
            </a:rPr>
            <a:t>Users can modify code and distribute derivative work under the same software license</a:t>
          </a:r>
        </a:p>
      </dgm:t>
    </dgm:pt>
    <dgm:pt modelId="{9E8EA866-971D-45B0-B8B5-F905F25CC73D}" type="parTrans" cxnId="{0E166D54-D553-4316-AE8B-1E2A566AA1E3}">
      <dgm:prSet/>
      <dgm:spPr/>
      <dgm:t>
        <a:bodyPr/>
        <a:lstStyle/>
        <a:p>
          <a:endParaRPr lang="en-GB"/>
        </a:p>
      </dgm:t>
    </dgm:pt>
    <dgm:pt modelId="{00EB61CE-5EBC-4241-A58C-102FC8330750}" type="sibTrans" cxnId="{0E166D54-D553-4316-AE8B-1E2A566AA1E3}">
      <dgm:prSet/>
      <dgm:spPr/>
      <dgm:t>
        <a:bodyPr/>
        <a:lstStyle/>
        <a:p>
          <a:endParaRPr lang="en-GB"/>
        </a:p>
      </dgm:t>
    </dgm:pt>
    <dgm:pt modelId="{A72F4A68-0661-46E5-B316-991C135AC397}">
      <dgm:prSet phldrT="[Text]"/>
      <dgm:spPr/>
      <dgm:t>
        <a:bodyPr/>
        <a:lstStyle/>
        <a:p>
          <a:r>
            <a:rPr lang="en-GB" dirty="0"/>
            <a:t>Has a few requirements about how the software can be used, modified and redistributed</a:t>
          </a:r>
        </a:p>
      </dgm:t>
    </dgm:pt>
    <dgm:pt modelId="{0F4C24D5-AB96-4792-B089-CE91C7281DDD}" type="parTrans" cxnId="{6AF0A8A4-A722-434F-A362-BCB3E5BA8661}">
      <dgm:prSet/>
      <dgm:spPr/>
      <dgm:t>
        <a:bodyPr/>
        <a:lstStyle/>
        <a:p>
          <a:endParaRPr lang="en-GB"/>
        </a:p>
      </dgm:t>
    </dgm:pt>
    <dgm:pt modelId="{3BC7C400-1045-43DC-BDBA-C71A7CE9CB9F}" type="sibTrans" cxnId="{6AF0A8A4-A722-434F-A362-BCB3E5BA8661}">
      <dgm:prSet/>
      <dgm:spPr/>
      <dgm:t>
        <a:bodyPr/>
        <a:lstStyle/>
        <a:p>
          <a:endParaRPr lang="en-GB"/>
        </a:p>
      </dgm:t>
    </dgm:pt>
    <dgm:pt modelId="{A6D4F780-ACD3-4B70-8177-A06BE3D3CDEB}">
      <dgm:prSet phldrT="[Text]"/>
      <dgm:spPr/>
      <dgm:t>
        <a:bodyPr/>
        <a:lstStyle/>
        <a:p>
          <a:r>
            <a:rPr lang="en-GB" dirty="0"/>
            <a:t>LGPL</a:t>
          </a:r>
        </a:p>
      </dgm:t>
    </dgm:pt>
    <dgm:pt modelId="{4A294352-5AB5-409E-89CF-26750BF8ECFA}" type="parTrans" cxnId="{40801744-13D2-44A6-9DCC-E8E5B45EF640}">
      <dgm:prSet/>
      <dgm:spPr/>
      <dgm:t>
        <a:bodyPr/>
        <a:lstStyle/>
        <a:p>
          <a:endParaRPr lang="en-GB"/>
        </a:p>
      </dgm:t>
    </dgm:pt>
    <dgm:pt modelId="{D19A6C7F-96DE-4AA8-B8E1-F25F1C70FCE0}" type="sibTrans" cxnId="{40801744-13D2-44A6-9DCC-E8E5B45EF640}">
      <dgm:prSet/>
      <dgm:spPr/>
      <dgm:t>
        <a:bodyPr/>
        <a:lstStyle/>
        <a:p>
          <a:endParaRPr lang="en-GB"/>
        </a:p>
      </dgm:t>
    </dgm:pt>
    <dgm:pt modelId="{8EB35B78-9E89-4C39-8F57-B316D9E0FCF5}">
      <dgm:prSet phldrT="[Text]"/>
      <dgm:spPr/>
      <dgm:t>
        <a:bodyPr/>
        <a:lstStyle/>
        <a:p>
          <a:r>
            <a:rPr lang="en-GB" dirty="0">
              <a:solidFill>
                <a:schemeClr val="tx2"/>
              </a:solidFill>
            </a:rPr>
            <a:t>Public Domain</a:t>
          </a:r>
        </a:p>
      </dgm:t>
    </dgm:pt>
    <dgm:pt modelId="{690F71DF-C25C-4F98-897D-D4CDAA78B9DB}" type="parTrans" cxnId="{D3A6C55A-2F7D-49A5-9847-D73F7B02FE64}">
      <dgm:prSet/>
      <dgm:spPr/>
      <dgm:t>
        <a:bodyPr/>
        <a:lstStyle/>
        <a:p>
          <a:endParaRPr lang="en-GB"/>
        </a:p>
      </dgm:t>
    </dgm:pt>
    <dgm:pt modelId="{5D47AF49-F47D-4B81-BA1C-7EA78380819B}" type="sibTrans" cxnId="{D3A6C55A-2F7D-49A5-9847-D73F7B02FE64}">
      <dgm:prSet/>
      <dgm:spPr/>
      <dgm:t>
        <a:bodyPr/>
        <a:lstStyle/>
        <a:p>
          <a:endParaRPr lang="en-GB"/>
        </a:p>
      </dgm:t>
    </dgm:pt>
    <dgm:pt modelId="{1CACD29D-11CD-4258-8C29-239102720665}">
      <dgm:prSet phldrT="[Text]"/>
      <dgm:spPr/>
      <dgm:t>
        <a:bodyPr/>
        <a:lstStyle/>
        <a:p>
          <a:r>
            <a:rPr lang="en-GB" dirty="0"/>
            <a:t>Allows developers to link to open-source libraries within the code of their own software</a:t>
          </a:r>
        </a:p>
      </dgm:t>
    </dgm:pt>
    <dgm:pt modelId="{F0C4F763-B498-4F5E-BE88-CF4FF3D8D215}" type="parTrans" cxnId="{B5A89177-F88B-40B7-B113-7995A462B812}">
      <dgm:prSet/>
      <dgm:spPr/>
      <dgm:t>
        <a:bodyPr/>
        <a:lstStyle/>
        <a:p>
          <a:endParaRPr lang="en-GB"/>
        </a:p>
      </dgm:t>
    </dgm:pt>
    <dgm:pt modelId="{4066544B-BCD4-488A-AFC0-B70982B115CC}" type="sibTrans" cxnId="{B5A89177-F88B-40B7-B113-7995A462B812}">
      <dgm:prSet/>
      <dgm:spPr/>
      <dgm:t>
        <a:bodyPr/>
        <a:lstStyle/>
        <a:p>
          <a:endParaRPr lang="en-GB"/>
        </a:p>
      </dgm:t>
    </dgm:pt>
    <dgm:pt modelId="{AB375192-4BE8-4A04-81C3-CA92AD28DDE6}">
      <dgm:prSet phldrT="[Text]"/>
      <dgm:spPr/>
      <dgm:t>
        <a:bodyPr/>
        <a:lstStyle/>
        <a:p>
          <a:r>
            <a:rPr lang="en-GB" dirty="0">
              <a:solidFill>
                <a:schemeClr val="tx2"/>
              </a:solidFill>
            </a:rPr>
            <a:t>Anyone is allowed to use, modify and redistribute the software</a:t>
          </a:r>
        </a:p>
      </dgm:t>
    </dgm:pt>
    <dgm:pt modelId="{D92A5108-C08C-49A2-8D33-50CAA4E8B9EA}" type="parTrans" cxnId="{01E15AAC-6AA8-4C61-B6AF-DDF1B555BCC8}">
      <dgm:prSet/>
      <dgm:spPr/>
      <dgm:t>
        <a:bodyPr/>
        <a:lstStyle/>
        <a:p>
          <a:endParaRPr lang="en-GB"/>
        </a:p>
      </dgm:t>
    </dgm:pt>
    <dgm:pt modelId="{9B25BF76-1046-4D45-8DC6-515FA1112939}" type="sibTrans" cxnId="{01E15AAC-6AA8-4C61-B6AF-DDF1B555BCC8}">
      <dgm:prSet/>
      <dgm:spPr/>
      <dgm:t>
        <a:bodyPr/>
        <a:lstStyle/>
        <a:p>
          <a:endParaRPr lang="en-GB"/>
        </a:p>
      </dgm:t>
    </dgm:pt>
    <dgm:pt modelId="{128E872D-3B84-4C1B-BD06-CC01320AFA31}" type="pres">
      <dgm:prSet presAssocID="{EE560917-1FBD-4FD4-A42A-AAE69410D6F3}" presName="CompostProcess" presStyleCnt="0">
        <dgm:presLayoutVars>
          <dgm:dir/>
          <dgm:resizeHandles val="exact"/>
        </dgm:presLayoutVars>
      </dgm:prSet>
      <dgm:spPr/>
    </dgm:pt>
    <dgm:pt modelId="{D1B471A7-F99D-4956-B507-6AE5B68608CE}" type="pres">
      <dgm:prSet presAssocID="{EE560917-1FBD-4FD4-A42A-AAE69410D6F3}" presName="arrow" presStyleLbl="bgShp" presStyleIdx="0" presStyleCnt="1"/>
      <dgm:spPr/>
    </dgm:pt>
    <dgm:pt modelId="{5659D5EE-2E20-4791-B524-7DB011BC4839}" type="pres">
      <dgm:prSet presAssocID="{EE560917-1FBD-4FD4-A42A-AAE69410D6F3}" presName="linearProcess" presStyleCnt="0"/>
      <dgm:spPr/>
    </dgm:pt>
    <dgm:pt modelId="{90F231CA-7000-4A6B-8932-E4BA6BEE8877}" type="pres">
      <dgm:prSet presAssocID="{1E9F1862-8E36-4030-9AA1-8B749DC51E23}" presName="textNode" presStyleLbl="node1" presStyleIdx="0" presStyleCnt="5">
        <dgm:presLayoutVars>
          <dgm:bulletEnabled val="1"/>
        </dgm:presLayoutVars>
      </dgm:prSet>
      <dgm:spPr/>
    </dgm:pt>
    <dgm:pt modelId="{05395150-5937-4B5A-85B8-98710BA80851}" type="pres">
      <dgm:prSet presAssocID="{759B2CF7-80D0-413C-BBCC-F4925A41F9BD}" presName="sibTrans" presStyleCnt="0"/>
      <dgm:spPr/>
    </dgm:pt>
    <dgm:pt modelId="{AD163E66-9C4D-43B5-8E4E-1DD3F0694D3D}" type="pres">
      <dgm:prSet presAssocID="{A7EA41DB-012E-41DB-A1DA-C5109419FA91}" presName="textNode" presStyleLbl="node1" presStyleIdx="1" presStyleCnt="5">
        <dgm:presLayoutVars>
          <dgm:bulletEnabled val="1"/>
        </dgm:presLayoutVars>
      </dgm:prSet>
      <dgm:spPr/>
    </dgm:pt>
    <dgm:pt modelId="{DC74442C-A674-46B9-99E3-C90858EFFB9C}" type="pres">
      <dgm:prSet presAssocID="{CB14CA76-85E9-4F2D-B087-53C73A1436EA}" presName="sibTrans" presStyleCnt="0"/>
      <dgm:spPr/>
    </dgm:pt>
    <dgm:pt modelId="{E389DD31-E5D3-41D0-BDAB-4B5C65439AB3}" type="pres">
      <dgm:prSet presAssocID="{ED21A6B2-FFD9-4A36-835F-ECA5A2C45B5D}" presName="textNode" presStyleLbl="node1" presStyleIdx="2" presStyleCnt="5">
        <dgm:presLayoutVars>
          <dgm:bulletEnabled val="1"/>
        </dgm:presLayoutVars>
      </dgm:prSet>
      <dgm:spPr/>
    </dgm:pt>
    <dgm:pt modelId="{D368A4EF-C114-4A5C-A7D3-A217284C94DA}" type="pres">
      <dgm:prSet presAssocID="{26F369AF-A40A-436E-B711-8135F84DB329}" presName="sibTrans" presStyleCnt="0"/>
      <dgm:spPr/>
    </dgm:pt>
    <dgm:pt modelId="{F905667D-2EDE-4DE3-B067-34D2BC640D3E}" type="pres">
      <dgm:prSet presAssocID="{A6D4F780-ACD3-4B70-8177-A06BE3D3CDEB}" presName="textNode" presStyleLbl="node1" presStyleIdx="3" presStyleCnt="5">
        <dgm:presLayoutVars>
          <dgm:bulletEnabled val="1"/>
        </dgm:presLayoutVars>
      </dgm:prSet>
      <dgm:spPr/>
    </dgm:pt>
    <dgm:pt modelId="{79200D45-38C4-468E-9787-5A344A045697}" type="pres">
      <dgm:prSet presAssocID="{D19A6C7F-96DE-4AA8-B8E1-F25F1C70FCE0}" presName="sibTrans" presStyleCnt="0"/>
      <dgm:spPr/>
    </dgm:pt>
    <dgm:pt modelId="{39F58D28-BBBC-4DCB-94AA-09ED6B393CAF}" type="pres">
      <dgm:prSet presAssocID="{8EB35B78-9E89-4C39-8F57-B316D9E0FCF5}" presName="textNode" presStyleLbl="node1" presStyleIdx="4" presStyleCnt="5">
        <dgm:presLayoutVars>
          <dgm:bulletEnabled val="1"/>
        </dgm:presLayoutVars>
      </dgm:prSet>
      <dgm:spPr/>
    </dgm:pt>
  </dgm:ptLst>
  <dgm:cxnLst>
    <dgm:cxn modelId="{AF341208-C7D5-44A2-B503-7E932B3D0098}" type="presOf" srcId="{1CACD29D-11CD-4258-8C29-239102720665}" destId="{F905667D-2EDE-4DE3-B067-34D2BC640D3E}" srcOrd="0" destOrd="1" presId="urn:microsoft.com/office/officeart/2005/8/layout/hProcess9"/>
    <dgm:cxn modelId="{60E05F33-18EE-4A48-80FA-595255239907}" type="presOf" srcId="{097E4279-5639-4F94-9AA6-FBD3467709B3}" destId="{90F231CA-7000-4A6B-8932-E4BA6BEE8877}" srcOrd="0" destOrd="1" presId="urn:microsoft.com/office/officeart/2005/8/layout/hProcess9"/>
    <dgm:cxn modelId="{6135DF39-BC13-4E2B-97AE-E6115335828F}" srcId="{EE560917-1FBD-4FD4-A42A-AAE69410D6F3}" destId="{ED21A6B2-FFD9-4A36-835F-ECA5A2C45B5D}" srcOrd="2" destOrd="0" parTransId="{A9ADDE90-F704-4D75-926B-4C009E3CB77E}" sibTransId="{26F369AF-A40A-436E-B711-8135F84DB329}"/>
    <dgm:cxn modelId="{40801744-13D2-44A6-9DCC-E8E5B45EF640}" srcId="{EE560917-1FBD-4FD4-A42A-AAE69410D6F3}" destId="{A6D4F780-ACD3-4B70-8177-A06BE3D3CDEB}" srcOrd="3" destOrd="0" parTransId="{4A294352-5AB5-409E-89CF-26750BF8ECFA}" sibTransId="{D19A6C7F-96DE-4AA8-B8E1-F25F1C70FCE0}"/>
    <dgm:cxn modelId="{A763DE69-3254-46EE-BD2E-8925768AE2D5}" type="presOf" srcId="{A6D4F780-ACD3-4B70-8177-A06BE3D3CDEB}" destId="{F905667D-2EDE-4DE3-B067-34D2BC640D3E}" srcOrd="0" destOrd="0" presId="urn:microsoft.com/office/officeart/2005/8/layout/hProcess9"/>
    <dgm:cxn modelId="{BA10936C-2A6C-48F6-9C22-CF879B3EFA4C}" type="presOf" srcId="{ED21A6B2-FFD9-4A36-835F-ECA5A2C45B5D}" destId="{E389DD31-E5D3-41D0-BDAB-4B5C65439AB3}" srcOrd="0" destOrd="0" presId="urn:microsoft.com/office/officeart/2005/8/layout/hProcess9"/>
    <dgm:cxn modelId="{0E166D54-D553-4316-AE8B-1E2A566AA1E3}" srcId="{A7EA41DB-012E-41DB-A1DA-C5109419FA91}" destId="{73C94E75-6B80-4877-8BC4-3FB2BDA24358}" srcOrd="0" destOrd="0" parTransId="{9E8EA866-971D-45B0-B8B5-F905F25CC73D}" sibTransId="{00EB61CE-5EBC-4241-A58C-102FC8330750}"/>
    <dgm:cxn modelId="{B5A89177-F88B-40B7-B113-7995A462B812}" srcId="{A6D4F780-ACD3-4B70-8177-A06BE3D3CDEB}" destId="{1CACD29D-11CD-4258-8C29-239102720665}" srcOrd="0" destOrd="0" parTransId="{F0C4F763-B498-4F5E-BE88-CF4FF3D8D215}" sibTransId="{4066544B-BCD4-488A-AFC0-B70982B115CC}"/>
    <dgm:cxn modelId="{D3A6C55A-2F7D-49A5-9847-D73F7B02FE64}" srcId="{EE560917-1FBD-4FD4-A42A-AAE69410D6F3}" destId="{8EB35B78-9E89-4C39-8F57-B316D9E0FCF5}" srcOrd="4" destOrd="0" parTransId="{690F71DF-C25C-4F98-897D-D4CDAA78B9DB}" sibTransId="{5D47AF49-F47D-4B81-BA1C-7EA78380819B}"/>
    <dgm:cxn modelId="{D64ED189-C176-4862-8D32-F4C6676D6AC2}" srcId="{EE560917-1FBD-4FD4-A42A-AAE69410D6F3}" destId="{A7EA41DB-012E-41DB-A1DA-C5109419FA91}" srcOrd="1" destOrd="0" parTransId="{E226E140-3D2A-4784-929C-4C19425509F4}" sibTransId="{CB14CA76-85E9-4F2D-B087-53C73A1436EA}"/>
    <dgm:cxn modelId="{1BC31F8A-5DC7-4E6E-A542-0AF2FB8BE3CF}" type="presOf" srcId="{73C94E75-6B80-4877-8BC4-3FB2BDA24358}" destId="{AD163E66-9C4D-43B5-8E4E-1DD3F0694D3D}" srcOrd="0" destOrd="1" presId="urn:microsoft.com/office/officeart/2005/8/layout/hProcess9"/>
    <dgm:cxn modelId="{F3823E8B-8226-4211-84CE-4EABC2B781DE}" srcId="{1E9F1862-8E36-4030-9AA1-8B749DC51E23}" destId="{097E4279-5639-4F94-9AA6-FBD3467709B3}" srcOrd="0" destOrd="0" parTransId="{896F5851-26BC-4247-A5AA-560B7471E10A}" sibTransId="{D9BD1170-9855-4FC3-907B-95FECD785932}"/>
    <dgm:cxn modelId="{FC4ADA9C-290F-4FDB-BF3D-1D3FD18DCA6F}" type="presOf" srcId="{EE560917-1FBD-4FD4-A42A-AAE69410D6F3}" destId="{128E872D-3B84-4C1B-BD06-CC01320AFA31}" srcOrd="0" destOrd="0" presId="urn:microsoft.com/office/officeart/2005/8/layout/hProcess9"/>
    <dgm:cxn modelId="{6AF0A8A4-A722-434F-A362-BCB3E5BA8661}" srcId="{ED21A6B2-FFD9-4A36-835F-ECA5A2C45B5D}" destId="{A72F4A68-0661-46E5-B316-991C135AC397}" srcOrd="0" destOrd="0" parTransId="{0F4C24D5-AB96-4792-B089-CE91C7281DDD}" sibTransId="{3BC7C400-1045-43DC-BDBA-C71A7CE9CB9F}"/>
    <dgm:cxn modelId="{01E15AAC-6AA8-4C61-B6AF-DDF1B555BCC8}" srcId="{8EB35B78-9E89-4C39-8F57-B316D9E0FCF5}" destId="{AB375192-4BE8-4A04-81C3-CA92AD28DDE6}" srcOrd="0" destOrd="0" parTransId="{D92A5108-C08C-49A2-8D33-50CAA4E8B9EA}" sibTransId="{9B25BF76-1046-4D45-8DC6-515FA1112939}"/>
    <dgm:cxn modelId="{4C2906B1-A12C-4E93-98D0-7BB049F48B9F}" type="presOf" srcId="{1E9F1862-8E36-4030-9AA1-8B749DC51E23}" destId="{90F231CA-7000-4A6B-8932-E4BA6BEE8877}" srcOrd="0" destOrd="0" presId="urn:microsoft.com/office/officeart/2005/8/layout/hProcess9"/>
    <dgm:cxn modelId="{F61009BE-F833-40AE-B698-A1F6C3A5A98F}" type="presOf" srcId="{8EB35B78-9E89-4C39-8F57-B316D9E0FCF5}" destId="{39F58D28-BBBC-4DCB-94AA-09ED6B393CAF}" srcOrd="0" destOrd="0" presId="urn:microsoft.com/office/officeart/2005/8/layout/hProcess9"/>
    <dgm:cxn modelId="{721B1DD3-7881-461D-B349-CF104E833F6A}" type="presOf" srcId="{A72F4A68-0661-46E5-B316-991C135AC397}" destId="{E389DD31-E5D3-41D0-BDAB-4B5C65439AB3}" srcOrd="0" destOrd="1" presId="urn:microsoft.com/office/officeart/2005/8/layout/hProcess9"/>
    <dgm:cxn modelId="{DB23C9D9-B338-4779-AB21-250F06572D8F}" srcId="{EE560917-1FBD-4FD4-A42A-AAE69410D6F3}" destId="{1E9F1862-8E36-4030-9AA1-8B749DC51E23}" srcOrd="0" destOrd="0" parTransId="{FA5F957F-68AE-4EFD-9B81-D47DE127195D}" sibTransId="{759B2CF7-80D0-413C-BBCC-F4925A41F9BD}"/>
    <dgm:cxn modelId="{123858FE-EE1A-4355-8614-8580386BA87F}" type="presOf" srcId="{A7EA41DB-012E-41DB-A1DA-C5109419FA91}" destId="{AD163E66-9C4D-43B5-8E4E-1DD3F0694D3D}" srcOrd="0" destOrd="0" presId="urn:microsoft.com/office/officeart/2005/8/layout/hProcess9"/>
    <dgm:cxn modelId="{1F99C4FE-8D6C-4B16-A96E-5F5D036ACC95}" type="presOf" srcId="{AB375192-4BE8-4A04-81C3-CA92AD28DDE6}" destId="{39F58D28-BBBC-4DCB-94AA-09ED6B393CAF}" srcOrd="0" destOrd="1" presId="urn:microsoft.com/office/officeart/2005/8/layout/hProcess9"/>
    <dgm:cxn modelId="{58420DB1-79D6-44BD-B7F7-116A5CF6D91D}" type="presParOf" srcId="{128E872D-3B84-4C1B-BD06-CC01320AFA31}" destId="{D1B471A7-F99D-4956-B507-6AE5B68608CE}" srcOrd="0" destOrd="0" presId="urn:microsoft.com/office/officeart/2005/8/layout/hProcess9"/>
    <dgm:cxn modelId="{160BEE86-FFCB-4D8F-9D1D-2D642CE734E7}" type="presParOf" srcId="{128E872D-3B84-4C1B-BD06-CC01320AFA31}" destId="{5659D5EE-2E20-4791-B524-7DB011BC4839}" srcOrd="1" destOrd="0" presId="urn:microsoft.com/office/officeart/2005/8/layout/hProcess9"/>
    <dgm:cxn modelId="{10862AEB-08B9-4391-A831-A96767B7395C}" type="presParOf" srcId="{5659D5EE-2E20-4791-B524-7DB011BC4839}" destId="{90F231CA-7000-4A6B-8932-E4BA6BEE8877}" srcOrd="0" destOrd="0" presId="urn:microsoft.com/office/officeart/2005/8/layout/hProcess9"/>
    <dgm:cxn modelId="{0FE5025A-08D6-4237-930D-B5270F32BB9F}" type="presParOf" srcId="{5659D5EE-2E20-4791-B524-7DB011BC4839}" destId="{05395150-5937-4B5A-85B8-98710BA80851}" srcOrd="1" destOrd="0" presId="urn:microsoft.com/office/officeart/2005/8/layout/hProcess9"/>
    <dgm:cxn modelId="{E0E6CAC3-33AE-4AE9-955A-B8570909E204}" type="presParOf" srcId="{5659D5EE-2E20-4791-B524-7DB011BC4839}" destId="{AD163E66-9C4D-43B5-8E4E-1DD3F0694D3D}" srcOrd="2" destOrd="0" presId="urn:microsoft.com/office/officeart/2005/8/layout/hProcess9"/>
    <dgm:cxn modelId="{9A831E39-F816-449B-8700-BF8D5096A13C}" type="presParOf" srcId="{5659D5EE-2E20-4791-B524-7DB011BC4839}" destId="{DC74442C-A674-46B9-99E3-C90858EFFB9C}" srcOrd="3" destOrd="0" presId="urn:microsoft.com/office/officeart/2005/8/layout/hProcess9"/>
    <dgm:cxn modelId="{E2E1B319-ECB1-461E-8C78-A7F3D175062C}" type="presParOf" srcId="{5659D5EE-2E20-4791-B524-7DB011BC4839}" destId="{E389DD31-E5D3-41D0-BDAB-4B5C65439AB3}" srcOrd="4" destOrd="0" presId="urn:microsoft.com/office/officeart/2005/8/layout/hProcess9"/>
    <dgm:cxn modelId="{FC93BFE1-33C2-4EA7-B89C-60981B9079D0}" type="presParOf" srcId="{5659D5EE-2E20-4791-B524-7DB011BC4839}" destId="{D368A4EF-C114-4A5C-A7D3-A217284C94DA}" srcOrd="5" destOrd="0" presId="urn:microsoft.com/office/officeart/2005/8/layout/hProcess9"/>
    <dgm:cxn modelId="{B334A2A3-3D9F-414D-AA6C-8063E03AE0D5}" type="presParOf" srcId="{5659D5EE-2E20-4791-B524-7DB011BC4839}" destId="{F905667D-2EDE-4DE3-B067-34D2BC640D3E}" srcOrd="6" destOrd="0" presId="urn:microsoft.com/office/officeart/2005/8/layout/hProcess9"/>
    <dgm:cxn modelId="{8B031FB9-338C-46D4-A8B2-F36D29DDAAA5}" type="presParOf" srcId="{5659D5EE-2E20-4791-B524-7DB011BC4839}" destId="{79200D45-38C4-468E-9787-5A344A045697}" srcOrd="7" destOrd="0" presId="urn:microsoft.com/office/officeart/2005/8/layout/hProcess9"/>
    <dgm:cxn modelId="{92207B8F-60B2-430B-B9DD-702CB2099C91}" type="presParOf" srcId="{5659D5EE-2E20-4791-B524-7DB011BC4839}" destId="{39F58D28-BBBC-4DCB-94AA-09ED6B393CAF}" srcOrd="8" destOrd="0" presId="urn:microsoft.com/office/officeart/2005/8/layout/hProcess9"/>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449FCCBB-F483-4D23-855F-BE3E3D55DD14}" type="doc">
      <dgm:prSet loTypeId="urn:microsoft.com/office/officeart/2005/8/layout/list1" loCatId="list" qsTypeId="urn:microsoft.com/office/officeart/2005/8/quickstyle/simple1" qsCatId="simple" csTypeId="urn:microsoft.com/office/officeart/2005/8/colors/colorful1" csCatId="colorful" phldr="1"/>
      <dgm:spPr/>
      <dgm:t>
        <a:bodyPr/>
        <a:lstStyle/>
        <a:p>
          <a:endParaRPr lang="en-GB"/>
        </a:p>
      </dgm:t>
    </dgm:pt>
    <dgm:pt modelId="{FDEC694D-FBBD-41C4-8EE7-774BF08729E5}">
      <dgm:prSet phldrT="[Text]" custT="1"/>
      <dgm:spPr/>
      <dgm:t>
        <a:bodyPr/>
        <a:lstStyle/>
        <a:p>
          <a:r>
            <a:rPr lang="en-GB" sz="1800" dirty="0">
              <a:solidFill>
                <a:schemeClr val="tx1"/>
              </a:solidFill>
            </a:rPr>
            <a:t>Identify</a:t>
          </a:r>
        </a:p>
      </dgm:t>
    </dgm:pt>
    <dgm:pt modelId="{51B0F062-454B-42BA-8584-BF0C934A6CC3}" type="parTrans" cxnId="{228729A8-E670-4ACC-8E4C-D310E9D15B12}">
      <dgm:prSet/>
      <dgm:spPr/>
      <dgm:t>
        <a:bodyPr/>
        <a:lstStyle/>
        <a:p>
          <a:endParaRPr lang="en-GB"/>
        </a:p>
      </dgm:t>
    </dgm:pt>
    <dgm:pt modelId="{875E425B-ED62-4179-8F4D-2316F0146183}" type="sibTrans" cxnId="{228729A8-E670-4ACC-8E4C-D310E9D15B12}">
      <dgm:prSet/>
      <dgm:spPr/>
      <dgm:t>
        <a:bodyPr/>
        <a:lstStyle/>
        <a:p>
          <a:endParaRPr lang="en-GB"/>
        </a:p>
      </dgm:t>
    </dgm:pt>
    <dgm:pt modelId="{A23408DE-1059-4805-8CFC-8525262E5EB6}">
      <dgm:prSet phldrT="[Text]" custT="1"/>
      <dgm:spPr/>
      <dgm:t>
        <a:bodyPr/>
        <a:lstStyle/>
        <a:p>
          <a:r>
            <a:rPr lang="en-GB" sz="1800" dirty="0">
              <a:solidFill>
                <a:schemeClr val="tx1"/>
              </a:solidFill>
            </a:rPr>
            <a:t>Describe</a:t>
          </a:r>
        </a:p>
      </dgm:t>
    </dgm:pt>
    <dgm:pt modelId="{EF90E096-88C4-442A-959B-05508FD41929}" type="parTrans" cxnId="{C4EF2B47-D708-4A6A-92AC-DBC4FECDC635}">
      <dgm:prSet/>
      <dgm:spPr/>
      <dgm:t>
        <a:bodyPr/>
        <a:lstStyle/>
        <a:p>
          <a:endParaRPr lang="en-GB"/>
        </a:p>
      </dgm:t>
    </dgm:pt>
    <dgm:pt modelId="{C24C8E73-9788-4247-81D3-0C506168759C}" type="sibTrans" cxnId="{C4EF2B47-D708-4A6A-92AC-DBC4FECDC635}">
      <dgm:prSet/>
      <dgm:spPr/>
      <dgm:t>
        <a:bodyPr/>
        <a:lstStyle/>
        <a:p>
          <a:endParaRPr lang="en-GB"/>
        </a:p>
      </dgm:t>
    </dgm:pt>
    <dgm:pt modelId="{EB8F1ED9-4C0A-4ED9-8FD7-3F1C308FEFA8}">
      <dgm:prSet phldrT="[Text]" custT="1"/>
      <dgm:spPr/>
      <dgm:t>
        <a:bodyPr/>
        <a:lstStyle/>
        <a:p>
          <a:r>
            <a:rPr lang="en-GB" sz="1800" dirty="0"/>
            <a:t>Analyse</a:t>
          </a:r>
        </a:p>
      </dgm:t>
    </dgm:pt>
    <dgm:pt modelId="{C0882D6C-33F9-4002-96EC-4429BFA39173}" type="parTrans" cxnId="{BCE89298-72CD-4B9B-A2D7-2CE789009462}">
      <dgm:prSet/>
      <dgm:spPr/>
      <dgm:t>
        <a:bodyPr/>
        <a:lstStyle/>
        <a:p>
          <a:endParaRPr lang="en-GB"/>
        </a:p>
      </dgm:t>
    </dgm:pt>
    <dgm:pt modelId="{3D34AD35-889E-4B5C-A9C1-8F0706C6675E}" type="sibTrans" cxnId="{BCE89298-72CD-4B9B-A2D7-2CE789009462}">
      <dgm:prSet/>
      <dgm:spPr/>
      <dgm:t>
        <a:bodyPr/>
        <a:lstStyle/>
        <a:p>
          <a:endParaRPr lang="en-GB"/>
        </a:p>
      </dgm:t>
    </dgm:pt>
    <dgm:pt modelId="{94A8AC02-12EE-43BD-B1D6-142C059501EB}">
      <dgm:prSet phldrT="[Text]"/>
      <dgm:spPr/>
      <dgm:t>
        <a:bodyPr/>
        <a:lstStyle/>
        <a:p>
          <a:r>
            <a:rPr lang="en-US" dirty="0"/>
            <a:t>Explain the differences between the EU version and the UK version of the GDPR</a:t>
          </a:r>
          <a:endParaRPr lang="en-GB" dirty="0"/>
        </a:p>
      </dgm:t>
    </dgm:pt>
    <dgm:pt modelId="{4DADA80A-56AA-4290-B395-89B4A4B82028}" type="parTrans" cxnId="{A16C109A-7E77-4D5F-A98C-665EDE4FBAD6}">
      <dgm:prSet/>
      <dgm:spPr/>
      <dgm:t>
        <a:bodyPr/>
        <a:lstStyle/>
        <a:p>
          <a:endParaRPr lang="en-GB"/>
        </a:p>
      </dgm:t>
    </dgm:pt>
    <dgm:pt modelId="{3D7AFEEF-BCB8-45CD-83F8-A02378AC5482}" type="sibTrans" cxnId="{A16C109A-7E77-4D5F-A98C-665EDE4FBAD6}">
      <dgm:prSet/>
      <dgm:spPr/>
      <dgm:t>
        <a:bodyPr/>
        <a:lstStyle/>
        <a:p>
          <a:endParaRPr lang="en-GB"/>
        </a:p>
      </dgm:t>
    </dgm:pt>
    <dgm:pt modelId="{BAB2AF6C-7A24-4105-8B0B-4C80B07B82F1}">
      <dgm:prSet phldrT="[Text]"/>
      <dgm:spPr/>
      <dgm:t>
        <a:bodyPr/>
        <a:lstStyle/>
        <a:p>
          <a:r>
            <a:rPr lang="en-US" dirty="0"/>
            <a:t>Describe what the various laws and legislation mean</a:t>
          </a:r>
          <a:endParaRPr lang="en-GB" dirty="0"/>
        </a:p>
      </dgm:t>
    </dgm:pt>
    <dgm:pt modelId="{3086D401-7FB8-4288-88C4-4B041DAC4CE7}" type="parTrans" cxnId="{F9C33C39-AEDC-4BA2-B3CA-71D7D33892AA}">
      <dgm:prSet/>
      <dgm:spPr/>
      <dgm:t>
        <a:bodyPr/>
        <a:lstStyle/>
        <a:p>
          <a:endParaRPr lang="en-GB"/>
        </a:p>
      </dgm:t>
    </dgm:pt>
    <dgm:pt modelId="{490A51A6-9B24-4277-A37B-994F5EA18CFE}" type="sibTrans" cxnId="{F9C33C39-AEDC-4BA2-B3CA-71D7D33892AA}">
      <dgm:prSet/>
      <dgm:spPr/>
      <dgm:t>
        <a:bodyPr/>
        <a:lstStyle/>
        <a:p>
          <a:endParaRPr lang="en-GB"/>
        </a:p>
      </dgm:t>
    </dgm:pt>
    <dgm:pt modelId="{B65D4D74-8FCF-470B-B60D-B5EB9E99D858}">
      <dgm:prSet phldrT="[Text]" custT="1"/>
      <dgm:spPr/>
      <dgm:t>
        <a:bodyPr/>
        <a:lstStyle/>
        <a:p>
          <a:r>
            <a:rPr lang="en-US" sz="1400" dirty="0"/>
            <a:t>Identify why laws, legislation and standards are required</a:t>
          </a:r>
          <a:endParaRPr lang="en-GB" sz="1400" dirty="0"/>
        </a:p>
      </dgm:t>
    </dgm:pt>
    <dgm:pt modelId="{396053FE-6F2C-4153-A5B0-5E298083036C}" type="parTrans" cxnId="{2C3D984B-BD69-4F74-AADB-EB3CA62CE336}">
      <dgm:prSet/>
      <dgm:spPr/>
      <dgm:t>
        <a:bodyPr/>
        <a:lstStyle/>
        <a:p>
          <a:endParaRPr lang="en-GB"/>
        </a:p>
      </dgm:t>
    </dgm:pt>
    <dgm:pt modelId="{F8FF337B-36B2-4324-8A75-584098C814E3}" type="sibTrans" cxnId="{2C3D984B-BD69-4F74-AADB-EB3CA62CE336}">
      <dgm:prSet/>
      <dgm:spPr/>
      <dgm:t>
        <a:bodyPr/>
        <a:lstStyle/>
        <a:p>
          <a:endParaRPr lang="en-GB"/>
        </a:p>
      </dgm:t>
    </dgm:pt>
    <dgm:pt modelId="{350102B2-5B6A-4354-A1FD-078EB704F3DA}">
      <dgm:prSet phldrT="[Text]"/>
      <dgm:spPr/>
      <dgm:t>
        <a:bodyPr/>
        <a:lstStyle/>
        <a:p>
          <a:r>
            <a:rPr lang="en-GB" noProof="0" dirty="0"/>
            <a:t>Analyse the impact the laws have within your business environment</a:t>
          </a:r>
          <a:endParaRPr lang="en-GB" dirty="0"/>
        </a:p>
      </dgm:t>
    </dgm:pt>
    <dgm:pt modelId="{EE91F737-1E38-4A21-96BC-4FE44630149D}" type="parTrans" cxnId="{32864C7E-FA7D-4BAF-83D9-13742BE6CA3E}">
      <dgm:prSet/>
      <dgm:spPr/>
      <dgm:t>
        <a:bodyPr/>
        <a:lstStyle/>
        <a:p>
          <a:endParaRPr lang="en-GB"/>
        </a:p>
      </dgm:t>
    </dgm:pt>
    <dgm:pt modelId="{1C9D6833-48BC-4FF3-851B-DC99CBAEC992}" type="sibTrans" cxnId="{32864C7E-FA7D-4BAF-83D9-13742BE6CA3E}">
      <dgm:prSet/>
      <dgm:spPr/>
      <dgm:t>
        <a:bodyPr/>
        <a:lstStyle/>
        <a:p>
          <a:endParaRPr lang="en-GB"/>
        </a:p>
      </dgm:t>
    </dgm:pt>
    <dgm:pt modelId="{6AF749B1-4E98-40C3-913C-C556B06CDDCC}">
      <dgm:prSet phldrT="[Text]" custT="1"/>
      <dgm:spPr/>
      <dgm:t>
        <a:bodyPr/>
        <a:lstStyle/>
        <a:p>
          <a:r>
            <a:rPr lang="en-GB" sz="1800" dirty="0"/>
            <a:t>Explain</a:t>
          </a:r>
        </a:p>
      </dgm:t>
    </dgm:pt>
    <dgm:pt modelId="{71787019-1640-48FA-BB9A-E081B90DF293}" type="parTrans" cxnId="{15F801F5-F558-4B85-9AA5-843FF663DF96}">
      <dgm:prSet/>
      <dgm:spPr/>
      <dgm:t>
        <a:bodyPr/>
        <a:lstStyle/>
        <a:p>
          <a:endParaRPr lang="en-GB"/>
        </a:p>
      </dgm:t>
    </dgm:pt>
    <dgm:pt modelId="{A65DB043-2E73-452F-8DEC-A9B7A845BC33}" type="sibTrans" cxnId="{15F801F5-F558-4B85-9AA5-843FF663DF96}">
      <dgm:prSet/>
      <dgm:spPr/>
      <dgm:t>
        <a:bodyPr/>
        <a:lstStyle/>
        <a:p>
          <a:endParaRPr lang="en-GB"/>
        </a:p>
      </dgm:t>
    </dgm:pt>
    <dgm:pt modelId="{9C9EE46C-F4E3-4128-A5F7-B5C57F0DB79F}" type="pres">
      <dgm:prSet presAssocID="{449FCCBB-F483-4D23-855F-BE3E3D55DD14}" presName="linear" presStyleCnt="0">
        <dgm:presLayoutVars>
          <dgm:dir/>
          <dgm:animLvl val="lvl"/>
          <dgm:resizeHandles val="exact"/>
        </dgm:presLayoutVars>
      </dgm:prSet>
      <dgm:spPr/>
    </dgm:pt>
    <dgm:pt modelId="{BFCD8B97-B17E-413C-9AF5-8461E7CCF627}" type="pres">
      <dgm:prSet presAssocID="{FDEC694D-FBBD-41C4-8EE7-774BF08729E5}" presName="parentLin" presStyleCnt="0"/>
      <dgm:spPr/>
    </dgm:pt>
    <dgm:pt modelId="{A83B10C3-51AC-42A3-BCFA-4BF44D4F445C}" type="pres">
      <dgm:prSet presAssocID="{FDEC694D-FBBD-41C4-8EE7-774BF08729E5}" presName="parentLeftMargin" presStyleLbl="node1" presStyleIdx="0" presStyleCnt="4"/>
      <dgm:spPr/>
    </dgm:pt>
    <dgm:pt modelId="{9593F4F6-1FB5-4011-A620-DF7A905F7D08}" type="pres">
      <dgm:prSet presAssocID="{FDEC694D-FBBD-41C4-8EE7-774BF08729E5}" presName="parentText" presStyleLbl="node1" presStyleIdx="0" presStyleCnt="4">
        <dgm:presLayoutVars>
          <dgm:chMax val="0"/>
          <dgm:bulletEnabled val="1"/>
        </dgm:presLayoutVars>
      </dgm:prSet>
      <dgm:spPr/>
    </dgm:pt>
    <dgm:pt modelId="{43F7B299-9939-4E8A-B003-086845817577}" type="pres">
      <dgm:prSet presAssocID="{FDEC694D-FBBD-41C4-8EE7-774BF08729E5}" presName="negativeSpace" presStyleCnt="0"/>
      <dgm:spPr/>
    </dgm:pt>
    <dgm:pt modelId="{E847F9F5-5E8E-430F-BA50-C1C30181159B}" type="pres">
      <dgm:prSet presAssocID="{FDEC694D-FBBD-41C4-8EE7-774BF08729E5}" presName="childText" presStyleLbl="conFgAcc1" presStyleIdx="0" presStyleCnt="4">
        <dgm:presLayoutVars>
          <dgm:bulletEnabled val="1"/>
        </dgm:presLayoutVars>
      </dgm:prSet>
      <dgm:spPr/>
    </dgm:pt>
    <dgm:pt modelId="{B10AE6DE-834E-470C-A9B1-6013EB8BD7B8}" type="pres">
      <dgm:prSet presAssocID="{875E425B-ED62-4179-8F4D-2316F0146183}" presName="spaceBetweenRectangles" presStyleCnt="0"/>
      <dgm:spPr/>
    </dgm:pt>
    <dgm:pt modelId="{9628D0F8-75BB-4700-AB51-246D56455D1F}" type="pres">
      <dgm:prSet presAssocID="{A23408DE-1059-4805-8CFC-8525262E5EB6}" presName="parentLin" presStyleCnt="0"/>
      <dgm:spPr/>
    </dgm:pt>
    <dgm:pt modelId="{AD5DF855-2588-4CB4-9A59-08127137579B}" type="pres">
      <dgm:prSet presAssocID="{A23408DE-1059-4805-8CFC-8525262E5EB6}" presName="parentLeftMargin" presStyleLbl="node1" presStyleIdx="0" presStyleCnt="4"/>
      <dgm:spPr/>
    </dgm:pt>
    <dgm:pt modelId="{EBB4EB57-C699-4F41-ADD6-AC40CE985ED4}" type="pres">
      <dgm:prSet presAssocID="{A23408DE-1059-4805-8CFC-8525262E5EB6}" presName="parentText" presStyleLbl="node1" presStyleIdx="1" presStyleCnt="4">
        <dgm:presLayoutVars>
          <dgm:chMax val="0"/>
          <dgm:bulletEnabled val="1"/>
        </dgm:presLayoutVars>
      </dgm:prSet>
      <dgm:spPr/>
    </dgm:pt>
    <dgm:pt modelId="{428DA021-5029-4622-8145-D8F665E9D397}" type="pres">
      <dgm:prSet presAssocID="{A23408DE-1059-4805-8CFC-8525262E5EB6}" presName="negativeSpace" presStyleCnt="0"/>
      <dgm:spPr/>
    </dgm:pt>
    <dgm:pt modelId="{B0F2BC64-6D1E-4E3C-B929-E2C1F0F49848}" type="pres">
      <dgm:prSet presAssocID="{A23408DE-1059-4805-8CFC-8525262E5EB6}" presName="childText" presStyleLbl="conFgAcc1" presStyleIdx="1" presStyleCnt="4">
        <dgm:presLayoutVars>
          <dgm:bulletEnabled val="1"/>
        </dgm:presLayoutVars>
      </dgm:prSet>
      <dgm:spPr/>
    </dgm:pt>
    <dgm:pt modelId="{154CC057-E15A-44FF-B8C6-74704A56B041}" type="pres">
      <dgm:prSet presAssocID="{C24C8E73-9788-4247-81D3-0C506168759C}" presName="spaceBetweenRectangles" presStyleCnt="0"/>
      <dgm:spPr/>
    </dgm:pt>
    <dgm:pt modelId="{6AD69A2B-92F2-458D-A291-A055D159B036}" type="pres">
      <dgm:prSet presAssocID="{EB8F1ED9-4C0A-4ED9-8FD7-3F1C308FEFA8}" presName="parentLin" presStyleCnt="0"/>
      <dgm:spPr/>
    </dgm:pt>
    <dgm:pt modelId="{CDEAD96F-F842-48A3-AB9B-B86F8697C701}" type="pres">
      <dgm:prSet presAssocID="{EB8F1ED9-4C0A-4ED9-8FD7-3F1C308FEFA8}" presName="parentLeftMargin" presStyleLbl="node1" presStyleIdx="1" presStyleCnt="4"/>
      <dgm:spPr/>
    </dgm:pt>
    <dgm:pt modelId="{3132F092-0A30-4671-ABBE-5563AE4E5C3E}" type="pres">
      <dgm:prSet presAssocID="{EB8F1ED9-4C0A-4ED9-8FD7-3F1C308FEFA8}" presName="parentText" presStyleLbl="node1" presStyleIdx="2" presStyleCnt="4">
        <dgm:presLayoutVars>
          <dgm:chMax val="0"/>
          <dgm:bulletEnabled val="1"/>
        </dgm:presLayoutVars>
      </dgm:prSet>
      <dgm:spPr/>
    </dgm:pt>
    <dgm:pt modelId="{D9FDE842-C49F-4AE6-8AA8-87EFA0967DFC}" type="pres">
      <dgm:prSet presAssocID="{EB8F1ED9-4C0A-4ED9-8FD7-3F1C308FEFA8}" presName="negativeSpace" presStyleCnt="0"/>
      <dgm:spPr/>
    </dgm:pt>
    <dgm:pt modelId="{299B7FF3-1032-4A84-864D-3CB1755BB9EB}" type="pres">
      <dgm:prSet presAssocID="{EB8F1ED9-4C0A-4ED9-8FD7-3F1C308FEFA8}" presName="childText" presStyleLbl="conFgAcc1" presStyleIdx="2" presStyleCnt="4">
        <dgm:presLayoutVars>
          <dgm:bulletEnabled val="1"/>
        </dgm:presLayoutVars>
      </dgm:prSet>
      <dgm:spPr/>
    </dgm:pt>
    <dgm:pt modelId="{D8AAEB6B-27A7-4C85-9158-17C2800CF4A7}" type="pres">
      <dgm:prSet presAssocID="{3D34AD35-889E-4B5C-A9C1-8F0706C6675E}" presName="spaceBetweenRectangles" presStyleCnt="0"/>
      <dgm:spPr/>
    </dgm:pt>
    <dgm:pt modelId="{AA5F53A0-3258-4DB0-9841-678C45A59086}" type="pres">
      <dgm:prSet presAssocID="{6AF749B1-4E98-40C3-913C-C556B06CDDCC}" presName="parentLin" presStyleCnt="0"/>
      <dgm:spPr/>
    </dgm:pt>
    <dgm:pt modelId="{DCB2B159-0878-4013-8683-2DF694A6D3AB}" type="pres">
      <dgm:prSet presAssocID="{6AF749B1-4E98-40C3-913C-C556B06CDDCC}" presName="parentLeftMargin" presStyleLbl="node1" presStyleIdx="2" presStyleCnt="4"/>
      <dgm:spPr/>
    </dgm:pt>
    <dgm:pt modelId="{6E012067-F738-439F-9D71-E7FDE39D61B1}" type="pres">
      <dgm:prSet presAssocID="{6AF749B1-4E98-40C3-913C-C556B06CDDCC}" presName="parentText" presStyleLbl="node1" presStyleIdx="3" presStyleCnt="4">
        <dgm:presLayoutVars>
          <dgm:chMax val="0"/>
          <dgm:bulletEnabled val="1"/>
        </dgm:presLayoutVars>
      </dgm:prSet>
      <dgm:spPr/>
    </dgm:pt>
    <dgm:pt modelId="{2BC26F48-8BED-4462-BEC4-F647EAFA34FF}" type="pres">
      <dgm:prSet presAssocID="{6AF749B1-4E98-40C3-913C-C556B06CDDCC}" presName="negativeSpace" presStyleCnt="0"/>
      <dgm:spPr/>
    </dgm:pt>
    <dgm:pt modelId="{45F167B1-2951-420A-B945-24E1D0746D22}" type="pres">
      <dgm:prSet presAssocID="{6AF749B1-4E98-40C3-913C-C556B06CDDCC}" presName="childText" presStyleLbl="conFgAcc1" presStyleIdx="3" presStyleCnt="4">
        <dgm:presLayoutVars>
          <dgm:bulletEnabled val="1"/>
        </dgm:presLayoutVars>
      </dgm:prSet>
      <dgm:spPr/>
    </dgm:pt>
  </dgm:ptLst>
  <dgm:cxnLst>
    <dgm:cxn modelId="{9B790103-2CDC-4097-8BB0-B915E939FE6D}" type="presOf" srcId="{94A8AC02-12EE-43BD-B1D6-142C059501EB}" destId="{45F167B1-2951-420A-B945-24E1D0746D22}" srcOrd="0" destOrd="0" presId="urn:microsoft.com/office/officeart/2005/8/layout/list1"/>
    <dgm:cxn modelId="{ED6B540D-0A90-4F89-83A8-C7C081027AA1}" type="presOf" srcId="{A23408DE-1059-4805-8CFC-8525262E5EB6}" destId="{AD5DF855-2588-4CB4-9A59-08127137579B}" srcOrd="0" destOrd="0" presId="urn:microsoft.com/office/officeart/2005/8/layout/list1"/>
    <dgm:cxn modelId="{A799BA14-4E4F-438B-8DDF-0689FD2B4119}" type="presOf" srcId="{FDEC694D-FBBD-41C4-8EE7-774BF08729E5}" destId="{A83B10C3-51AC-42A3-BCFA-4BF44D4F445C}" srcOrd="0" destOrd="0" presId="urn:microsoft.com/office/officeart/2005/8/layout/list1"/>
    <dgm:cxn modelId="{FBE92C18-EB5F-4C9C-AC8C-FC16ADA03D39}" type="presOf" srcId="{A23408DE-1059-4805-8CFC-8525262E5EB6}" destId="{EBB4EB57-C699-4F41-ADD6-AC40CE985ED4}" srcOrd="1" destOrd="0" presId="urn:microsoft.com/office/officeart/2005/8/layout/list1"/>
    <dgm:cxn modelId="{F9C33C39-AEDC-4BA2-B3CA-71D7D33892AA}" srcId="{A23408DE-1059-4805-8CFC-8525262E5EB6}" destId="{BAB2AF6C-7A24-4105-8B0B-4C80B07B82F1}" srcOrd="0" destOrd="0" parTransId="{3086D401-7FB8-4288-88C4-4B041DAC4CE7}" sibTransId="{490A51A6-9B24-4277-A37B-994F5EA18CFE}"/>
    <dgm:cxn modelId="{C6574163-D249-4C55-BC92-FC3828914741}" type="presOf" srcId="{B65D4D74-8FCF-470B-B60D-B5EB9E99D858}" destId="{E847F9F5-5E8E-430F-BA50-C1C30181159B}" srcOrd="0" destOrd="0" presId="urn:microsoft.com/office/officeart/2005/8/layout/list1"/>
    <dgm:cxn modelId="{C4EF2B47-D708-4A6A-92AC-DBC4FECDC635}" srcId="{449FCCBB-F483-4D23-855F-BE3E3D55DD14}" destId="{A23408DE-1059-4805-8CFC-8525262E5EB6}" srcOrd="1" destOrd="0" parTransId="{EF90E096-88C4-442A-959B-05508FD41929}" sibTransId="{C24C8E73-9788-4247-81D3-0C506168759C}"/>
    <dgm:cxn modelId="{D8413849-C34C-46DE-AFC1-72DA91589649}" type="presOf" srcId="{FDEC694D-FBBD-41C4-8EE7-774BF08729E5}" destId="{9593F4F6-1FB5-4011-A620-DF7A905F7D08}" srcOrd="1" destOrd="0" presId="urn:microsoft.com/office/officeart/2005/8/layout/list1"/>
    <dgm:cxn modelId="{2C3D984B-BD69-4F74-AADB-EB3CA62CE336}" srcId="{FDEC694D-FBBD-41C4-8EE7-774BF08729E5}" destId="{B65D4D74-8FCF-470B-B60D-B5EB9E99D858}" srcOrd="0" destOrd="0" parTransId="{396053FE-6F2C-4153-A5B0-5E298083036C}" sibTransId="{F8FF337B-36B2-4324-8A75-584098C814E3}"/>
    <dgm:cxn modelId="{32864C7E-FA7D-4BAF-83D9-13742BE6CA3E}" srcId="{EB8F1ED9-4C0A-4ED9-8FD7-3F1C308FEFA8}" destId="{350102B2-5B6A-4354-A1FD-078EB704F3DA}" srcOrd="0" destOrd="0" parTransId="{EE91F737-1E38-4A21-96BC-4FE44630149D}" sibTransId="{1C9D6833-48BC-4FF3-851B-DC99CBAEC992}"/>
    <dgm:cxn modelId="{ED067780-A512-4C3E-88C7-A75F791D3AD5}" type="presOf" srcId="{350102B2-5B6A-4354-A1FD-078EB704F3DA}" destId="{299B7FF3-1032-4A84-864D-3CB1755BB9EB}" srcOrd="0" destOrd="0" presId="urn:microsoft.com/office/officeart/2005/8/layout/list1"/>
    <dgm:cxn modelId="{71CDEF80-9027-409C-A950-42B4C47502B6}" type="presOf" srcId="{BAB2AF6C-7A24-4105-8B0B-4C80B07B82F1}" destId="{B0F2BC64-6D1E-4E3C-B929-E2C1F0F49848}" srcOrd="0" destOrd="0" presId="urn:microsoft.com/office/officeart/2005/8/layout/list1"/>
    <dgm:cxn modelId="{FC293394-6602-4619-9601-3B18208CC14D}" type="presOf" srcId="{EB8F1ED9-4C0A-4ED9-8FD7-3F1C308FEFA8}" destId="{3132F092-0A30-4671-ABBE-5563AE4E5C3E}" srcOrd="1" destOrd="0" presId="urn:microsoft.com/office/officeart/2005/8/layout/list1"/>
    <dgm:cxn modelId="{BCE89298-72CD-4B9B-A2D7-2CE789009462}" srcId="{449FCCBB-F483-4D23-855F-BE3E3D55DD14}" destId="{EB8F1ED9-4C0A-4ED9-8FD7-3F1C308FEFA8}" srcOrd="2" destOrd="0" parTransId="{C0882D6C-33F9-4002-96EC-4429BFA39173}" sibTransId="{3D34AD35-889E-4B5C-A9C1-8F0706C6675E}"/>
    <dgm:cxn modelId="{A16C109A-7E77-4D5F-A98C-665EDE4FBAD6}" srcId="{6AF749B1-4E98-40C3-913C-C556B06CDDCC}" destId="{94A8AC02-12EE-43BD-B1D6-142C059501EB}" srcOrd="0" destOrd="0" parTransId="{4DADA80A-56AA-4290-B395-89B4A4B82028}" sibTransId="{3D7AFEEF-BCB8-45CD-83F8-A02378AC5482}"/>
    <dgm:cxn modelId="{228729A8-E670-4ACC-8E4C-D310E9D15B12}" srcId="{449FCCBB-F483-4D23-855F-BE3E3D55DD14}" destId="{FDEC694D-FBBD-41C4-8EE7-774BF08729E5}" srcOrd="0" destOrd="0" parTransId="{51B0F062-454B-42BA-8584-BF0C934A6CC3}" sibTransId="{875E425B-ED62-4179-8F4D-2316F0146183}"/>
    <dgm:cxn modelId="{2D8395C0-BFFE-4317-9926-F3136AAC2C5E}" type="presOf" srcId="{EB8F1ED9-4C0A-4ED9-8FD7-3F1C308FEFA8}" destId="{CDEAD96F-F842-48A3-AB9B-B86F8697C701}" srcOrd="0" destOrd="0" presId="urn:microsoft.com/office/officeart/2005/8/layout/list1"/>
    <dgm:cxn modelId="{BDE8FECB-8FC6-4C9B-B68A-70D9F44A5E15}" type="presOf" srcId="{6AF749B1-4E98-40C3-913C-C556B06CDDCC}" destId="{DCB2B159-0878-4013-8683-2DF694A6D3AB}" srcOrd="0" destOrd="0" presId="urn:microsoft.com/office/officeart/2005/8/layout/list1"/>
    <dgm:cxn modelId="{79342BD4-4A27-4EA7-8DDF-585B8518F277}" type="presOf" srcId="{6AF749B1-4E98-40C3-913C-C556B06CDDCC}" destId="{6E012067-F738-439F-9D71-E7FDE39D61B1}" srcOrd="1" destOrd="0" presId="urn:microsoft.com/office/officeart/2005/8/layout/list1"/>
    <dgm:cxn modelId="{402E70E8-5B44-4802-B303-EFB73888523E}" type="presOf" srcId="{449FCCBB-F483-4D23-855F-BE3E3D55DD14}" destId="{9C9EE46C-F4E3-4128-A5F7-B5C57F0DB79F}" srcOrd="0" destOrd="0" presId="urn:microsoft.com/office/officeart/2005/8/layout/list1"/>
    <dgm:cxn modelId="{15F801F5-F558-4B85-9AA5-843FF663DF96}" srcId="{449FCCBB-F483-4D23-855F-BE3E3D55DD14}" destId="{6AF749B1-4E98-40C3-913C-C556B06CDDCC}" srcOrd="3" destOrd="0" parTransId="{71787019-1640-48FA-BB9A-E081B90DF293}" sibTransId="{A65DB043-2E73-452F-8DEC-A9B7A845BC33}"/>
    <dgm:cxn modelId="{6818B35C-0BD4-4107-A4F2-8F65648181C3}" type="presParOf" srcId="{9C9EE46C-F4E3-4128-A5F7-B5C57F0DB79F}" destId="{BFCD8B97-B17E-413C-9AF5-8461E7CCF627}" srcOrd="0" destOrd="0" presId="urn:microsoft.com/office/officeart/2005/8/layout/list1"/>
    <dgm:cxn modelId="{0F35489F-C549-4DAD-AFB5-AC0EFF8F342D}" type="presParOf" srcId="{BFCD8B97-B17E-413C-9AF5-8461E7CCF627}" destId="{A83B10C3-51AC-42A3-BCFA-4BF44D4F445C}" srcOrd="0" destOrd="0" presId="urn:microsoft.com/office/officeart/2005/8/layout/list1"/>
    <dgm:cxn modelId="{6559A08C-C4B0-4403-A543-44EA2BAF21C3}" type="presParOf" srcId="{BFCD8B97-B17E-413C-9AF5-8461E7CCF627}" destId="{9593F4F6-1FB5-4011-A620-DF7A905F7D08}" srcOrd="1" destOrd="0" presId="urn:microsoft.com/office/officeart/2005/8/layout/list1"/>
    <dgm:cxn modelId="{10BE63EC-5115-4AB8-A33D-F56BCEFD610B}" type="presParOf" srcId="{9C9EE46C-F4E3-4128-A5F7-B5C57F0DB79F}" destId="{43F7B299-9939-4E8A-B003-086845817577}" srcOrd="1" destOrd="0" presId="urn:microsoft.com/office/officeart/2005/8/layout/list1"/>
    <dgm:cxn modelId="{6769D74E-3027-41D1-B59C-B96A58D4B06C}" type="presParOf" srcId="{9C9EE46C-F4E3-4128-A5F7-B5C57F0DB79F}" destId="{E847F9F5-5E8E-430F-BA50-C1C30181159B}" srcOrd="2" destOrd="0" presId="urn:microsoft.com/office/officeart/2005/8/layout/list1"/>
    <dgm:cxn modelId="{1BE1134D-F7A1-4119-9700-0939586CEE28}" type="presParOf" srcId="{9C9EE46C-F4E3-4128-A5F7-B5C57F0DB79F}" destId="{B10AE6DE-834E-470C-A9B1-6013EB8BD7B8}" srcOrd="3" destOrd="0" presId="urn:microsoft.com/office/officeart/2005/8/layout/list1"/>
    <dgm:cxn modelId="{0718C94D-317D-48C5-A16B-3EC6EDDCC45A}" type="presParOf" srcId="{9C9EE46C-F4E3-4128-A5F7-B5C57F0DB79F}" destId="{9628D0F8-75BB-4700-AB51-246D56455D1F}" srcOrd="4" destOrd="0" presId="urn:microsoft.com/office/officeart/2005/8/layout/list1"/>
    <dgm:cxn modelId="{1B766097-8602-4681-A5F0-650B5C8F211A}" type="presParOf" srcId="{9628D0F8-75BB-4700-AB51-246D56455D1F}" destId="{AD5DF855-2588-4CB4-9A59-08127137579B}" srcOrd="0" destOrd="0" presId="urn:microsoft.com/office/officeart/2005/8/layout/list1"/>
    <dgm:cxn modelId="{4445F97B-6EED-4128-9849-7E80A31CD019}" type="presParOf" srcId="{9628D0F8-75BB-4700-AB51-246D56455D1F}" destId="{EBB4EB57-C699-4F41-ADD6-AC40CE985ED4}" srcOrd="1" destOrd="0" presId="urn:microsoft.com/office/officeart/2005/8/layout/list1"/>
    <dgm:cxn modelId="{4F4B8492-1A04-4A40-98B0-1D27C764975C}" type="presParOf" srcId="{9C9EE46C-F4E3-4128-A5F7-B5C57F0DB79F}" destId="{428DA021-5029-4622-8145-D8F665E9D397}" srcOrd="5" destOrd="0" presId="urn:microsoft.com/office/officeart/2005/8/layout/list1"/>
    <dgm:cxn modelId="{E8AFD37A-40DE-4814-AC34-35F7419A16F3}" type="presParOf" srcId="{9C9EE46C-F4E3-4128-A5F7-B5C57F0DB79F}" destId="{B0F2BC64-6D1E-4E3C-B929-E2C1F0F49848}" srcOrd="6" destOrd="0" presId="urn:microsoft.com/office/officeart/2005/8/layout/list1"/>
    <dgm:cxn modelId="{42AC15CC-AC26-45AD-9EA8-CB323A9F07F2}" type="presParOf" srcId="{9C9EE46C-F4E3-4128-A5F7-B5C57F0DB79F}" destId="{154CC057-E15A-44FF-B8C6-74704A56B041}" srcOrd="7" destOrd="0" presId="urn:microsoft.com/office/officeart/2005/8/layout/list1"/>
    <dgm:cxn modelId="{1F96A4F8-2DDE-4160-BC65-2E451CDE608A}" type="presParOf" srcId="{9C9EE46C-F4E3-4128-A5F7-B5C57F0DB79F}" destId="{6AD69A2B-92F2-458D-A291-A055D159B036}" srcOrd="8" destOrd="0" presId="urn:microsoft.com/office/officeart/2005/8/layout/list1"/>
    <dgm:cxn modelId="{9C83C6BB-AFB7-4FFB-9854-B9C37C8FCF15}" type="presParOf" srcId="{6AD69A2B-92F2-458D-A291-A055D159B036}" destId="{CDEAD96F-F842-48A3-AB9B-B86F8697C701}" srcOrd="0" destOrd="0" presId="urn:microsoft.com/office/officeart/2005/8/layout/list1"/>
    <dgm:cxn modelId="{82D7FA9C-4B43-44B8-9CDF-B42F1F8D1812}" type="presParOf" srcId="{6AD69A2B-92F2-458D-A291-A055D159B036}" destId="{3132F092-0A30-4671-ABBE-5563AE4E5C3E}" srcOrd="1" destOrd="0" presId="urn:microsoft.com/office/officeart/2005/8/layout/list1"/>
    <dgm:cxn modelId="{1F2C027A-BC13-44CD-8E89-9C45DB307FB5}" type="presParOf" srcId="{9C9EE46C-F4E3-4128-A5F7-B5C57F0DB79F}" destId="{D9FDE842-C49F-4AE6-8AA8-87EFA0967DFC}" srcOrd="9" destOrd="0" presId="urn:microsoft.com/office/officeart/2005/8/layout/list1"/>
    <dgm:cxn modelId="{1F109CFC-4E86-4E23-A11A-B20199EF0108}" type="presParOf" srcId="{9C9EE46C-F4E3-4128-A5F7-B5C57F0DB79F}" destId="{299B7FF3-1032-4A84-864D-3CB1755BB9EB}" srcOrd="10" destOrd="0" presId="urn:microsoft.com/office/officeart/2005/8/layout/list1"/>
    <dgm:cxn modelId="{13680DB6-40E2-43EA-ACCE-20BF24C35580}" type="presParOf" srcId="{9C9EE46C-F4E3-4128-A5F7-B5C57F0DB79F}" destId="{D8AAEB6B-27A7-4C85-9158-17C2800CF4A7}" srcOrd="11" destOrd="0" presId="urn:microsoft.com/office/officeart/2005/8/layout/list1"/>
    <dgm:cxn modelId="{E45F457D-E2DF-42CE-91D4-CB3A476349C6}" type="presParOf" srcId="{9C9EE46C-F4E3-4128-A5F7-B5C57F0DB79F}" destId="{AA5F53A0-3258-4DB0-9841-678C45A59086}" srcOrd="12" destOrd="0" presId="urn:microsoft.com/office/officeart/2005/8/layout/list1"/>
    <dgm:cxn modelId="{ABFE8640-2635-40EC-B11D-35DB53B301C0}" type="presParOf" srcId="{AA5F53A0-3258-4DB0-9841-678C45A59086}" destId="{DCB2B159-0878-4013-8683-2DF694A6D3AB}" srcOrd="0" destOrd="0" presId="urn:microsoft.com/office/officeart/2005/8/layout/list1"/>
    <dgm:cxn modelId="{4C7DE119-4021-4317-B998-93CFC5ADF438}" type="presParOf" srcId="{AA5F53A0-3258-4DB0-9841-678C45A59086}" destId="{6E012067-F738-439F-9D71-E7FDE39D61B1}" srcOrd="1" destOrd="0" presId="urn:microsoft.com/office/officeart/2005/8/layout/list1"/>
    <dgm:cxn modelId="{C4DCE43B-03CF-4D6E-A4FD-7B9BC20A4654}" type="presParOf" srcId="{9C9EE46C-F4E3-4128-A5F7-B5C57F0DB79F}" destId="{2BC26F48-8BED-4462-BEC4-F647EAFA34FF}" srcOrd="13" destOrd="0" presId="urn:microsoft.com/office/officeart/2005/8/layout/list1"/>
    <dgm:cxn modelId="{AD6305C1-36A5-4DDC-8CC7-3AE88F72DA6A}" type="presParOf" srcId="{9C9EE46C-F4E3-4128-A5F7-B5C57F0DB79F}" destId="{45F167B1-2951-420A-B945-24E1D0746D22}" srcOrd="14"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E71EAE4-B026-4525-85E3-C3615E6B8A43}">
      <dsp:nvSpPr>
        <dsp:cNvPr id="0" name=""/>
        <dsp:cNvSpPr/>
      </dsp:nvSpPr>
      <dsp:spPr>
        <a:xfrm>
          <a:off x="0" y="145876"/>
          <a:ext cx="11883535" cy="798524"/>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GB" sz="2100" b="1" kern="1200"/>
            <a:t>Session Recording</a:t>
          </a:r>
          <a:endParaRPr lang="en-GB" sz="2100" kern="1200"/>
        </a:p>
      </dsp:txBody>
      <dsp:txXfrm>
        <a:off x="38981" y="184857"/>
        <a:ext cx="11805573" cy="720562"/>
      </dsp:txXfrm>
    </dsp:sp>
    <dsp:sp modelId="{7B846167-ADC9-464B-A39F-E462D3CA5C60}">
      <dsp:nvSpPr>
        <dsp:cNvPr id="0" name=""/>
        <dsp:cNvSpPr/>
      </dsp:nvSpPr>
      <dsp:spPr>
        <a:xfrm>
          <a:off x="0" y="944401"/>
          <a:ext cx="11883535" cy="13041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77302" tIns="26670" rIns="149352" bIns="26670" numCol="1" spcCol="1270" anchor="t" anchorCtr="0">
          <a:noAutofit/>
        </a:bodyPr>
        <a:lstStyle/>
        <a:p>
          <a:pPr marL="171450" lvl="1" indent="-171450" algn="l" defTabSz="711200">
            <a:lnSpc>
              <a:spcPct val="90000"/>
            </a:lnSpc>
            <a:spcBef>
              <a:spcPct val="0"/>
            </a:spcBef>
            <a:spcAft>
              <a:spcPct val="20000"/>
            </a:spcAft>
            <a:buChar char="•"/>
          </a:pPr>
          <a:r>
            <a:rPr lang="en-US" sz="1600" kern="1200" dirty="0"/>
            <a:t>All training sessions are recorded to:</a:t>
          </a:r>
          <a:endParaRPr lang="en-GB" sz="1600" kern="1200" dirty="0"/>
        </a:p>
        <a:p>
          <a:pPr marL="342900" lvl="2" indent="-171450" algn="l" defTabSz="711200">
            <a:lnSpc>
              <a:spcPct val="90000"/>
            </a:lnSpc>
            <a:spcBef>
              <a:spcPct val="0"/>
            </a:spcBef>
            <a:spcAft>
              <a:spcPct val="20000"/>
            </a:spcAft>
            <a:buChar char="•"/>
          </a:pPr>
          <a:r>
            <a:rPr lang="en-GB" sz="1600" kern="1200"/>
            <a:t>Support learner progress</a:t>
          </a:r>
        </a:p>
        <a:p>
          <a:pPr marL="342900" lvl="2" indent="-171450" algn="l" defTabSz="711200">
            <a:lnSpc>
              <a:spcPct val="90000"/>
            </a:lnSpc>
            <a:spcBef>
              <a:spcPct val="0"/>
            </a:spcBef>
            <a:spcAft>
              <a:spcPct val="20000"/>
            </a:spcAft>
            <a:buChar char="•"/>
          </a:pPr>
          <a:r>
            <a:rPr lang="en-GB" sz="1600" kern="1200"/>
            <a:t>Enable review of content</a:t>
          </a:r>
        </a:p>
        <a:p>
          <a:pPr marL="342900" lvl="2" indent="-171450" algn="l" defTabSz="711200">
            <a:lnSpc>
              <a:spcPct val="90000"/>
            </a:lnSpc>
            <a:spcBef>
              <a:spcPct val="0"/>
            </a:spcBef>
            <a:spcAft>
              <a:spcPct val="20000"/>
            </a:spcAft>
            <a:buChar char="•"/>
          </a:pPr>
          <a:r>
            <a:rPr lang="en-US" sz="1600" kern="1200"/>
            <a:t>Maintain quality and compliance standards</a:t>
          </a:r>
          <a:endParaRPr lang="en-GB" sz="1600" kern="1200"/>
        </a:p>
        <a:p>
          <a:pPr marL="171450" lvl="1" indent="-171450" algn="l" defTabSz="711200">
            <a:lnSpc>
              <a:spcPct val="90000"/>
            </a:lnSpc>
            <a:spcBef>
              <a:spcPct val="0"/>
            </a:spcBef>
            <a:spcAft>
              <a:spcPct val="20000"/>
            </a:spcAft>
            <a:buChar char="•"/>
          </a:pPr>
          <a:r>
            <a:rPr lang="en-US" sz="1600" kern="1200"/>
            <a:t>By attending this session, you acknowledge that recording is taking place.</a:t>
          </a:r>
          <a:endParaRPr lang="en-GB" sz="1600" kern="1200"/>
        </a:p>
      </dsp:txBody>
      <dsp:txXfrm>
        <a:off x="0" y="944401"/>
        <a:ext cx="11883535" cy="1304100"/>
      </dsp:txXfrm>
    </dsp:sp>
    <dsp:sp modelId="{B572A4D5-6571-48AA-A905-6A06E4484385}">
      <dsp:nvSpPr>
        <dsp:cNvPr id="0" name=""/>
        <dsp:cNvSpPr/>
      </dsp:nvSpPr>
      <dsp:spPr>
        <a:xfrm>
          <a:off x="0" y="2248501"/>
          <a:ext cx="11883535" cy="798524"/>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fr-FR" sz="2100" b="1" kern="1200"/>
            <a:t>Camera &amp; Participation Expectations</a:t>
          </a:r>
          <a:endParaRPr lang="en-GB" sz="2100" kern="1200"/>
        </a:p>
      </dsp:txBody>
      <dsp:txXfrm>
        <a:off x="38981" y="2287482"/>
        <a:ext cx="11805573" cy="720562"/>
      </dsp:txXfrm>
    </dsp:sp>
    <dsp:sp modelId="{10B94E7B-15F2-4141-BB59-B3D4C03A9028}">
      <dsp:nvSpPr>
        <dsp:cNvPr id="0" name=""/>
        <dsp:cNvSpPr/>
      </dsp:nvSpPr>
      <dsp:spPr>
        <a:xfrm>
          <a:off x="0" y="3047026"/>
          <a:ext cx="11883535" cy="10432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77302" tIns="26670" rIns="149352" bIns="26670" numCol="1" spcCol="1270" anchor="t" anchorCtr="0">
          <a:noAutofit/>
        </a:bodyPr>
        <a:lstStyle/>
        <a:p>
          <a:pPr marL="171450" lvl="1" indent="-171450" algn="l" defTabSz="711200">
            <a:lnSpc>
              <a:spcPct val="90000"/>
            </a:lnSpc>
            <a:spcBef>
              <a:spcPct val="0"/>
            </a:spcBef>
            <a:spcAft>
              <a:spcPct val="20000"/>
            </a:spcAft>
            <a:buChar char="•"/>
          </a:pPr>
          <a:r>
            <a:rPr lang="en-US" sz="1600" kern="1200"/>
            <a:t>To support engagement and attendance monitoring:</a:t>
          </a:r>
          <a:endParaRPr lang="en-GB" sz="1600" kern="1200"/>
        </a:p>
        <a:p>
          <a:pPr marL="342900" lvl="2" indent="-171450" algn="l" defTabSz="711200">
            <a:lnSpc>
              <a:spcPct val="90000"/>
            </a:lnSpc>
            <a:spcBef>
              <a:spcPct val="0"/>
            </a:spcBef>
            <a:spcAft>
              <a:spcPct val="20000"/>
            </a:spcAft>
            <a:buChar char="•"/>
          </a:pPr>
          <a:r>
            <a:rPr lang="en-US" sz="1600" kern="1200"/>
            <a:t>Cameras should remain on during the session</a:t>
          </a:r>
          <a:endParaRPr lang="en-GB" sz="1600" kern="1200"/>
        </a:p>
        <a:p>
          <a:pPr marL="342900" lvl="2" indent="-171450" algn="l" defTabSz="711200">
            <a:lnSpc>
              <a:spcPct val="90000"/>
            </a:lnSpc>
            <a:spcBef>
              <a:spcPct val="0"/>
            </a:spcBef>
            <a:spcAft>
              <a:spcPct val="20000"/>
            </a:spcAft>
            <a:buChar char="•"/>
          </a:pPr>
          <a:r>
            <a:rPr lang="en-US" sz="1600" kern="1200"/>
            <a:t>Please participate actively in discussions and activities</a:t>
          </a:r>
          <a:endParaRPr lang="en-GB" sz="1600" kern="1200"/>
        </a:p>
        <a:p>
          <a:pPr marL="342900" lvl="2" indent="-171450" algn="l" defTabSz="711200">
            <a:lnSpc>
              <a:spcPct val="90000"/>
            </a:lnSpc>
            <a:spcBef>
              <a:spcPct val="0"/>
            </a:spcBef>
            <a:spcAft>
              <a:spcPct val="20000"/>
            </a:spcAft>
            <a:buChar char="•"/>
          </a:pPr>
          <a:r>
            <a:rPr lang="en-US" sz="1600" kern="1200"/>
            <a:t>If you are unable to use your camera or microphone for any reason, please inform your tutor directly via chat or message.</a:t>
          </a:r>
          <a:endParaRPr lang="en-GB" sz="1600" kern="1200"/>
        </a:p>
      </dsp:txBody>
      <dsp:txXfrm>
        <a:off x="0" y="3047026"/>
        <a:ext cx="11883535" cy="1043280"/>
      </dsp:txXfrm>
    </dsp:sp>
    <dsp:sp modelId="{6F6CB04F-68D2-4C5C-8D4A-3DE017DABFAE}">
      <dsp:nvSpPr>
        <dsp:cNvPr id="0" name=""/>
        <dsp:cNvSpPr/>
      </dsp:nvSpPr>
      <dsp:spPr>
        <a:xfrm>
          <a:off x="0" y="4090306"/>
          <a:ext cx="11883535" cy="798524"/>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kern="1200" dirty="0"/>
            <a:t>This session forms part of your professional apprenticeship experience. Please engage respectfully and professionally throughout.</a:t>
          </a:r>
          <a:endParaRPr lang="en-GB" sz="2100" kern="1200" dirty="0"/>
        </a:p>
      </dsp:txBody>
      <dsp:txXfrm>
        <a:off x="38981" y="4129287"/>
        <a:ext cx="11805573" cy="72056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10EC809-8A62-4994-AFA3-5836513960D1}">
      <dsp:nvSpPr>
        <dsp:cNvPr id="0" name=""/>
        <dsp:cNvSpPr/>
      </dsp:nvSpPr>
      <dsp:spPr>
        <a:xfrm>
          <a:off x="7939" y="306750"/>
          <a:ext cx="3429320" cy="2559915"/>
        </a:xfrm>
        <a:prstGeom prst="round2SameRect">
          <a:avLst>
            <a:gd name="adj1" fmla="val 8000"/>
            <a:gd name="adj2" fmla="val 0"/>
          </a:avLst>
        </a:prstGeom>
        <a:solidFill>
          <a:schemeClr val="lt1">
            <a:alpha val="90000"/>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780" tIns="53340" rIns="17780" bIns="17780" numCol="1" spcCol="1270" anchor="t" anchorCtr="0">
          <a:noAutofit/>
        </a:bodyPr>
        <a:lstStyle/>
        <a:p>
          <a:pPr marL="114300" lvl="1" indent="-114300" algn="l" defTabSz="622300">
            <a:lnSpc>
              <a:spcPct val="90000"/>
            </a:lnSpc>
            <a:spcBef>
              <a:spcPct val="0"/>
            </a:spcBef>
            <a:spcAft>
              <a:spcPct val="15000"/>
            </a:spcAft>
            <a:buNone/>
          </a:pPr>
          <a:r>
            <a:rPr lang="en-US" sz="1400" kern="1200" dirty="0"/>
            <a:t>Safeguarding protects individuals from harm, abuse, neglect, </a:t>
          </a:r>
          <a:r>
            <a:rPr lang="en-US" sz="1400" kern="1200" dirty="0" err="1"/>
            <a:t>radicalisation</a:t>
          </a:r>
          <a:r>
            <a:rPr lang="en-US" sz="1400" kern="1200" dirty="0"/>
            <a:t> and exploitation.</a:t>
          </a:r>
          <a:br>
            <a:rPr lang="en-US" sz="1400" kern="1200" dirty="0"/>
          </a:br>
          <a:endParaRPr lang="en-US" sz="1400" kern="1200" dirty="0"/>
        </a:p>
        <a:p>
          <a:pPr marL="114300" lvl="1" indent="-114300" algn="l" defTabSz="622300">
            <a:lnSpc>
              <a:spcPct val="90000"/>
            </a:lnSpc>
            <a:spcBef>
              <a:spcPct val="0"/>
            </a:spcBef>
            <a:spcAft>
              <a:spcPct val="15000"/>
            </a:spcAft>
            <a:buNone/>
          </a:pPr>
          <a:r>
            <a:rPr lang="en-US" sz="1400" kern="1200" dirty="0"/>
            <a:t>If you have a concern about yourself or someone else, email:</a:t>
          </a:r>
        </a:p>
        <a:p>
          <a:pPr marL="114300" lvl="1" indent="-114300" algn="l" defTabSz="622300">
            <a:lnSpc>
              <a:spcPct val="90000"/>
            </a:lnSpc>
            <a:spcBef>
              <a:spcPct val="0"/>
            </a:spcBef>
            <a:spcAft>
              <a:spcPct val="15000"/>
            </a:spcAft>
            <a:buNone/>
          </a:pPr>
          <a:r>
            <a:rPr lang="en-US" sz="1400" kern="1200" dirty="0">
              <a:hlinkClick xmlns:r="http://schemas.openxmlformats.org/officeDocument/2006/relationships" r:id="rId1"/>
            </a:rPr>
            <a:t>safeguarding@bpp.com</a:t>
          </a:r>
          <a:br>
            <a:rPr lang="en-US" sz="1400" kern="1200" dirty="0"/>
          </a:br>
          <a:br>
            <a:rPr lang="en-US" sz="1400" kern="1200" dirty="0"/>
          </a:br>
          <a:r>
            <a:rPr lang="en-US" sz="1400" kern="1200" dirty="0"/>
            <a:t>Or speak to your tutor privately.</a:t>
          </a:r>
          <a:br>
            <a:rPr lang="en-US" sz="1400" kern="1200" dirty="0"/>
          </a:br>
          <a:endParaRPr lang="en-US" sz="1400" kern="1200" dirty="0"/>
        </a:p>
        <a:p>
          <a:pPr marL="114300" lvl="1" indent="-114300" algn="l" defTabSz="622300">
            <a:lnSpc>
              <a:spcPct val="90000"/>
            </a:lnSpc>
            <a:spcBef>
              <a:spcPct val="0"/>
            </a:spcBef>
            <a:spcAft>
              <a:spcPct val="15000"/>
            </a:spcAft>
            <a:buNone/>
          </a:pPr>
          <a:r>
            <a:rPr lang="en-US" sz="1400" kern="1200" dirty="0"/>
            <a:t>We treat all concerns seriously and confidentially.</a:t>
          </a:r>
        </a:p>
      </dsp:txBody>
      <dsp:txXfrm>
        <a:off x="67921" y="366732"/>
        <a:ext cx="3309356" cy="2499933"/>
      </dsp:txXfrm>
    </dsp:sp>
    <dsp:sp modelId="{48F786DA-DE1C-49AB-A9EC-F4B26E445636}">
      <dsp:nvSpPr>
        <dsp:cNvPr id="0" name=""/>
        <dsp:cNvSpPr/>
      </dsp:nvSpPr>
      <dsp:spPr>
        <a:xfrm>
          <a:off x="7939" y="2866665"/>
          <a:ext cx="3429320" cy="1100763"/>
        </a:xfrm>
        <a:prstGeom prst="rect">
          <a:avLst/>
        </a:prstGeom>
        <a:solidFill>
          <a:schemeClr val="accent3">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0" rIns="35560" bIns="0" numCol="1" spcCol="1270" anchor="ctr" anchorCtr="0">
          <a:noAutofit/>
        </a:bodyPr>
        <a:lstStyle/>
        <a:p>
          <a:pPr marL="0" lvl="0" indent="0" algn="l" defTabSz="1244600">
            <a:lnSpc>
              <a:spcPct val="90000"/>
            </a:lnSpc>
            <a:spcBef>
              <a:spcPct val="0"/>
            </a:spcBef>
            <a:spcAft>
              <a:spcPct val="35000"/>
            </a:spcAft>
            <a:buNone/>
          </a:pPr>
          <a:r>
            <a:rPr lang="en-GB" sz="2800" b="1" kern="1200" dirty="0"/>
            <a:t>Safeguarding</a:t>
          </a:r>
          <a:endParaRPr lang="en-GB" sz="2800" kern="1200" dirty="0"/>
        </a:p>
      </dsp:txBody>
      <dsp:txXfrm>
        <a:off x="7939" y="2866665"/>
        <a:ext cx="2415014" cy="1100763"/>
      </dsp:txXfrm>
    </dsp:sp>
    <dsp:sp modelId="{D9ADFEC3-3FB9-439A-9A95-7FF03D05B279}">
      <dsp:nvSpPr>
        <dsp:cNvPr id="0" name=""/>
        <dsp:cNvSpPr/>
      </dsp:nvSpPr>
      <dsp:spPr>
        <a:xfrm>
          <a:off x="2519964" y="3041511"/>
          <a:ext cx="1200262" cy="1200262"/>
        </a:xfrm>
        <a:prstGeom prst="ellipse">
          <a:avLst/>
        </a:prstGeom>
        <a:blipFill>
          <a:blip xmlns:r="http://schemas.openxmlformats.org/officeDocument/2006/relationships">
            <a:extLst>
              <a:ext uri="{96DAC541-7B7A-43D3-8B79-37D633B846F1}">
                <asvg:svgBlip xmlns:asvg="http://schemas.microsoft.com/office/drawing/2016/SVG/main" r:embed="rId2"/>
              </a:ext>
            </a:extLst>
          </a:blip>
          <a:srcRect/>
          <a:stretch>
            <a:fillRect/>
          </a:stretch>
        </a:blipFill>
        <a:ln w="19050" cap="flat" cmpd="sng" algn="ctr">
          <a:solidFill>
            <a:schemeClr val="accent3">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3ED92AB1-FC73-4B9A-8E1D-4ACFC692581E}">
      <dsp:nvSpPr>
        <dsp:cNvPr id="0" name=""/>
        <dsp:cNvSpPr/>
      </dsp:nvSpPr>
      <dsp:spPr>
        <a:xfrm>
          <a:off x="4017584" y="306750"/>
          <a:ext cx="3429320" cy="2559915"/>
        </a:xfrm>
        <a:prstGeom prst="round2SameRect">
          <a:avLst>
            <a:gd name="adj1" fmla="val 8000"/>
            <a:gd name="adj2" fmla="val 0"/>
          </a:avLst>
        </a:prstGeom>
        <a:solidFill>
          <a:schemeClr val="lt1">
            <a:alpha val="90000"/>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780" tIns="53340" rIns="17780" bIns="17780" numCol="1" spcCol="1270" anchor="t" anchorCtr="0">
          <a:noAutofit/>
        </a:bodyPr>
        <a:lstStyle/>
        <a:p>
          <a:pPr marL="114300" lvl="1" indent="-114300" algn="l" defTabSz="622300">
            <a:lnSpc>
              <a:spcPct val="90000"/>
            </a:lnSpc>
            <a:spcBef>
              <a:spcPct val="0"/>
            </a:spcBef>
            <a:spcAft>
              <a:spcPct val="15000"/>
            </a:spcAft>
            <a:buNone/>
          </a:pPr>
          <a:r>
            <a:rPr lang="en-US" sz="1400" kern="1200" dirty="0"/>
            <a:t>The British Values are:</a:t>
          </a:r>
          <a:br>
            <a:rPr lang="en-US" sz="1400" kern="1200" dirty="0"/>
          </a:br>
          <a:endParaRPr lang="en-GB" sz="1400" b="1" kern="1200" dirty="0"/>
        </a:p>
        <a:p>
          <a:pPr marL="228600" lvl="2" indent="-114300" algn="l" defTabSz="622300">
            <a:lnSpc>
              <a:spcPct val="90000"/>
            </a:lnSpc>
            <a:spcBef>
              <a:spcPct val="0"/>
            </a:spcBef>
            <a:spcAft>
              <a:spcPct val="15000"/>
            </a:spcAft>
            <a:buNone/>
          </a:pPr>
          <a:r>
            <a:rPr lang="en-US" sz="1400" b="1" kern="1200" dirty="0"/>
            <a:t>1. Democracy</a:t>
          </a:r>
          <a:endParaRPr lang="en-GB" sz="1400" b="1" kern="1200" dirty="0"/>
        </a:p>
        <a:p>
          <a:pPr marL="228600" lvl="2" indent="-114300" algn="l" defTabSz="622300">
            <a:lnSpc>
              <a:spcPct val="90000"/>
            </a:lnSpc>
            <a:spcBef>
              <a:spcPct val="0"/>
            </a:spcBef>
            <a:spcAft>
              <a:spcPct val="15000"/>
            </a:spcAft>
            <a:buNone/>
          </a:pPr>
          <a:r>
            <a:rPr lang="en-US" sz="1400" b="1" kern="1200" dirty="0"/>
            <a:t>2. Rule of Law</a:t>
          </a:r>
          <a:endParaRPr lang="en-GB" sz="1400" b="1" kern="1200" dirty="0"/>
        </a:p>
        <a:p>
          <a:pPr marL="228600" lvl="2" indent="-114300" algn="l" defTabSz="622300">
            <a:lnSpc>
              <a:spcPct val="90000"/>
            </a:lnSpc>
            <a:spcBef>
              <a:spcPct val="0"/>
            </a:spcBef>
            <a:spcAft>
              <a:spcPct val="15000"/>
            </a:spcAft>
            <a:buNone/>
          </a:pPr>
          <a:r>
            <a:rPr lang="en-US" sz="1400" b="1" kern="1200" dirty="0"/>
            <a:t>3. Individual Liberty</a:t>
          </a:r>
          <a:endParaRPr lang="en-GB" sz="1400" b="1" kern="1200" dirty="0"/>
        </a:p>
        <a:p>
          <a:pPr marL="228600" lvl="2" indent="-114300" algn="l" defTabSz="622300">
            <a:lnSpc>
              <a:spcPct val="90000"/>
            </a:lnSpc>
            <a:spcBef>
              <a:spcPct val="0"/>
            </a:spcBef>
            <a:spcAft>
              <a:spcPct val="15000"/>
            </a:spcAft>
            <a:buNone/>
          </a:pPr>
          <a:r>
            <a:rPr lang="en-US" sz="1400" b="1" kern="1200" dirty="0"/>
            <a:t>4. Mutual Respect</a:t>
          </a:r>
          <a:endParaRPr lang="en-GB" sz="1400" b="1" kern="1200" dirty="0"/>
        </a:p>
        <a:p>
          <a:pPr marL="228600" lvl="2" indent="-114300" algn="l" defTabSz="622300">
            <a:lnSpc>
              <a:spcPct val="90000"/>
            </a:lnSpc>
            <a:spcBef>
              <a:spcPct val="0"/>
            </a:spcBef>
            <a:spcAft>
              <a:spcPct val="15000"/>
            </a:spcAft>
            <a:buNone/>
          </a:pPr>
          <a:r>
            <a:rPr lang="en-US" sz="1400" b="1" kern="1200" dirty="0"/>
            <a:t>5. Tolerance of Different Faiths and Beliefs</a:t>
          </a:r>
          <a:br>
            <a:rPr lang="en-US" sz="1400" b="1" kern="1200" dirty="0"/>
          </a:br>
          <a:endParaRPr lang="en-GB" sz="1400" b="1" kern="1200" dirty="0"/>
        </a:p>
        <a:p>
          <a:pPr marL="114300" lvl="1" indent="-114300" algn="l" defTabSz="622300">
            <a:lnSpc>
              <a:spcPct val="90000"/>
            </a:lnSpc>
            <a:spcBef>
              <a:spcPct val="0"/>
            </a:spcBef>
            <a:spcAft>
              <a:spcPct val="15000"/>
            </a:spcAft>
            <a:buNone/>
          </a:pPr>
          <a:r>
            <a:rPr lang="en-US" sz="1400" kern="1200" dirty="0"/>
            <a:t>These values underpin everything we do in professional and digital environments.</a:t>
          </a:r>
        </a:p>
      </dsp:txBody>
      <dsp:txXfrm>
        <a:off x="4077566" y="366732"/>
        <a:ext cx="3309356" cy="2499933"/>
      </dsp:txXfrm>
    </dsp:sp>
    <dsp:sp modelId="{73228723-6C68-46A8-96CF-D4508B53BCEB}">
      <dsp:nvSpPr>
        <dsp:cNvPr id="0" name=""/>
        <dsp:cNvSpPr/>
      </dsp:nvSpPr>
      <dsp:spPr>
        <a:xfrm>
          <a:off x="4017584" y="2866665"/>
          <a:ext cx="3429320" cy="1100763"/>
        </a:xfrm>
        <a:prstGeom prst="rect">
          <a:avLst/>
        </a:prstGeom>
        <a:solidFill>
          <a:schemeClr val="accent3">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0" rIns="35560" bIns="0" numCol="1" spcCol="1270" anchor="ctr" anchorCtr="0">
          <a:noAutofit/>
        </a:bodyPr>
        <a:lstStyle/>
        <a:p>
          <a:pPr marL="0" lvl="0" indent="0" algn="l" defTabSz="1244600">
            <a:lnSpc>
              <a:spcPct val="90000"/>
            </a:lnSpc>
            <a:spcBef>
              <a:spcPct val="0"/>
            </a:spcBef>
            <a:spcAft>
              <a:spcPct val="35000"/>
            </a:spcAft>
            <a:buNone/>
          </a:pPr>
          <a:r>
            <a:rPr lang="en-GB" sz="2800" b="1" kern="1200" dirty="0"/>
            <a:t>British Values</a:t>
          </a:r>
          <a:endParaRPr lang="en-GB" sz="2800" kern="1200" dirty="0"/>
        </a:p>
      </dsp:txBody>
      <dsp:txXfrm>
        <a:off x="4017584" y="2866665"/>
        <a:ext cx="2415014" cy="1100763"/>
      </dsp:txXfrm>
    </dsp:sp>
    <dsp:sp modelId="{B04E7D05-003F-4073-A2E0-8A6D05F1F5E9}">
      <dsp:nvSpPr>
        <dsp:cNvPr id="0" name=""/>
        <dsp:cNvSpPr/>
      </dsp:nvSpPr>
      <dsp:spPr>
        <a:xfrm>
          <a:off x="6529608" y="3041511"/>
          <a:ext cx="1200262" cy="1200262"/>
        </a:xfrm>
        <a:prstGeom prst="ellipse">
          <a:avLst/>
        </a:prstGeom>
        <a:blipFill>
          <a:blip xmlns:r="http://schemas.openxmlformats.org/officeDocument/2006/relationships">
            <a:extLst>
              <a:ext uri="{96DAC541-7B7A-43D3-8B79-37D633B846F1}">
                <asvg:svgBlip xmlns:asvg="http://schemas.microsoft.com/office/drawing/2016/SVG/main" r:embed="rId3"/>
              </a:ext>
            </a:extLst>
          </a:blip>
          <a:srcRect/>
          <a:stretch>
            <a:fillRect/>
          </a:stretch>
        </a:blipFill>
        <a:ln w="19050" cap="flat" cmpd="sng" algn="ctr">
          <a:solidFill>
            <a:schemeClr val="accent3">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846A71B0-4F5B-47B2-8980-46D3D2DDB15D}">
      <dsp:nvSpPr>
        <dsp:cNvPr id="0" name=""/>
        <dsp:cNvSpPr/>
      </dsp:nvSpPr>
      <dsp:spPr>
        <a:xfrm>
          <a:off x="8027228" y="306750"/>
          <a:ext cx="3429320" cy="2559915"/>
        </a:xfrm>
        <a:prstGeom prst="round2SameRect">
          <a:avLst>
            <a:gd name="adj1" fmla="val 8000"/>
            <a:gd name="adj2" fmla="val 0"/>
          </a:avLst>
        </a:prstGeom>
        <a:solidFill>
          <a:schemeClr val="lt1">
            <a:alpha val="90000"/>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780" tIns="53340" rIns="17780" bIns="17780" numCol="1" spcCol="1270" anchor="t" anchorCtr="0">
          <a:noAutofit/>
        </a:bodyPr>
        <a:lstStyle/>
        <a:p>
          <a:pPr marL="114300" lvl="1" indent="-114300" algn="l" defTabSz="622300">
            <a:lnSpc>
              <a:spcPct val="90000"/>
            </a:lnSpc>
            <a:spcBef>
              <a:spcPct val="0"/>
            </a:spcBef>
            <a:spcAft>
              <a:spcPct val="15000"/>
            </a:spcAft>
            <a:buNone/>
          </a:pPr>
          <a:r>
            <a:rPr lang="en-US" sz="1400" kern="1200" dirty="0"/>
            <a:t>Prevent is about protecting people from being drawn into extremism or </a:t>
          </a:r>
          <a:r>
            <a:rPr lang="en-US" sz="1400" kern="1200" dirty="0" err="1"/>
            <a:t>radicalisation</a:t>
          </a:r>
          <a:r>
            <a:rPr lang="en-US" sz="1400" kern="1200" dirty="0"/>
            <a:t>.</a:t>
          </a:r>
          <a:br>
            <a:rPr lang="en-US" sz="1400" kern="1200" dirty="0"/>
          </a:br>
          <a:endParaRPr lang="en-US" sz="1400" kern="1200" dirty="0"/>
        </a:p>
        <a:p>
          <a:pPr marL="114300" lvl="1" indent="-114300" algn="l" defTabSz="622300">
            <a:lnSpc>
              <a:spcPct val="90000"/>
            </a:lnSpc>
            <a:spcBef>
              <a:spcPct val="0"/>
            </a:spcBef>
            <a:spcAft>
              <a:spcPct val="15000"/>
            </a:spcAft>
            <a:buNone/>
          </a:pPr>
          <a:r>
            <a:rPr lang="en-US" sz="1400" kern="1200" dirty="0"/>
            <a:t>In our </a:t>
          </a:r>
          <a:r>
            <a:rPr lang="en-US" sz="1400" kern="1200" dirty="0" err="1"/>
            <a:t>programmes</a:t>
          </a:r>
          <a:r>
            <a:rPr lang="en-US" sz="1400" kern="1200" dirty="0"/>
            <a:t>, Prevent links to:</a:t>
          </a:r>
          <a:br>
            <a:rPr lang="en-US" sz="1400" kern="1200" dirty="0"/>
          </a:br>
          <a:br>
            <a:rPr lang="en-US" sz="1400" kern="1200" dirty="0"/>
          </a:br>
          <a:r>
            <a:rPr lang="en-US" sz="1400" b="1" kern="1200" dirty="0"/>
            <a:t>• Online safety</a:t>
          </a:r>
          <a:br>
            <a:rPr lang="en-US" sz="1400" b="1" kern="1200" dirty="0"/>
          </a:br>
          <a:r>
            <a:rPr lang="en-US" sz="1400" b="1" kern="1200" dirty="0"/>
            <a:t>• Digital responsibility</a:t>
          </a:r>
          <a:br>
            <a:rPr lang="en-US" sz="1400" b="1" kern="1200" dirty="0"/>
          </a:br>
          <a:r>
            <a:rPr lang="en-US" sz="1400" b="1" kern="1200" dirty="0"/>
            <a:t>• Critical thinking</a:t>
          </a:r>
          <a:br>
            <a:rPr lang="en-US" sz="1400" b="1" kern="1200" dirty="0"/>
          </a:br>
          <a:r>
            <a:rPr lang="en-US" sz="1400" b="1" kern="1200" dirty="0"/>
            <a:t>• Professional ethics</a:t>
          </a:r>
        </a:p>
      </dsp:txBody>
      <dsp:txXfrm>
        <a:off x="8087210" y="366732"/>
        <a:ext cx="3309356" cy="2499933"/>
      </dsp:txXfrm>
    </dsp:sp>
    <dsp:sp modelId="{A330D0D8-36E0-4D22-9693-859DCEFD00F6}">
      <dsp:nvSpPr>
        <dsp:cNvPr id="0" name=""/>
        <dsp:cNvSpPr/>
      </dsp:nvSpPr>
      <dsp:spPr>
        <a:xfrm>
          <a:off x="8027228" y="2866665"/>
          <a:ext cx="3429320" cy="1100763"/>
        </a:xfrm>
        <a:prstGeom prst="rect">
          <a:avLst/>
        </a:prstGeom>
        <a:solidFill>
          <a:schemeClr val="accent3">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0" rIns="35560" bIns="0" numCol="1" spcCol="1270" anchor="ctr" anchorCtr="0">
          <a:noAutofit/>
        </a:bodyPr>
        <a:lstStyle/>
        <a:p>
          <a:pPr marL="0" lvl="0" indent="0" algn="l" defTabSz="1244600">
            <a:lnSpc>
              <a:spcPct val="90000"/>
            </a:lnSpc>
            <a:spcBef>
              <a:spcPct val="0"/>
            </a:spcBef>
            <a:spcAft>
              <a:spcPct val="35000"/>
            </a:spcAft>
            <a:buNone/>
          </a:pPr>
          <a:r>
            <a:rPr lang="en-GB" sz="2800" b="1" kern="1200" dirty="0"/>
            <a:t>Prevent</a:t>
          </a:r>
          <a:endParaRPr lang="en-GB" sz="2800" kern="1200" dirty="0"/>
        </a:p>
      </dsp:txBody>
      <dsp:txXfrm>
        <a:off x="8027228" y="2866665"/>
        <a:ext cx="2415014" cy="1100763"/>
      </dsp:txXfrm>
    </dsp:sp>
    <dsp:sp modelId="{C95D7B44-50D7-459C-A076-A823BE9D40B9}">
      <dsp:nvSpPr>
        <dsp:cNvPr id="0" name=""/>
        <dsp:cNvSpPr/>
      </dsp:nvSpPr>
      <dsp:spPr>
        <a:xfrm>
          <a:off x="10539252" y="3041511"/>
          <a:ext cx="1200262" cy="1200262"/>
        </a:xfrm>
        <a:prstGeom prst="ellipse">
          <a:avLst/>
        </a:prstGeom>
        <a:blipFill>
          <a:blip xmlns:r="http://schemas.openxmlformats.org/officeDocument/2006/relationships">
            <a:extLst>
              <a:ext uri="{96DAC541-7B7A-43D3-8B79-37D633B846F1}">
                <asvg:svgBlip xmlns:asvg="http://schemas.microsoft.com/office/drawing/2016/SVG/main" r:embed="rId4"/>
              </a:ext>
            </a:extLst>
          </a:blip>
          <a:srcRect/>
          <a:stretch>
            <a:fillRect/>
          </a:stretch>
        </a:blipFill>
        <a:ln w="19050" cap="flat" cmpd="sng" algn="ctr">
          <a:solidFill>
            <a:schemeClr val="accent3">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D5362AD-1342-440E-B83B-4C38A569D1D0}">
      <dsp:nvSpPr>
        <dsp:cNvPr id="0" name=""/>
        <dsp:cNvSpPr/>
      </dsp:nvSpPr>
      <dsp:spPr>
        <a:xfrm>
          <a:off x="0" y="227424"/>
          <a:ext cx="9801225" cy="626062"/>
        </a:xfrm>
        <a:prstGeom prst="rect">
          <a:avLst/>
        </a:prstGeom>
        <a:solidFill>
          <a:schemeClr val="lt1">
            <a:alpha val="90000"/>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0684" tIns="312420" rIns="760684" bIns="106680" numCol="1" spcCol="1270" anchor="t" anchorCtr="0">
          <a:noAutofit/>
        </a:bodyPr>
        <a:lstStyle/>
        <a:p>
          <a:pPr marL="114300" lvl="1" indent="-114300" algn="l" defTabSz="666750">
            <a:lnSpc>
              <a:spcPct val="90000"/>
            </a:lnSpc>
            <a:spcBef>
              <a:spcPct val="0"/>
            </a:spcBef>
            <a:spcAft>
              <a:spcPct val="15000"/>
            </a:spcAft>
            <a:buChar char="•"/>
          </a:pPr>
          <a:r>
            <a:rPr lang="en-US" sz="1500" kern="1200" dirty="0"/>
            <a:t>Identify why laws, legislation and standards are required</a:t>
          </a:r>
          <a:endParaRPr lang="en-GB" sz="1500" kern="1200" dirty="0"/>
        </a:p>
      </dsp:txBody>
      <dsp:txXfrm>
        <a:off x="0" y="227424"/>
        <a:ext cx="9801225" cy="626062"/>
      </dsp:txXfrm>
    </dsp:sp>
    <dsp:sp modelId="{A29992BC-CE79-45CF-91EE-10CAE2D0BA85}">
      <dsp:nvSpPr>
        <dsp:cNvPr id="0" name=""/>
        <dsp:cNvSpPr/>
      </dsp:nvSpPr>
      <dsp:spPr>
        <a:xfrm>
          <a:off x="490061" y="6024"/>
          <a:ext cx="6860857" cy="442800"/>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9324" tIns="0" rIns="259324" bIns="0" numCol="1" spcCol="1270" anchor="ctr" anchorCtr="0">
          <a:noAutofit/>
        </a:bodyPr>
        <a:lstStyle/>
        <a:p>
          <a:pPr marL="0" lvl="0" indent="0" algn="l" defTabSz="666750">
            <a:lnSpc>
              <a:spcPct val="90000"/>
            </a:lnSpc>
            <a:spcBef>
              <a:spcPct val="0"/>
            </a:spcBef>
            <a:spcAft>
              <a:spcPct val="35000"/>
            </a:spcAft>
            <a:buNone/>
          </a:pPr>
          <a:r>
            <a:rPr lang="en-GB" sz="1500" kern="1200" dirty="0"/>
            <a:t>Identify</a:t>
          </a:r>
        </a:p>
      </dsp:txBody>
      <dsp:txXfrm>
        <a:off x="511677" y="27640"/>
        <a:ext cx="6817625" cy="399568"/>
      </dsp:txXfrm>
    </dsp:sp>
    <dsp:sp modelId="{74A84089-B907-4828-9650-8CD4E281D90D}">
      <dsp:nvSpPr>
        <dsp:cNvPr id="0" name=""/>
        <dsp:cNvSpPr/>
      </dsp:nvSpPr>
      <dsp:spPr>
        <a:xfrm>
          <a:off x="0" y="1155887"/>
          <a:ext cx="9801225" cy="626062"/>
        </a:xfrm>
        <a:prstGeom prst="rect">
          <a:avLst/>
        </a:prstGeom>
        <a:solidFill>
          <a:schemeClr val="lt1">
            <a:alpha val="90000"/>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0684" tIns="312420" rIns="760684" bIns="106680" numCol="1" spcCol="1270" anchor="t" anchorCtr="0">
          <a:noAutofit/>
        </a:bodyPr>
        <a:lstStyle/>
        <a:p>
          <a:pPr marL="114300" lvl="1" indent="-114300" algn="l" defTabSz="666750">
            <a:lnSpc>
              <a:spcPct val="90000"/>
            </a:lnSpc>
            <a:spcBef>
              <a:spcPct val="0"/>
            </a:spcBef>
            <a:spcAft>
              <a:spcPct val="15000"/>
            </a:spcAft>
            <a:buChar char="•"/>
          </a:pPr>
          <a:r>
            <a:rPr lang="en-US" sz="1500" kern="1200" dirty="0"/>
            <a:t>Describe what the various laws and legislation mean</a:t>
          </a:r>
          <a:endParaRPr lang="en-GB" sz="1500" kern="1200" dirty="0"/>
        </a:p>
      </dsp:txBody>
      <dsp:txXfrm>
        <a:off x="0" y="1155887"/>
        <a:ext cx="9801225" cy="626062"/>
      </dsp:txXfrm>
    </dsp:sp>
    <dsp:sp modelId="{C0195C7D-1C4E-4579-A362-79C788B1FFE1}">
      <dsp:nvSpPr>
        <dsp:cNvPr id="0" name=""/>
        <dsp:cNvSpPr/>
      </dsp:nvSpPr>
      <dsp:spPr>
        <a:xfrm>
          <a:off x="490061" y="934487"/>
          <a:ext cx="6860857" cy="442800"/>
        </a:xfrm>
        <a:prstGeom prst="round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9324" tIns="0" rIns="259324" bIns="0" numCol="1" spcCol="1270" anchor="ctr" anchorCtr="0">
          <a:noAutofit/>
        </a:bodyPr>
        <a:lstStyle/>
        <a:p>
          <a:pPr marL="0" lvl="0" indent="0" algn="l" defTabSz="666750">
            <a:lnSpc>
              <a:spcPct val="90000"/>
            </a:lnSpc>
            <a:spcBef>
              <a:spcPct val="0"/>
            </a:spcBef>
            <a:spcAft>
              <a:spcPct val="35000"/>
            </a:spcAft>
            <a:buNone/>
          </a:pPr>
          <a:r>
            <a:rPr lang="en-GB" sz="1500" kern="1200" dirty="0">
              <a:solidFill>
                <a:schemeClr val="tx2"/>
              </a:solidFill>
            </a:rPr>
            <a:t>Describe</a:t>
          </a:r>
        </a:p>
      </dsp:txBody>
      <dsp:txXfrm>
        <a:off x="511677" y="956103"/>
        <a:ext cx="6817625" cy="399568"/>
      </dsp:txXfrm>
    </dsp:sp>
    <dsp:sp modelId="{EC23C8E2-0FE5-4E55-B6AD-30A472D24649}">
      <dsp:nvSpPr>
        <dsp:cNvPr id="0" name=""/>
        <dsp:cNvSpPr/>
      </dsp:nvSpPr>
      <dsp:spPr>
        <a:xfrm>
          <a:off x="0" y="2084350"/>
          <a:ext cx="9801225" cy="626062"/>
        </a:xfrm>
        <a:prstGeom prst="rect">
          <a:avLst/>
        </a:prstGeom>
        <a:solidFill>
          <a:schemeClr val="lt1">
            <a:alpha val="90000"/>
            <a:hueOff val="0"/>
            <a:satOff val="0"/>
            <a:lumOff val="0"/>
            <a:alphaOff val="0"/>
          </a:schemeClr>
        </a:solidFill>
        <a:ln w="1905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0684" tIns="312420" rIns="760684" bIns="106680" numCol="1" spcCol="1270" anchor="t" anchorCtr="0">
          <a:noAutofit/>
        </a:bodyPr>
        <a:lstStyle/>
        <a:p>
          <a:pPr marL="114300" lvl="1" indent="-114300" algn="l" defTabSz="666750">
            <a:lnSpc>
              <a:spcPct val="90000"/>
            </a:lnSpc>
            <a:spcBef>
              <a:spcPct val="0"/>
            </a:spcBef>
            <a:spcAft>
              <a:spcPct val="15000"/>
            </a:spcAft>
            <a:buChar char="•"/>
          </a:pPr>
          <a:r>
            <a:rPr lang="en-GB" sz="1500" kern="1200" noProof="0" dirty="0"/>
            <a:t>Analyse the impact the laws have within your business environment</a:t>
          </a:r>
          <a:endParaRPr lang="en-GB" sz="1500" kern="1200" dirty="0"/>
        </a:p>
      </dsp:txBody>
      <dsp:txXfrm>
        <a:off x="0" y="2084350"/>
        <a:ext cx="9801225" cy="626062"/>
      </dsp:txXfrm>
    </dsp:sp>
    <dsp:sp modelId="{57DF4BC5-7C6F-44AB-9389-CB264130D7A7}">
      <dsp:nvSpPr>
        <dsp:cNvPr id="0" name=""/>
        <dsp:cNvSpPr/>
      </dsp:nvSpPr>
      <dsp:spPr>
        <a:xfrm>
          <a:off x="490061" y="1862950"/>
          <a:ext cx="6860857" cy="442800"/>
        </a:xfrm>
        <a:prstGeom prst="roundRect">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9324" tIns="0" rIns="259324" bIns="0" numCol="1" spcCol="1270" anchor="ctr" anchorCtr="0">
          <a:noAutofit/>
        </a:bodyPr>
        <a:lstStyle/>
        <a:p>
          <a:pPr marL="0" lvl="0" indent="0" algn="l" defTabSz="666750">
            <a:lnSpc>
              <a:spcPct val="90000"/>
            </a:lnSpc>
            <a:spcBef>
              <a:spcPct val="0"/>
            </a:spcBef>
            <a:spcAft>
              <a:spcPct val="35000"/>
            </a:spcAft>
            <a:buNone/>
          </a:pPr>
          <a:r>
            <a:rPr lang="en-GB" sz="1500" kern="1200" dirty="0"/>
            <a:t>Analyse</a:t>
          </a:r>
        </a:p>
      </dsp:txBody>
      <dsp:txXfrm>
        <a:off x="511677" y="1884566"/>
        <a:ext cx="6817625" cy="399568"/>
      </dsp:txXfrm>
    </dsp:sp>
    <dsp:sp modelId="{66E6236C-B0DD-4B5F-88BD-48A25F5F1FE8}">
      <dsp:nvSpPr>
        <dsp:cNvPr id="0" name=""/>
        <dsp:cNvSpPr/>
      </dsp:nvSpPr>
      <dsp:spPr>
        <a:xfrm>
          <a:off x="0" y="3012812"/>
          <a:ext cx="9801225" cy="626062"/>
        </a:xfrm>
        <a:prstGeom prst="rect">
          <a:avLst/>
        </a:prstGeom>
        <a:solidFill>
          <a:schemeClr val="lt1">
            <a:alpha val="90000"/>
            <a:hueOff val="0"/>
            <a:satOff val="0"/>
            <a:lumOff val="0"/>
            <a:alphaOff val="0"/>
          </a:schemeClr>
        </a:solidFill>
        <a:ln w="1905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0684" tIns="312420" rIns="760684" bIns="106680" numCol="1" spcCol="1270" anchor="t" anchorCtr="0">
          <a:noAutofit/>
        </a:bodyPr>
        <a:lstStyle/>
        <a:p>
          <a:pPr marL="114300" lvl="1" indent="-114300" algn="l" defTabSz="666750">
            <a:lnSpc>
              <a:spcPct val="90000"/>
            </a:lnSpc>
            <a:spcBef>
              <a:spcPct val="0"/>
            </a:spcBef>
            <a:spcAft>
              <a:spcPct val="15000"/>
            </a:spcAft>
            <a:buChar char="•"/>
          </a:pPr>
          <a:r>
            <a:rPr lang="en-US" sz="1500" kern="1200" dirty="0"/>
            <a:t>Explain the differences between the EU version and the UK version of the GDPR</a:t>
          </a:r>
          <a:endParaRPr lang="en-GB" sz="1500" kern="1200" dirty="0"/>
        </a:p>
      </dsp:txBody>
      <dsp:txXfrm>
        <a:off x="0" y="3012812"/>
        <a:ext cx="9801225" cy="626062"/>
      </dsp:txXfrm>
    </dsp:sp>
    <dsp:sp modelId="{D52E2F00-4165-4B3D-9322-590CA8FE3340}">
      <dsp:nvSpPr>
        <dsp:cNvPr id="0" name=""/>
        <dsp:cNvSpPr/>
      </dsp:nvSpPr>
      <dsp:spPr>
        <a:xfrm>
          <a:off x="490061" y="2791412"/>
          <a:ext cx="6860857" cy="442800"/>
        </a:xfrm>
        <a:prstGeom prst="round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9324" tIns="0" rIns="259324" bIns="0" numCol="1" spcCol="1270" anchor="ctr" anchorCtr="0">
          <a:noAutofit/>
        </a:bodyPr>
        <a:lstStyle/>
        <a:p>
          <a:pPr marL="0" lvl="0" indent="0" algn="l" defTabSz="666750">
            <a:lnSpc>
              <a:spcPct val="90000"/>
            </a:lnSpc>
            <a:spcBef>
              <a:spcPct val="0"/>
            </a:spcBef>
            <a:spcAft>
              <a:spcPct val="35000"/>
            </a:spcAft>
            <a:buNone/>
          </a:pPr>
          <a:r>
            <a:rPr lang="en-GB" sz="1500" kern="1200" dirty="0"/>
            <a:t>Explain</a:t>
          </a:r>
        </a:p>
      </dsp:txBody>
      <dsp:txXfrm>
        <a:off x="511677" y="2813028"/>
        <a:ext cx="6817625" cy="399568"/>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5F5239-FD75-4230-9C04-4E01EDF9A7C3}">
      <dsp:nvSpPr>
        <dsp:cNvPr id="0" name=""/>
        <dsp:cNvSpPr/>
      </dsp:nvSpPr>
      <dsp:spPr>
        <a:xfrm>
          <a:off x="0" y="298198"/>
          <a:ext cx="5881688" cy="542587"/>
        </a:xfrm>
        <a:prstGeom prst="rect">
          <a:avLst/>
        </a:prstGeom>
        <a:solidFill>
          <a:schemeClr val="lt1">
            <a:alpha val="90000"/>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6484" tIns="270764" rIns="456484" bIns="92456" numCol="1" spcCol="1270" anchor="t" anchorCtr="0">
          <a:noAutofit/>
        </a:bodyPr>
        <a:lstStyle/>
        <a:p>
          <a:pPr marL="114300" lvl="1" indent="-114300" algn="l" defTabSz="577850">
            <a:lnSpc>
              <a:spcPct val="90000"/>
            </a:lnSpc>
            <a:spcBef>
              <a:spcPct val="0"/>
            </a:spcBef>
            <a:spcAft>
              <a:spcPct val="15000"/>
            </a:spcAft>
            <a:buChar char="•"/>
          </a:pPr>
          <a:r>
            <a:rPr lang="en-GB" sz="1300" kern="1200" dirty="0"/>
            <a:t>Unauthorised access to computer material</a:t>
          </a:r>
        </a:p>
      </dsp:txBody>
      <dsp:txXfrm>
        <a:off x="0" y="298198"/>
        <a:ext cx="5881688" cy="542587"/>
      </dsp:txXfrm>
    </dsp:sp>
    <dsp:sp modelId="{018AEFA9-9B51-4160-91B3-528084DA1D37}">
      <dsp:nvSpPr>
        <dsp:cNvPr id="0" name=""/>
        <dsp:cNvSpPr/>
      </dsp:nvSpPr>
      <dsp:spPr>
        <a:xfrm>
          <a:off x="294084" y="106318"/>
          <a:ext cx="4117181" cy="383760"/>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5620" tIns="0" rIns="155620" bIns="0" numCol="1" spcCol="1270" anchor="ctr" anchorCtr="0">
          <a:noAutofit/>
        </a:bodyPr>
        <a:lstStyle/>
        <a:p>
          <a:pPr marL="0" lvl="0" indent="0" algn="l" defTabSz="577850">
            <a:lnSpc>
              <a:spcPct val="90000"/>
            </a:lnSpc>
            <a:spcBef>
              <a:spcPct val="0"/>
            </a:spcBef>
            <a:spcAft>
              <a:spcPct val="35000"/>
            </a:spcAft>
            <a:buNone/>
          </a:pPr>
          <a:r>
            <a:rPr lang="en-GB" sz="1300" kern="1200" dirty="0"/>
            <a:t>Section 1:</a:t>
          </a:r>
        </a:p>
      </dsp:txBody>
      <dsp:txXfrm>
        <a:off x="312818" y="125052"/>
        <a:ext cx="4079713" cy="346292"/>
      </dsp:txXfrm>
    </dsp:sp>
    <dsp:sp modelId="{3B5F12BE-C162-4D33-94EF-AEE277D3EDC1}">
      <dsp:nvSpPr>
        <dsp:cNvPr id="0" name=""/>
        <dsp:cNvSpPr/>
      </dsp:nvSpPr>
      <dsp:spPr>
        <a:xfrm>
          <a:off x="0" y="1102866"/>
          <a:ext cx="5881688" cy="716625"/>
        </a:xfrm>
        <a:prstGeom prst="rect">
          <a:avLst/>
        </a:prstGeom>
        <a:solidFill>
          <a:schemeClr val="lt1">
            <a:alpha val="90000"/>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6484" tIns="270764" rIns="456484" bIns="92456" numCol="1" spcCol="1270" anchor="t" anchorCtr="0">
          <a:noAutofit/>
        </a:bodyPr>
        <a:lstStyle/>
        <a:p>
          <a:pPr marL="114300" lvl="1" indent="-114300" algn="l" defTabSz="577850">
            <a:lnSpc>
              <a:spcPct val="90000"/>
            </a:lnSpc>
            <a:spcBef>
              <a:spcPct val="0"/>
            </a:spcBef>
            <a:spcAft>
              <a:spcPct val="15000"/>
            </a:spcAft>
            <a:buChar char="•"/>
          </a:pPr>
          <a:r>
            <a:rPr lang="en-GB" sz="1300" kern="1200" dirty="0"/>
            <a:t>Unauthorised access with intent to commit or facilitate commission of further offences</a:t>
          </a:r>
        </a:p>
      </dsp:txBody>
      <dsp:txXfrm>
        <a:off x="0" y="1102866"/>
        <a:ext cx="5881688" cy="716625"/>
      </dsp:txXfrm>
    </dsp:sp>
    <dsp:sp modelId="{AFA45485-923A-491D-A90D-98C7D481FA86}">
      <dsp:nvSpPr>
        <dsp:cNvPr id="0" name=""/>
        <dsp:cNvSpPr/>
      </dsp:nvSpPr>
      <dsp:spPr>
        <a:xfrm>
          <a:off x="294084" y="910986"/>
          <a:ext cx="4117181" cy="383760"/>
        </a:xfrm>
        <a:prstGeom prst="round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5620" tIns="0" rIns="155620" bIns="0" numCol="1" spcCol="1270" anchor="ctr" anchorCtr="0">
          <a:noAutofit/>
        </a:bodyPr>
        <a:lstStyle/>
        <a:p>
          <a:pPr marL="0" lvl="0" indent="0" algn="l" defTabSz="577850">
            <a:lnSpc>
              <a:spcPct val="90000"/>
            </a:lnSpc>
            <a:spcBef>
              <a:spcPct val="0"/>
            </a:spcBef>
            <a:spcAft>
              <a:spcPct val="35000"/>
            </a:spcAft>
            <a:buNone/>
          </a:pPr>
          <a:r>
            <a:rPr lang="en-GB" sz="1300" kern="1200" dirty="0">
              <a:solidFill>
                <a:schemeClr val="tx2"/>
              </a:solidFill>
            </a:rPr>
            <a:t>Section 2</a:t>
          </a:r>
        </a:p>
      </dsp:txBody>
      <dsp:txXfrm>
        <a:off x="312818" y="929720"/>
        <a:ext cx="4079713" cy="346292"/>
      </dsp:txXfrm>
    </dsp:sp>
    <dsp:sp modelId="{A93B1369-15D7-4CDE-9CFF-28E7BB881764}">
      <dsp:nvSpPr>
        <dsp:cNvPr id="0" name=""/>
        <dsp:cNvSpPr/>
      </dsp:nvSpPr>
      <dsp:spPr>
        <a:xfrm>
          <a:off x="0" y="2081571"/>
          <a:ext cx="5881688" cy="716625"/>
        </a:xfrm>
        <a:prstGeom prst="rect">
          <a:avLst/>
        </a:prstGeom>
        <a:solidFill>
          <a:schemeClr val="lt1">
            <a:alpha val="90000"/>
            <a:hueOff val="0"/>
            <a:satOff val="0"/>
            <a:lumOff val="0"/>
            <a:alphaOff val="0"/>
          </a:schemeClr>
        </a:solidFill>
        <a:ln w="1905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6484" tIns="270764" rIns="456484" bIns="92456" numCol="1" spcCol="1270" anchor="t" anchorCtr="0">
          <a:noAutofit/>
        </a:bodyPr>
        <a:lstStyle/>
        <a:p>
          <a:pPr marL="114300" lvl="1" indent="-114300" algn="l" defTabSz="577850">
            <a:lnSpc>
              <a:spcPct val="90000"/>
            </a:lnSpc>
            <a:spcBef>
              <a:spcPct val="0"/>
            </a:spcBef>
            <a:spcAft>
              <a:spcPct val="15000"/>
            </a:spcAft>
            <a:buChar char="•"/>
          </a:pPr>
          <a:r>
            <a:rPr lang="en-GB" sz="1300" kern="1200" dirty="0"/>
            <a:t>Unauthorised acts with intent to impair, or with recklessness as to impairing operation of computer</a:t>
          </a:r>
        </a:p>
      </dsp:txBody>
      <dsp:txXfrm>
        <a:off x="0" y="2081571"/>
        <a:ext cx="5881688" cy="716625"/>
      </dsp:txXfrm>
    </dsp:sp>
    <dsp:sp modelId="{D5AA2391-F9ED-4BC1-B5D0-949DC18404A5}">
      <dsp:nvSpPr>
        <dsp:cNvPr id="0" name=""/>
        <dsp:cNvSpPr/>
      </dsp:nvSpPr>
      <dsp:spPr>
        <a:xfrm>
          <a:off x="294084" y="1889691"/>
          <a:ext cx="4117181" cy="383760"/>
        </a:xfrm>
        <a:prstGeom prst="roundRect">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5620" tIns="0" rIns="155620" bIns="0" numCol="1" spcCol="1270" anchor="ctr" anchorCtr="0">
          <a:noAutofit/>
        </a:bodyPr>
        <a:lstStyle/>
        <a:p>
          <a:pPr marL="0" lvl="0" indent="0" algn="l" defTabSz="577850">
            <a:lnSpc>
              <a:spcPct val="90000"/>
            </a:lnSpc>
            <a:spcBef>
              <a:spcPct val="0"/>
            </a:spcBef>
            <a:spcAft>
              <a:spcPct val="35000"/>
            </a:spcAft>
            <a:buNone/>
          </a:pPr>
          <a:r>
            <a:rPr lang="en-GB" sz="1300" kern="1200" dirty="0"/>
            <a:t>Section 3</a:t>
          </a:r>
        </a:p>
      </dsp:txBody>
      <dsp:txXfrm>
        <a:off x="312818" y="1908425"/>
        <a:ext cx="4079713" cy="346292"/>
      </dsp:txXfrm>
    </dsp:sp>
    <dsp:sp modelId="{69BF7AAC-466B-4501-BA52-2DFA6D98AF37}">
      <dsp:nvSpPr>
        <dsp:cNvPr id="0" name=""/>
        <dsp:cNvSpPr/>
      </dsp:nvSpPr>
      <dsp:spPr>
        <a:xfrm>
          <a:off x="0" y="3060276"/>
          <a:ext cx="5881688" cy="542587"/>
        </a:xfrm>
        <a:prstGeom prst="rect">
          <a:avLst/>
        </a:prstGeom>
        <a:solidFill>
          <a:schemeClr val="lt1">
            <a:alpha val="90000"/>
            <a:hueOff val="0"/>
            <a:satOff val="0"/>
            <a:lumOff val="0"/>
            <a:alphaOff val="0"/>
          </a:schemeClr>
        </a:solidFill>
        <a:ln w="1905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6484" tIns="270764" rIns="456484" bIns="92456" numCol="1" spcCol="1270" anchor="t" anchorCtr="0">
          <a:noAutofit/>
        </a:bodyPr>
        <a:lstStyle/>
        <a:p>
          <a:pPr marL="114300" lvl="1" indent="-114300" algn="l" defTabSz="577850">
            <a:lnSpc>
              <a:spcPct val="90000"/>
            </a:lnSpc>
            <a:spcBef>
              <a:spcPct val="0"/>
            </a:spcBef>
            <a:spcAft>
              <a:spcPct val="15000"/>
            </a:spcAft>
            <a:buChar char="•"/>
          </a:pPr>
          <a:r>
            <a:rPr lang="en-GB" sz="1300" kern="1200" dirty="0"/>
            <a:t>Unauthorised acts causing, or creating risk of, serious damage</a:t>
          </a:r>
        </a:p>
      </dsp:txBody>
      <dsp:txXfrm>
        <a:off x="0" y="3060276"/>
        <a:ext cx="5881688" cy="542587"/>
      </dsp:txXfrm>
    </dsp:sp>
    <dsp:sp modelId="{B858396E-E8A8-47B2-944B-BFC663295A48}">
      <dsp:nvSpPr>
        <dsp:cNvPr id="0" name=""/>
        <dsp:cNvSpPr/>
      </dsp:nvSpPr>
      <dsp:spPr>
        <a:xfrm>
          <a:off x="294084" y="2868396"/>
          <a:ext cx="4117181" cy="383760"/>
        </a:xfrm>
        <a:prstGeom prst="round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5620" tIns="0" rIns="155620" bIns="0" numCol="1" spcCol="1270" anchor="ctr" anchorCtr="0">
          <a:noAutofit/>
        </a:bodyPr>
        <a:lstStyle/>
        <a:p>
          <a:pPr marL="0" lvl="0" indent="0" algn="l" defTabSz="577850">
            <a:lnSpc>
              <a:spcPct val="90000"/>
            </a:lnSpc>
            <a:spcBef>
              <a:spcPct val="0"/>
            </a:spcBef>
            <a:spcAft>
              <a:spcPct val="35000"/>
            </a:spcAft>
            <a:buNone/>
          </a:pPr>
          <a:r>
            <a:rPr lang="en-GB" sz="1300" kern="1200" dirty="0"/>
            <a:t>Section 3ZA</a:t>
          </a:r>
        </a:p>
      </dsp:txBody>
      <dsp:txXfrm>
        <a:off x="312818" y="2887130"/>
        <a:ext cx="4079713" cy="346292"/>
      </dsp:txXfrm>
    </dsp:sp>
    <dsp:sp modelId="{B38813E1-9A99-4FD1-B01A-C24F2404BDA5}">
      <dsp:nvSpPr>
        <dsp:cNvPr id="0" name=""/>
        <dsp:cNvSpPr/>
      </dsp:nvSpPr>
      <dsp:spPr>
        <a:xfrm>
          <a:off x="0" y="3864943"/>
          <a:ext cx="5881688" cy="716625"/>
        </a:xfrm>
        <a:prstGeom prst="rect">
          <a:avLst/>
        </a:prstGeom>
        <a:solidFill>
          <a:schemeClr val="lt1">
            <a:alpha val="90000"/>
            <a:hueOff val="0"/>
            <a:satOff val="0"/>
            <a:lumOff val="0"/>
            <a:alphaOff val="0"/>
          </a:schemeClr>
        </a:solidFill>
        <a:ln w="1905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6484" tIns="270764" rIns="456484" bIns="92456" numCol="1" spcCol="1270" anchor="t" anchorCtr="0">
          <a:noAutofit/>
        </a:bodyPr>
        <a:lstStyle/>
        <a:p>
          <a:pPr marL="114300" lvl="1" indent="-114300" algn="l" defTabSz="577850">
            <a:lnSpc>
              <a:spcPct val="90000"/>
            </a:lnSpc>
            <a:spcBef>
              <a:spcPct val="0"/>
            </a:spcBef>
            <a:spcAft>
              <a:spcPct val="15000"/>
            </a:spcAft>
            <a:buChar char="•"/>
          </a:pPr>
          <a:r>
            <a:rPr lang="en-GB" sz="1300" kern="1200" dirty="0"/>
            <a:t>Making, supplying or obtaining articles for use in another CMA offence</a:t>
          </a:r>
        </a:p>
      </dsp:txBody>
      <dsp:txXfrm>
        <a:off x="0" y="3864943"/>
        <a:ext cx="5881688" cy="716625"/>
      </dsp:txXfrm>
    </dsp:sp>
    <dsp:sp modelId="{347C5EC0-682B-4E64-AFB3-CB1EFF65302A}">
      <dsp:nvSpPr>
        <dsp:cNvPr id="0" name=""/>
        <dsp:cNvSpPr/>
      </dsp:nvSpPr>
      <dsp:spPr>
        <a:xfrm>
          <a:off x="294084" y="3673063"/>
          <a:ext cx="4117181" cy="383760"/>
        </a:xfrm>
        <a:prstGeom prst="roundRect">
          <a:avLst/>
        </a:prstGeom>
        <a:solidFill>
          <a:schemeClr val="accent6">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5620" tIns="0" rIns="155620" bIns="0" numCol="1" spcCol="1270" anchor="ctr" anchorCtr="0">
          <a:noAutofit/>
        </a:bodyPr>
        <a:lstStyle/>
        <a:p>
          <a:pPr marL="0" lvl="0" indent="0" algn="l" defTabSz="577850">
            <a:lnSpc>
              <a:spcPct val="90000"/>
            </a:lnSpc>
            <a:spcBef>
              <a:spcPct val="0"/>
            </a:spcBef>
            <a:spcAft>
              <a:spcPct val="35000"/>
            </a:spcAft>
            <a:buNone/>
          </a:pPr>
          <a:r>
            <a:rPr lang="en-GB" sz="1300" kern="1200" dirty="0">
              <a:solidFill>
                <a:schemeClr val="tx2"/>
              </a:solidFill>
            </a:rPr>
            <a:t>Section 3A</a:t>
          </a:r>
        </a:p>
      </dsp:txBody>
      <dsp:txXfrm>
        <a:off x="312818" y="3691797"/>
        <a:ext cx="4079713" cy="346292"/>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5F5239-FD75-4230-9C04-4E01EDF9A7C3}">
      <dsp:nvSpPr>
        <dsp:cNvPr id="0" name=""/>
        <dsp:cNvSpPr/>
      </dsp:nvSpPr>
      <dsp:spPr>
        <a:xfrm>
          <a:off x="0" y="298198"/>
          <a:ext cx="5881688" cy="542587"/>
        </a:xfrm>
        <a:prstGeom prst="rect">
          <a:avLst/>
        </a:prstGeom>
        <a:solidFill>
          <a:schemeClr val="lt1">
            <a:alpha val="90000"/>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6484" tIns="270764" rIns="456484" bIns="92456" numCol="1" spcCol="1270" anchor="t" anchorCtr="0">
          <a:noAutofit/>
        </a:bodyPr>
        <a:lstStyle/>
        <a:p>
          <a:pPr marL="114300" lvl="1" indent="-114300" algn="l" defTabSz="577850">
            <a:lnSpc>
              <a:spcPct val="90000"/>
            </a:lnSpc>
            <a:spcBef>
              <a:spcPct val="0"/>
            </a:spcBef>
            <a:spcAft>
              <a:spcPct val="15000"/>
            </a:spcAft>
            <a:buChar char="•"/>
          </a:pPr>
          <a:r>
            <a:rPr lang="en-GB" sz="1300" kern="1200" dirty="0"/>
            <a:t>Unauthorised access to computer material</a:t>
          </a:r>
        </a:p>
      </dsp:txBody>
      <dsp:txXfrm>
        <a:off x="0" y="298198"/>
        <a:ext cx="5881688" cy="542587"/>
      </dsp:txXfrm>
    </dsp:sp>
    <dsp:sp modelId="{018AEFA9-9B51-4160-91B3-528084DA1D37}">
      <dsp:nvSpPr>
        <dsp:cNvPr id="0" name=""/>
        <dsp:cNvSpPr/>
      </dsp:nvSpPr>
      <dsp:spPr>
        <a:xfrm>
          <a:off x="294084" y="106318"/>
          <a:ext cx="4117181" cy="383760"/>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5620" tIns="0" rIns="155620" bIns="0" numCol="1" spcCol="1270" anchor="ctr" anchorCtr="0">
          <a:noAutofit/>
        </a:bodyPr>
        <a:lstStyle/>
        <a:p>
          <a:pPr marL="0" lvl="0" indent="0" algn="l" defTabSz="577850">
            <a:lnSpc>
              <a:spcPct val="90000"/>
            </a:lnSpc>
            <a:spcBef>
              <a:spcPct val="0"/>
            </a:spcBef>
            <a:spcAft>
              <a:spcPct val="35000"/>
            </a:spcAft>
            <a:buNone/>
          </a:pPr>
          <a:r>
            <a:rPr lang="en-GB" sz="1300" kern="1200" dirty="0"/>
            <a:t>Section 1:</a:t>
          </a:r>
        </a:p>
      </dsp:txBody>
      <dsp:txXfrm>
        <a:off x="312818" y="125052"/>
        <a:ext cx="4079713" cy="346292"/>
      </dsp:txXfrm>
    </dsp:sp>
    <dsp:sp modelId="{3B5F12BE-C162-4D33-94EF-AEE277D3EDC1}">
      <dsp:nvSpPr>
        <dsp:cNvPr id="0" name=""/>
        <dsp:cNvSpPr/>
      </dsp:nvSpPr>
      <dsp:spPr>
        <a:xfrm>
          <a:off x="0" y="1102866"/>
          <a:ext cx="5881688" cy="716625"/>
        </a:xfrm>
        <a:prstGeom prst="rect">
          <a:avLst/>
        </a:prstGeom>
        <a:solidFill>
          <a:schemeClr val="lt1">
            <a:alpha val="90000"/>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6484" tIns="270764" rIns="456484" bIns="92456" numCol="1" spcCol="1270" anchor="t" anchorCtr="0">
          <a:noAutofit/>
        </a:bodyPr>
        <a:lstStyle/>
        <a:p>
          <a:pPr marL="114300" lvl="1" indent="-114300" algn="l" defTabSz="577850">
            <a:lnSpc>
              <a:spcPct val="90000"/>
            </a:lnSpc>
            <a:spcBef>
              <a:spcPct val="0"/>
            </a:spcBef>
            <a:spcAft>
              <a:spcPct val="15000"/>
            </a:spcAft>
            <a:buChar char="•"/>
          </a:pPr>
          <a:r>
            <a:rPr lang="en-GB" sz="1300" kern="1200" dirty="0"/>
            <a:t>Unauthorised access with intent to commit or facilitate commission of further offences</a:t>
          </a:r>
        </a:p>
      </dsp:txBody>
      <dsp:txXfrm>
        <a:off x="0" y="1102866"/>
        <a:ext cx="5881688" cy="716625"/>
      </dsp:txXfrm>
    </dsp:sp>
    <dsp:sp modelId="{AFA45485-923A-491D-A90D-98C7D481FA86}">
      <dsp:nvSpPr>
        <dsp:cNvPr id="0" name=""/>
        <dsp:cNvSpPr/>
      </dsp:nvSpPr>
      <dsp:spPr>
        <a:xfrm>
          <a:off x="294084" y="910986"/>
          <a:ext cx="4117181" cy="383760"/>
        </a:xfrm>
        <a:prstGeom prst="round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5620" tIns="0" rIns="155620" bIns="0" numCol="1" spcCol="1270" anchor="ctr" anchorCtr="0">
          <a:noAutofit/>
        </a:bodyPr>
        <a:lstStyle/>
        <a:p>
          <a:pPr marL="0" lvl="0" indent="0" algn="l" defTabSz="577850">
            <a:lnSpc>
              <a:spcPct val="90000"/>
            </a:lnSpc>
            <a:spcBef>
              <a:spcPct val="0"/>
            </a:spcBef>
            <a:spcAft>
              <a:spcPct val="35000"/>
            </a:spcAft>
            <a:buNone/>
          </a:pPr>
          <a:r>
            <a:rPr lang="en-GB" sz="1300" kern="1200">
              <a:solidFill>
                <a:schemeClr val="tx2"/>
              </a:solidFill>
            </a:rPr>
            <a:t>Section 2</a:t>
          </a:r>
          <a:endParaRPr lang="en-GB" sz="1300" kern="1200" dirty="0">
            <a:solidFill>
              <a:schemeClr val="tx2"/>
            </a:solidFill>
          </a:endParaRPr>
        </a:p>
      </dsp:txBody>
      <dsp:txXfrm>
        <a:off x="312818" y="929720"/>
        <a:ext cx="4079713" cy="346292"/>
      </dsp:txXfrm>
    </dsp:sp>
    <dsp:sp modelId="{A93B1369-15D7-4CDE-9CFF-28E7BB881764}">
      <dsp:nvSpPr>
        <dsp:cNvPr id="0" name=""/>
        <dsp:cNvSpPr/>
      </dsp:nvSpPr>
      <dsp:spPr>
        <a:xfrm>
          <a:off x="0" y="2081571"/>
          <a:ext cx="5881688" cy="716625"/>
        </a:xfrm>
        <a:prstGeom prst="rect">
          <a:avLst/>
        </a:prstGeom>
        <a:solidFill>
          <a:schemeClr val="lt1">
            <a:alpha val="90000"/>
            <a:hueOff val="0"/>
            <a:satOff val="0"/>
            <a:lumOff val="0"/>
            <a:alphaOff val="0"/>
          </a:schemeClr>
        </a:solidFill>
        <a:ln w="1905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6484" tIns="270764" rIns="456484" bIns="92456" numCol="1" spcCol="1270" anchor="t" anchorCtr="0">
          <a:noAutofit/>
        </a:bodyPr>
        <a:lstStyle/>
        <a:p>
          <a:pPr marL="114300" lvl="1" indent="-114300" algn="l" defTabSz="577850">
            <a:lnSpc>
              <a:spcPct val="90000"/>
            </a:lnSpc>
            <a:spcBef>
              <a:spcPct val="0"/>
            </a:spcBef>
            <a:spcAft>
              <a:spcPct val="15000"/>
            </a:spcAft>
            <a:buChar char="•"/>
          </a:pPr>
          <a:r>
            <a:rPr lang="en-GB" sz="1300" kern="1200" dirty="0"/>
            <a:t>Unauthorised acts with intent to impair, or with recklessness as to impairing operation of computer</a:t>
          </a:r>
        </a:p>
      </dsp:txBody>
      <dsp:txXfrm>
        <a:off x="0" y="2081571"/>
        <a:ext cx="5881688" cy="716625"/>
      </dsp:txXfrm>
    </dsp:sp>
    <dsp:sp modelId="{D5AA2391-F9ED-4BC1-B5D0-949DC18404A5}">
      <dsp:nvSpPr>
        <dsp:cNvPr id="0" name=""/>
        <dsp:cNvSpPr/>
      </dsp:nvSpPr>
      <dsp:spPr>
        <a:xfrm>
          <a:off x="294084" y="1889691"/>
          <a:ext cx="4117181" cy="383760"/>
        </a:xfrm>
        <a:prstGeom prst="roundRect">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5620" tIns="0" rIns="155620" bIns="0" numCol="1" spcCol="1270" anchor="ctr" anchorCtr="0">
          <a:noAutofit/>
        </a:bodyPr>
        <a:lstStyle/>
        <a:p>
          <a:pPr marL="0" lvl="0" indent="0" algn="l" defTabSz="577850">
            <a:lnSpc>
              <a:spcPct val="90000"/>
            </a:lnSpc>
            <a:spcBef>
              <a:spcPct val="0"/>
            </a:spcBef>
            <a:spcAft>
              <a:spcPct val="35000"/>
            </a:spcAft>
            <a:buNone/>
          </a:pPr>
          <a:r>
            <a:rPr lang="en-GB" sz="1300" kern="1200" dirty="0"/>
            <a:t>Section 3</a:t>
          </a:r>
        </a:p>
      </dsp:txBody>
      <dsp:txXfrm>
        <a:off x="312818" y="1908425"/>
        <a:ext cx="4079713" cy="346292"/>
      </dsp:txXfrm>
    </dsp:sp>
    <dsp:sp modelId="{69BF7AAC-466B-4501-BA52-2DFA6D98AF37}">
      <dsp:nvSpPr>
        <dsp:cNvPr id="0" name=""/>
        <dsp:cNvSpPr/>
      </dsp:nvSpPr>
      <dsp:spPr>
        <a:xfrm>
          <a:off x="0" y="3060276"/>
          <a:ext cx="5881688" cy="542587"/>
        </a:xfrm>
        <a:prstGeom prst="rect">
          <a:avLst/>
        </a:prstGeom>
        <a:solidFill>
          <a:schemeClr val="lt1">
            <a:alpha val="90000"/>
            <a:hueOff val="0"/>
            <a:satOff val="0"/>
            <a:lumOff val="0"/>
            <a:alphaOff val="0"/>
          </a:schemeClr>
        </a:solidFill>
        <a:ln w="1905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6484" tIns="270764" rIns="456484" bIns="92456" numCol="1" spcCol="1270" anchor="t" anchorCtr="0">
          <a:noAutofit/>
        </a:bodyPr>
        <a:lstStyle/>
        <a:p>
          <a:pPr marL="114300" lvl="1" indent="-114300" algn="l" defTabSz="577850">
            <a:lnSpc>
              <a:spcPct val="90000"/>
            </a:lnSpc>
            <a:spcBef>
              <a:spcPct val="0"/>
            </a:spcBef>
            <a:spcAft>
              <a:spcPct val="15000"/>
            </a:spcAft>
            <a:buChar char="•"/>
          </a:pPr>
          <a:r>
            <a:rPr lang="en-GB" sz="1300" kern="1200" dirty="0"/>
            <a:t>Unauthorised acts causing, or creating risk of, serious damage</a:t>
          </a:r>
        </a:p>
      </dsp:txBody>
      <dsp:txXfrm>
        <a:off x="0" y="3060276"/>
        <a:ext cx="5881688" cy="542587"/>
      </dsp:txXfrm>
    </dsp:sp>
    <dsp:sp modelId="{B858396E-E8A8-47B2-944B-BFC663295A48}">
      <dsp:nvSpPr>
        <dsp:cNvPr id="0" name=""/>
        <dsp:cNvSpPr/>
      </dsp:nvSpPr>
      <dsp:spPr>
        <a:xfrm>
          <a:off x="294084" y="2868396"/>
          <a:ext cx="4117181" cy="383760"/>
        </a:xfrm>
        <a:prstGeom prst="round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5620" tIns="0" rIns="155620" bIns="0" numCol="1" spcCol="1270" anchor="ctr" anchorCtr="0">
          <a:noAutofit/>
        </a:bodyPr>
        <a:lstStyle/>
        <a:p>
          <a:pPr marL="0" lvl="0" indent="0" algn="l" defTabSz="577850">
            <a:lnSpc>
              <a:spcPct val="90000"/>
            </a:lnSpc>
            <a:spcBef>
              <a:spcPct val="0"/>
            </a:spcBef>
            <a:spcAft>
              <a:spcPct val="35000"/>
            </a:spcAft>
            <a:buNone/>
          </a:pPr>
          <a:r>
            <a:rPr lang="en-GB" sz="1300" kern="1200" dirty="0"/>
            <a:t>Section 3ZA</a:t>
          </a:r>
        </a:p>
      </dsp:txBody>
      <dsp:txXfrm>
        <a:off x="312818" y="2887130"/>
        <a:ext cx="4079713" cy="346292"/>
      </dsp:txXfrm>
    </dsp:sp>
    <dsp:sp modelId="{B38813E1-9A99-4FD1-B01A-C24F2404BDA5}">
      <dsp:nvSpPr>
        <dsp:cNvPr id="0" name=""/>
        <dsp:cNvSpPr/>
      </dsp:nvSpPr>
      <dsp:spPr>
        <a:xfrm>
          <a:off x="0" y="3864943"/>
          <a:ext cx="5881688" cy="716625"/>
        </a:xfrm>
        <a:prstGeom prst="rect">
          <a:avLst/>
        </a:prstGeom>
        <a:solidFill>
          <a:schemeClr val="lt1">
            <a:alpha val="90000"/>
            <a:hueOff val="0"/>
            <a:satOff val="0"/>
            <a:lumOff val="0"/>
            <a:alphaOff val="0"/>
          </a:schemeClr>
        </a:solidFill>
        <a:ln w="1905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6484" tIns="270764" rIns="456484" bIns="92456" numCol="1" spcCol="1270" anchor="t" anchorCtr="0">
          <a:noAutofit/>
        </a:bodyPr>
        <a:lstStyle/>
        <a:p>
          <a:pPr marL="114300" lvl="1" indent="-114300" algn="l" defTabSz="577850">
            <a:lnSpc>
              <a:spcPct val="90000"/>
            </a:lnSpc>
            <a:spcBef>
              <a:spcPct val="0"/>
            </a:spcBef>
            <a:spcAft>
              <a:spcPct val="15000"/>
            </a:spcAft>
            <a:buChar char="•"/>
          </a:pPr>
          <a:r>
            <a:rPr lang="en-GB" sz="1300" kern="1200" dirty="0"/>
            <a:t>Making, supplying or obtaining articles for use in another CMA offence</a:t>
          </a:r>
        </a:p>
      </dsp:txBody>
      <dsp:txXfrm>
        <a:off x="0" y="3864943"/>
        <a:ext cx="5881688" cy="716625"/>
      </dsp:txXfrm>
    </dsp:sp>
    <dsp:sp modelId="{347C5EC0-682B-4E64-AFB3-CB1EFF65302A}">
      <dsp:nvSpPr>
        <dsp:cNvPr id="0" name=""/>
        <dsp:cNvSpPr/>
      </dsp:nvSpPr>
      <dsp:spPr>
        <a:xfrm>
          <a:off x="294084" y="3673063"/>
          <a:ext cx="4117181" cy="383760"/>
        </a:xfrm>
        <a:prstGeom prst="roundRect">
          <a:avLst/>
        </a:prstGeom>
        <a:solidFill>
          <a:schemeClr val="accent6">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5620" tIns="0" rIns="155620" bIns="0" numCol="1" spcCol="1270" anchor="ctr" anchorCtr="0">
          <a:noAutofit/>
        </a:bodyPr>
        <a:lstStyle/>
        <a:p>
          <a:pPr marL="0" lvl="0" indent="0" algn="l" defTabSz="577850">
            <a:lnSpc>
              <a:spcPct val="90000"/>
            </a:lnSpc>
            <a:spcBef>
              <a:spcPct val="0"/>
            </a:spcBef>
            <a:spcAft>
              <a:spcPct val="35000"/>
            </a:spcAft>
            <a:buNone/>
          </a:pPr>
          <a:r>
            <a:rPr lang="en-GB" sz="1300" kern="1200" dirty="0">
              <a:solidFill>
                <a:schemeClr val="tx2"/>
              </a:solidFill>
            </a:rPr>
            <a:t>Section 3A</a:t>
          </a:r>
        </a:p>
      </dsp:txBody>
      <dsp:txXfrm>
        <a:off x="312818" y="3691797"/>
        <a:ext cx="4079713" cy="346292"/>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FFDD022-2A0C-4C37-AD00-BECD4F10B2A0}">
      <dsp:nvSpPr>
        <dsp:cNvPr id="0" name=""/>
        <dsp:cNvSpPr/>
      </dsp:nvSpPr>
      <dsp:spPr>
        <a:xfrm>
          <a:off x="4900" y="0"/>
          <a:ext cx="1719736" cy="1552833"/>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GB" sz="2200" kern="1200" dirty="0"/>
            <a:t>Section 1:</a:t>
          </a:r>
        </a:p>
      </dsp:txBody>
      <dsp:txXfrm>
        <a:off x="4900" y="0"/>
        <a:ext cx="1719736" cy="465849"/>
      </dsp:txXfrm>
    </dsp:sp>
    <dsp:sp modelId="{52FB4580-2F55-4F82-9B1E-3BEC4896CC6B}">
      <dsp:nvSpPr>
        <dsp:cNvPr id="0" name=""/>
        <dsp:cNvSpPr/>
      </dsp:nvSpPr>
      <dsp:spPr>
        <a:xfrm>
          <a:off x="176874" y="465849"/>
          <a:ext cx="1375789" cy="1009341"/>
        </a:xfrm>
        <a:prstGeom prst="roundRect">
          <a:avLst>
            <a:gd name="adj" fmla="val 10000"/>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940" tIns="20955" rIns="27940" bIns="20955" numCol="1" spcCol="1270" anchor="ctr" anchorCtr="0">
          <a:noAutofit/>
        </a:bodyPr>
        <a:lstStyle/>
        <a:p>
          <a:pPr marL="0" lvl="0" indent="0" algn="ctr" defTabSz="488950">
            <a:lnSpc>
              <a:spcPct val="90000"/>
            </a:lnSpc>
            <a:spcBef>
              <a:spcPct val="0"/>
            </a:spcBef>
            <a:spcAft>
              <a:spcPct val="35000"/>
            </a:spcAft>
            <a:buNone/>
          </a:pPr>
          <a:r>
            <a:rPr lang="en-GB" sz="1100" kern="1200"/>
            <a:t>Unauthorised access to computer material</a:t>
          </a:r>
        </a:p>
      </dsp:txBody>
      <dsp:txXfrm>
        <a:off x="206437" y="495412"/>
        <a:ext cx="1316663" cy="950215"/>
      </dsp:txXfrm>
    </dsp:sp>
    <dsp:sp modelId="{86CAA5FF-5638-448A-84BD-D6857A82718F}">
      <dsp:nvSpPr>
        <dsp:cNvPr id="0" name=""/>
        <dsp:cNvSpPr/>
      </dsp:nvSpPr>
      <dsp:spPr>
        <a:xfrm>
          <a:off x="1853617" y="0"/>
          <a:ext cx="1719736" cy="1552833"/>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GB" sz="2200" kern="1200" dirty="0"/>
            <a:t>Section 2</a:t>
          </a:r>
        </a:p>
      </dsp:txBody>
      <dsp:txXfrm>
        <a:off x="1853617" y="0"/>
        <a:ext cx="1719736" cy="465849"/>
      </dsp:txXfrm>
    </dsp:sp>
    <dsp:sp modelId="{8A5D0C7A-F5C8-4D9D-8FCB-BF860F74B8A9}">
      <dsp:nvSpPr>
        <dsp:cNvPr id="0" name=""/>
        <dsp:cNvSpPr/>
      </dsp:nvSpPr>
      <dsp:spPr>
        <a:xfrm>
          <a:off x="2025590" y="465849"/>
          <a:ext cx="1375789" cy="1009341"/>
        </a:xfrm>
        <a:prstGeom prst="roundRect">
          <a:avLst>
            <a:gd name="adj" fmla="val 10000"/>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940" tIns="20955" rIns="27940" bIns="20955" numCol="1" spcCol="1270" anchor="ctr" anchorCtr="0">
          <a:noAutofit/>
        </a:bodyPr>
        <a:lstStyle/>
        <a:p>
          <a:pPr marL="0" lvl="0" indent="0" algn="ctr" defTabSz="488950">
            <a:lnSpc>
              <a:spcPct val="90000"/>
            </a:lnSpc>
            <a:spcBef>
              <a:spcPct val="0"/>
            </a:spcBef>
            <a:spcAft>
              <a:spcPct val="35000"/>
            </a:spcAft>
            <a:buNone/>
          </a:pPr>
          <a:r>
            <a:rPr lang="en-GB" sz="1100" kern="1200">
              <a:solidFill>
                <a:schemeClr val="tx2"/>
              </a:solidFill>
            </a:rPr>
            <a:t>Unauthorised access with intent to commit or facilitate commission of further offences</a:t>
          </a:r>
          <a:endParaRPr lang="en-GB" sz="1100" kern="1200" dirty="0">
            <a:solidFill>
              <a:schemeClr val="tx2"/>
            </a:solidFill>
          </a:endParaRPr>
        </a:p>
      </dsp:txBody>
      <dsp:txXfrm>
        <a:off x="2055153" y="495412"/>
        <a:ext cx="1316663" cy="950215"/>
      </dsp:txXfrm>
    </dsp:sp>
    <dsp:sp modelId="{F309F8CF-4BC6-495C-8155-C60962D57E54}">
      <dsp:nvSpPr>
        <dsp:cNvPr id="0" name=""/>
        <dsp:cNvSpPr/>
      </dsp:nvSpPr>
      <dsp:spPr>
        <a:xfrm>
          <a:off x="3702333" y="0"/>
          <a:ext cx="1719736" cy="1552833"/>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GB" sz="2200" kern="1200" dirty="0"/>
            <a:t>Section 3</a:t>
          </a:r>
        </a:p>
      </dsp:txBody>
      <dsp:txXfrm>
        <a:off x="3702333" y="0"/>
        <a:ext cx="1719736" cy="465849"/>
      </dsp:txXfrm>
    </dsp:sp>
    <dsp:sp modelId="{AEE765EA-9C59-470B-B7DD-D473957493F5}">
      <dsp:nvSpPr>
        <dsp:cNvPr id="0" name=""/>
        <dsp:cNvSpPr/>
      </dsp:nvSpPr>
      <dsp:spPr>
        <a:xfrm>
          <a:off x="3874307" y="465849"/>
          <a:ext cx="1375789" cy="1009341"/>
        </a:xfrm>
        <a:prstGeom prst="roundRect">
          <a:avLst>
            <a:gd name="adj" fmla="val 10000"/>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940" tIns="20955" rIns="27940" bIns="20955" numCol="1" spcCol="1270" anchor="ctr" anchorCtr="0">
          <a:noAutofit/>
        </a:bodyPr>
        <a:lstStyle/>
        <a:p>
          <a:pPr marL="0" lvl="0" indent="0" algn="ctr" defTabSz="488950">
            <a:lnSpc>
              <a:spcPct val="90000"/>
            </a:lnSpc>
            <a:spcBef>
              <a:spcPct val="0"/>
            </a:spcBef>
            <a:spcAft>
              <a:spcPct val="35000"/>
            </a:spcAft>
            <a:buNone/>
          </a:pPr>
          <a:r>
            <a:rPr lang="en-GB" sz="1100" kern="1200"/>
            <a:t>Unauthorised </a:t>
          </a:r>
          <a:r>
            <a:rPr lang="en-GB" sz="1100" kern="1200" dirty="0"/>
            <a:t>acts with intent to impair, or with recklessness as to impairing operation of computer</a:t>
          </a:r>
        </a:p>
      </dsp:txBody>
      <dsp:txXfrm>
        <a:off x="3903870" y="495412"/>
        <a:ext cx="1316663" cy="950215"/>
      </dsp:txXfrm>
    </dsp:sp>
    <dsp:sp modelId="{8C2C27E6-3AD7-4E91-BC5F-A40AE46F363C}">
      <dsp:nvSpPr>
        <dsp:cNvPr id="0" name=""/>
        <dsp:cNvSpPr/>
      </dsp:nvSpPr>
      <dsp:spPr>
        <a:xfrm>
          <a:off x="5551050" y="0"/>
          <a:ext cx="1719736" cy="1552833"/>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GB" sz="2200" kern="1200" dirty="0"/>
            <a:t>Section 3ZA</a:t>
          </a:r>
        </a:p>
      </dsp:txBody>
      <dsp:txXfrm>
        <a:off x="5551050" y="0"/>
        <a:ext cx="1719736" cy="465849"/>
      </dsp:txXfrm>
    </dsp:sp>
    <dsp:sp modelId="{03D33AE7-F8A1-4410-BC0A-8B0D7277590D}">
      <dsp:nvSpPr>
        <dsp:cNvPr id="0" name=""/>
        <dsp:cNvSpPr/>
      </dsp:nvSpPr>
      <dsp:spPr>
        <a:xfrm>
          <a:off x="5723024" y="465849"/>
          <a:ext cx="1375789" cy="1009341"/>
        </a:xfrm>
        <a:prstGeom prst="roundRect">
          <a:avLst>
            <a:gd name="adj" fmla="val 10000"/>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940" tIns="20955" rIns="27940" bIns="20955" numCol="1" spcCol="1270" anchor="ctr" anchorCtr="0">
          <a:noAutofit/>
        </a:bodyPr>
        <a:lstStyle/>
        <a:p>
          <a:pPr marL="0" lvl="0" indent="0" algn="ctr" defTabSz="488950">
            <a:lnSpc>
              <a:spcPct val="90000"/>
            </a:lnSpc>
            <a:spcBef>
              <a:spcPct val="0"/>
            </a:spcBef>
            <a:spcAft>
              <a:spcPct val="35000"/>
            </a:spcAft>
            <a:buNone/>
          </a:pPr>
          <a:r>
            <a:rPr lang="en-GB" sz="1100" kern="1200"/>
            <a:t>Unauthorised </a:t>
          </a:r>
          <a:r>
            <a:rPr lang="en-GB" sz="1100" kern="1200" dirty="0"/>
            <a:t>acts causing, or creating risk of, serious damage</a:t>
          </a:r>
        </a:p>
      </dsp:txBody>
      <dsp:txXfrm>
        <a:off x="5752587" y="495412"/>
        <a:ext cx="1316663" cy="950215"/>
      </dsp:txXfrm>
    </dsp:sp>
    <dsp:sp modelId="{BE5CC135-5E78-4E0B-80B1-2DDF426E05BF}">
      <dsp:nvSpPr>
        <dsp:cNvPr id="0" name=""/>
        <dsp:cNvSpPr/>
      </dsp:nvSpPr>
      <dsp:spPr>
        <a:xfrm>
          <a:off x="7399766" y="0"/>
          <a:ext cx="1719736" cy="1552833"/>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GB" sz="2200" kern="1200" dirty="0"/>
            <a:t>Section 3A</a:t>
          </a:r>
        </a:p>
      </dsp:txBody>
      <dsp:txXfrm>
        <a:off x="7399766" y="0"/>
        <a:ext cx="1719736" cy="465849"/>
      </dsp:txXfrm>
    </dsp:sp>
    <dsp:sp modelId="{9BB0E2A0-6DE6-45F0-BB70-4CF8E189DFD8}">
      <dsp:nvSpPr>
        <dsp:cNvPr id="0" name=""/>
        <dsp:cNvSpPr/>
      </dsp:nvSpPr>
      <dsp:spPr>
        <a:xfrm>
          <a:off x="7571740" y="465849"/>
          <a:ext cx="1375789" cy="1009341"/>
        </a:xfrm>
        <a:prstGeom prst="roundRect">
          <a:avLst>
            <a:gd name="adj" fmla="val 10000"/>
          </a:avLst>
        </a:prstGeom>
        <a:solidFill>
          <a:schemeClr val="accent6">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940" tIns="20955" rIns="27940" bIns="20955" numCol="1" spcCol="1270" anchor="ctr" anchorCtr="0">
          <a:noAutofit/>
        </a:bodyPr>
        <a:lstStyle/>
        <a:p>
          <a:pPr marL="0" lvl="0" indent="0" algn="ctr" defTabSz="488950">
            <a:lnSpc>
              <a:spcPct val="90000"/>
            </a:lnSpc>
            <a:spcBef>
              <a:spcPct val="0"/>
            </a:spcBef>
            <a:spcAft>
              <a:spcPct val="35000"/>
            </a:spcAft>
            <a:buNone/>
          </a:pPr>
          <a:r>
            <a:rPr lang="en-GB" sz="1100" kern="1200" dirty="0">
              <a:solidFill>
                <a:schemeClr val="tx2"/>
              </a:solidFill>
            </a:rPr>
            <a:t>Making, supplying or obtaining articles for use in another CMA offence</a:t>
          </a:r>
        </a:p>
      </dsp:txBody>
      <dsp:txXfrm>
        <a:off x="7601303" y="495412"/>
        <a:ext cx="1316663" cy="950215"/>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3EDE1AC-5E82-47B9-81A0-63129021C279}">
      <dsp:nvSpPr>
        <dsp:cNvPr id="0" name=""/>
        <dsp:cNvSpPr/>
      </dsp:nvSpPr>
      <dsp:spPr>
        <a:xfrm>
          <a:off x="102462" y="1227"/>
          <a:ext cx="1879329" cy="1127597"/>
        </a:xfrm>
        <a:prstGeom prst="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GB" sz="1800" kern="1200" dirty="0"/>
            <a:t>Child Consent Age</a:t>
          </a:r>
        </a:p>
      </dsp:txBody>
      <dsp:txXfrm>
        <a:off x="102462" y="1227"/>
        <a:ext cx="1879329" cy="1127597"/>
      </dsp:txXfrm>
    </dsp:sp>
    <dsp:sp modelId="{91532CA0-DBDE-4A64-851B-C598F676ED23}">
      <dsp:nvSpPr>
        <dsp:cNvPr id="0" name=""/>
        <dsp:cNvSpPr/>
      </dsp:nvSpPr>
      <dsp:spPr>
        <a:xfrm>
          <a:off x="2169725" y="1227"/>
          <a:ext cx="1879329" cy="11275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GB" sz="1800" kern="1200">
              <a:solidFill>
                <a:schemeClr val="tx2"/>
              </a:solidFill>
            </a:rPr>
            <a:t>Definition of Personal Data</a:t>
          </a:r>
          <a:endParaRPr lang="en-GB" sz="1800" kern="1200" dirty="0">
            <a:solidFill>
              <a:schemeClr val="tx2"/>
            </a:solidFill>
          </a:endParaRPr>
        </a:p>
      </dsp:txBody>
      <dsp:txXfrm>
        <a:off x="2169725" y="1227"/>
        <a:ext cx="1879329" cy="1127597"/>
      </dsp:txXfrm>
    </dsp:sp>
    <dsp:sp modelId="{84D96B95-A190-4537-A3FA-E21097580DDF}">
      <dsp:nvSpPr>
        <dsp:cNvPr id="0" name=""/>
        <dsp:cNvSpPr/>
      </dsp:nvSpPr>
      <dsp:spPr>
        <a:xfrm>
          <a:off x="4236987" y="1227"/>
          <a:ext cx="1879329" cy="1127597"/>
        </a:xfrm>
        <a:prstGeom prst="rect">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GB" sz="1800" kern="1200"/>
            <a:t>Processing of Criminal Data</a:t>
          </a:r>
          <a:endParaRPr lang="en-GB" sz="1800" kern="1200" dirty="0"/>
        </a:p>
      </dsp:txBody>
      <dsp:txXfrm>
        <a:off x="4236987" y="1227"/>
        <a:ext cx="1879329" cy="1127597"/>
      </dsp:txXfrm>
    </dsp:sp>
    <dsp:sp modelId="{E8BE127A-8827-4E8D-97B3-30ED6C2FFEBC}">
      <dsp:nvSpPr>
        <dsp:cNvPr id="0" name=""/>
        <dsp:cNvSpPr/>
      </dsp:nvSpPr>
      <dsp:spPr>
        <a:xfrm>
          <a:off x="6304250" y="1227"/>
          <a:ext cx="1879329" cy="1127597"/>
        </a:xfrm>
        <a:prstGeom prst="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GB" sz="1800" kern="1200"/>
            <a:t>Automated decision making</a:t>
          </a:r>
          <a:endParaRPr lang="en-GB" sz="1800" kern="1200" dirty="0"/>
        </a:p>
      </dsp:txBody>
      <dsp:txXfrm>
        <a:off x="6304250" y="1227"/>
        <a:ext cx="1879329" cy="1127597"/>
      </dsp:txXfrm>
    </dsp:sp>
    <dsp:sp modelId="{5671DB16-5B68-41E9-832B-AE049DEF09ED}">
      <dsp:nvSpPr>
        <dsp:cNvPr id="0" name=""/>
        <dsp:cNvSpPr/>
      </dsp:nvSpPr>
      <dsp:spPr>
        <a:xfrm>
          <a:off x="102462" y="1316758"/>
          <a:ext cx="1879329" cy="1127597"/>
        </a:xfrm>
        <a:prstGeom prst="rect">
          <a:avLst/>
        </a:prstGeom>
        <a:solidFill>
          <a:schemeClr val="accent6">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GB" sz="1800" kern="1200">
              <a:solidFill>
                <a:schemeClr val="tx2"/>
              </a:solidFill>
            </a:rPr>
            <a:t>Data subject rights</a:t>
          </a:r>
          <a:endParaRPr lang="en-GB" sz="1800" kern="1200" dirty="0">
            <a:solidFill>
              <a:schemeClr val="tx2"/>
            </a:solidFill>
          </a:endParaRPr>
        </a:p>
      </dsp:txBody>
      <dsp:txXfrm>
        <a:off x="102462" y="1316758"/>
        <a:ext cx="1879329" cy="1127597"/>
      </dsp:txXfrm>
    </dsp:sp>
    <dsp:sp modelId="{3862146B-3EEA-41E4-8C4C-065F92C15070}">
      <dsp:nvSpPr>
        <dsp:cNvPr id="0" name=""/>
        <dsp:cNvSpPr/>
      </dsp:nvSpPr>
      <dsp:spPr>
        <a:xfrm>
          <a:off x="2169725" y="1316758"/>
          <a:ext cx="1879329" cy="1127597"/>
        </a:xfrm>
        <a:prstGeom prst="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GB" sz="1800" kern="1200" dirty="0"/>
            <a:t>Privacy vs Freedom of Expression</a:t>
          </a:r>
        </a:p>
      </dsp:txBody>
      <dsp:txXfrm>
        <a:off x="2169725" y="1316758"/>
        <a:ext cx="1879329" cy="1127597"/>
      </dsp:txXfrm>
    </dsp:sp>
    <dsp:sp modelId="{57F50575-95B5-4EA3-96D4-ED9201C1F878}">
      <dsp:nvSpPr>
        <dsp:cNvPr id="0" name=""/>
        <dsp:cNvSpPr/>
      </dsp:nvSpPr>
      <dsp:spPr>
        <a:xfrm>
          <a:off x="4236987" y="1316758"/>
          <a:ext cx="1879329" cy="11275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GB" sz="1800" kern="1200">
              <a:solidFill>
                <a:schemeClr val="tx2"/>
              </a:solidFill>
            </a:rPr>
            <a:t>Representatives</a:t>
          </a:r>
          <a:endParaRPr lang="en-GB" sz="1800" kern="1200" dirty="0">
            <a:solidFill>
              <a:schemeClr val="tx2"/>
            </a:solidFill>
          </a:endParaRPr>
        </a:p>
      </dsp:txBody>
      <dsp:txXfrm>
        <a:off x="4236987" y="1316758"/>
        <a:ext cx="1879329" cy="1127597"/>
      </dsp:txXfrm>
    </dsp:sp>
    <dsp:sp modelId="{ED1BE619-79E7-4679-B784-4A982CD6CCBF}">
      <dsp:nvSpPr>
        <dsp:cNvPr id="0" name=""/>
        <dsp:cNvSpPr/>
      </dsp:nvSpPr>
      <dsp:spPr>
        <a:xfrm>
          <a:off x="6304250" y="1316758"/>
          <a:ext cx="1879329" cy="1127597"/>
        </a:xfrm>
        <a:prstGeom prst="rect">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GB" sz="1800" kern="1200"/>
            <a:t>Administrative fines</a:t>
          </a:r>
          <a:endParaRPr lang="en-GB" sz="1800" kern="1200" dirty="0"/>
        </a:p>
      </dsp:txBody>
      <dsp:txXfrm>
        <a:off x="6304250" y="1316758"/>
        <a:ext cx="1879329" cy="1127597"/>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7A564E0-EDBE-4D60-8024-3EC022E16A0B}">
      <dsp:nvSpPr>
        <dsp:cNvPr id="0" name=""/>
        <dsp:cNvSpPr/>
      </dsp:nvSpPr>
      <dsp:spPr>
        <a:xfrm>
          <a:off x="0" y="321167"/>
          <a:ext cx="8624914" cy="542587"/>
        </a:xfrm>
        <a:prstGeom prst="rect">
          <a:avLst/>
        </a:prstGeom>
        <a:solidFill>
          <a:schemeClr val="lt1">
            <a:alpha val="90000"/>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69389" tIns="270764" rIns="669389" bIns="92456" numCol="1" spcCol="1270" anchor="t" anchorCtr="0">
          <a:noAutofit/>
        </a:bodyPr>
        <a:lstStyle/>
        <a:p>
          <a:pPr marL="114300" lvl="1" indent="-114300" algn="l" defTabSz="577850">
            <a:lnSpc>
              <a:spcPct val="90000"/>
            </a:lnSpc>
            <a:spcBef>
              <a:spcPct val="0"/>
            </a:spcBef>
            <a:spcAft>
              <a:spcPct val="15000"/>
            </a:spcAft>
            <a:buChar char="•"/>
          </a:pPr>
          <a:r>
            <a:rPr lang="en-US" sz="1300" kern="1200" dirty="0"/>
            <a:t>70 years after the author’s death</a:t>
          </a:r>
          <a:endParaRPr lang="en-GB" sz="1300" kern="1200" dirty="0"/>
        </a:p>
      </dsp:txBody>
      <dsp:txXfrm>
        <a:off x="0" y="321167"/>
        <a:ext cx="8624914" cy="542587"/>
      </dsp:txXfrm>
    </dsp:sp>
    <dsp:sp modelId="{E928FD33-0FBC-4602-AD08-CE72FD5E6F82}">
      <dsp:nvSpPr>
        <dsp:cNvPr id="0" name=""/>
        <dsp:cNvSpPr/>
      </dsp:nvSpPr>
      <dsp:spPr>
        <a:xfrm>
          <a:off x="431245" y="129287"/>
          <a:ext cx="6037439" cy="383760"/>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8201" tIns="0" rIns="228201" bIns="0" numCol="1" spcCol="1270" anchor="ctr" anchorCtr="0">
          <a:noAutofit/>
        </a:bodyPr>
        <a:lstStyle/>
        <a:p>
          <a:pPr marL="0" lvl="0" indent="0" algn="l" defTabSz="577850">
            <a:lnSpc>
              <a:spcPct val="90000"/>
            </a:lnSpc>
            <a:spcBef>
              <a:spcPct val="0"/>
            </a:spcBef>
            <a:spcAft>
              <a:spcPct val="35000"/>
            </a:spcAft>
            <a:buNone/>
          </a:pPr>
          <a:r>
            <a:rPr lang="en-US" sz="1300" kern="1200" dirty="0"/>
            <a:t>Written, dramatic, musical and artistic work</a:t>
          </a:r>
          <a:endParaRPr lang="en-GB" sz="1300" kern="1200" dirty="0"/>
        </a:p>
      </dsp:txBody>
      <dsp:txXfrm>
        <a:off x="449979" y="148021"/>
        <a:ext cx="5999971" cy="346292"/>
      </dsp:txXfrm>
    </dsp:sp>
    <dsp:sp modelId="{6CB65B93-4967-453A-BB5D-E44F1B3A91DB}">
      <dsp:nvSpPr>
        <dsp:cNvPr id="0" name=""/>
        <dsp:cNvSpPr/>
      </dsp:nvSpPr>
      <dsp:spPr>
        <a:xfrm>
          <a:off x="0" y="1125834"/>
          <a:ext cx="8624914" cy="542587"/>
        </a:xfrm>
        <a:prstGeom prst="rect">
          <a:avLst/>
        </a:prstGeom>
        <a:solidFill>
          <a:schemeClr val="lt1">
            <a:alpha val="90000"/>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69389" tIns="270764" rIns="669389" bIns="92456" numCol="1" spcCol="1270" anchor="t" anchorCtr="0">
          <a:noAutofit/>
        </a:bodyPr>
        <a:lstStyle/>
        <a:p>
          <a:pPr marL="114300" lvl="1" indent="-114300" algn="l" defTabSz="577850">
            <a:lnSpc>
              <a:spcPct val="90000"/>
            </a:lnSpc>
            <a:spcBef>
              <a:spcPct val="0"/>
            </a:spcBef>
            <a:spcAft>
              <a:spcPct val="15000"/>
            </a:spcAft>
            <a:buChar char="•"/>
          </a:pPr>
          <a:r>
            <a:rPr lang="en-US" sz="1300" kern="1200"/>
            <a:t>70 years from when it’s first published</a:t>
          </a:r>
          <a:endParaRPr lang="en-GB" sz="1300" kern="1200" dirty="0"/>
        </a:p>
      </dsp:txBody>
      <dsp:txXfrm>
        <a:off x="0" y="1125834"/>
        <a:ext cx="8624914" cy="542587"/>
      </dsp:txXfrm>
    </dsp:sp>
    <dsp:sp modelId="{B10E71D5-0E73-4704-B245-E6BC12C04A5B}">
      <dsp:nvSpPr>
        <dsp:cNvPr id="0" name=""/>
        <dsp:cNvSpPr/>
      </dsp:nvSpPr>
      <dsp:spPr>
        <a:xfrm>
          <a:off x="431245" y="933954"/>
          <a:ext cx="6037439" cy="383760"/>
        </a:xfrm>
        <a:prstGeom prst="round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8201" tIns="0" rIns="228201" bIns="0" numCol="1" spcCol="1270" anchor="ctr" anchorCtr="0">
          <a:noAutofit/>
        </a:bodyPr>
        <a:lstStyle/>
        <a:p>
          <a:pPr marL="0" lvl="0" indent="0" algn="l" defTabSz="577850">
            <a:lnSpc>
              <a:spcPct val="90000"/>
            </a:lnSpc>
            <a:spcBef>
              <a:spcPct val="0"/>
            </a:spcBef>
            <a:spcAft>
              <a:spcPct val="35000"/>
            </a:spcAft>
            <a:buNone/>
          </a:pPr>
          <a:r>
            <a:rPr lang="en-GB" sz="1300" kern="1200" dirty="0">
              <a:solidFill>
                <a:schemeClr val="tx2"/>
              </a:solidFill>
            </a:rPr>
            <a:t>Sound and music recording</a:t>
          </a:r>
        </a:p>
      </dsp:txBody>
      <dsp:txXfrm>
        <a:off x="449979" y="952688"/>
        <a:ext cx="5999971" cy="346292"/>
      </dsp:txXfrm>
    </dsp:sp>
    <dsp:sp modelId="{2ED5B889-5771-40E2-A71E-688399AF54C7}">
      <dsp:nvSpPr>
        <dsp:cNvPr id="0" name=""/>
        <dsp:cNvSpPr/>
      </dsp:nvSpPr>
      <dsp:spPr>
        <a:xfrm>
          <a:off x="0" y="1930502"/>
          <a:ext cx="8624914" cy="542587"/>
        </a:xfrm>
        <a:prstGeom prst="rect">
          <a:avLst/>
        </a:prstGeom>
        <a:solidFill>
          <a:schemeClr val="lt1">
            <a:alpha val="90000"/>
            <a:hueOff val="0"/>
            <a:satOff val="0"/>
            <a:lumOff val="0"/>
            <a:alphaOff val="0"/>
          </a:schemeClr>
        </a:solidFill>
        <a:ln w="1905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69389" tIns="270764" rIns="669389" bIns="92456" numCol="1" spcCol="1270" anchor="t" anchorCtr="0">
          <a:noAutofit/>
        </a:bodyPr>
        <a:lstStyle/>
        <a:p>
          <a:pPr marL="114300" lvl="1" indent="-114300" algn="l" defTabSz="577850">
            <a:lnSpc>
              <a:spcPct val="90000"/>
            </a:lnSpc>
            <a:spcBef>
              <a:spcPct val="0"/>
            </a:spcBef>
            <a:spcAft>
              <a:spcPct val="15000"/>
            </a:spcAft>
            <a:buChar char="•"/>
          </a:pPr>
          <a:r>
            <a:rPr lang="en-US" sz="1300" kern="1200"/>
            <a:t>70 years after the death of the director, screenplay author and composer</a:t>
          </a:r>
          <a:endParaRPr lang="en-GB" sz="1300" kern="1200" dirty="0"/>
        </a:p>
      </dsp:txBody>
      <dsp:txXfrm>
        <a:off x="0" y="1930502"/>
        <a:ext cx="8624914" cy="542587"/>
      </dsp:txXfrm>
    </dsp:sp>
    <dsp:sp modelId="{2B4AE3B2-3E0B-42AB-833A-1A08B6F8538C}">
      <dsp:nvSpPr>
        <dsp:cNvPr id="0" name=""/>
        <dsp:cNvSpPr/>
      </dsp:nvSpPr>
      <dsp:spPr>
        <a:xfrm>
          <a:off x="431245" y="1738622"/>
          <a:ext cx="6037439" cy="383760"/>
        </a:xfrm>
        <a:prstGeom prst="roundRect">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8201" tIns="0" rIns="228201" bIns="0" numCol="1" spcCol="1270" anchor="ctr" anchorCtr="0">
          <a:noAutofit/>
        </a:bodyPr>
        <a:lstStyle/>
        <a:p>
          <a:pPr marL="0" lvl="0" indent="0" algn="l" defTabSz="577850">
            <a:lnSpc>
              <a:spcPct val="90000"/>
            </a:lnSpc>
            <a:spcBef>
              <a:spcPct val="0"/>
            </a:spcBef>
            <a:spcAft>
              <a:spcPct val="35000"/>
            </a:spcAft>
            <a:buNone/>
          </a:pPr>
          <a:r>
            <a:rPr lang="en-GB" sz="1300" kern="1200" dirty="0"/>
            <a:t>Films</a:t>
          </a:r>
        </a:p>
      </dsp:txBody>
      <dsp:txXfrm>
        <a:off x="449979" y="1757356"/>
        <a:ext cx="5999971" cy="346292"/>
      </dsp:txXfrm>
    </dsp:sp>
    <dsp:sp modelId="{E2E929E4-A034-4BD0-80D9-B4BDBE459D7C}">
      <dsp:nvSpPr>
        <dsp:cNvPr id="0" name=""/>
        <dsp:cNvSpPr/>
      </dsp:nvSpPr>
      <dsp:spPr>
        <a:xfrm>
          <a:off x="0" y="2735169"/>
          <a:ext cx="8624914" cy="542587"/>
        </a:xfrm>
        <a:prstGeom prst="rect">
          <a:avLst/>
        </a:prstGeom>
        <a:solidFill>
          <a:schemeClr val="lt1">
            <a:alpha val="90000"/>
            <a:hueOff val="0"/>
            <a:satOff val="0"/>
            <a:lumOff val="0"/>
            <a:alphaOff val="0"/>
          </a:schemeClr>
        </a:solidFill>
        <a:ln w="1905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69389" tIns="270764" rIns="669389" bIns="92456" numCol="1" spcCol="1270" anchor="t" anchorCtr="0">
          <a:noAutofit/>
        </a:bodyPr>
        <a:lstStyle/>
        <a:p>
          <a:pPr marL="114300" lvl="1" indent="-114300" algn="l" defTabSz="577850">
            <a:lnSpc>
              <a:spcPct val="90000"/>
            </a:lnSpc>
            <a:spcBef>
              <a:spcPct val="0"/>
            </a:spcBef>
            <a:spcAft>
              <a:spcPct val="15000"/>
            </a:spcAft>
            <a:buChar char="•"/>
          </a:pPr>
          <a:r>
            <a:rPr lang="en-US" sz="1300" kern="1200"/>
            <a:t>50 years from when it’s first broadcast</a:t>
          </a:r>
          <a:endParaRPr lang="en-GB" sz="1300" kern="1200" dirty="0"/>
        </a:p>
      </dsp:txBody>
      <dsp:txXfrm>
        <a:off x="0" y="2735169"/>
        <a:ext cx="8624914" cy="542587"/>
      </dsp:txXfrm>
    </dsp:sp>
    <dsp:sp modelId="{CAD7E5DE-E894-40C6-8999-AE4CCDF10016}">
      <dsp:nvSpPr>
        <dsp:cNvPr id="0" name=""/>
        <dsp:cNvSpPr/>
      </dsp:nvSpPr>
      <dsp:spPr>
        <a:xfrm>
          <a:off x="431245" y="2543289"/>
          <a:ext cx="6037439" cy="383760"/>
        </a:xfrm>
        <a:prstGeom prst="round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8201" tIns="0" rIns="228201" bIns="0" numCol="1" spcCol="1270" anchor="ctr" anchorCtr="0">
          <a:noAutofit/>
        </a:bodyPr>
        <a:lstStyle/>
        <a:p>
          <a:pPr marL="0" lvl="0" indent="0" algn="l" defTabSz="577850">
            <a:lnSpc>
              <a:spcPct val="90000"/>
            </a:lnSpc>
            <a:spcBef>
              <a:spcPct val="0"/>
            </a:spcBef>
            <a:spcAft>
              <a:spcPct val="35000"/>
            </a:spcAft>
            <a:buNone/>
          </a:pPr>
          <a:r>
            <a:rPr lang="en-GB" sz="1300" kern="1200" dirty="0"/>
            <a:t>Broadcasts</a:t>
          </a:r>
        </a:p>
      </dsp:txBody>
      <dsp:txXfrm>
        <a:off x="449979" y="2562023"/>
        <a:ext cx="5999971" cy="346292"/>
      </dsp:txXfrm>
    </dsp:sp>
    <dsp:sp modelId="{8A84312E-647B-4599-949A-BE6C0E75D640}">
      <dsp:nvSpPr>
        <dsp:cNvPr id="0" name=""/>
        <dsp:cNvSpPr/>
      </dsp:nvSpPr>
      <dsp:spPr>
        <a:xfrm>
          <a:off x="0" y="3539837"/>
          <a:ext cx="8624914" cy="542587"/>
        </a:xfrm>
        <a:prstGeom prst="rect">
          <a:avLst/>
        </a:prstGeom>
        <a:solidFill>
          <a:schemeClr val="lt1">
            <a:alpha val="90000"/>
            <a:hueOff val="0"/>
            <a:satOff val="0"/>
            <a:lumOff val="0"/>
            <a:alphaOff val="0"/>
          </a:schemeClr>
        </a:solidFill>
        <a:ln w="1905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69389" tIns="270764" rIns="669389" bIns="92456" numCol="1" spcCol="1270" anchor="t" anchorCtr="0">
          <a:noAutofit/>
        </a:bodyPr>
        <a:lstStyle/>
        <a:p>
          <a:pPr marL="114300" lvl="1" indent="-114300" algn="l" defTabSz="577850">
            <a:lnSpc>
              <a:spcPct val="90000"/>
            </a:lnSpc>
            <a:spcBef>
              <a:spcPct val="0"/>
            </a:spcBef>
            <a:spcAft>
              <a:spcPct val="15000"/>
            </a:spcAft>
            <a:buChar char="•"/>
          </a:pPr>
          <a:r>
            <a:rPr lang="en-US" sz="1300" kern="1200"/>
            <a:t>25 years from when it’s first published</a:t>
          </a:r>
          <a:endParaRPr lang="en-GB" sz="1300" kern="1200" dirty="0"/>
        </a:p>
      </dsp:txBody>
      <dsp:txXfrm>
        <a:off x="0" y="3539837"/>
        <a:ext cx="8624914" cy="542587"/>
      </dsp:txXfrm>
    </dsp:sp>
    <dsp:sp modelId="{78B9C95B-CF4C-4388-AE33-64009C52008F}">
      <dsp:nvSpPr>
        <dsp:cNvPr id="0" name=""/>
        <dsp:cNvSpPr/>
      </dsp:nvSpPr>
      <dsp:spPr>
        <a:xfrm>
          <a:off x="431245" y="3347957"/>
          <a:ext cx="6037439" cy="383760"/>
        </a:xfrm>
        <a:prstGeom prst="roundRect">
          <a:avLst/>
        </a:prstGeom>
        <a:solidFill>
          <a:schemeClr val="accent6">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8201" tIns="0" rIns="228201" bIns="0" numCol="1" spcCol="1270" anchor="ctr" anchorCtr="0">
          <a:noAutofit/>
        </a:bodyPr>
        <a:lstStyle/>
        <a:p>
          <a:pPr marL="0" lvl="0" indent="0" algn="l" defTabSz="577850">
            <a:lnSpc>
              <a:spcPct val="90000"/>
            </a:lnSpc>
            <a:spcBef>
              <a:spcPct val="0"/>
            </a:spcBef>
            <a:spcAft>
              <a:spcPct val="35000"/>
            </a:spcAft>
            <a:buNone/>
          </a:pPr>
          <a:r>
            <a:rPr lang="en-US" sz="1300" kern="1200" dirty="0">
              <a:solidFill>
                <a:schemeClr val="tx2"/>
              </a:solidFill>
            </a:rPr>
            <a:t>Layout of published editions of written, dramatic or musical works</a:t>
          </a:r>
          <a:endParaRPr lang="en-GB" sz="1300" kern="1200" dirty="0">
            <a:solidFill>
              <a:schemeClr val="tx2"/>
            </a:solidFill>
          </a:endParaRPr>
        </a:p>
      </dsp:txBody>
      <dsp:txXfrm>
        <a:off x="449979" y="3366691"/>
        <a:ext cx="5999971" cy="346292"/>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1B471A7-F99D-4956-B507-6AE5B68608CE}">
      <dsp:nvSpPr>
        <dsp:cNvPr id="0" name=""/>
        <dsp:cNvSpPr/>
      </dsp:nvSpPr>
      <dsp:spPr>
        <a:xfrm>
          <a:off x="849689" y="0"/>
          <a:ext cx="9629820" cy="2962656"/>
        </a:xfrm>
        <a:prstGeom prst="rightArrow">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0F231CA-7000-4A6B-8932-E4BA6BEE8877}">
      <dsp:nvSpPr>
        <dsp:cNvPr id="0" name=""/>
        <dsp:cNvSpPr/>
      </dsp:nvSpPr>
      <dsp:spPr>
        <a:xfrm>
          <a:off x="4978" y="888796"/>
          <a:ext cx="2176777" cy="1185062"/>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GB" sz="1600" kern="1200" dirty="0"/>
            <a:t>Proprietary</a:t>
          </a:r>
        </a:p>
        <a:p>
          <a:pPr marL="114300" lvl="1" indent="-114300" algn="l" defTabSz="533400">
            <a:lnSpc>
              <a:spcPct val="90000"/>
            </a:lnSpc>
            <a:spcBef>
              <a:spcPct val="0"/>
            </a:spcBef>
            <a:spcAft>
              <a:spcPct val="15000"/>
            </a:spcAft>
            <a:buChar char="•"/>
          </a:pPr>
          <a:r>
            <a:rPr lang="en-GB" sz="1200" kern="1200" dirty="0"/>
            <a:t>Cannot be copied, modified or distributed</a:t>
          </a:r>
        </a:p>
      </dsp:txBody>
      <dsp:txXfrm>
        <a:off x="62828" y="946646"/>
        <a:ext cx="2061077" cy="1069362"/>
      </dsp:txXfrm>
    </dsp:sp>
    <dsp:sp modelId="{AD163E66-9C4D-43B5-8E4E-1DD3F0694D3D}">
      <dsp:nvSpPr>
        <dsp:cNvPr id="0" name=""/>
        <dsp:cNvSpPr/>
      </dsp:nvSpPr>
      <dsp:spPr>
        <a:xfrm>
          <a:off x="2290594" y="888796"/>
          <a:ext cx="2176777" cy="1185062"/>
        </a:xfrm>
        <a:prstGeom prst="round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GB" sz="1600" kern="1200" dirty="0">
              <a:solidFill>
                <a:schemeClr val="tx2"/>
              </a:solidFill>
            </a:rPr>
            <a:t>Copyleft</a:t>
          </a:r>
        </a:p>
        <a:p>
          <a:pPr marL="114300" lvl="1" indent="-114300" algn="l" defTabSz="533400">
            <a:lnSpc>
              <a:spcPct val="90000"/>
            </a:lnSpc>
            <a:spcBef>
              <a:spcPct val="0"/>
            </a:spcBef>
            <a:spcAft>
              <a:spcPct val="15000"/>
            </a:spcAft>
            <a:buChar char="•"/>
          </a:pPr>
          <a:r>
            <a:rPr lang="en-GB" sz="1200" kern="1200" dirty="0">
              <a:solidFill>
                <a:schemeClr val="tx2"/>
              </a:solidFill>
            </a:rPr>
            <a:t>Users can modify code and distribute derivative work under the same software license</a:t>
          </a:r>
        </a:p>
      </dsp:txBody>
      <dsp:txXfrm>
        <a:off x="2348444" y="946646"/>
        <a:ext cx="2061077" cy="1069362"/>
      </dsp:txXfrm>
    </dsp:sp>
    <dsp:sp modelId="{E389DD31-E5D3-41D0-BDAB-4B5C65439AB3}">
      <dsp:nvSpPr>
        <dsp:cNvPr id="0" name=""/>
        <dsp:cNvSpPr/>
      </dsp:nvSpPr>
      <dsp:spPr>
        <a:xfrm>
          <a:off x="4576211" y="888796"/>
          <a:ext cx="2176777" cy="1185062"/>
        </a:xfrm>
        <a:prstGeom prst="roundRect">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GB" sz="1600" kern="1200" dirty="0"/>
            <a:t>Permissive</a:t>
          </a:r>
        </a:p>
        <a:p>
          <a:pPr marL="114300" lvl="1" indent="-114300" algn="l" defTabSz="533400">
            <a:lnSpc>
              <a:spcPct val="90000"/>
            </a:lnSpc>
            <a:spcBef>
              <a:spcPct val="0"/>
            </a:spcBef>
            <a:spcAft>
              <a:spcPct val="15000"/>
            </a:spcAft>
            <a:buChar char="•"/>
          </a:pPr>
          <a:r>
            <a:rPr lang="en-GB" sz="1200" kern="1200" dirty="0"/>
            <a:t>Has a few requirements about how the software can be used, modified and redistributed</a:t>
          </a:r>
        </a:p>
      </dsp:txBody>
      <dsp:txXfrm>
        <a:off x="4634061" y="946646"/>
        <a:ext cx="2061077" cy="1069362"/>
      </dsp:txXfrm>
    </dsp:sp>
    <dsp:sp modelId="{F905667D-2EDE-4DE3-B067-34D2BC640D3E}">
      <dsp:nvSpPr>
        <dsp:cNvPr id="0" name=""/>
        <dsp:cNvSpPr/>
      </dsp:nvSpPr>
      <dsp:spPr>
        <a:xfrm>
          <a:off x="6861827" y="888796"/>
          <a:ext cx="2176777" cy="1185062"/>
        </a:xfrm>
        <a:prstGeom prst="round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GB" sz="1600" kern="1200" dirty="0"/>
            <a:t>LGPL</a:t>
          </a:r>
        </a:p>
        <a:p>
          <a:pPr marL="114300" lvl="1" indent="-114300" algn="l" defTabSz="533400">
            <a:lnSpc>
              <a:spcPct val="90000"/>
            </a:lnSpc>
            <a:spcBef>
              <a:spcPct val="0"/>
            </a:spcBef>
            <a:spcAft>
              <a:spcPct val="15000"/>
            </a:spcAft>
            <a:buChar char="•"/>
          </a:pPr>
          <a:r>
            <a:rPr lang="en-GB" sz="1200" kern="1200" dirty="0"/>
            <a:t>Allows developers to link to open-source libraries within the code of their own software</a:t>
          </a:r>
        </a:p>
      </dsp:txBody>
      <dsp:txXfrm>
        <a:off x="6919677" y="946646"/>
        <a:ext cx="2061077" cy="1069362"/>
      </dsp:txXfrm>
    </dsp:sp>
    <dsp:sp modelId="{39F58D28-BBBC-4DCB-94AA-09ED6B393CAF}">
      <dsp:nvSpPr>
        <dsp:cNvPr id="0" name=""/>
        <dsp:cNvSpPr/>
      </dsp:nvSpPr>
      <dsp:spPr>
        <a:xfrm>
          <a:off x="9147443" y="888796"/>
          <a:ext cx="2176777" cy="1185062"/>
        </a:xfrm>
        <a:prstGeom prst="roundRect">
          <a:avLst/>
        </a:prstGeom>
        <a:solidFill>
          <a:schemeClr val="accent6">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GB" sz="1600" kern="1200" dirty="0">
              <a:solidFill>
                <a:schemeClr val="tx2"/>
              </a:solidFill>
            </a:rPr>
            <a:t>Public Domain</a:t>
          </a:r>
        </a:p>
        <a:p>
          <a:pPr marL="114300" lvl="1" indent="-114300" algn="l" defTabSz="533400">
            <a:lnSpc>
              <a:spcPct val="90000"/>
            </a:lnSpc>
            <a:spcBef>
              <a:spcPct val="0"/>
            </a:spcBef>
            <a:spcAft>
              <a:spcPct val="15000"/>
            </a:spcAft>
            <a:buChar char="•"/>
          </a:pPr>
          <a:r>
            <a:rPr lang="en-GB" sz="1200" kern="1200" dirty="0">
              <a:solidFill>
                <a:schemeClr val="tx2"/>
              </a:solidFill>
            </a:rPr>
            <a:t>Anyone is allowed to use, modify and redistribute the software</a:t>
          </a:r>
        </a:p>
      </dsp:txBody>
      <dsp:txXfrm>
        <a:off x="9205293" y="946646"/>
        <a:ext cx="2061077" cy="1069362"/>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847F9F5-5E8E-430F-BA50-C1C30181159B}">
      <dsp:nvSpPr>
        <dsp:cNvPr id="0" name=""/>
        <dsp:cNvSpPr/>
      </dsp:nvSpPr>
      <dsp:spPr>
        <a:xfrm>
          <a:off x="0" y="239237"/>
          <a:ext cx="9801225" cy="602437"/>
        </a:xfrm>
        <a:prstGeom prst="rect">
          <a:avLst/>
        </a:prstGeom>
        <a:solidFill>
          <a:schemeClr val="lt1">
            <a:alpha val="90000"/>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0684" tIns="312420" rIns="760684" bIns="99568" numCol="1" spcCol="1270" anchor="t" anchorCtr="0">
          <a:noAutofit/>
        </a:bodyPr>
        <a:lstStyle/>
        <a:p>
          <a:pPr marL="114300" lvl="1" indent="-114300" algn="l" defTabSz="622300">
            <a:lnSpc>
              <a:spcPct val="90000"/>
            </a:lnSpc>
            <a:spcBef>
              <a:spcPct val="0"/>
            </a:spcBef>
            <a:spcAft>
              <a:spcPct val="15000"/>
            </a:spcAft>
            <a:buChar char="•"/>
          </a:pPr>
          <a:r>
            <a:rPr lang="en-US" sz="1400" kern="1200" dirty="0"/>
            <a:t>Identify why laws, legislation and standards are required</a:t>
          </a:r>
          <a:endParaRPr lang="en-GB" sz="1400" kern="1200" dirty="0"/>
        </a:p>
      </dsp:txBody>
      <dsp:txXfrm>
        <a:off x="0" y="239237"/>
        <a:ext cx="9801225" cy="602437"/>
      </dsp:txXfrm>
    </dsp:sp>
    <dsp:sp modelId="{9593F4F6-1FB5-4011-A620-DF7A905F7D08}">
      <dsp:nvSpPr>
        <dsp:cNvPr id="0" name=""/>
        <dsp:cNvSpPr/>
      </dsp:nvSpPr>
      <dsp:spPr>
        <a:xfrm>
          <a:off x="490061" y="17837"/>
          <a:ext cx="6860857" cy="442800"/>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9324" tIns="0" rIns="259324" bIns="0" numCol="1" spcCol="1270" anchor="ctr" anchorCtr="0">
          <a:noAutofit/>
        </a:bodyPr>
        <a:lstStyle/>
        <a:p>
          <a:pPr marL="0" lvl="0" indent="0" algn="l" defTabSz="800100">
            <a:lnSpc>
              <a:spcPct val="90000"/>
            </a:lnSpc>
            <a:spcBef>
              <a:spcPct val="0"/>
            </a:spcBef>
            <a:spcAft>
              <a:spcPct val="35000"/>
            </a:spcAft>
            <a:buNone/>
          </a:pPr>
          <a:r>
            <a:rPr lang="en-GB" sz="1800" kern="1200" dirty="0">
              <a:solidFill>
                <a:schemeClr val="tx1"/>
              </a:solidFill>
            </a:rPr>
            <a:t>Identify</a:t>
          </a:r>
        </a:p>
      </dsp:txBody>
      <dsp:txXfrm>
        <a:off x="511677" y="39453"/>
        <a:ext cx="6817625" cy="399568"/>
      </dsp:txXfrm>
    </dsp:sp>
    <dsp:sp modelId="{B0F2BC64-6D1E-4E3C-B929-E2C1F0F49848}">
      <dsp:nvSpPr>
        <dsp:cNvPr id="0" name=""/>
        <dsp:cNvSpPr/>
      </dsp:nvSpPr>
      <dsp:spPr>
        <a:xfrm>
          <a:off x="0" y="1144075"/>
          <a:ext cx="9801225" cy="626062"/>
        </a:xfrm>
        <a:prstGeom prst="rect">
          <a:avLst/>
        </a:prstGeom>
        <a:solidFill>
          <a:schemeClr val="lt1">
            <a:alpha val="90000"/>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0684" tIns="312420" rIns="760684" bIns="106680" numCol="1" spcCol="1270" anchor="t" anchorCtr="0">
          <a:noAutofit/>
        </a:bodyPr>
        <a:lstStyle/>
        <a:p>
          <a:pPr marL="114300" lvl="1" indent="-114300" algn="l" defTabSz="666750">
            <a:lnSpc>
              <a:spcPct val="90000"/>
            </a:lnSpc>
            <a:spcBef>
              <a:spcPct val="0"/>
            </a:spcBef>
            <a:spcAft>
              <a:spcPct val="15000"/>
            </a:spcAft>
            <a:buChar char="•"/>
          </a:pPr>
          <a:r>
            <a:rPr lang="en-US" sz="1500" kern="1200" dirty="0"/>
            <a:t>Describe what the various laws and legislation mean</a:t>
          </a:r>
          <a:endParaRPr lang="en-GB" sz="1500" kern="1200" dirty="0"/>
        </a:p>
      </dsp:txBody>
      <dsp:txXfrm>
        <a:off x="0" y="1144075"/>
        <a:ext cx="9801225" cy="626062"/>
      </dsp:txXfrm>
    </dsp:sp>
    <dsp:sp modelId="{EBB4EB57-C699-4F41-ADD6-AC40CE985ED4}">
      <dsp:nvSpPr>
        <dsp:cNvPr id="0" name=""/>
        <dsp:cNvSpPr/>
      </dsp:nvSpPr>
      <dsp:spPr>
        <a:xfrm>
          <a:off x="490061" y="922675"/>
          <a:ext cx="6860857" cy="442800"/>
        </a:xfrm>
        <a:prstGeom prst="round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9324" tIns="0" rIns="259324" bIns="0" numCol="1" spcCol="1270" anchor="ctr" anchorCtr="0">
          <a:noAutofit/>
        </a:bodyPr>
        <a:lstStyle/>
        <a:p>
          <a:pPr marL="0" lvl="0" indent="0" algn="l" defTabSz="800100">
            <a:lnSpc>
              <a:spcPct val="90000"/>
            </a:lnSpc>
            <a:spcBef>
              <a:spcPct val="0"/>
            </a:spcBef>
            <a:spcAft>
              <a:spcPct val="35000"/>
            </a:spcAft>
            <a:buNone/>
          </a:pPr>
          <a:r>
            <a:rPr lang="en-GB" sz="1800" kern="1200" dirty="0">
              <a:solidFill>
                <a:schemeClr val="tx1"/>
              </a:solidFill>
            </a:rPr>
            <a:t>Describe</a:t>
          </a:r>
        </a:p>
      </dsp:txBody>
      <dsp:txXfrm>
        <a:off x="511677" y="944291"/>
        <a:ext cx="6817625" cy="399568"/>
      </dsp:txXfrm>
    </dsp:sp>
    <dsp:sp modelId="{299B7FF3-1032-4A84-864D-3CB1755BB9EB}">
      <dsp:nvSpPr>
        <dsp:cNvPr id="0" name=""/>
        <dsp:cNvSpPr/>
      </dsp:nvSpPr>
      <dsp:spPr>
        <a:xfrm>
          <a:off x="0" y="2072537"/>
          <a:ext cx="9801225" cy="626062"/>
        </a:xfrm>
        <a:prstGeom prst="rect">
          <a:avLst/>
        </a:prstGeom>
        <a:solidFill>
          <a:schemeClr val="lt1">
            <a:alpha val="90000"/>
            <a:hueOff val="0"/>
            <a:satOff val="0"/>
            <a:lumOff val="0"/>
            <a:alphaOff val="0"/>
          </a:schemeClr>
        </a:solidFill>
        <a:ln w="1905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0684" tIns="312420" rIns="760684" bIns="106680" numCol="1" spcCol="1270" anchor="t" anchorCtr="0">
          <a:noAutofit/>
        </a:bodyPr>
        <a:lstStyle/>
        <a:p>
          <a:pPr marL="114300" lvl="1" indent="-114300" algn="l" defTabSz="666750">
            <a:lnSpc>
              <a:spcPct val="90000"/>
            </a:lnSpc>
            <a:spcBef>
              <a:spcPct val="0"/>
            </a:spcBef>
            <a:spcAft>
              <a:spcPct val="15000"/>
            </a:spcAft>
            <a:buChar char="•"/>
          </a:pPr>
          <a:r>
            <a:rPr lang="en-GB" sz="1500" kern="1200" noProof="0" dirty="0"/>
            <a:t>Analyse the impact the laws have within your business environment</a:t>
          </a:r>
          <a:endParaRPr lang="en-GB" sz="1500" kern="1200" dirty="0"/>
        </a:p>
      </dsp:txBody>
      <dsp:txXfrm>
        <a:off x="0" y="2072537"/>
        <a:ext cx="9801225" cy="626062"/>
      </dsp:txXfrm>
    </dsp:sp>
    <dsp:sp modelId="{3132F092-0A30-4671-ABBE-5563AE4E5C3E}">
      <dsp:nvSpPr>
        <dsp:cNvPr id="0" name=""/>
        <dsp:cNvSpPr/>
      </dsp:nvSpPr>
      <dsp:spPr>
        <a:xfrm>
          <a:off x="490061" y="1851137"/>
          <a:ext cx="6860857" cy="442800"/>
        </a:xfrm>
        <a:prstGeom prst="roundRect">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9324" tIns="0" rIns="259324" bIns="0" numCol="1" spcCol="1270" anchor="ctr" anchorCtr="0">
          <a:noAutofit/>
        </a:bodyPr>
        <a:lstStyle/>
        <a:p>
          <a:pPr marL="0" lvl="0" indent="0" algn="l" defTabSz="800100">
            <a:lnSpc>
              <a:spcPct val="90000"/>
            </a:lnSpc>
            <a:spcBef>
              <a:spcPct val="0"/>
            </a:spcBef>
            <a:spcAft>
              <a:spcPct val="35000"/>
            </a:spcAft>
            <a:buNone/>
          </a:pPr>
          <a:r>
            <a:rPr lang="en-GB" sz="1800" kern="1200" dirty="0"/>
            <a:t>Analyse</a:t>
          </a:r>
        </a:p>
      </dsp:txBody>
      <dsp:txXfrm>
        <a:off x="511677" y="1872753"/>
        <a:ext cx="6817625" cy="399568"/>
      </dsp:txXfrm>
    </dsp:sp>
    <dsp:sp modelId="{45F167B1-2951-420A-B945-24E1D0746D22}">
      <dsp:nvSpPr>
        <dsp:cNvPr id="0" name=""/>
        <dsp:cNvSpPr/>
      </dsp:nvSpPr>
      <dsp:spPr>
        <a:xfrm>
          <a:off x="0" y="3001000"/>
          <a:ext cx="9801225" cy="626062"/>
        </a:xfrm>
        <a:prstGeom prst="rect">
          <a:avLst/>
        </a:prstGeom>
        <a:solidFill>
          <a:schemeClr val="lt1">
            <a:alpha val="90000"/>
            <a:hueOff val="0"/>
            <a:satOff val="0"/>
            <a:lumOff val="0"/>
            <a:alphaOff val="0"/>
          </a:schemeClr>
        </a:solidFill>
        <a:ln w="1905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0684" tIns="312420" rIns="760684" bIns="106680" numCol="1" spcCol="1270" anchor="t" anchorCtr="0">
          <a:noAutofit/>
        </a:bodyPr>
        <a:lstStyle/>
        <a:p>
          <a:pPr marL="114300" lvl="1" indent="-114300" algn="l" defTabSz="666750">
            <a:lnSpc>
              <a:spcPct val="90000"/>
            </a:lnSpc>
            <a:spcBef>
              <a:spcPct val="0"/>
            </a:spcBef>
            <a:spcAft>
              <a:spcPct val="15000"/>
            </a:spcAft>
            <a:buChar char="•"/>
          </a:pPr>
          <a:r>
            <a:rPr lang="en-US" sz="1500" kern="1200" dirty="0"/>
            <a:t>Explain the differences between the EU version and the UK version of the GDPR</a:t>
          </a:r>
          <a:endParaRPr lang="en-GB" sz="1500" kern="1200" dirty="0"/>
        </a:p>
      </dsp:txBody>
      <dsp:txXfrm>
        <a:off x="0" y="3001000"/>
        <a:ext cx="9801225" cy="626062"/>
      </dsp:txXfrm>
    </dsp:sp>
    <dsp:sp modelId="{6E012067-F738-439F-9D71-E7FDE39D61B1}">
      <dsp:nvSpPr>
        <dsp:cNvPr id="0" name=""/>
        <dsp:cNvSpPr/>
      </dsp:nvSpPr>
      <dsp:spPr>
        <a:xfrm>
          <a:off x="490061" y="2779600"/>
          <a:ext cx="6860857" cy="442800"/>
        </a:xfrm>
        <a:prstGeom prst="round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9324" tIns="0" rIns="259324" bIns="0" numCol="1" spcCol="1270" anchor="ctr" anchorCtr="0">
          <a:noAutofit/>
        </a:bodyPr>
        <a:lstStyle/>
        <a:p>
          <a:pPr marL="0" lvl="0" indent="0" algn="l" defTabSz="800100">
            <a:lnSpc>
              <a:spcPct val="90000"/>
            </a:lnSpc>
            <a:spcBef>
              <a:spcPct val="0"/>
            </a:spcBef>
            <a:spcAft>
              <a:spcPct val="35000"/>
            </a:spcAft>
            <a:buNone/>
          </a:pPr>
          <a:r>
            <a:rPr lang="en-GB" sz="1800" kern="1200" dirty="0"/>
            <a:t>Explain</a:t>
          </a:r>
        </a:p>
      </dsp:txBody>
      <dsp:txXfrm>
        <a:off x="511677" y="2801216"/>
        <a:ext cx="6817625" cy="399568"/>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bList2">
  <dgm:title val=""/>
  <dgm:desc val=""/>
  <dgm:catLst>
    <dgm:cat type="list" pri="7000"/>
    <dgm:cat type="convert" pri="16000"/>
    <dgm:cat type="picture" pri="28000"/>
    <dgm:cat type="pictureconvert" pri="28000"/>
  </dgm:catLst>
  <dgm:sampData useDef="1">
    <dgm:dataModel>
      <dgm:pt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dir/>
      <dgm:animLvl val="lvl"/>
      <dgm:resizeHandles val="exact"/>
    </dgm:varLst>
    <dgm:choose name="Name0">
      <dgm:if name="Name1" axis="self"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compNode" refType="w"/>
      <dgm:constr type="w" for="ch" ptType="sibTrans" refType="w" refFor="ch" refForName="compNode" op="equ" fact="0.08"/>
      <dgm:constr type="sp" refType="w" refFor="ch" refForName="compNode" op="equ" fact="0.16"/>
      <dgm:constr type="primFontSz" for="des" forName="parentText" op="equ" val="65"/>
      <dgm:constr type="primFontSz" for="des" forName="childRect" op="equ" val="65"/>
    </dgm:constrLst>
    <dgm:ruleLst/>
    <dgm:forEach name="nodesForEach" axis="ch" ptType="node">
      <dgm:layoutNode name="compNode">
        <dgm:alg type="composite">
          <dgm:param type="ar" val="0.943"/>
        </dgm:alg>
        <dgm:shape xmlns:r="http://schemas.openxmlformats.org/officeDocument/2006/relationships" r:blip="">
          <dgm:adjLst/>
        </dgm:shape>
        <dgm:presOf/>
        <dgm:choose name="Name3">
          <dgm:if name="Name4" axis="self" func="var" arg="dir" op="equ" val="norm">
            <dgm:constrLst>
              <dgm:constr type="w" val="1"/>
              <dgm:constr type="h" refType="w" fact="1.06"/>
              <dgm:constr type="h" for="ch" forName="childRect" refType="h" fact="0.65"/>
              <dgm:constr type="w" for="ch" forName="childRect" refType="w" fact="0.923"/>
              <dgm:constr type="l" for="ch" forName="childRect"/>
              <dgm:constr type="t" for="ch" forName="childRect"/>
              <dgm:constr type="w" for="ch" forName="parentText" refType="w" fact="0.65"/>
              <dgm:constr type="h" for="ch" forName="parentText" refType="h" refFor="ch" refForName="childRect" fact="0.43"/>
              <dgm:constr type="l" for="ch" forName="parentText"/>
              <dgm:constr type="t" for="ch" forName="parentText" refType="h" refFor="ch" refForName="childRect"/>
              <dgm:constr type="w" for="ch" forName="parentRect" refType="w" fact="0.923"/>
              <dgm:constr type="h" for="ch" forName="parentRect" refType="h" refFor="ch" refForName="parentText"/>
              <dgm:constr type="l" for="ch" forName="parentRect"/>
              <dgm:constr type="t" for="ch" forName="parentRect" refType="t" refFor="ch" refForName="parentText"/>
              <dgm:constr type="w" for="ch" forName="adorn" refType="w" refFor="ch" refForName="parentRect" fact="0.35"/>
              <dgm:constr type="h" for="ch" forName="adorn" refType="w" refFor="ch" refForName="parentRect" fact="0.35"/>
              <dgm:constr type="b" for="ch" forName="adorn" refType="h"/>
              <dgm:constr type="r" for="ch" forName="adorn" refType="w"/>
            </dgm:constrLst>
          </dgm:if>
          <dgm:else name="Name5">
            <dgm:constrLst>
              <dgm:constr type="w" val="1"/>
              <dgm:constr type="h" refType="w" fact="1.06"/>
              <dgm:constr type="h" for="ch" forName="childRect" refType="h" fact="0.65"/>
              <dgm:constr type="w" for="ch" forName="childRect" refType="w" fact="0.923"/>
              <dgm:constr type="r" for="ch" forName="childRect" refType="w"/>
              <dgm:constr type="t" for="ch" forName="childRect"/>
              <dgm:constr type="w" for="ch" forName="parentText" refType="w" fact="0.65"/>
              <dgm:constr type="h" for="ch" forName="parentText" refType="h" refFor="ch" refForName="childRect" fact="0.43"/>
              <dgm:constr type="r" for="ch" forName="parentText" refType="w"/>
              <dgm:constr type="t" for="ch" forName="parentText" refType="h" refFor="ch" refForName="childRect"/>
              <dgm:constr type="w" for="ch" forName="parentRect" refType="w" fact="0.923"/>
              <dgm:constr type="h" for="ch" forName="parentRect" refType="h" refFor="ch" refForName="parentText"/>
              <dgm:constr type="r" for="ch" forName="parentRect" refType="w"/>
              <dgm:constr type="t" for="ch" forName="parentRect" refType="t" refFor="ch" refForName="parentText"/>
              <dgm:constr type="w" for="ch" forName="adorn" refType="w" refFor="ch" refForName="parentRect" fact="0.35"/>
              <dgm:constr type="h" for="ch" forName="adorn" refType="w" refFor="ch" refForName="parentRect" fact="0.35"/>
              <dgm:constr type="b" for="ch" forName="adorn" refType="h"/>
              <dgm:constr type="l" for="ch" forName="adorn"/>
            </dgm:constrLst>
          </dgm:else>
        </dgm:choose>
        <dgm:ruleLst/>
        <dgm:layoutNode name="childRect" styleLbl="bgAcc1">
          <dgm:varLst>
            <dgm:bulletEnabled val="1"/>
          </dgm:varLst>
          <dgm:alg type="tx">
            <dgm:param type="stBulletLvl" val="1"/>
          </dgm:alg>
          <dgm:shape xmlns:r="http://schemas.openxmlformats.org/officeDocument/2006/relationships" type="round2SameRect" r:blip="">
            <dgm:adjLst>
              <dgm:adj idx="1" val="0.08"/>
            </dgm:adjLst>
          </dgm:shape>
          <dgm:presOf axis="des" ptType="node"/>
          <dgm:constrLst>
            <dgm:constr type="secFontSz" refType="primFontSz"/>
            <dgm:constr type="tMarg" refType="primFontSz" fact="0.3"/>
            <dgm:constr type="bMarg" refType="primFontSz" fact="0.1"/>
            <dgm:constr type="lMarg" refType="primFontSz" fact="0.1"/>
            <dgm:constr type="rMarg" refType="primFontSz" fact="0.1"/>
          </dgm:constrLst>
          <dgm:ruleLst>
            <dgm:rule type="primFontSz" val="5" fact="NaN" max="NaN"/>
          </dgm:ruleLst>
        </dgm:layoutNode>
        <dgm:layoutNode name="parentText">
          <dgm:varLst>
            <dgm:chMax val="0"/>
            <dgm:bulletEnabled val="1"/>
          </dgm:varLst>
          <dgm:choose name="Name6">
            <dgm:if name="Name7" func="var" arg="dir" op="equ" val="norm">
              <dgm:alg type="tx">
                <dgm:param type="parTxLTRAlign" val="l"/>
                <dgm:param type="parTxRTLAlign" val="l"/>
              </dgm:alg>
            </dgm:if>
            <dgm:else name="Name8">
              <dgm:alg type="tx">
                <dgm:param type="parTxLTRAlign" val="r"/>
                <dgm:param type="parTxRTLAlign" val="r"/>
              </dgm:alg>
            </dgm:else>
          </dgm:choose>
          <dgm:shape xmlns:r="http://schemas.openxmlformats.org/officeDocument/2006/relationships" type="rect" r:blip="" zOrderOff="1" hideGeom="1">
            <dgm:adjLst/>
          </dgm:shape>
          <dgm:presOf axis="self" ptType="node"/>
          <dgm:constrLst>
            <dgm:constr type="tMarg"/>
            <dgm:constr type="bMarg"/>
            <dgm:constr type="lMarg" refType="primFontSz" fact="0.3"/>
            <dgm:constr type="rMarg" refType="primFontSz" fact="0.1"/>
          </dgm:constrLst>
          <dgm:ruleLst>
            <dgm:rule type="primFontSz" val="5" fact="NaN" max="NaN"/>
          </dgm:ruleLst>
        </dgm:layoutNode>
        <dgm:layoutNode name="parentRect" styleLbl="alignNode1">
          <dgm:alg type="sp"/>
          <dgm:shape xmlns:r="http://schemas.openxmlformats.org/officeDocument/2006/relationships" type="rect" r:blip="">
            <dgm:adjLst/>
          </dgm:shape>
          <dgm:presOf axis="self" ptType="node"/>
          <dgm:constrLst/>
          <dgm:ruleLst/>
        </dgm:layoutNode>
        <dgm:layoutNode name="adorn" styleLbl="fgAccFollowNode1">
          <dgm:alg type="sp"/>
          <dgm:shape xmlns:r="http://schemas.openxmlformats.org/officeDocument/2006/relationships" type="ellipse" r:blip="" blipPhldr="1">
            <dgm:adjLst/>
          </dgm:shape>
          <dgm:presOf/>
          <dgm:constrLst/>
          <dgm:ruleLst/>
        </dgm:layoutNode>
      </dgm:layoutNode>
      <dgm:forEach name="sibTransForEach" axis="followSib" ptType="sibTrans" cnt="1">
        <dgm:layoutNode name="sibTrans">
          <dgm:alg type="sp"/>
          <dgm:shape xmlns:r="http://schemas.openxmlformats.org/officeDocument/2006/relationships" type="rect" r:blip="" hideGeom="1">
            <dgm:adjLst/>
          </dgm:shape>
          <dgm:presOf axis="self"/>
          <dgm:constrLst>
            <dgm:constr type="w" val="1"/>
            <dgm:constr type="h" refType="w"/>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layout7.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10.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6FBDE4E-AF0F-8909-BADA-D2402FDAB39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a:extLst>
              <a:ext uri="{FF2B5EF4-FFF2-40B4-BE49-F238E27FC236}">
                <a16:creationId xmlns:a16="http://schemas.microsoft.com/office/drawing/2014/main" id="{1909F59C-3506-EAAB-DA53-2CD8EA0A2B5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35EAFB8-4928-9749-A44E-21E8CBAD48EC}" type="datetimeFigureOut">
              <a:rPr lang="en-GB" smtClean="0"/>
              <a:t>04/08/2026</a:t>
            </a:fld>
            <a:endParaRPr lang="en-GB"/>
          </a:p>
        </p:txBody>
      </p:sp>
      <p:sp>
        <p:nvSpPr>
          <p:cNvPr id="4" name="Footer Placeholder 3">
            <a:extLst>
              <a:ext uri="{FF2B5EF4-FFF2-40B4-BE49-F238E27FC236}">
                <a16:creationId xmlns:a16="http://schemas.microsoft.com/office/drawing/2014/main" id="{D09292FB-D11A-9724-E10D-FD5290BCD095}"/>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a:extLst>
              <a:ext uri="{FF2B5EF4-FFF2-40B4-BE49-F238E27FC236}">
                <a16:creationId xmlns:a16="http://schemas.microsoft.com/office/drawing/2014/main" id="{FB211E59-7530-C471-3DD3-380889B59B4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40CD357-4732-EC44-8665-59EED4AF89F6}" type="slidenum">
              <a:rPr lang="en-GB" smtClean="0"/>
              <a:t>‹#›</a:t>
            </a:fld>
            <a:endParaRPr lang="en-GB"/>
          </a:p>
        </p:txBody>
      </p:sp>
    </p:spTree>
    <p:extLst>
      <p:ext uri="{BB962C8B-B14F-4D97-AF65-F5344CB8AC3E}">
        <p14:creationId xmlns:p14="http://schemas.microsoft.com/office/powerpoint/2010/main" val="16464208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3C7ED1-088D-EF4B-A32B-6CA354DCCC62}" type="datetimeFigureOut">
              <a:rPr lang="en-GB" smtClean="0"/>
              <a:t>04/08/2026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345AC0A-2887-4D45-AE2B-EFDD8D1FB63E}" type="slidenum">
              <a:rPr lang="en-GB" smtClean="0"/>
              <a:t>‹#›</a:t>
            </a:fld>
            <a:endParaRPr lang="en-GB"/>
          </a:p>
        </p:txBody>
      </p:sp>
    </p:spTree>
    <p:extLst>
      <p:ext uri="{BB962C8B-B14F-4D97-AF65-F5344CB8AC3E}">
        <p14:creationId xmlns:p14="http://schemas.microsoft.com/office/powerpoint/2010/main" val="17226023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3" Type="http://schemas.openxmlformats.org/officeDocument/2006/relationships/hyperlink" Target="https://www.youtube.com/hashtag/seenonpixel" TargetMode="External"/><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F423248-6D77-42F4-ADBD-B67D21E8300A}"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582768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6C292E-FC5A-754B-D85B-32D27239A3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0896C33-5485-C8AF-5245-3B4B51D4F86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EA6DB3E-BF2C-A7A6-503B-08A748B4DF35}"/>
              </a:ext>
            </a:extLst>
          </p:cNvPr>
          <p:cNvSpPr>
            <a:spLocks noGrp="1"/>
          </p:cNvSpPr>
          <p:nvPr>
            <p:ph type="body" idx="1"/>
          </p:nvPr>
        </p:nvSpPr>
        <p:spPr/>
        <p:txBody>
          <a:bodyPr/>
          <a:lstStyle/>
          <a:p>
            <a:r>
              <a:rPr lang="en-US" b="1" dirty="0"/>
              <a:t>Today’s Link to Wider Learning</a:t>
            </a:r>
            <a:endParaRPr lang="en-US" dirty="0"/>
          </a:p>
          <a:p>
            <a:r>
              <a:rPr lang="en-US" dirty="0"/>
              <a:t>Tutor to highlight:</a:t>
            </a:r>
          </a:p>
          <a:p>
            <a:r>
              <a:rPr lang="en-US" dirty="0"/>
              <a:t>How today’s topic links to British Values</a:t>
            </a:r>
          </a:p>
          <a:p>
            <a:r>
              <a:rPr lang="en-US" dirty="0"/>
              <a:t>Any Prevent or digital safety themes</a:t>
            </a:r>
          </a:p>
          <a:p>
            <a:r>
              <a:rPr lang="en-US" dirty="0"/>
              <a:t>How this supports your career development</a:t>
            </a:r>
          </a:p>
        </p:txBody>
      </p:sp>
      <p:sp>
        <p:nvSpPr>
          <p:cNvPr id="4" name="Slide Number Placeholder 3">
            <a:extLst>
              <a:ext uri="{FF2B5EF4-FFF2-40B4-BE49-F238E27FC236}">
                <a16:creationId xmlns:a16="http://schemas.microsoft.com/office/drawing/2014/main" id="{728EECE6-E8F0-64D3-FFCB-E8358E487E4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DC25DB7-60BF-4D1A-97EF-AD4D8CFEF1EB}"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4579607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This slide must be used to introduce the learners to the expectations of this session and provide the starting point for a discussion around the learning and content to be covered in this session.</a:t>
            </a:r>
          </a:p>
          <a:p>
            <a:endParaRPr lang="en-GB" dirty="0"/>
          </a:p>
          <a:p>
            <a:r>
              <a:rPr lang="en-GB" b="1" dirty="0"/>
              <a:t>Session Aim </a:t>
            </a:r>
            <a:r>
              <a:rPr lang="en-GB" dirty="0"/>
              <a:t>– this is a sentence which details the high-level expectation for learning in this session:</a:t>
            </a:r>
          </a:p>
          <a:p>
            <a:r>
              <a:rPr lang="en-GB" dirty="0"/>
              <a:t>“Investigate the fundamentals of networking architectures through looking at Logical Topologies and Protocols which provide management for data transmission.”</a:t>
            </a:r>
          </a:p>
          <a:p>
            <a:endParaRPr lang="en-GB" dirty="0"/>
          </a:p>
          <a:p>
            <a:r>
              <a:rPr lang="en-GB" b="1" dirty="0"/>
              <a:t>Objectives</a:t>
            </a:r>
            <a:r>
              <a:rPr lang="en-GB" dirty="0"/>
              <a:t> – this is the steps that will be taken to achieve the Aim. Steps on a ladder</a:t>
            </a:r>
          </a:p>
          <a:p>
            <a:r>
              <a:rPr lang="en-GB" dirty="0"/>
              <a:t>“Identify each of the five main networking Logical Topologies used in modern computer networks.”</a:t>
            </a:r>
          </a:p>
          <a:p>
            <a:r>
              <a:rPr lang="en-GB" dirty="0"/>
              <a:t>“Describe the primary benefits of each Logical Topology.”</a:t>
            </a:r>
          </a:p>
          <a:p>
            <a:r>
              <a:rPr lang="en-GB" dirty="0"/>
              <a:t>“List and detail the main features of communications protocols used in computer and telecommunications networks.”</a:t>
            </a:r>
          </a:p>
          <a:p>
            <a:r>
              <a:rPr lang="en-GB" dirty="0"/>
              <a:t>“Explain how communications protocols impact the performance selection of a Logical Topology and the overall network.”</a:t>
            </a:r>
          </a:p>
          <a:p>
            <a:endParaRPr lang="en-GB" dirty="0"/>
          </a:p>
          <a:p>
            <a:endParaRPr lang="en-GB" dirty="0"/>
          </a:p>
        </p:txBody>
      </p:sp>
      <p:sp>
        <p:nvSpPr>
          <p:cNvPr id="4" name="Slide Number Placeholder 3"/>
          <p:cNvSpPr>
            <a:spLocks noGrp="1"/>
          </p:cNvSpPr>
          <p:nvPr>
            <p:ph type="sldNum" sz="quarter" idx="5"/>
          </p:nvPr>
        </p:nvSpPr>
        <p:spPr/>
        <p:txBody>
          <a:bodyPr/>
          <a:lstStyle/>
          <a:p>
            <a:fld id="{BCC21A4C-94B1-44DB-808F-2A51A4CA9D73}" type="slidenum">
              <a:rPr lang="en-US" smtClean="0"/>
              <a:t>4</a:t>
            </a:fld>
            <a:endParaRPr lang="en-US"/>
          </a:p>
        </p:txBody>
      </p:sp>
    </p:spTree>
    <p:extLst>
      <p:ext uri="{BB962C8B-B14F-4D97-AF65-F5344CB8AC3E}">
        <p14:creationId xmlns:p14="http://schemas.microsoft.com/office/powerpoint/2010/main" val="9239869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i="1" dirty="0"/>
              <a:t>Make the learners aware of what KSBs have been covered during this session and which of their Assessment Methods they relate to.</a:t>
            </a:r>
          </a:p>
          <a:p>
            <a:endParaRPr lang="en-IE" i="1" dirty="0"/>
          </a:p>
          <a:p>
            <a:r>
              <a:rPr lang="en-IE" i="1" dirty="0"/>
              <a:t>Adapt according to your course/AMs – these are the AMs and KSBs for L4 Network Engineer</a:t>
            </a:r>
            <a:endParaRPr lang="en-GB"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6C10386-3129-D040-9582-5A9BC1627735}"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7675960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BCC21A4C-94B1-44DB-808F-2A51A4CA9D73}" type="slidenum">
              <a:rPr lang="en-US" smtClean="0"/>
              <a:t>7</a:t>
            </a:fld>
            <a:endParaRPr lang="en-US"/>
          </a:p>
        </p:txBody>
      </p:sp>
    </p:spTree>
    <p:extLst>
      <p:ext uri="{BB962C8B-B14F-4D97-AF65-F5344CB8AC3E}">
        <p14:creationId xmlns:p14="http://schemas.microsoft.com/office/powerpoint/2010/main" val="274611219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dirty="0"/>
              <a:t>Important differences between the DPA 2018/UK GDPR and the EU GDPR</a:t>
            </a:r>
          </a:p>
          <a:p>
            <a:r>
              <a:rPr lang="en-GB" sz="1200" dirty="0"/>
              <a:t>Child consent age</a:t>
            </a:r>
          </a:p>
          <a:p>
            <a:r>
              <a:rPr lang="en-GB" sz="1200" dirty="0"/>
              <a:t>EU GDPR: A child can consent to data processing at age 16.</a:t>
            </a:r>
          </a:p>
          <a:p>
            <a:r>
              <a:rPr lang="en-GB" sz="1200" dirty="0"/>
              <a:t>DPA 2018/UK GDPR: A child can consent at age 13.</a:t>
            </a:r>
          </a:p>
          <a:p>
            <a:r>
              <a:rPr lang="en-GB" sz="1200" dirty="0"/>
              <a:t>Definition of personal data</a:t>
            </a:r>
          </a:p>
          <a:p>
            <a:r>
              <a:rPr lang="en-GB" sz="1200" dirty="0"/>
              <a:t>EU GDPR: Personal data can include IP addresses, Internet cookies and DNA</a:t>
            </a:r>
          </a:p>
          <a:p>
            <a:r>
              <a:rPr lang="en-GB" sz="1200" dirty="0"/>
              <a:t>DPA 2018/UK GDPR: More limited definition.</a:t>
            </a:r>
          </a:p>
          <a:p>
            <a:r>
              <a:rPr lang="en-GB" sz="1200" dirty="0"/>
              <a:t>Processing of criminal data</a:t>
            </a:r>
          </a:p>
          <a:p>
            <a:r>
              <a:rPr lang="en-GB" sz="1200" dirty="0"/>
              <a:t>EU GDPR: Processors of criminal data must have official authority to do so.</a:t>
            </a:r>
          </a:p>
          <a:p>
            <a:r>
              <a:rPr lang="en-GB" sz="1200" dirty="0"/>
              <a:t>DPA 2018/UK GDPR: Processors of criminal data do not require official authority.</a:t>
            </a:r>
          </a:p>
          <a:p>
            <a:r>
              <a:rPr lang="en-GB" sz="1200" dirty="0"/>
              <a:t>Automated decision making/processing</a:t>
            </a:r>
          </a:p>
          <a:p>
            <a:r>
              <a:rPr lang="en-GB" sz="1200" dirty="0"/>
              <a:t>EU GDPR: Data subjects have rights to refuse automated decision making or profiling.</a:t>
            </a:r>
          </a:p>
          <a:p>
            <a:r>
              <a:rPr lang="en-GB" sz="1200" dirty="0"/>
              <a:t>DPA 2018/UK GDPR: Permits automated profiling subject to legitimate grounds for doing so.</a:t>
            </a:r>
          </a:p>
          <a:p>
            <a:r>
              <a:rPr lang="en-GB" sz="1200" dirty="0"/>
              <a:t>Data subject rights</a:t>
            </a:r>
          </a:p>
          <a:p>
            <a:r>
              <a:rPr lang="en-GB" sz="1200" dirty="0"/>
              <a:t>EU GDPR: Protects data subjects to personal data processing.</a:t>
            </a:r>
          </a:p>
          <a:p>
            <a:r>
              <a:rPr lang="en-GB" sz="1200" dirty="0"/>
              <a:t>DPA 2018/UK GDPR: Data subject rights can be waived if they significantly inhibit an organisation’s legitimate need to process data for scientific, historical, statistical and archiving purposes.</a:t>
            </a:r>
          </a:p>
          <a:p>
            <a:r>
              <a:rPr lang="en-GB" sz="1200" dirty="0"/>
              <a:t>Privacy vs Freedom of Expression</a:t>
            </a:r>
          </a:p>
          <a:p>
            <a:r>
              <a:rPr lang="en-GB" sz="1200" dirty="0"/>
              <a:t>DPA 2018/UK GDPR: An exemption exists in relation to the processing of personal data if it is in the public interest.</a:t>
            </a:r>
          </a:p>
          <a:p>
            <a:r>
              <a:rPr lang="en-GB" sz="1200" dirty="0"/>
              <a:t>Representatives</a:t>
            </a:r>
          </a:p>
          <a:p>
            <a:r>
              <a:rPr lang="en-GB" sz="1200" dirty="0"/>
              <a:t>EU GDPR: Many non-EU data controllers and processors that offer goods and services to, or monitor the behaviour of, data subjects in the EU must appoint a representative in the EU.</a:t>
            </a:r>
          </a:p>
          <a:p>
            <a:r>
              <a:rPr lang="en-GB" sz="1200" dirty="0"/>
              <a:t>DPA 2018/UK GDPR: Many non-UK data controllers and processors that offer goods and services to, or monitor the behaviour of, data subjects in the UK must appoint a representative in the UK.</a:t>
            </a:r>
          </a:p>
          <a:p>
            <a:r>
              <a:rPr lang="en-GB" sz="1200" dirty="0"/>
              <a:t>Administrative fines</a:t>
            </a:r>
          </a:p>
          <a:p>
            <a:r>
              <a:rPr lang="en-GB" sz="1200" dirty="0"/>
              <a:t>EU GDPR: The maximum fine for non-compliance is €20 million or 4% of annual global turnover.</a:t>
            </a:r>
          </a:p>
          <a:p>
            <a:r>
              <a:rPr lang="en-GB" sz="1200" dirty="0"/>
              <a:t>DPA 2018/UK GDPR: The maximum fine for non-compliance is £17.5 million.</a:t>
            </a:r>
          </a:p>
          <a:p>
            <a:endParaRPr lang="en-GB" dirty="0"/>
          </a:p>
        </p:txBody>
      </p:sp>
      <p:sp>
        <p:nvSpPr>
          <p:cNvPr id="4" name="Slide Number Placeholder 3"/>
          <p:cNvSpPr>
            <a:spLocks noGrp="1"/>
          </p:cNvSpPr>
          <p:nvPr>
            <p:ph type="sldNum" sz="quarter" idx="5"/>
          </p:nvPr>
        </p:nvSpPr>
        <p:spPr/>
        <p:txBody>
          <a:bodyPr/>
          <a:lstStyle/>
          <a:p>
            <a:fld id="{BCC21A4C-94B1-44DB-808F-2A51A4CA9D73}" type="slidenum">
              <a:rPr lang="en-US" smtClean="0"/>
              <a:t>24</a:t>
            </a:fld>
            <a:endParaRPr lang="en-US"/>
          </a:p>
        </p:txBody>
      </p:sp>
    </p:spTree>
    <p:extLst>
      <p:ext uri="{BB962C8B-B14F-4D97-AF65-F5344CB8AC3E}">
        <p14:creationId xmlns:p14="http://schemas.microsoft.com/office/powerpoint/2010/main" val="388328943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b="1" i="0" dirty="0">
                <a:solidFill>
                  <a:srgbClr val="0F0F0F"/>
                </a:solidFill>
                <a:effectLst/>
                <a:latin typeface="YouTube Sans"/>
              </a:rPr>
              <a:t>Creativity, Copyright, and Fair Use</a:t>
            </a:r>
          </a:p>
          <a:p>
            <a:r>
              <a:rPr lang="en-GB" dirty="0"/>
              <a:t>Common Sense Education</a:t>
            </a:r>
          </a:p>
        </p:txBody>
      </p:sp>
      <p:sp>
        <p:nvSpPr>
          <p:cNvPr id="4" name="Slide Number Placeholder 3"/>
          <p:cNvSpPr>
            <a:spLocks noGrp="1"/>
          </p:cNvSpPr>
          <p:nvPr>
            <p:ph type="sldNum" sz="quarter" idx="5"/>
          </p:nvPr>
        </p:nvSpPr>
        <p:spPr/>
        <p:txBody>
          <a:bodyPr/>
          <a:lstStyle/>
          <a:p>
            <a:fld id="{BCC21A4C-94B1-44DB-808F-2A51A4CA9D73}" type="slidenum">
              <a:rPr lang="en-US" smtClean="0"/>
              <a:t>36</a:t>
            </a:fld>
            <a:endParaRPr lang="en-US"/>
          </a:p>
        </p:txBody>
      </p:sp>
    </p:spTree>
    <p:extLst>
      <p:ext uri="{BB962C8B-B14F-4D97-AF65-F5344CB8AC3E}">
        <p14:creationId xmlns:p14="http://schemas.microsoft.com/office/powerpoint/2010/main" val="248745337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https://www.youtube.com/watch?v=3obixhGZ5ds</a:t>
            </a:r>
          </a:p>
          <a:p>
            <a:pPr marL="0" marR="0" lvl="0" indent="0" algn="l" defTabSz="914400" rtl="0" eaLnBrk="1" fontAlgn="auto" latinLnBrk="0" hangingPunct="1">
              <a:lnSpc>
                <a:spcPct val="100000"/>
              </a:lnSpc>
              <a:spcBef>
                <a:spcPts val="0"/>
              </a:spcBef>
              <a:spcAft>
                <a:spcPts val="0"/>
              </a:spcAft>
              <a:buClrTx/>
              <a:buSzTx/>
              <a:buFontTx/>
              <a:buNone/>
              <a:tabLst/>
              <a:defRPr/>
            </a:pPr>
            <a:r>
              <a:rPr lang="en-GB" b="1" i="0" dirty="0">
                <a:solidFill>
                  <a:srgbClr val="0F0F0F"/>
                </a:solidFill>
                <a:effectLst/>
                <a:latin typeface="YouTube Sans"/>
              </a:rPr>
              <a:t>Lizzo in Real Tone </a:t>
            </a:r>
            <a:r>
              <a:rPr lang="en-GB" b="1" i="0" dirty="0">
                <a:solidFill>
                  <a:srgbClr val="0F0F0F"/>
                </a:solidFill>
                <a:effectLst/>
                <a:latin typeface="YouTube Sans"/>
                <a:hlinkClick r:id="rId3"/>
              </a:rPr>
              <a:t>#SeenOnPixel</a:t>
            </a:r>
            <a:endParaRPr lang="en-GB" b="1" i="0" dirty="0">
              <a:solidFill>
                <a:srgbClr val="0F0F0F"/>
              </a:solidFill>
              <a:effectLst/>
              <a:latin typeface="YouTube San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Made by Google</a:t>
            </a:r>
          </a:p>
        </p:txBody>
      </p:sp>
      <p:sp>
        <p:nvSpPr>
          <p:cNvPr id="4" name="Slide Number Placeholder 3"/>
          <p:cNvSpPr>
            <a:spLocks noGrp="1"/>
          </p:cNvSpPr>
          <p:nvPr>
            <p:ph type="sldNum" sz="quarter" idx="5"/>
          </p:nvPr>
        </p:nvSpPr>
        <p:spPr/>
        <p:txBody>
          <a:bodyPr/>
          <a:lstStyle/>
          <a:p>
            <a:fld id="{BCC21A4C-94B1-44DB-808F-2A51A4CA9D73}" type="slidenum">
              <a:rPr lang="en-US" smtClean="0"/>
              <a:t>41</a:t>
            </a:fld>
            <a:endParaRPr lang="en-US"/>
          </a:p>
        </p:txBody>
      </p:sp>
    </p:spTree>
    <p:extLst>
      <p:ext uri="{BB962C8B-B14F-4D97-AF65-F5344CB8AC3E}">
        <p14:creationId xmlns:p14="http://schemas.microsoft.com/office/powerpoint/2010/main" val="74770818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https://www.youtube.com/watch?v=XcysNttn0WI</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Software Crimes that send developers to jail</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Continuous Delivery</a:t>
            </a:r>
          </a:p>
          <a:p>
            <a:endParaRPr lang="en-GB" dirty="0"/>
          </a:p>
        </p:txBody>
      </p:sp>
      <p:sp>
        <p:nvSpPr>
          <p:cNvPr id="4" name="Slide Number Placeholder 3"/>
          <p:cNvSpPr>
            <a:spLocks noGrp="1"/>
          </p:cNvSpPr>
          <p:nvPr>
            <p:ph type="sldNum" sz="quarter" idx="5"/>
          </p:nvPr>
        </p:nvSpPr>
        <p:spPr/>
        <p:txBody>
          <a:bodyPr/>
          <a:lstStyle/>
          <a:p>
            <a:fld id="{BCC21A4C-94B1-44DB-808F-2A51A4CA9D73}" type="slidenum">
              <a:rPr lang="en-US" smtClean="0"/>
              <a:t>54</a:t>
            </a:fld>
            <a:endParaRPr lang="en-US"/>
          </a:p>
        </p:txBody>
      </p:sp>
    </p:spTree>
    <p:extLst>
      <p:ext uri="{BB962C8B-B14F-4D97-AF65-F5344CB8AC3E}">
        <p14:creationId xmlns:p14="http://schemas.microsoft.com/office/powerpoint/2010/main" val="358814172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This slide MUST be shown at the end of each Learning Block so that we can gather feedback from Learners about their experiences.</a:t>
            </a:r>
          </a:p>
          <a:p>
            <a:endParaRPr lang="en-GB" dirty="0"/>
          </a:p>
          <a:p>
            <a:r>
              <a:rPr lang="en-GB" dirty="0"/>
              <a:t>If sharing through the ‘Present in Teams’ feature in PowerPoint, Learners can click the link (the image) directly.</a:t>
            </a:r>
          </a:p>
          <a:p>
            <a:endParaRPr lang="en-GB" dirty="0"/>
          </a:p>
          <a:p>
            <a:r>
              <a:rPr lang="en-GB" dirty="0"/>
              <a:t>If sharing through ‘Share a Desktop’ in Teams then the link will need to be shared with the Learners through the chat.</a:t>
            </a:r>
          </a:p>
          <a:p>
            <a:endParaRPr lang="en-GB" dirty="0"/>
          </a:p>
          <a:p>
            <a:r>
              <a:rPr lang="en-GB" b="1" dirty="0"/>
              <a:t>Direct Link </a:t>
            </a:r>
            <a:r>
              <a:rPr lang="en-GB" dirty="0"/>
              <a:t>- </a:t>
            </a:r>
          </a:p>
          <a:p>
            <a:endParaRPr lang="en-GB" dirty="0"/>
          </a:p>
        </p:txBody>
      </p:sp>
      <p:sp>
        <p:nvSpPr>
          <p:cNvPr id="4" name="Slide Number Placeholder 3"/>
          <p:cNvSpPr>
            <a:spLocks noGrp="1"/>
          </p:cNvSpPr>
          <p:nvPr>
            <p:ph type="sldNum" sz="quarter" idx="5"/>
          </p:nvPr>
        </p:nvSpPr>
        <p:spPr/>
        <p:txBody>
          <a:bodyPr/>
          <a:lstStyle/>
          <a:p>
            <a:fld id="{8F423248-6D77-42F4-ADBD-B67D21E8300A}" type="slidenum">
              <a:rPr lang="en-GB" smtClean="0"/>
              <a:t>58</a:t>
            </a:fld>
            <a:endParaRPr lang="en-GB"/>
          </a:p>
        </p:txBody>
      </p:sp>
    </p:spTree>
    <p:extLst>
      <p:ext uri="{BB962C8B-B14F-4D97-AF65-F5344CB8AC3E}">
        <p14:creationId xmlns:p14="http://schemas.microsoft.com/office/powerpoint/2010/main" val="218360211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3E8BFF-E69F-AE9E-07AE-ABBC32819C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191377-709C-7564-C339-30638C724E7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814443-CD72-40C4-28CB-EE76D97BBDA3}"/>
              </a:ext>
            </a:extLst>
          </p:cNvPr>
          <p:cNvSpPr>
            <a:spLocks noGrp="1"/>
          </p:cNvSpPr>
          <p:nvPr>
            <p:ph type="body" idx="1"/>
          </p:nvPr>
        </p:nvSpPr>
        <p:spPr/>
        <p:txBody>
          <a:bodyPr/>
          <a:lstStyle/>
          <a:p>
            <a:r>
              <a:rPr lang="en-IE" i="1" dirty="0"/>
              <a:t>Make the learners aware of what KSBs have been covered during this session and which of their Assessment Methods they relate to.</a:t>
            </a:r>
          </a:p>
          <a:p>
            <a:endParaRPr lang="en-IE" i="1" dirty="0"/>
          </a:p>
          <a:p>
            <a:r>
              <a:rPr lang="en-IE" i="1" dirty="0"/>
              <a:t>Adapt according to your course/AMs – these are the AMs and KSBs for L4 Network Engineer</a:t>
            </a:r>
            <a:endParaRPr lang="en-GB" dirty="0"/>
          </a:p>
        </p:txBody>
      </p:sp>
      <p:sp>
        <p:nvSpPr>
          <p:cNvPr id="4" name="Slide Number Placeholder 3">
            <a:extLst>
              <a:ext uri="{FF2B5EF4-FFF2-40B4-BE49-F238E27FC236}">
                <a16:creationId xmlns:a16="http://schemas.microsoft.com/office/drawing/2014/main" id="{BFBBB742-7A79-3B67-BFEA-24FEF59180E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6C10386-3129-D040-9582-5A9BC1627735}"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59</a:t>
            </a:fld>
            <a:endPar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6024513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2.sv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9.png"/><Relationship Id="rId1" Type="http://schemas.openxmlformats.org/officeDocument/2006/relationships/slideMaster" Target="../slideMasters/slideMaster1.xml"/><Relationship Id="rId4" Type="http://schemas.openxmlformats.org/officeDocument/2006/relationships/image" Target="../media/image13.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01F9C417-AE0F-5FEA-3B9D-9F4E883C0D0B}"/>
              </a:ext>
            </a:extLst>
          </p:cNvPr>
          <p:cNvGrpSpPr/>
          <p:nvPr userDrawn="1"/>
        </p:nvGrpSpPr>
        <p:grpSpPr>
          <a:xfrm>
            <a:off x="1678450" y="1902925"/>
            <a:ext cx="8835100" cy="4031873"/>
            <a:chOff x="1678450" y="1885340"/>
            <a:chExt cx="8835100" cy="4031873"/>
          </a:xfrm>
        </p:grpSpPr>
        <p:grpSp>
          <p:nvGrpSpPr>
            <p:cNvPr id="4" name="Group 3">
              <a:extLst>
                <a:ext uri="{FF2B5EF4-FFF2-40B4-BE49-F238E27FC236}">
                  <a16:creationId xmlns:a16="http://schemas.microsoft.com/office/drawing/2014/main" id="{B73C6D40-8476-17E6-05E7-7A8141C7D81B}"/>
                </a:ext>
              </a:extLst>
            </p:cNvPr>
            <p:cNvGrpSpPr/>
            <p:nvPr userDrawn="1"/>
          </p:nvGrpSpPr>
          <p:grpSpPr>
            <a:xfrm>
              <a:off x="1678450" y="3047807"/>
              <a:ext cx="914400" cy="1326777"/>
              <a:chOff x="394800" y="1446933"/>
              <a:chExt cx="914400" cy="1326777"/>
            </a:xfrm>
          </p:grpSpPr>
          <p:pic>
            <p:nvPicPr>
              <p:cNvPr id="5" name="Graphic 4" descr="Podcast with solid fill">
                <a:extLst>
                  <a:ext uri="{FF2B5EF4-FFF2-40B4-BE49-F238E27FC236}">
                    <a16:creationId xmlns:a16="http://schemas.microsoft.com/office/drawing/2014/main" id="{BB4291A9-E1F8-6D46-8154-3219599F8B3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394800" y="1446933"/>
                <a:ext cx="914400" cy="914400"/>
              </a:xfrm>
              <a:prstGeom prst="rect">
                <a:avLst/>
              </a:prstGeom>
            </p:spPr>
          </p:pic>
          <p:sp>
            <p:nvSpPr>
              <p:cNvPr id="6" name="Rectangle: Rounded Corners 5">
                <a:extLst>
                  <a:ext uri="{FF2B5EF4-FFF2-40B4-BE49-F238E27FC236}">
                    <a16:creationId xmlns:a16="http://schemas.microsoft.com/office/drawing/2014/main" id="{28A51AAD-2133-1971-1AE7-EC7E69A2AD6E}"/>
                  </a:ext>
                </a:extLst>
              </p:cNvPr>
              <p:cNvSpPr/>
              <p:nvPr/>
            </p:nvSpPr>
            <p:spPr>
              <a:xfrm>
                <a:off x="394800" y="2300403"/>
                <a:ext cx="914400" cy="473307"/>
              </a:xfrm>
              <a:prstGeom prst="roundRect">
                <a:avLst/>
              </a:prstGeom>
              <a:solidFill>
                <a:schemeClr val="accent1"/>
              </a:solidFill>
              <a:ln>
                <a:solidFill>
                  <a:schemeClr val="accent4"/>
                </a:solid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GB" sz="2400" b="1" dirty="0">
                    <a:solidFill>
                      <a:schemeClr val="bg1"/>
                    </a:solidFill>
                  </a:rPr>
                  <a:t>LIVE</a:t>
                </a:r>
              </a:p>
            </p:txBody>
          </p:sp>
        </p:grpSp>
        <p:grpSp>
          <p:nvGrpSpPr>
            <p:cNvPr id="7" name="Group 6">
              <a:extLst>
                <a:ext uri="{FF2B5EF4-FFF2-40B4-BE49-F238E27FC236}">
                  <a16:creationId xmlns:a16="http://schemas.microsoft.com/office/drawing/2014/main" id="{E55FF514-A609-EF11-21AB-EF5CF077C39E}"/>
                </a:ext>
              </a:extLst>
            </p:cNvPr>
            <p:cNvGrpSpPr/>
            <p:nvPr userDrawn="1"/>
          </p:nvGrpSpPr>
          <p:grpSpPr>
            <a:xfrm>
              <a:off x="9599150" y="3047807"/>
              <a:ext cx="914400" cy="1326777"/>
              <a:chOff x="394800" y="1446933"/>
              <a:chExt cx="914400" cy="1326777"/>
            </a:xfrm>
          </p:grpSpPr>
          <p:pic>
            <p:nvPicPr>
              <p:cNvPr id="8" name="Graphic 7" descr="Podcast with solid fill">
                <a:extLst>
                  <a:ext uri="{FF2B5EF4-FFF2-40B4-BE49-F238E27FC236}">
                    <a16:creationId xmlns:a16="http://schemas.microsoft.com/office/drawing/2014/main" id="{C1573D47-B5AC-E4DA-02EC-7BE183768BF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394800" y="1446933"/>
                <a:ext cx="914400" cy="914400"/>
              </a:xfrm>
              <a:prstGeom prst="rect">
                <a:avLst/>
              </a:prstGeom>
            </p:spPr>
          </p:pic>
          <p:sp>
            <p:nvSpPr>
              <p:cNvPr id="9" name="Rectangle: Rounded Corners 8">
                <a:extLst>
                  <a:ext uri="{FF2B5EF4-FFF2-40B4-BE49-F238E27FC236}">
                    <a16:creationId xmlns:a16="http://schemas.microsoft.com/office/drawing/2014/main" id="{33AB2ED8-8F3B-CD53-0B8B-BC54879B956E}"/>
                  </a:ext>
                </a:extLst>
              </p:cNvPr>
              <p:cNvSpPr/>
              <p:nvPr/>
            </p:nvSpPr>
            <p:spPr>
              <a:xfrm>
                <a:off x="394800" y="2300403"/>
                <a:ext cx="914400" cy="473307"/>
              </a:xfrm>
              <a:prstGeom prst="roundRect">
                <a:avLst/>
              </a:prstGeom>
              <a:solidFill>
                <a:schemeClr val="accent1"/>
              </a:solidFill>
              <a:ln>
                <a:solidFill>
                  <a:schemeClr val="accent4"/>
                </a:solid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GB" sz="2400" b="1" dirty="0">
                    <a:solidFill>
                      <a:schemeClr val="bg1"/>
                    </a:solidFill>
                  </a:rPr>
                  <a:t>LIVE</a:t>
                </a:r>
              </a:p>
            </p:txBody>
          </p:sp>
        </p:grpSp>
        <p:sp>
          <p:nvSpPr>
            <p:cNvPr id="10" name="TextBox 9">
              <a:extLst>
                <a:ext uri="{FF2B5EF4-FFF2-40B4-BE49-F238E27FC236}">
                  <a16:creationId xmlns:a16="http://schemas.microsoft.com/office/drawing/2014/main" id="{5EC85732-829E-5F01-9E43-691B56EDA580}"/>
                </a:ext>
              </a:extLst>
            </p:cNvPr>
            <p:cNvSpPr txBox="1"/>
            <p:nvPr userDrawn="1"/>
          </p:nvSpPr>
          <p:spPr>
            <a:xfrm>
              <a:off x="2757000" y="1885340"/>
              <a:ext cx="6678000" cy="4031873"/>
            </a:xfrm>
            <a:prstGeom prst="rect">
              <a:avLst/>
            </a:prstGeom>
            <a:noFill/>
          </p:spPr>
          <p:txBody>
            <a:bodyPr wrap="square" rtlCol="0">
              <a:spAutoFit/>
            </a:bodyPr>
            <a:lstStyle/>
            <a:p>
              <a:pPr marL="0" indent="0" algn="ctr">
                <a:buNone/>
              </a:pPr>
              <a:r>
                <a:rPr lang="en-GB" sz="3200" b="1" dirty="0">
                  <a:solidFill>
                    <a:schemeClr val="accent1"/>
                  </a:solidFill>
                </a:rPr>
                <a:t>This Session is being Recorded</a:t>
              </a:r>
            </a:p>
            <a:p>
              <a:pPr marL="0" indent="0" algn="ctr">
                <a:buNone/>
              </a:pPr>
              <a:endParaRPr lang="en-GB" sz="3200" b="1" dirty="0">
                <a:solidFill>
                  <a:schemeClr val="accent1"/>
                </a:solidFill>
              </a:endParaRPr>
            </a:p>
            <a:p>
              <a:pPr marL="0" indent="0" algn="ctr">
                <a:buNone/>
              </a:pPr>
              <a:r>
                <a:rPr lang="en-GB" sz="2400" b="1" dirty="0">
                  <a:solidFill>
                    <a:schemeClr val="accent1"/>
                  </a:solidFill>
                </a:rPr>
                <a:t>It is being recorded for your benefit and for the purpose of Learner Support and Quality</a:t>
              </a:r>
            </a:p>
            <a:p>
              <a:pPr marL="0" indent="0" algn="ctr">
                <a:buNone/>
              </a:pPr>
              <a:endParaRPr lang="en-GB" sz="2400" b="1" dirty="0">
                <a:solidFill>
                  <a:schemeClr val="accent1"/>
                </a:solidFill>
              </a:endParaRPr>
            </a:p>
            <a:p>
              <a:pPr marL="0" indent="0" algn="ctr">
                <a:buNone/>
              </a:pPr>
              <a:r>
                <a:rPr lang="en-GB" sz="2400" b="1" dirty="0">
                  <a:solidFill>
                    <a:schemeClr val="accent1"/>
                  </a:solidFill>
                </a:rPr>
                <a:t>Attendance at the session is consent to be recorded</a:t>
              </a:r>
            </a:p>
            <a:p>
              <a:pPr marL="0" indent="0" algn="ctr">
                <a:buNone/>
              </a:pPr>
              <a:endParaRPr lang="en-GB" sz="2400" b="1" dirty="0">
                <a:solidFill>
                  <a:schemeClr val="accent1"/>
                </a:solidFill>
              </a:endParaRPr>
            </a:p>
            <a:p>
              <a:pPr marL="0" indent="0" algn="ctr">
                <a:buNone/>
              </a:pPr>
              <a:r>
                <a:rPr lang="en-GB" sz="2400" b="1" dirty="0">
                  <a:solidFill>
                    <a:schemeClr val="accent1"/>
                  </a:solidFill>
                </a:rPr>
                <a:t>Should you have any questions or concerns, please let your Trainer know.</a:t>
              </a:r>
            </a:p>
          </p:txBody>
        </p:sp>
      </p:grpSp>
      <p:sp>
        <p:nvSpPr>
          <p:cNvPr id="12" name="Title 11">
            <a:extLst>
              <a:ext uri="{FF2B5EF4-FFF2-40B4-BE49-F238E27FC236}">
                <a16:creationId xmlns:a16="http://schemas.microsoft.com/office/drawing/2014/main" id="{90D008FD-B7AA-B15A-3B2C-E5FE69EA5FD0}"/>
              </a:ext>
            </a:extLst>
          </p:cNvPr>
          <p:cNvSpPr>
            <a:spLocks noGrp="1"/>
          </p:cNvSpPr>
          <p:nvPr>
            <p:ph type="title"/>
          </p:nvPr>
        </p:nvSpPr>
        <p:spPr/>
        <p:txBody>
          <a:bodyPr/>
          <a:lstStyle/>
          <a:p>
            <a:r>
              <a:rPr lang="en-US" dirty="0"/>
              <a:t>Click to edit Master title style</a:t>
            </a:r>
            <a:endParaRPr lang="en-GB" dirty="0"/>
          </a:p>
        </p:txBody>
      </p:sp>
    </p:spTree>
    <p:extLst>
      <p:ext uri="{BB962C8B-B14F-4D97-AF65-F5344CB8AC3E}">
        <p14:creationId xmlns:p14="http://schemas.microsoft.com/office/powerpoint/2010/main" val="29572170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F2C Introduction">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46A6650D-C61C-13C5-F86A-920EE227B9A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Title 3">
            <a:extLst>
              <a:ext uri="{FF2B5EF4-FFF2-40B4-BE49-F238E27FC236}">
                <a16:creationId xmlns:a16="http://schemas.microsoft.com/office/drawing/2014/main" id="{0BC4D96C-D562-1F2D-D84F-327D7A2486B6}"/>
              </a:ext>
            </a:extLst>
          </p:cNvPr>
          <p:cNvSpPr>
            <a:spLocks noGrp="1"/>
          </p:cNvSpPr>
          <p:nvPr>
            <p:ph type="title"/>
          </p:nvPr>
        </p:nvSpPr>
        <p:spPr>
          <a:xfrm>
            <a:off x="1147189" y="2442586"/>
            <a:ext cx="9897622" cy="1325563"/>
          </a:xfrm>
        </p:spPr>
        <p:txBody>
          <a:bodyPr/>
          <a:lstStyle>
            <a:lvl1pPr>
              <a:defRPr>
                <a:solidFill>
                  <a:schemeClr val="bg1"/>
                </a:solidFill>
              </a:defRPr>
            </a:lvl1pPr>
          </a:lstStyle>
          <a:p>
            <a:r>
              <a:rPr lang="en-US"/>
              <a:t>Click to edit Master title style</a:t>
            </a:r>
            <a:endParaRPr lang="en-GB"/>
          </a:p>
        </p:txBody>
      </p:sp>
      <p:sp>
        <p:nvSpPr>
          <p:cNvPr id="2" name="Subtitle 2">
            <a:extLst>
              <a:ext uri="{FF2B5EF4-FFF2-40B4-BE49-F238E27FC236}">
                <a16:creationId xmlns:a16="http://schemas.microsoft.com/office/drawing/2014/main" id="{F9A83B70-45B0-0721-CBD1-A05B07E7550E}"/>
              </a:ext>
            </a:extLst>
          </p:cNvPr>
          <p:cNvSpPr>
            <a:spLocks noGrp="1"/>
          </p:cNvSpPr>
          <p:nvPr>
            <p:ph type="subTitle" idx="1"/>
          </p:nvPr>
        </p:nvSpPr>
        <p:spPr>
          <a:xfrm>
            <a:off x="1147189" y="3834485"/>
            <a:ext cx="9244727" cy="450000"/>
          </a:xfrm>
          <a:noFill/>
        </p:spPr>
        <p:txBody>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pic>
        <p:nvPicPr>
          <p:cNvPr id="5" name="Picture 4">
            <a:extLst>
              <a:ext uri="{FF2B5EF4-FFF2-40B4-BE49-F238E27FC236}">
                <a16:creationId xmlns:a16="http://schemas.microsoft.com/office/drawing/2014/main" id="{FBB132C8-CA17-50CF-4CF7-FFEF134745D7}"/>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35738" y="640528"/>
            <a:ext cx="4305541" cy="979149"/>
          </a:xfrm>
          <a:prstGeom prst="rect">
            <a:avLst/>
          </a:prstGeom>
        </p:spPr>
      </p:pic>
    </p:spTree>
    <p:extLst>
      <p:ext uri="{BB962C8B-B14F-4D97-AF65-F5344CB8AC3E}">
        <p14:creationId xmlns:p14="http://schemas.microsoft.com/office/powerpoint/2010/main" val="30030123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F2C Introduction">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46A6650D-C61C-13C5-F86A-920EE227B9A8}"/>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4" name="Title 3">
            <a:extLst>
              <a:ext uri="{FF2B5EF4-FFF2-40B4-BE49-F238E27FC236}">
                <a16:creationId xmlns:a16="http://schemas.microsoft.com/office/drawing/2014/main" id="{0BC4D96C-D562-1F2D-D84F-327D7A2486B6}"/>
              </a:ext>
            </a:extLst>
          </p:cNvPr>
          <p:cNvSpPr>
            <a:spLocks noGrp="1"/>
          </p:cNvSpPr>
          <p:nvPr>
            <p:ph type="title"/>
          </p:nvPr>
        </p:nvSpPr>
        <p:spPr>
          <a:xfrm>
            <a:off x="1147189" y="2442586"/>
            <a:ext cx="9897622" cy="1325563"/>
          </a:xfrm>
        </p:spPr>
        <p:txBody>
          <a:bodyPr/>
          <a:lstStyle>
            <a:lvl1pPr>
              <a:defRPr>
                <a:solidFill>
                  <a:schemeClr val="bg1"/>
                </a:solidFill>
              </a:defRPr>
            </a:lvl1pPr>
          </a:lstStyle>
          <a:p>
            <a:r>
              <a:rPr lang="en-US"/>
              <a:t>Click to edit Master title style</a:t>
            </a:r>
            <a:endParaRPr lang="en-GB"/>
          </a:p>
        </p:txBody>
      </p:sp>
      <p:sp>
        <p:nvSpPr>
          <p:cNvPr id="2" name="Subtitle 2">
            <a:extLst>
              <a:ext uri="{FF2B5EF4-FFF2-40B4-BE49-F238E27FC236}">
                <a16:creationId xmlns:a16="http://schemas.microsoft.com/office/drawing/2014/main" id="{F9A83B70-45B0-0721-CBD1-A05B07E7550E}"/>
              </a:ext>
            </a:extLst>
          </p:cNvPr>
          <p:cNvSpPr>
            <a:spLocks noGrp="1"/>
          </p:cNvSpPr>
          <p:nvPr>
            <p:ph type="subTitle" idx="1"/>
          </p:nvPr>
        </p:nvSpPr>
        <p:spPr>
          <a:xfrm>
            <a:off x="1147189" y="3834485"/>
            <a:ext cx="9244727" cy="450000"/>
          </a:xfrm>
          <a:noFill/>
        </p:spPr>
        <p:txBody>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pic>
        <p:nvPicPr>
          <p:cNvPr id="5" name="Picture 4">
            <a:extLst>
              <a:ext uri="{FF2B5EF4-FFF2-40B4-BE49-F238E27FC236}">
                <a16:creationId xmlns:a16="http://schemas.microsoft.com/office/drawing/2014/main" id="{FBB132C8-CA17-50CF-4CF7-FFEF134745D7}"/>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35738" y="640528"/>
            <a:ext cx="4305541" cy="979149"/>
          </a:xfrm>
          <a:prstGeom prst="rect">
            <a:avLst/>
          </a:prstGeom>
        </p:spPr>
      </p:pic>
    </p:spTree>
    <p:extLst>
      <p:ext uri="{BB962C8B-B14F-4D97-AF65-F5344CB8AC3E}">
        <p14:creationId xmlns:p14="http://schemas.microsoft.com/office/powerpoint/2010/main" val="2496112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F2C Introduction">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46A6650D-C61C-13C5-F86A-920EE227B9A8}"/>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4" name="Title 3">
            <a:extLst>
              <a:ext uri="{FF2B5EF4-FFF2-40B4-BE49-F238E27FC236}">
                <a16:creationId xmlns:a16="http://schemas.microsoft.com/office/drawing/2014/main" id="{0BC4D96C-D562-1F2D-D84F-327D7A2486B6}"/>
              </a:ext>
            </a:extLst>
          </p:cNvPr>
          <p:cNvSpPr>
            <a:spLocks noGrp="1"/>
          </p:cNvSpPr>
          <p:nvPr>
            <p:ph type="title"/>
          </p:nvPr>
        </p:nvSpPr>
        <p:spPr>
          <a:xfrm>
            <a:off x="1147189" y="2442586"/>
            <a:ext cx="9897622" cy="1325563"/>
          </a:xfrm>
        </p:spPr>
        <p:txBody>
          <a:bodyPr/>
          <a:lstStyle>
            <a:lvl1pPr>
              <a:defRPr>
                <a:solidFill>
                  <a:schemeClr val="bg1"/>
                </a:solidFill>
              </a:defRPr>
            </a:lvl1pPr>
          </a:lstStyle>
          <a:p>
            <a:r>
              <a:rPr lang="en-US"/>
              <a:t>Click to edit Master title style</a:t>
            </a:r>
            <a:endParaRPr lang="en-GB"/>
          </a:p>
        </p:txBody>
      </p:sp>
      <p:sp>
        <p:nvSpPr>
          <p:cNvPr id="2" name="Subtitle 2">
            <a:extLst>
              <a:ext uri="{FF2B5EF4-FFF2-40B4-BE49-F238E27FC236}">
                <a16:creationId xmlns:a16="http://schemas.microsoft.com/office/drawing/2014/main" id="{F9A83B70-45B0-0721-CBD1-A05B07E7550E}"/>
              </a:ext>
            </a:extLst>
          </p:cNvPr>
          <p:cNvSpPr>
            <a:spLocks noGrp="1"/>
          </p:cNvSpPr>
          <p:nvPr>
            <p:ph type="subTitle" idx="1"/>
          </p:nvPr>
        </p:nvSpPr>
        <p:spPr>
          <a:xfrm>
            <a:off x="1147189" y="3834485"/>
            <a:ext cx="9244727" cy="450000"/>
          </a:xfrm>
          <a:noFill/>
        </p:spPr>
        <p:txBody>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pic>
        <p:nvPicPr>
          <p:cNvPr id="5" name="Picture 4">
            <a:extLst>
              <a:ext uri="{FF2B5EF4-FFF2-40B4-BE49-F238E27FC236}">
                <a16:creationId xmlns:a16="http://schemas.microsoft.com/office/drawing/2014/main" id="{FBB132C8-CA17-50CF-4CF7-FFEF134745D7}"/>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35738" y="640528"/>
            <a:ext cx="4305541" cy="979149"/>
          </a:xfrm>
          <a:prstGeom prst="rect">
            <a:avLst/>
          </a:prstGeom>
        </p:spPr>
      </p:pic>
    </p:spTree>
    <p:extLst>
      <p:ext uri="{BB962C8B-B14F-4D97-AF65-F5344CB8AC3E}">
        <p14:creationId xmlns:p14="http://schemas.microsoft.com/office/powerpoint/2010/main" val="29279521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_F2C Introduction">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46A6650D-C61C-13C5-F86A-920EE227B9A8}"/>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4" name="Title 3">
            <a:extLst>
              <a:ext uri="{FF2B5EF4-FFF2-40B4-BE49-F238E27FC236}">
                <a16:creationId xmlns:a16="http://schemas.microsoft.com/office/drawing/2014/main" id="{0BC4D96C-D562-1F2D-D84F-327D7A2486B6}"/>
              </a:ext>
            </a:extLst>
          </p:cNvPr>
          <p:cNvSpPr>
            <a:spLocks noGrp="1"/>
          </p:cNvSpPr>
          <p:nvPr>
            <p:ph type="title"/>
          </p:nvPr>
        </p:nvSpPr>
        <p:spPr>
          <a:xfrm>
            <a:off x="1147189" y="2442586"/>
            <a:ext cx="9897622" cy="1325563"/>
          </a:xfrm>
        </p:spPr>
        <p:txBody>
          <a:bodyPr/>
          <a:lstStyle>
            <a:lvl1pPr>
              <a:defRPr>
                <a:solidFill>
                  <a:schemeClr val="bg1"/>
                </a:solidFill>
              </a:defRPr>
            </a:lvl1pPr>
          </a:lstStyle>
          <a:p>
            <a:r>
              <a:rPr lang="en-US"/>
              <a:t>Click to edit Master title style</a:t>
            </a:r>
            <a:endParaRPr lang="en-GB"/>
          </a:p>
        </p:txBody>
      </p:sp>
      <p:sp>
        <p:nvSpPr>
          <p:cNvPr id="2" name="Subtitle 2">
            <a:extLst>
              <a:ext uri="{FF2B5EF4-FFF2-40B4-BE49-F238E27FC236}">
                <a16:creationId xmlns:a16="http://schemas.microsoft.com/office/drawing/2014/main" id="{F9A83B70-45B0-0721-CBD1-A05B07E7550E}"/>
              </a:ext>
            </a:extLst>
          </p:cNvPr>
          <p:cNvSpPr>
            <a:spLocks noGrp="1"/>
          </p:cNvSpPr>
          <p:nvPr>
            <p:ph type="subTitle" idx="1"/>
          </p:nvPr>
        </p:nvSpPr>
        <p:spPr>
          <a:xfrm>
            <a:off x="1147189" y="3834485"/>
            <a:ext cx="9244727" cy="450000"/>
          </a:xfrm>
          <a:noFill/>
        </p:spPr>
        <p:txBody>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pic>
        <p:nvPicPr>
          <p:cNvPr id="5" name="Picture 4">
            <a:extLst>
              <a:ext uri="{FF2B5EF4-FFF2-40B4-BE49-F238E27FC236}">
                <a16:creationId xmlns:a16="http://schemas.microsoft.com/office/drawing/2014/main" id="{FBB132C8-CA17-50CF-4CF7-FFEF134745D7}"/>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35738" y="640528"/>
            <a:ext cx="4305541" cy="979149"/>
          </a:xfrm>
          <a:prstGeom prst="rect">
            <a:avLst/>
          </a:prstGeom>
        </p:spPr>
      </p:pic>
    </p:spTree>
    <p:extLst>
      <p:ext uri="{BB962C8B-B14F-4D97-AF65-F5344CB8AC3E}">
        <p14:creationId xmlns:p14="http://schemas.microsoft.com/office/powerpoint/2010/main" val="36990846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ubtitle">
    <p:spTree>
      <p:nvGrpSpPr>
        <p:cNvPr id="1" name=""/>
        <p:cNvGrpSpPr/>
        <p:nvPr/>
      </p:nvGrpSpPr>
      <p:grpSpPr>
        <a:xfrm>
          <a:off x="0" y="0"/>
          <a:ext cx="0" cy="0"/>
          <a:chOff x="0" y="0"/>
          <a:chExt cx="0" cy="0"/>
        </a:xfrm>
      </p:grpSpPr>
      <p:pic>
        <p:nvPicPr>
          <p:cNvPr id="3" name="Picture 2" descr="A colorful stream of water">
            <a:extLst>
              <a:ext uri="{FF2B5EF4-FFF2-40B4-BE49-F238E27FC236}">
                <a16:creationId xmlns:a16="http://schemas.microsoft.com/office/drawing/2014/main" id="{A38DC9F4-CF36-F7CD-78CA-C9198F3634D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984748"/>
          </a:xfrm>
          <a:prstGeom prst="rect">
            <a:avLst/>
          </a:prstGeom>
        </p:spPr>
      </p:pic>
      <p:sp>
        <p:nvSpPr>
          <p:cNvPr id="5" name="Title 1">
            <a:extLst>
              <a:ext uri="{FF2B5EF4-FFF2-40B4-BE49-F238E27FC236}">
                <a16:creationId xmlns:a16="http://schemas.microsoft.com/office/drawing/2014/main" id="{EA7208E6-346F-9F3A-2066-105CE8C32B22}"/>
              </a:ext>
            </a:extLst>
          </p:cNvPr>
          <p:cNvSpPr>
            <a:spLocks noGrp="1"/>
          </p:cNvSpPr>
          <p:nvPr>
            <p:ph type="ctrTitle"/>
          </p:nvPr>
        </p:nvSpPr>
        <p:spPr>
          <a:xfrm>
            <a:off x="388800" y="1616400"/>
            <a:ext cx="9936000" cy="1818000"/>
          </a:xfrm>
        </p:spPr>
        <p:txBody>
          <a:bodyPr anchor="b">
            <a:normAutofit/>
          </a:bodyPr>
          <a:lstStyle>
            <a:lvl1pPr algn="l">
              <a:defRPr sz="4800">
                <a:solidFill>
                  <a:schemeClr val="tx1"/>
                </a:solidFill>
              </a:defRPr>
            </a:lvl1pPr>
          </a:lstStyle>
          <a:p>
            <a:r>
              <a:rPr lang="en-US" dirty="0"/>
              <a:t>Click to edit Master title style</a:t>
            </a:r>
            <a:endParaRPr lang="en-GB" dirty="0"/>
          </a:p>
        </p:txBody>
      </p:sp>
      <p:sp>
        <p:nvSpPr>
          <p:cNvPr id="6" name="Subtitle 2">
            <a:extLst>
              <a:ext uri="{FF2B5EF4-FFF2-40B4-BE49-F238E27FC236}">
                <a16:creationId xmlns:a16="http://schemas.microsoft.com/office/drawing/2014/main" id="{5CE0F1A4-D5AE-8FA6-5CAF-106CC0F3A327}"/>
              </a:ext>
            </a:extLst>
          </p:cNvPr>
          <p:cNvSpPr>
            <a:spLocks noGrp="1"/>
          </p:cNvSpPr>
          <p:nvPr>
            <p:ph type="subTitle" idx="1"/>
          </p:nvPr>
        </p:nvSpPr>
        <p:spPr>
          <a:xfrm>
            <a:off x="388800" y="3474000"/>
            <a:ext cx="9244727" cy="450000"/>
          </a:xfrm>
          <a:solidFill>
            <a:schemeClr val="bg1"/>
          </a:solidFill>
        </p:spPr>
        <p:txBody>
          <a:bodyPr/>
          <a:lstStyle>
            <a:lvl1pPr marL="0" indent="0" algn="l">
              <a:buNone/>
              <a:defRPr sz="24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spTree>
    <p:extLst>
      <p:ext uri="{BB962C8B-B14F-4D97-AF65-F5344CB8AC3E}">
        <p14:creationId xmlns:p14="http://schemas.microsoft.com/office/powerpoint/2010/main" val="41440182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urse Overview">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57EFA4-D2DE-B183-D9D0-EF20303ED45D}"/>
              </a:ext>
            </a:extLst>
          </p:cNvPr>
          <p:cNvSpPr>
            <a:spLocks noGrp="1"/>
          </p:cNvSpPr>
          <p:nvPr>
            <p:ph type="title" hasCustomPrompt="1"/>
          </p:nvPr>
        </p:nvSpPr>
        <p:spPr>
          <a:xfrm>
            <a:off x="143607" y="172800"/>
            <a:ext cx="9896400" cy="1324800"/>
          </a:xfrm>
        </p:spPr>
        <p:txBody>
          <a:bodyPr/>
          <a:lstStyle>
            <a:lvl1pPr>
              <a:defRPr/>
            </a:lvl1pPr>
          </a:lstStyle>
          <a:p>
            <a:r>
              <a:rPr lang="en-US" dirty="0"/>
              <a:t>Course Overview</a:t>
            </a:r>
            <a:endParaRPr lang="en-GB" dirty="0"/>
          </a:p>
        </p:txBody>
      </p:sp>
      <p:pic>
        <p:nvPicPr>
          <p:cNvPr id="4" name="Picture 3">
            <a:extLst>
              <a:ext uri="{FF2B5EF4-FFF2-40B4-BE49-F238E27FC236}">
                <a16:creationId xmlns:a16="http://schemas.microsoft.com/office/drawing/2014/main" id="{B4ACB4C6-75DF-091C-EE82-3AEE8D2697C0}"/>
              </a:ext>
            </a:extLst>
          </p:cNvPr>
          <p:cNvPicPr>
            <a:picLocks noChangeAspect="1"/>
          </p:cNvPicPr>
          <p:nvPr userDrawn="1"/>
        </p:nvPicPr>
        <p:blipFill>
          <a:blip r:embed="rId2">
            <a:duotone>
              <a:schemeClr val="accent4">
                <a:shade val="45000"/>
                <a:satMod val="135000"/>
              </a:schemeClr>
              <a:prstClr val="white"/>
            </a:duotone>
          </a:blip>
          <a:stretch>
            <a:fillRect/>
          </a:stretch>
        </p:blipFill>
        <p:spPr>
          <a:xfrm>
            <a:off x="643237" y="3543301"/>
            <a:ext cx="1279796" cy="1279796"/>
          </a:xfrm>
          <a:prstGeom prst="rect">
            <a:avLst/>
          </a:prstGeom>
          <a:ln>
            <a:noFill/>
          </a:ln>
        </p:spPr>
      </p:pic>
      <p:sp>
        <p:nvSpPr>
          <p:cNvPr id="5" name="Content Placeholder 2">
            <a:extLst>
              <a:ext uri="{FF2B5EF4-FFF2-40B4-BE49-F238E27FC236}">
                <a16:creationId xmlns:a16="http://schemas.microsoft.com/office/drawing/2014/main" id="{CCF4D228-0A16-16AB-CF0E-2F22897C5AE9}"/>
              </a:ext>
            </a:extLst>
          </p:cNvPr>
          <p:cNvSpPr>
            <a:spLocks noGrp="1"/>
          </p:cNvSpPr>
          <p:nvPr>
            <p:ph idx="1"/>
          </p:nvPr>
        </p:nvSpPr>
        <p:spPr>
          <a:xfrm>
            <a:off x="2250831" y="1681199"/>
            <a:ext cx="9801575" cy="1176301"/>
          </a:xfrm>
        </p:spPr>
        <p:txBody>
          <a:bodyPr/>
          <a:lstStyle>
            <a:lvl1pPr>
              <a:defRPr b="0"/>
            </a:lvl1pPr>
            <a:lvl2pPr>
              <a:defRPr b="0"/>
            </a:lvl2pPr>
            <a:lvl3pPr>
              <a:defRPr b="0"/>
            </a:lvl3pPr>
            <a:lvl4pPr>
              <a:defRPr b="0"/>
            </a:lvl4pPr>
            <a:lvl5pPr>
              <a:defRPr b="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6" name="Content Placeholder 7">
            <a:extLst>
              <a:ext uri="{FF2B5EF4-FFF2-40B4-BE49-F238E27FC236}">
                <a16:creationId xmlns:a16="http://schemas.microsoft.com/office/drawing/2014/main" id="{1CC543FE-B1AA-11E8-EBC5-0E6313C2B2B9}"/>
              </a:ext>
            </a:extLst>
          </p:cNvPr>
          <p:cNvSpPr>
            <a:spLocks noGrp="1"/>
          </p:cNvSpPr>
          <p:nvPr>
            <p:ph sz="quarter" idx="11"/>
          </p:nvPr>
        </p:nvSpPr>
        <p:spPr>
          <a:xfrm>
            <a:off x="2250830" y="3038965"/>
            <a:ext cx="9801575" cy="3644864"/>
          </a:xfrm>
        </p:spPr>
        <p:txBody>
          <a:bodyPr/>
          <a:lstStyle>
            <a:lvl1pPr>
              <a:defRPr b="0"/>
            </a:lvl1pPr>
            <a:lvl2pPr>
              <a:defRPr b="0"/>
            </a:lvl2pPr>
            <a:lvl3pPr>
              <a:defRPr b="0"/>
            </a:lvl3pPr>
            <a:lvl4pPr>
              <a:defRPr b="0"/>
            </a:lvl4pPr>
            <a:lvl5pPr>
              <a:defRPr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25436742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arning Objectiv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089EC0-0E7F-36B3-A4EB-836C88C9276A}"/>
              </a:ext>
            </a:extLst>
          </p:cNvPr>
          <p:cNvSpPr>
            <a:spLocks noGrp="1"/>
          </p:cNvSpPr>
          <p:nvPr>
            <p:ph type="title"/>
          </p:nvPr>
        </p:nvSpPr>
        <p:spPr>
          <a:xfrm>
            <a:off x="144000" y="172800"/>
            <a:ext cx="9896400" cy="1325563"/>
          </a:xfrm>
        </p:spPr>
        <p:txBody>
          <a:bodyPr/>
          <a:lstStyle/>
          <a:p>
            <a:r>
              <a:rPr lang="en-US"/>
              <a:t>Click to edit Master title style</a:t>
            </a:r>
            <a:endParaRPr lang="en-GB"/>
          </a:p>
        </p:txBody>
      </p:sp>
      <p:sp>
        <p:nvSpPr>
          <p:cNvPr id="4" name="Text Placeholder 3">
            <a:extLst>
              <a:ext uri="{FF2B5EF4-FFF2-40B4-BE49-F238E27FC236}">
                <a16:creationId xmlns:a16="http://schemas.microsoft.com/office/drawing/2014/main" id="{88E4F1AE-B921-01D2-1D22-C07269A058E4}"/>
              </a:ext>
            </a:extLst>
          </p:cNvPr>
          <p:cNvSpPr>
            <a:spLocks noGrp="1"/>
          </p:cNvSpPr>
          <p:nvPr>
            <p:ph type="body" sz="quarter" idx="10"/>
          </p:nvPr>
        </p:nvSpPr>
        <p:spPr>
          <a:xfrm>
            <a:off x="144000" y="1681200"/>
            <a:ext cx="11908800" cy="109716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SmartArt Placeholder 5">
            <a:extLst>
              <a:ext uri="{FF2B5EF4-FFF2-40B4-BE49-F238E27FC236}">
                <a16:creationId xmlns:a16="http://schemas.microsoft.com/office/drawing/2014/main" id="{E2CC15FC-1F7E-FAA2-B138-13E017A09DA7}"/>
              </a:ext>
            </a:extLst>
          </p:cNvPr>
          <p:cNvSpPr>
            <a:spLocks noGrp="1"/>
          </p:cNvSpPr>
          <p:nvPr>
            <p:ph type="dgm" sz="quarter" idx="11"/>
          </p:nvPr>
        </p:nvSpPr>
        <p:spPr>
          <a:xfrm>
            <a:off x="144000" y="2857500"/>
            <a:ext cx="11908800" cy="3827700"/>
          </a:xfrm>
        </p:spPr>
        <p:txBody>
          <a:bodyPr/>
          <a:lstStyle/>
          <a:p>
            <a:endParaRPr lang="en-GB"/>
          </a:p>
        </p:txBody>
      </p:sp>
    </p:spTree>
    <p:extLst>
      <p:ext uri="{BB962C8B-B14F-4D97-AF65-F5344CB8AC3E}">
        <p14:creationId xmlns:p14="http://schemas.microsoft.com/office/powerpoint/2010/main" val="27689045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Course Overview">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57EFA4-D2DE-B183-D9D0-EF20303ED45D}"/>
              </a:ext>
            </a:extLst>
          </p:cNvPr>
          <p:cNvSpPr>
            <a:spLocks noGrp="1"/>
          </p:cNvSpPr>
          <p:nvPr>
            <p:ph type="title" hasCustomPrompt="1"/>
          </p:nvPr>
        </p:nvSpPr>
        <p:spPr>
          <a:xfrm>
            <a:off x="144000" y="172800"/>
            <a:ext cx="9896400" cy="1324800"/>
          </a:xfrm>
        </p:spPr>
        <p:txBody>
          <a:bodyPr/>
          <a:lstStyle>
            <a:lvl1pPr>
              <a:defRPr/>
            </a:lvl1pPr>
          </a:lstStyle>
          <a:p>
            <a:r>
              <a:rPr lang="en-US" dirty="0"/>
              <a:t>Demo</a:t>
            </a:r>
            <a:endParaRPr lang="en-GB" dirty="0"/>
          </a:p>
        </p:txBody>
      </p:sp>
      <p:sp>
        <p:nvSpPr>
          <p:cNvPr id="3" name="Content Placeholder 2">
            <a:extLst>
              <a:ext uri="{FF2B5EF4-FFF2-40B4-BE49-F238E27FC236}">
                <a16:creationId xmlns:a16="http://schemas.microsoft.com/office/drawing/2014/main" id="{5667C292-F61F-2FD5-B991-E30CAC8F84CD}"/>
              </a:ext>
            </a:extLst>
          </p:cNvPr>
          <p:cNvSpPr>
            <a:spLocks noGrp="1"/>
          </p:cNvSpPr>
          <p:nvPr>
            <p:ph idx="1"/>
          </p:nvPr>
        </p:nvSpPr>
        <p:spPr>
          <a:xfrm>
            <a:off x="4572000" y="1681200"/>
            <a:ext cx="7480800" cy="50040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pic>
        <p:nvPicPr>
          <p:cNvPr id="10" name="Picture 9">
            <a:extLst>
              <a:ext uri="{FF2B5EF4-FFF2-40B4-BE49-F238E27FC236}">
                <a16:creationId xmlns:a16="http://schemas.microsoft.com/office/drawing/2014/main" id="{1E032F72-312B-F060-716F-2C3818D7484F}"/>
              </a:ext>
            </a:extLst>
          </p:cNvPr>
          <p:cNvPicPr>
            <a:picLocks noChangeAspect="1"/>
          </p:cNvPicPr>
          <p:nvPr userDrawn="1"/>
        </p:nvPicPr>
        <p:blipFill>
          <a:blip r:embed="rId2"/>
          <a:stretch>
            <a:fillRect/>
          </a:stretch>
        </p:blipFill>
        <p:spPr>
          <a:xfrm>
            <a:off x="907200" y="2736000"/>
            <a:ext cx="2898000" cy="2898000"/>
          </a:xfrm>
          <a:prstGeom prst="rect">
            <a:avLst/>
          </a:prstGeom>
        </p:spPr>
      </p:pic>
    </p:spTree>
    <p:extLst>
      <p:ext uri="{BB962C8B-B14F-4D97-AF65-F5344CB8AC3E}">
        <p14:creationId xmlns:p14="http://schemas.microsoft.com/office/powerpoint/2010/main" val="17571027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bullet list No KSB">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B7AD91-E2BC-3152-DB6C-8682347FE39B}"/>
              </a:ext>
            </a:extLst>
          </p:cNvPr>
          <p:cNvSpPr>
            <a:spLocks noGrp="1"/>
          </p:cNvSpPr>
          <p:nvPr>
            <p:ph type="title"/>
          </p:nvPr>
        </p:nvSpPr>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B246B7EB-321E-8610-6E88-78CE997A557C}"/>
              </a:ext>
            </a:extLst>
          </p:cNvPr>
          <p:cNvSpPr>
            <a:spLocks noGrp="1"/>
          </p:cNvSpPr>
          <p:nvPr>
            <p:ph idx="1"/>
          </p:nvPr>
        </p:nvSpPr>
        <p:spPr>
          <a:xfrm>
            <a:off x="142128" y="1679521"/>
            <a:ext cx="11907740" cy="500430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36550187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667C292-F61F-2FD5-B991-E30CAC8F84CD}"/>
              </a:ext>
            </a:extLst>
          </p:cNvPr>
          <p:cNvSpPr>
            <a:spLocks noGrp="1"/>
          </p:cNvSpPr>
          <p:nvPr>
            <p:ph idx="1"/>
          </p:nvPr>
        </p:nvSpPr>
        <p:spPr>
          <a:xfrm>
            <a:off x="142128" y="1679521"/>
            <a:ext cx="11907740" cy="468611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Title 3">
            <a:extLst>
              <a:ext uri="{FF2B5EF4-FFF2-40B4-BE49-F238E27FC236}">
                <a16:creationId xmlns:a16="http://schemas.microsoft.com/office/drawing/2014/main" id="{E904B940-1F20-2C11-CA76-F3A38B796FED}"/>
              </a:ext>
            </a:extLst>
          </p:cNvPr>
          <p:cNvSpPr>
            <a:spLocks noGrp="1"/>
          </p:cNvSpPr>
          <p:nvPr>
            <p:ph type="title"/>
          </p:nvPr>
        </p:nvSpPr>
        <p:spPr/>
        <p:txBody>
          <a:bodyPr/>
          <a:lstStyle/>
          <a:p>
            <a:r>
              <a:rPr lang="en-US"/>
              <a:t>Click to edit Master title style</a:t>
            </a:r>
            <a:endParaRPr lang="en-GB"/>
          </a:p>
        </p:txBody>
      </p:sp>
      <p:sp>
        <p:nvSpPr>
          <p:cNvPr id="5" name="Text Placeholder 4">
            <a:extLst>
              <a:ext uri="{FF2B5EF4-FFF2-40B4-BE49-F238E27FC236}">
                <a16:creationId xmlns:a16="http://schemas.microsoft.com/office/drawing/2014/main" id="{21C45679-53F1-CD1E-5969-358664F10169}"/>
              </a:ext>
            </a:extLst>
          </p:cNvPr>
          <p:cNvSpPr>
            <a:spLocks noGrp="1"/>
          </p:cNvSpPr>
          <p:nvPr>
            <p:ph type="body" sz="quarter" idx="10"/>
          </p:nvPr>
        </p:nvSpPr>
        <p:spPr>
          <a:xfrm>
            <a:off x="896816" y="6505604"/>
            <a:ext cx="6210300" cy="290513"/>
          </a:xfrm>
        </p:spPr>
        <p:txBody>
          <a:bodyPr anchor="ctr">
            <a:noAutofit/>
          </a:bodyPr>
          <a:lstStyle>
            <a:lvl1pPr>
              <a:buNone/>
              <a:defRPr sz="1200"/>
            </a:lvl1pPr>
            <a:lvl2pPr>
              <a:buNone/>
              <a:defRPr/>
            </a:lvl2pPr>
            <a:lvl3pPr>
              <a:buNone/>
              <a:defRPr/>
            </a:lvl3pPr>
            <a:lvl4pPr>
              <a:buNone/>
              <a:defRPr/>
            </a:lvl4pPr>
            <a:lvl5pPr>
              <a:buNone/>
              <a:defRPr/>
            </a:lvl5pPr>
          </a:lstStyle>
          <a:p>
            <a:pPr lvl="0"/>
            <a:r>
              <a:rPr lang="en-US" dirty="0"/>
              <a:t>Click to edit Master text styles</a:t>
            </a:r>
          </a:p>
        </p:txBody>
      </p:sp>
      <p:sp>
        <p:nvSpPr>
          <p:cNvPr id="6" name="TextBox 5">
            <a:extLst>
              <a:ext uri="{FF2B5EF4-FFF2-40B4-BE49-F238E27FC236}">
                <a16:creationId xmlns:a16="http://schemas.microsoft.com/office/drawing/2014/main" id="{4A14EE58-F612-C906-46F8-7979405C7459}"/>
              </a:ext>
            </a:extLst>
          </p:cNvPr>
          <p:cNvSpPr txBox="1"/>
          <p:nvPr userDrawn="1"/>
        </p:nvSpPr>
        <p:spPr>
          <a:xfrm>
            <a:off x="0" y="6435417"/>
            <a:ext cx="896815" cy="430887"/>
          </a:xfrm>
          <a:prstGeom prst="rect">
            <a:avLst/>
          </a:prstGeom>
          <a:noFill/>
        </p:spPr>
        <p:txBody>
          <a:bodyPr wrap="square" rtlCol="0" anchor="ctr">
            <a:spAutoFit/>
          </a:bodyPr>
          <a:lstStyle/>
          <a:p>
            <a:pPr algn="ctr"/>
            <a:r>
              <a:rPr lang="en-GB" sz="1100" dirty="0"/>
              <a:t>KSB Coverage:</a:t>
            </a:r>
          </a:p>
        </p:txBody>
      </p:sp>
      <p:sp>
        <p:nvSpPr>
          <p:cNvPr id="8" name="TextBox 7">
            <a:extLst>
              <a:ext uri="{FF2B5EF4-FFF2-40B4-BE49-F238E27FC236}">
                <a16:creationId xmlns:a16="http://schemas.microsoft.com/office/drawing/2014/main" id="{2A92E586-7093-69E3-DC5B-31C518D04F4F}"/>
              </a:ext>
            </a:extLst>
          </p:cNvPr>
          <p:cNvSpPr txBox="1"/>
          <p:nvPr userDrawn="1"/>
        </p:nvSpPr>
        <p:spPr>
          <a:xfrm>
            <a:off x="7107115" y="6435417"/>
            <a:ext cx="896815" cy="430887"/>
          </a:xfrm>
          <a:prstGeom prst="rect">
            <a:avLst/>
          </a:prstGeom>
          <a:noFill/>
        </p:spPr>
        <p:txBody>
          <a:bodyPr wrap="square" rtlCol="0">
            <a:spAutoFit/>
          </a:bodyPr>
          <a:lstStyle/>
          <a:p>
            <a:pPr algn="ctr"/>
            <a:r>
              <a:rPr lang="en-GB" sz="1100" dirty="0"/>
              <a:t>Exam Coverage:</a:t>
            </a:r>
          </a:p>
        </p:txBody>
      </p:sp>
      <p:sp>
        <p:nvSpPr>
          <p:cNvPr id="9" name="Text Placeholder 4">
            <a:extLst>
              <a:ext uri="{FF2B5EF4-FFF2-40B4-BE49-F238E27FC236}">
                <a16:creationId xmlns:a16="http://schemas.microsoft.com/office/drawing/2014/main" id="{94745C87-E321-8B9A-FD3D-758C807E4D2D}"/>
              </a:ext>
            </a:extLst>
          </p:cNvPr>
          <p:cNvSpPr>
            <a:spLocks noGrp="1"/>
          </p:cNvSpPr>
          <p:nvPr>
            <p:ph type="body" sz="quarter" idx="11"/>
          </p:nvPr>
        </p:nvSpPr>
        <p:spPr>
          <a:xfrm>
            <a:off x="8003930" y="6505604"/>
            <a:ext cx="4188070" cy="290513"/>
          </a:xfrm>
        </p:spPr>
        <p:txBody>
          <a:bodyPr anchor="ctr">
            <a:noAutofit/>
          </a:bodyPr>
          <a:lstStyle>
            <a:lvl1pPr>
              <a:buNone/>
              <a:defRPr sz="1200"/>
            </a:lvl1pPr>
            <a:lvl2pPr>
              <a:buNone/>
              <a:defRPr/>
            </a:lvl2pPr>
            <a:lvl3pPr>
              <a:buNone/>
              <a:defRPr/>
            </a:lvl3pPr>
            <a:lvl4pPr>
              <a:buNone/>
              <a:defRPr/>
            </a:lvl4pPr>
            <a:lvl5pPr>
              <a:buNone/>
              <a:defRPr/>
            </a:lvl5pPr>
          </a:lstStyle>
          <a:p>
            <a:pPr lvl="0"/>
            <a:r>
              <a:rPr lang="en-US" dirty="0"/>
              <a:t>Click to edit Master text styles</a:t>
            </a:r>
          </a:p>
        </p:txBody>
      </p:sp>
    </p:spTree>
    <p:extLst>
      <p:ext uri="{BB962C8B-B14F-4D97-AF65-F5344CB8AC3E}">
        <p14:creationId xmlns:p14="http://schemas.microsoft.com/office/powerpoint/2010/main" val="295154459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Title and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667C292-F61F-2FD5-B991-E30CAC8F84CD}"/>
              </a:ext>
            </a:extLst>
          </p:cNvPr>
          <p:cNvSpPr>
            <a:spLocks noGrp="1"/>
          </p:cNvSpPr>
          <p:nvPr>
            <p:ph idx="1"/>
          </p:nvPr>
        </p:nvSpPr>
        <p:spPr>
          <a:xfrm>
            <a:off x="1417294" y="1679710"/>
            <a:ext cx="9357413" cy="4687200"/>
          </a:xfrm>
        </p:spPr>
        <p:txBody>
          <a:bodyPr anchor="ctr"/>
          <a:lstStyle>
            <a:lvl1pPr algn="ctr">
              <a:buNone/>
              <a:defRPr/>
            </a:lvl1pPr>
            <a:lvl2pPr algn="ctr">
              <a:defRPr/>
            </a:lvl2pPr>
            <a:lvl3pPr algn="ctr">
              <a:defRPr/>
            </a:lvl3pPr>
            <a:lvl4pPr algn="ctr">
              <a:defRPr/>
            </a:lvl4pPr>
            <a:lvl5pPr algn="ctr">
              <a:defRPr/>
            </a:lvl5pPr>
          </a:lstStyle>
          <a:p>
            <a:pPr lvl="0"/>
            <a:r>
              <a:rPr lang="en-US" dirty="0"/>
              <a:t>Click to edit Master text styles</a:t>
            </a:r>
          </a:p>
        </p:txBody>
      </p:sp>
      <p:sp>
        <p:nvSpPr>
          <p:cNvPr id="4" name="Title 3">
            <a:extLst>
              <a:ext uri="{FF2B5EF4-FFF2-40B4-BE49-F238E27FC236}">
                <a16:creationId xmlns:a16="http://schemas.microsoft.com/office/drawing/2014/main" id="{E904B940-1F20-2C11-CA76-F3A38B796FED}"/>
              </a:ext>
            </a:extLst>
          </p:cNvPr>
          <p:cNvSpPr>
            <a:spLocks noGrp="1"/>
          </p:cNvSpPr>
          <p:nvPr>
            <p:ph type="title"/>
          </p:nvPr>
        </p:nvSpPr>
        <p:spPr/>
        <p:txBody>
          <a:bodyPr/>
          <a:lstStyle/>
          <a:p>
            <a:r>
              <a:rPr lang="en-US"/>
              <a:t>Click to edit Master title style</a:t>
            </a:r>
            <a:endParaRPr lang="en-GB"/>
          </a:p>
        </p:txBody>
      </p:sp>
      <p:grpSp>
        <p:nvGrpSpPr>
          <p:cNvPr id="28" name="Group 27">
            <a:extLst>
              <a:ext uri="{FF2B5EF4-FFF2-40B4-BE49-F238E27FC236}">
                <a16:creationId xmlns:a16="http://schemas.microsoft.com/office/drawing/2014/main" id="{FBE4C7C6-BBF4-A8B1-C2BE-A5DC4E243CEC}"/>
              </a:ext>
            </a:extLst>
          </p:cNvPr>
          <p:cNvGrpSpPr/>
          <p:nvPr userDrawn="1"/>
        </p:nvGrpSpPr>
        <p:grpSpPr>
          <a:xfrm>
            <a:off x="444981" y="1588270"/>
            <a:ext cx="656129" cy="4847987"/>
            <a:chOff x="444981" y="1588176"/>
            <a:chExt cx="656129" cy="4847987"/>
          </a:xfrm>
        </p:grpSpPr>
        <p:grpSp>
          <p:nvGrpSpPr>
            <p:cNvPr id="24" name="Group 23">
              <a:extLst>
                <a:ext uri="{FF2B5EF4-FFF2-40B4-BE49-F238E27FC236}">
                  <a16:creationId xmlns:a16="http://schemas.microsoft.com/office/drawing/2014/main" id="{70386204-DC36-594C-F95F-3FD2CF30EB64}"/>
                </a:ext>
              </a:extLst>
            </p:cNvPr>
            <p:cNvGrpSpPr/>
            <p:nvPr userDrawn="1"/>
          </p:nvGrpSpPr>
          <p:grpSpPr>
            <a:xfrm>
              <a:off x="444981" y="1588176"/>
              <a:ext cx="656129" cy="4847987"/>
              <a:chOff x="444981" y="1588176"/>
              <a:chExt cx="656129" cy="4847987"/>
            </a:xfrm>
          </p:grpSpPr>
          <p:pic>
            <p:nvPicPr>
              <p:cNvPr id="5" name="Graphic 4" descr="Blog with solid fill">
                <a:extLst>
                  <a:ext uri="{FF2B5EF4-FFF2-40B4-BE49-F238E27FC236}">
                    <a16:creationId xmlns:a16="http://schemas.microsoft.com/office/drawing/2014/main" id="{47CF4AC3-18FC-FC5B-FD65-23D5CC8AF43E}"/>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44981" y="1588176"/>
                <a:ext cx="653151" cy="653151"/>
              </a:xfrm>
              <a:prstGeom prst="rect">
                <a:avLst/>
              </a:prstGeom>
            </p:spPr>
          </p:pic>
          <p:sp>
            <p:nvSpPr>
              <p:cNvPr id="7" name="TextBox 6">
                <a:extLst>
                  <a:ext uri="{FF2B5EF4-FFF2-40B4-BE49-F238E27FC236}">
                    <a16:creationId xmlns:a16="http://schemas.microsoft.com/office/drawing/2014/main" id="{A692A134-5C96-6573-6BCB-3A68CE651316}"/>
                  </a:ext>
                </a:extLst>
              </p:cNvPr>
              <p:cNvSpPr txBox="1"/>
              <p:nvPr userDrawn="1"/>
            </p:nvSpPr>
            <p:spPr>
              <a:xfrm rot="16200000">
                <a:off x="-1112518" y="3765948"/>
                <a:ext cx="3697815" cy="492443"/>
              </a:xfrm>
              <a:prstGeom prst="rect">
                <a:avLst/>
              </a:prstGeom>
              <a:noFill/>
            </p:spPr>
            <p:txBody>
              <a:bodyPr wrap="square" lIns="0" tIns="0" rIns="0" bIns="0" rtlCol="0">
                <a:spAutoFit/>
              </a:bodyPr>
              <a:lstStyle/>
              <a:p>
                <a:pPr algn="ctr"/>
                <a:r>
                  <a:rPr lang="en-GB" sz="3200" b="1" spc="0" baseline="0" dirty="0">
                    <a:solidFill>
                      <a:schemeClr val="accent1"/>
                    </a:solidFill>
                  </a:rPr>
                  <a:t>ACTIVITY</a:t>
                </a:r>
              </a:p>
            </p:txBody>
          </p:sp>
          <p:pic>
            <p:nvPicPr>
              <p:cNvPr id="23" name="Graphic 22" descr="Blog with solid fill">
                <a:extLst>
                  <a:ext uri="{FF2B5EF4-FFF2-40B4-BE49-F238E27FC236}">
                    <a16:creationId xmlns:a16="http://schemas.microsoft.com/office/drawing/2014/main" id="{33214E56-6500-2417-09A9-85D2BD90428B}"/>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47959" y="5783012"/>
                <a:ext cx="653151" cy="653151"/>
              </a:xfrm>
              <a:prstGeom prst="rect">
                <a:avLst/>
              </a:prstGeom>
            </p:spPr>
          </p:pic>
        </p:grpSp>
        <p:cxnSp>
          <p:nvCxnSpPr>
            <p:cNvPr id="26" name="Straight Connector 25">
              <a:extLst>
                <a:ext uri="{FF2B5EF4-FFF2-40B4-BE49-F238E27FC236}">
                  <a16:creationId xmlns:a16="http://schemas.microsoft.com/office/drawing/2014/main" id="{9AE7874F-B858-B765-BE37-339730524841}"/>
                </a:ext>
              </a:extLst>
            </p:cNvPr>
            <p:cNvCxnSpPr>
              <a:cxnSpLocks/>
            </p:cNvCxnSpPr>
            <p:nvPr userDrawn="1"/>
          </p:nvCxnSpPr>
          <p:spPr>
            <a:xfrm>
              <a:off x="490167" y="2206867"/>
              <a:ext cx="0" cy="3571820"/>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7D7344A0-F24C-F961-3478-BF0F518D4659}"/>
                </a:ext>
              </a:extLst>
            </p:cNvPr>
            <p:cNvCxnSpPr>
              <a:cxnSpLocks/>
            </p:cNvCxnSpPr>
            <p:nvPr userDrawn="1"/>
          </p:nvCxnSpPr>
          <p:spPr>
            <a:xfrm>
              <a:off x="982611" y="2206867"/>
              <a:ext cx="0" cy="3571820"/>
            </a:xfrm>
            <a:prstGeom prst="line">
              <a:avLst/>
            </a:prstGeom>
            <a:ln w="38100"/>
          </p:spPr>
          <p:style>
            <a:lnRef idx="2">
              <a:schemeClr val="accent1"/>
            </a:lnRef>
            <a:fillRef idx="0">
              <a:schemeClr val="accent1"/>
            </a:fillRef>
            <a:effectRef idx="1">
              <a:schemeClr val="accent1"/>
            </a:effectRef>
            <a:fontRef idx="minor">
              <a:schemeClr val="tx1"/>
            </a:fontRef>
          </p:style>
        </p:cxnSp>
      </p:grpSp>
      <p:sp>
        <p:nvSpPr>
          <p:cNvPr id="2" name="Text Placeholder 4">
            <a:extLst>
              <a:ext uri="{FF2B5EF4-FFF2-40B4-BE49-F238E27FC236}">
                <a16:creationId xmlns:a16="http://schemas.microsoft.com/office/drawing/2014/main" id="{841D7770-3C92-8288-44C9-A9B2199CD5F1}"/>
              </a:ext>
            </a:extLst>
          </p:cNvPr>
          <p:cNvSpPr>
            <a:spLocks noGrp="1"/>
          </p:cNvSpPr>
          <p:nvPr>
            <p:ph type="body" sz="quarter" idx="10"/>
          </p:nvPr>
        </p:nvSpPr>
        <p:spPr>
          <a:xfrm>
            <a:off x="896816" y="6505604"/>
            <a:ext cx="6210300" cy="290513"/>
          </a:xfrm>
        </p:spPr>
        <p:txBody>
          <a:bodyPr anchor="ctr">
            <a:noAutofit/>
          </a:bodyPr>
          <a:lstStyle>
            <a:lvl1pPr>
              <a:buNone/>
              <a:defRPr sz="1200"/>
            </a:lvl1pPr>
            <a:lvl2pPr>
              <a:buNone/>
              <a:defRPr/>
            </a:lvl2pPr>
            <a:lvl3pPr>
              <a:buNone/>
              <a:defRPr/>
            </a:lvl3pPr>
            <a:lvl4pPr>
              <a:buNone/>
              <a:defRPr/>
            </a:lvl4pPr>
            <a:lvl5pPr>
              <a:buNone/>
              <a:defRPr/>
            </a:lvl5pPr>
          </a:lstStyle>
          <a:p>
            <a:pPr lvl="0"/>
            <a:r>
              <a:rPr lang="en-US" dirty="0"/>
              <a:t>Click to edit Master text styles</a:t>
            </a:r>
          </a:p>
        </p:txBody>
      </p:sp>
      <p:sp>
        <p:nvSpPr>
          <p:cNvPr id="6" name="TextBox 5">
            <a:extLst>
              <a:ext uri="{FF2B5EF4-FFF2-40B4-BE49-F238E27FC236}">
                <a16:creationId xmlns:a16="http://schemas.microsoft.com/office/drawing/2014/main" id="{3FEE09FE-E753-1C24-B196-2E58D6639FA9}"/>
              </a:ext>
            </a:extLst>
          </p:cNvPr>
          <p:cNvSpPr txBox="1"/>
          <p:nvPr userDrawn="1"/>
        </p:nvSpPr>
        <p:spPr>
          <a:xfrm>
            <a:off x="0" y="6435417"/>
            <a:ext cx="896815" cy="430887"/>
          </a:xfrm>
          <a:prstGeom prst="rect">
            <a:avLst/>
          </a:prstGeom>
          <a:noFill/>
        </p:spPr>
        <p:txBody>
          <a:bodyPr wrap="square" rtlCol="0" anchor="ctr">
            <a:spAutoFit/>
          </a:bodyPr>
          <a:lstStyle/>
          <a:p>
            <a:pPr algn="ctr"/>
            <a:r>
              <a:rPr lang="en-GB" sz="1100" dirty="0"/>
              <a:t>KSB Coverage:</a:t>
            </a:r>
          </a:p>
        </p:txBody>
      </p:sp>
      <p:sp>
        <p:nvSpPr>
          <p:cNvPr id="8" name="TextBox 7">
            <a:extLst>
              <a:ext uri="{FF2B5EF4-FFF2-40B4-BE49-F238E27FC236}">
                <a16:creationId xmlns:a16="http://schemas.microsoft.com/office/drawing/2014/main" id="{716F5A1F-5BF2-809E-4294-49E0A8A48583}"/>
              </a:ext>
            </a:extLst>
          </p:cNvPr>
          <p:cNvSpPr txBox="1"/>
          <p:nvPr userDrawn="1"/>
        </p:nvSpPr>
        <p:spPr>
          <a:xfrm>
            <a:off x="7107115" y="6435417"/>
            <a:ext cx="896815" cy="430887"/>
          </a:xfrm>
          <a:prstGeom prst="rect">
            <a:avLst/>
          </a:prstGeom>
          <a:noFill/>
        </p:spPr>
        <p:txBody>
          <a:bodyPr wrap="square" rtlCol="0">
            <a:spAutoFit/>
          </a:bodyPr>
          <a:lstStyle/>
          <a:p>
            <a:pPr algn="ctr"/>
            <a:r>
              <a:rPr lang="en-GB" sz="1100" dirty="0"/>
              <a:t>Exam Coverage:</a:t>
            </a:r>
          </a:p>
        </p:txBody>
      </p:sp>
      <p:sp>
        <p:nvSpPr>
          <p:cNvPr id="9" name="Text Placeholder 4">
            <a:extLst>
              <a:ext uri="{FF2B5EF4-FFF2-40B4-BE49-F238E27FC236}">
                <a16:creationId xmlns:a16="http://schemas.microsoft.com/office/drawing/2014/main" id="{20508520-62B5-43D6-ECDC-8A0E5BD3E761}"/>
              </a:ext>
            </a:extLst>
          </p:cNvPr>
          <p:cNvSpPr>
            <a:spLocks noGrp="1"/>
          </p:cNvSpPr>
          <p:nvPr>
            <p:ph type="body" sz="quarter" idx="11"/>
          </p:nvPr>
        </p:nvSpPr>
        <p:spPr>
          <a:xfrm>
            <a:off x="8003930" y="6505604"/>
            <a:ext cx="4188070" cy="290513"/>
          </a:xfrm>
        </p:spPr>
        <p:txBody>
          <a:bodyPr anchor="ctr">
            <a:noAutofit/>
          </a:bodyPr>
          <a:lstStyle>
            <a:lvl1pPr>
              <a:buNone/>
              <a:defRPr sz="1200"/>
            </a:lvl1pPr>
            <a:lvl2pPr>
              <a:buNone/>
              <a:defRPr/>
            </a:lvl2pPr>
            <a:lvl3pPr>
              <a:buNone/>
              <a:defRPr/>
            </a:lvl3pPr>
            <a:lvl4pPr>
              <a:buNone/>
              <a:defRPr/>
            </a:lvl4pPr>
            <a:lvl5pPr>
              <a:buNone/>
              <a:defRPr/>
            </a:lvl5pPr>
          </a:lstStyle>
          <a:p>
            <a:pPr lvl="0"/>
            <a:r>
              <a:rPr lang="en-US" dirty="0"/>
              <a:t>Click to edit Master text styles</a:t>
            </a:r>
          </a:p>
        </p:txBody>
      </p:sp>
      <p:grpSp>
        <p:nvGrpSpPr>
          <p:cNvPr id="14" name="Group 13">
            <a:extLst>
              <a:ext uri="{FF2B5EF4-FFF2-40B4-BE49-F238E27FC236}">
                <a16:creationId xmlns:a16="http://schemas.microsoft.com/office/drawing/2014/main" id="{6393AD82-D6A9-B84F-BACB-3E6D3C94B307}"/>
              </a:ext>
            </a:extLst>
          </p:cNvPr>
          <p:cNvGrpSpPr/>
          <p:nvPr userDrawn="1"/>
        </p:nvGrpSpPr>
        <p:grpSpPr>
          <a:xfrm>
            <a:off x="11143963" y="1587430"/>
            <a:ext cx="656129" cy="4847987"/>
            <a:chOff x="444981" y="1588176"/>
            <a:chExt cx="656129" cy="4847987"/>
          </a:xfrm>
        </p:grpSpPr>
        <p:grpSp>
          <p:nvGrpSpPr>
            <p:cNvPr id="15" name="Group 14">
              <a:extLst>
                <a:ext uri="{FF2B5EF4-FFF2-40B4-BE49-F238E27FC236}">
                  <a16:creationId xmlns:a16="http://schemas.microsoft.com/office/drawing/2014/main" id="{72E4D0A4-5365-9E22-C88A-1531AD74D697}"/>
                </a:ext>
              </a:extLst>
            </p:cNvPr>
            <p:cNvGrpSpPr/>
            <p:nvPr userDrawn="1"/>
          </p:nvGrpSpPr>
          <p:grpSpPr>
            <a:xfrm>
              <a:off x="444981" y="1588176"/>
              <a:ext cx="656129" cy="4847987"/>
              <a:chOff x="444981" y="1588176"/>
              <a:chExt cx="656129" cy="4847987"/>
            </a:xfrm>
          </p:grpSpPr>
          <p:pic>
            <p:nvPicPr>
              <p:cNvPr id="18" name="Graphic 17" descr="Blog with solid fill">
                <a:extLst>
                  <a:ext uri="{FF2B5EF4-FFF2-40B4-BE49-F238E27FC236}">
                    <a16:creationId xmlns:a16="http://schemas.microsoft.com/office/drawing/2014/main" id="{C1D2BFED-66C3-E8E6-5AF0-0CC60B56CD50}"/>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44981" y="1588176"/>
                <a:ext cx="653151" cy="653151"/>
              </a:xfrm>
              <a:prstGeom prst="rect">
                <a:avLst/>
              </a:prstGeom>
            </p:spPr>
          </p:pic>
          <p:sp>
            <p:nvSpPr>
              <p:cNvPr id="19" name="TextBox 18">
                <a:extLst>
                  <a:ext uri="{FF2B5EF4-FFF2-40B4-BE49-F238E27FC236}">
                    <a16:creationId xmlns:a16="http://schemas.microsoft.com/office/drawing/2014/main" id="{BE7C6B95-54F8-A763-14CB-2911617042A9}"/>
                  </a:ext>
                </a:extLst>
              </p:cNvPr>
              <p:cNvSpPr txBox="1"/>
              <p:nvPr userDrawn="1"/>
            </p:nvSpPr>
            <p:spPr>
              <a:xfrm rot="5400000">
                <a:off x="-1112518" y="3765948"/>
                <a:ext cx="3697815" cy="492443"/>
              </a:xfrm>
              <a:prstGeom prst="rect">
                <a:avLst/>
              </a:prstGeom>
              <a:noFill/>
            </p:spPr>
            <p:txBody>
              <a:bodyPr wrap="square" lIns="0" tIns="0" rIns="0" bIns="0" rtlCol="0">
                <a:spAutoFit/>
              </a:bodyPr>
              <a:lstStyle/>
              <a:p>
                <a:pPr algn="ctr"/>
                <a:r>
                  <a:rPr lang="en-GB" sz="3200" b="1" spc="0" baseline="0" dirty="0">
                    <a:solidFill>
                      <a:schemeClr val="accent1"/>
                    </a:solidFill>
                  </a:rPr>
                  <a:t>ACTIVITY</a:t>
                </a:r>
              </a:p>
            </p:txBody>
          </p:sp>
          <p:pic>
            <p:nvPicPr>
              <p:cNvPr id="20" name="Graphic 19" descr="Blog with solid fill">
                <a:extLst>
                  <a:ext uri="{FF2B5EF4-FFF2-40B4-BE49-F238E27FC236}">
                    <a16:creationId xmlns:a16="http://schemas.microsoft.com/office/drawing/2014/main" id="{CA90FDA9-7F73-9004-C100-34927FAE21C9}"/>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47959" y="5783012"/>
                <a:ext cx="653151" cy="653151"/>
              </a:xfrm>
              <a:prstGeom prst="rect">
                <a:avLst/>
              </a:prstGeom>
            </p:spPr>
          </p:pic>
        </p:grpSp>
        <p:cxnSp>
          <p:nvCxnSpPr>
            <p:cNvPr id="16" name="Straight Connector 15">
              <a:extLst>
                <a:ext uri="{FF2B5EF4-FFF2-40B4-BE49-F238E27FC236}">
                  <a16:creationId xmlns:a16="http://schemas.microsoft.com/office/drawing/2014/main" id="{74C242E5-46E9-851F-C833-B4D33B057483}"/>
                </a:ext>
              </a:extLst>
            </p:cNvPr>
            <p:cNvCxnSpPr>
              <a:cxnSpLocks/>
            </p:cNvCxnSpPr>
            <p:nvPr userDrawn="1"/>
          </p:nvCxnSpPr>
          <p:spPr>
            <a:xfrm>
              <a:off x="490167" y="2206867"/>
              <a:ext cx="0" cy="3571820"/>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93E2C92A-2879-96C2-EC14-9A0112F2EE1E}"/>
                </a:ext>
              </a:extLst>
            </p:cNvPr>
            <p:cNvCxnSpPr>
              <a:cxnSpLocks/>
            </p:cNvCxnSpPr>
            <p:nvPr userDrawn="1"/>
          </p:nvCxnSpPr>
          <p:spPr>
            <a:xfrm>
              <a:off x="982611" y="2206867"/>
              <a:ext cx="0" cy="3571820"/>
            </a:xfrm>
            <a:prstGeom prst="line">
              <a:avLst/>
            </a:prstGeom>
            <a:ln w="38100"/>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186628678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Bullet Left with Graphic Right No KSB">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667C292-F61F-2FD5-B991-E30CAC8F84CD}"/>
              </a:ext>
            </a:extLst>
          </p:cNvPr>
          <p:cNvSpPr>
            <a:spLocks noGrp="1"/>
          </p:cNvSpPr>
          <p:nvPr>
            <p:ph idx="1"/>
          </p:nvPr>
        </p:nvSpPr>
        <p:spPr>
          <a:xfrm>
            <a:off x="142129" y="1693739"/>
            <a:ext cx="5882400" cy="50040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Picture Placeholder 4">
            <a:extLst>
              <a:ext uri="{FF2B5EF4-FFF2-40B4-BE49-F238E27FC236}">
                <a16:creationId xmlns:a16="http://schemas.microsoft.com/office/drawing/2014/main" id="{CFFF65BC-205F-B781-3FB5-2A44E84855CB}"/>
              </a:ext>
            </a:extLst>
          </p:cNvPr>
          <p:cNvSpPr>
            <a:spLocks noGrp="1"/>
          </p:cNvSpPr>
          <p:nvPr>
            <p:ph type="pic" sz="quarter" idx="10"/>
          </p:nvPr>
        </p:nvSpPr>
        <p:spPr>
          <a:xfrm>
            <a:off x="6167473" y="1693738"/>
            <a:ext cx="5882400" cy="5004000"/>
          </a:xfrm>
        </p:spPr>
        <p:txBody>
          <a:bodyPr/>
          <a:lstStyle/>
          <a:p>
            <a:endParaRPr lang="en-GB"/>
          </a:p>
        </p:txBody>
      </p:sp>
      <p:sp>
        <p:nvSpPr>
          <p:cNvPr id="4" name="Title 3">
            <a:extLst>
              <a:ext uri="{FF2B5EF4-FFF2-40B4-BE49-F238E27FC236}">
                <a16:creationId xmlns:a16="http://schemas.microsoft.com/office/drawing/2014/main" id="{0E511FFD-5EF2-A201-EAE8-81FD1960C006}"/>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413918831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Bullet Left with Graphic Righ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667C292-F61F-2FD5-B991-E30CAC8F84CD}"/>
              </a:ext>
            </a:extLst>
          </p:cNvPr>
          <p:cNvSpPr>
            <a:spLocks noGrp="1"/>
          </p:cNvSpPr>
          <p:nvPr>
            <p:ph idx="1"/>
          </p:nvPr>
        </p:nvSpPr>
        <p:spPr>
          <a:xfrm>
            <a:off x="142129" y="1693739"/>
            <a:ext cx="5882400" cy="46872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Picture Placeholder 4">
            <a:extLst>
              <a:ext uri="{FF2B5EF4-FFF2-40B4-BE49-F238E27FC236}">
                <a16:creationId xmlns:a16="http://schemas.microsoft.com/office/drawing/2014/main" id="{CFFF65BC-205F-B781-3FB5-2A44E84855CB}"/>
              </a:ext>
            </a:extLst>
          </p:cNvPr>
          <p:cNvSpPr>
            <a:spLocks noGrp="1"/>
          </p:cNvSpPr>
          <p:nvPr>
            <p:ph type="pic" sz="quarter" idx="10"/>
          </p:nvPr>
        </p:nvSpPr>
        <p:spPr>
          <a:xfrm>
            <a:off x="6167473" y="1693738"/>
            <a:ext cx="5882400" cy="4687200"/>
          </a:xfrm>
        </p:spPr>
        <p:txBody>
          <a:bodyPr/>
          <a:lstStyle/>
          <a:p>
            <a:endParaRPr lang="en-GB"/>
          </a:p>
        </p:txBody>
      </p:sp>
      <p:sp>
        <p:nvSpPr>
          <p:cNvPr id="4" name="Title 3">
            <a:extLst>
              <a:ext uri="{FF2B5EF4-FFF2-40B4-BE49-F238E27FC236}">
                <a16:creationId xmlns:a16="http://schemas.microsoft.com/office/drawing/2014/main" id="{0E511FFD-5EF2-A201-EAE8-81FD1960C006}"/>
              </a:ext>
            </a:extLst>
          </p:cNvPr>
          <p:cNvSpPr>
            <a:spLocks noGrp="1"/>
          </p:cNvSpPr>
          <p:nvPr>
            <p:ph type="title"/>
          </p:nvPr>
        </p:nvSpPr>
        <p:spPr/>
        <p:txBody>
          <a:bodyPr/>
          <a:lstStyle/>
          <a:p>
            <a:r>
              <a:rPr lang="en-US"/>
              <a:t>Click to edit Master title style</a:t>
            </a:r>
            <a:endParaRPr lang="en-GB"/>
          </a:p>
        </p:txBody>
      </p:sp>
      <p:sp>
        <p:nvSpPr>
          <p:cNvPr id="2" name="Text Placeholder 4">
            <a:extLst>
              <a:ext uri="{FF2B5EF4-FFF2-40B4-BE49-F238E27FC236}">
                <a16:creationId xmlns:a16="http://schemas.microsoft.com/office/drawing/2014/main" id="{30ED998D-8860-1C33-285A-8B1DD672217D}"/>
              </a:ext>
            </a:extLst>
          </p:cNvPr>
          <p:cNvSpPr>
            <a:spLocks noGrp="1"/>
          </p:cNvSpPr>
          <p:nvPr>
            <p:ph type="body" sz="quarter" idx="11"/>
          </p:nvPr>
        </p:nvSpPr>
        <p:spPr>
          <a:xfrm>
            <a:off x="896816" y="6505604"/>
            <a:ext cx="6210300" cy="290513"/>
          </a:xfrm>
        </p:spPr>
        <p:txBody>
          <a:bodyPr anchor="ctr">
            <a:noAutofit/>
          </a:bodyPr>
          <a:lstStyle>
            <a:lvl1pPr>
              <a:buNone/>
              <a:defRPr sz="1200"/>
            </a:lvl1pPr>
            <a:lvl2pPr>
              <a:buNone/>
              <a:defRPr/>
            </a:lvl2pPr>
            <a:lvl3pPr>
              <a:buNone/>
              <a:defRPr/>
            </a:lvl3pPr>
            <a:lvl4pPr>
              <a:buNone/>
              <a:defRPr/>
            </a:lvl4pPr>
            <a:lvl5pPr>
              <a:buNone/>
              <a:defRPr/>
            </a:lvl5pPr>
          </a:lstStyle>
          <a:p>
            <a:pPr lvl="0"/>
            <a:r>
              <a:rPr lang="en-US" dirty="0"/>
              <a:t>Click to edit Master text styles</a:t>
            </a:r>
          </a:p>
        </p:txBody>
      </p:sp>
      <p:sp>
        <p:nvSpPr>
          <p:cNvPr id="6" name="TextBox 5">
            <a:extLst>
              <a:ext uri="{FF2B5EF4-FFF2-40B4-BE49-F238E27FC236}">
                <a16:creationId xmlns:a16="http://schemas.microsoft.com/office/drawing/2014/main" id="{BCC75ED5-2207-CA36-422E-2593EBCCD5A8}"/>
              </a:ext>
            </a:extLst>
          </p:cNvPr>
          <p:cNvSpPr txBox="1"/>
          <p:nvPr userDrawn="1"/>
        </p:nvSpPr>
        <p:spPr>
          <a:xfrm>
            <a:off x="0" y="6435417"/>
            <a:ext cx="896815" cy="430887"/>
          </a:xfrm>
          <a:prstGeom prst="rect">
            <a:avLst/>
          </a:prstGeom>
          <a:noFill/>
        </p:spPr>
        <p:txBody>
          <a:bodyPr wrap="square" rtlCol="0" anchor="ctr">
            <a:spAutoFit/>
          </a:bodyPr>
          <a:lstStyle/>
          <a:p>
            <a:pPr algn="ctr"/>
            <a:r>
              <a:rPr lang="en-GB" sz="1100" dirty="0"/>
              <a:t>KSB Coverage:</a:t>
            </a:r>
          </a:p>
        </p:txBody>
      </p:sp>
      <p:sp>
        <p:nvSpPr>
          <p:cNvPr id="7" name="TextBox 6">
            <a:extLst>
              <a:ext uri="{FF2B5EF4-FFF2-40B4-BE49-F238E27FC236}">
                <a16:creationId xmlns:a16="http://schemas.microsoft.com/office/drawing/2014/main" id="{135F67BD-F44D-7AED-8065-F38B8B15C60D}"/>
              </a:ext>
            </a:extLst>
          </p:cNvPr>
          <p:cNvSpPr txBox="1"/>
          <p:nvPr userDrawn="1"/>
        </p:nvSpPr>
        <p:spPr>
          <a:xfrm>
            <a:off x="7107115" y="6435417"/>
            <a:ext cx="896815" cy="430887"/>
          </a:xfrm>
          <a:prstGeom prst="rect">
            <a:avLst/>
          </a:prstGeom>
          <a:noFill/>
        </p:spPr>
        <p:txBody>
          <a:bodyPr wrap="square" rtlCol="0">
            <a:spAutoFit/>
          </a:bodyPr>
          <a:lstStyle/>
          <a:p>
            <a:pPr algn="ctr"/>
            <a:r>
              <a:rPr lang="en-GB" sz="1100" dirty="0"/>
              <a:t>Exam Coverage:</a:t>
            </a:r>
          </a:p>
        </p:txBody>
      </p:sp>
      <p:sp>
        <p:nvSpPr>
          <p:cNvPr id="8" name="Text Placeholder 4">
            <a:extLst>
              <a:ext uri="{FF2B5EF4-FFF2-40B4-BE49-F238E27FC236}">
                <a16:creationId xmlns:a16="http://schemas.microsoft.com/office/drawing/2014/main" id="{35CC6A6E-DE48-210A-020F-2F43E72B42AA}"/>
              </a:ext>
            </a:extLst>
          </p:cNvPr>
          <p:cNvSpPr>
            <a:spLocks noGrp="1"/>
          </p:cNvSpPr>
          <p:nvPr>
            <p:ph type="body" sz="quarter" idx="12"/>
          </p:nvPr>
        </p:nvSpPr>
        <p:spPr>
          <a:xfrm>
            <a:off x="8003930" y="6505604"/>
            <a:ext cx="4188070" cy="290513"/>
          </a:xfrm>
        </p:spPr>
        <p:txBody>
          <a:bodyPr anchor="ctr">
            <a:noAutofit/>
          </a:bodyPr>
          <a:lstStyle>
            <a:lvl1pPr>
              <a:buNone/>
              <a:defRPr sz="1200"/>
            </a:lvl1pPr>
            <a:lvl2pPr>
              <a:buNone/>
              <a:defRPr/>
            </a:lvl2pPr>
            <a:lvl3pPr>
              <a:buNone/>
              <a:defRPr/>
            </a:lvl3pPr>
            <a:lvl4pPr>
              <a:buNone/>
              <a:defRPr/>
            </a:lvl4pPr>
            <a:lvl5pPr>
              <a:buNone/>
              <a:defRPr/>
            </a:lvl5pPr>
          </a:lstStyle>
          <a:p>
            <a:pPr lvl="0"/>
            <a:r>
              <a:rPr lang="en-US" dirty="0"/>
              <a:t>Click to edit Master text styles</a:t>
            </a:r>
          </a:p>
        </p:txBody>
      </p:sp>
    </p:spTree>
    <p:extLst>
      <p:ext uri="{BB962C8B-B14F-4D97-AF65-F5344CB8AC3E}">
        <p14:creationId xmlns:p14="http://schemas.microsoft.com/office/powerpoint/2010/main" val="11102399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Graphic Right with Bullet Left No KSB">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667C292-F61F-2FD5-B991-E30CAC8F84CD}"/>
              </a:ext>
            </a:extLst>
          </p:cNvPr>
          <p:cNvSpPr>
            <a:spLocks noGrp="1"/>
          </p:cNvSpPr>
          <p:nvPr>
            <p:ph idx="1"/>
          </p:nvPr>
        </p:nvSpPr>
        <p:spPr>
          <a:xfrm>
            <a:off x="6165602" y="1681199"/>
            <a:ext cx="5882400" cy="50040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Picture Placeholder 4">
            <a:extLst>
              <a:ext uri="{FF2B5EF4-FFF2-40B4-BE49-F238E27FC236}">
                <a16:creationId xmlns:a16="http://schemas.microsoft.com/office/drawing/2014/main" id="{CFFF65BC-205F-B781-3FB5-2A44E84855CB}"/>
              </a:ext>
            </a:extLst>
          </p:cNvPr>
          <p:cNvSpPr>
            <a:spLocks noGrp="1"/>
          </p:cNvSpPr>
          <p:nvPr>
            <p:ph type="pic" sz="quarter" idx="10"/>
          </p:nvPr>
        </p:nvSpPr>
        <p:spPr>
          <a:xfrm>
            <a:off x="144000" y="1681200"/>
            <a:ext cx="5882400" cy="5004000"/>
          </a:xfrm>
        </p:spPr>
        <p:txBody>
          <a:bodyPr/>
          <a:lstStyle/>
          <a:p>
            <a:endParaRPr lang="en-GB"/>
          </a:p>
        </p:txBody>
      </p:sp>
      <p:sp>
        <p:nvSpPr>
          <p:cNvPr id="4" name="Title 3">
            <a:extLst>
              <a:ext uri="{FF2B5EF4-FFF2-40B4-BE49-F238E27FC236}">
                <a16:creationId xmlns:a16="http://schemas.microsoft.com/office/drawing/2014/main" id="{CB233D7C-1940-62F0-5BDE-DD5241CD46DE}"/>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106526234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Graphic Right with Bullet Lef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667C292-F61F-2FD5-B991-E30CAC8F84CD}"/>
              </a:ext>
            </a:extLst>
          </p:cNvPr>
          <p:cNvSpPr>
            <a:spLocks noGrp="1"/>
          </p:cNvSpPr>
          <p:nvPr>
            <p:ph idx="1"/>
          </p:nvPr>
        </p:nvSpPr>
        <p:spPr>
          <a:xfrm>
            <a:off x="6165602" y="1681199"/>
            <a:ext cx="5882400" cy="46872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Picture Placeholder 4">
            <a:extLst>
              <a:ext uri="{FF2B5EF4-FFF2-40B4-BE49-F238E27FC236}">
                <a16:creationId xmlns:a16="http://schemas.microsoft.com/office/drawing/2014/main" id="{CFFF65BC-205F-B781-3FB5-2A44E84855CB}"/>
              </a:ext>
            </a:extLst>
          </p:cNvPr>
          <p:cNvSpPr>
            <a:spLocks noGrp="1"/>
          </p:cNvSpPr>
          <p:nvPr>
            <p:ph type="pic" sz="quarter" idx="10"/>
          </p:nvPr>
        </p:nvSpPr>
        <p:spPr>
          <a:xfrm>
            <a:off x="144000" y="1681200"/>
            <a:ext cx="5882400" cy="4687200"/>
          </a:xfrm>
        </p:spPr>
        <p:txBody>
          <a:bodyPr/>
          <a:lstStyle/>
          <a:p>
            <a:endParaRPr lang="en-GB"/>
          </a:p>
        </p:txBody>
      </p:sp>
      <p:sp>
        <p:nvSpPr>
          <p:cNvPr id="4" name="Title 3">
            <a:extLst>
              <a:ext uri="{FF2B5EF4-FFF2-40B4-BE49-F238E27FC236}">
                <a16:creationId xmlns:a16="http://schemas.microsoft.com/office/drawing/2014/main" id="{CB233D7C-1940-62F0-5BDE-DD5241CD46DE}"/>
              </a:ext>
            </a:extLst>
          </p:cNvPr>
          <p:cNvSpPr>
            <a:spLocks noGrp="1"/>
          </p:cNvSpPr>
          <p:nvPr>
            <p:ph type="title"/>
          </p:nvPr>
        </p:nvSpPr>
        <p:spPr/>
        <p:txBody>
          <a:bodyPr/>
          <a:lstStyle/>
          <a:p>
            <a:r>
              <a:rPr lang="en-US"/>
              <a:t>Click to edit Master title style</a:t>
            </a:r>
            <a:endParaRPr lang="en-GB"/>
          </a:p>
        </p:txBody>
      </p:sp>
      <p:sp>
        <p:nvSpPr>
          <p:cNvPr id="2" name="Text Placeholder 4">
            <a:extLst>
              <a:ext uri="{FF2B5EF4-FFF2-40B4-BE49-F238E27FC236}">
                <a16:creationId xmlns:a16="http://schemas.microsoft.com/office/drawing/2014/main" id="{DC0E2CCF-2353-7FCD-EA6B-C0DAA4B7F10D}"/>
              </a:ext>
            </a:extLst>
          </p:cNvPr>
          <p:cNvSpPr>
            <a:spLocks noGrp="1"/>
          </p:cNvSpPr>
          <p:nvPr>
            <p:ph type="body" sz="quarter" idx="11"/>
          </p:nvPr>
        </p:nvSpPr>
        <p:spPr>
          <a:xfrm>
            <a:off x="896816" y="6505604"/>
            <a:ext cx="6210300" cy="290513"/>
          </a:xfrm>
        </p:spPr>
        <p:txBody>
          <a:bodyPr anchor="ctr">
            <a:noAutofit/>
          </a:bodyPr>
          <a:lstStyle>
            <a:lvl1pPr>
              <a:buNone/>
              <a:defRPr sz="1200"/>
            </a:lvl1pPr>
            <a:lvl2pPr>
              <a:buNone/>
              <a:defRPr/>
            </a:lvl2pPr>
            <a:lvl3pPr>
              <a:buNone/>
              <a:defRPr/>
            </a:lvl3pPr>
            <a:lvl4pPr>
              <a:buNone/>
              <a:defRPr/>
            </a:lvl4pPr>
            <a:lvl5pPr>
              <a:buNone/>
              <a:defRPr/>
            </a:lvl5pPr>
          </a:lstStyle>
          <a:p>
            <a:pPr lvl="0"/>
            <a:r>
              <a:rPr lang="en-US" dirty="0"/>
              <a:t>Click to edit Master text styles</a:t>
            </a:r>
          </a:p>
        </p:txBody>
      </p:sp>
      <p:sp>
        <p:nvSpPr>
          <p:cNvPr id="6" name="TextBox 5">
            <a:extLst>
              <a:ext uri="{FF2B5EF4-FFF2-40B4-BE49-F238E27FC236}">
                <a16:creationId xmlns:a16="http://schemas.microsoft.com/office/drawing/2014/main" id="{905299A6-7D71-48EF-38ED-B15295034F2E}"/>
              </a:ext>
            </a:extLst>
          </p:cNvPr>
          <p:cNvSpPr txBox="1"/>
          <p:nvPr userDrawn="1"/>
        </p:nvSpPr>
        <p:spPr>
          <a:xfrm>
            <a:off x="0" y="6435417"/>
            <a:ext cx="896815" cy="430887"/>
          </a:xfrm>
          <a:prstGeom prst="rect">
            <a:avLst/>
          </a:prstGeom>
          <a:noFill/>
        </p:spPr>
        <p:txBody>
          <a:bodyPr wrap="square" rtlCol="0" anchor="ctr">
            <a:spAutoFit/>
          </a:bodyPr>
          <a:lstStyle/>
          <a:p>
            <a:pPr algn="ctr"/>
            <a:r>
              <a:rPr lang="en-GB" sz="1100" dirty="0"/>
              <a:t>KSB Coverage:</a:t>
            </a:r>
          </a:p>
        </p:txBody>
      </p:sp>
      <p:sp>
        <p:nvSpPr>
          <p:cNvPr id="7" name="TextBox 6">
            <a:extLst>
              <a:ext uri="{FF2B5EF4-FFF2-40B4-BE49-F238E27FC236}">
                <a16:creationId xmlns:a16="http://schemas.microsoft.com/office/drawing/2014/main" id="{EF7B8732-D557-788C-DCE2-BCF3327D67DB}"/>
              </a:ext>
            </a:extLst>
          </p:cNvPr>
          <p:cNvSpPr txBox="1"/>
          <p:nvPr userDrawn="1"/>
        </p:nvSpPr>
        <p:spPr>
          <a:xfrm>
            <a:off x="7107115" y="6435417"/>
            <a:ext cx="896815" cy="430887"/>
          </a:xfrm>
          <a:prstGeom prst="rect">
            <a:avLst/>
          </a:prstGeom>
          <a:noFill/>
        </p:spPr>
        <p:txBody>
          <a:bodyPr wrap="square" rtlCol="0">
            <a:spAutoFit/>
          </a:bodyPr>
          <a:lstStyle/>
          <a:p>
            <a:pPr algn="ctr"/>
            <a:r>
              <a:rPr lang="en-GB" sz="1100" dirty="0"/>
              <a:t>Exam Coverage:</a:t>
            </a:r>
          </a:p>
        </p:txBody>
      </p:sp>
      <p:sp>
        <p:nvSpPr>
          <p:cNvPr id="8" name="Text Placeholder 4">
            <a:extLst>
              <a:ext uri="{FF2B5EF4-FFF2-40B4-BE49-F238E27FC236}">
                <a16:creationId xmlns:a16="http://schemas.microsoft.com/office/drawing/2014/main" id="{3B8D99B4-119D-196C-6DE0-4C3CAE0A32A5}"/>
              </a:ext>
            </a:extLst>
          </p:cNvPr>
          <p:cNvSpPr>
            <a:spLocks noGrp="1"/>
          </p:cNvSpPr>
          <p:nvPr>
            <p:ph type="body" sz="quarter" idx="12"/>
          </p:nvPr>
        </p:nvSpPr>
        <p:spPr>
          <a:xfrm>
            <a:off x="8003930" y="6505604"/>
            <a:ext cx="4188070" cy="290513"/>
          </a:xfrm>
        </p:spPr>
        <p:txBody>
          <a:bodyPr anchor="ctr">
            <a:noAutofit/>
          </a:bodyPr>
          <a:lstStyle>
            <a:lvl1pPr>
              <a:buNone/>
              <a:defRPr sz="1200"/>
            </a:lvl1pPr>
            <a:lvl2pPr>
              <a:buNone/>
              <a:defRPr/>
            </a:lvl2pPr>
            <a:lvl3pPr>
              <a:buNone/>
              <a:defRPr/>
            </a:lvl3pPr>
            <a:lvl4pPr>
              <a:buNone/>
              <a:defRPr/>
            </a:lvl4pPr>
            <a:lvl5pPr>
              <a:buNone/>
              <a:defRPr/>
            </a:lvl5pPr>
          </a:lstStyle>
          <a:p>
            <a:pPr lvl="0"/>
            <a:r>
              <a:rPr lang="en-US" dirty="0"/>
              <a:t>Click to edit Master text styles</a:t>
            </a:r>
          </a:p>
        </p:txBody>
      </p:sp>
    </p:spTree>
    <p:extLst>
      <p:ext uri="{BB962C8B-B14F-4D97-AF65-F5344CB8AC3E}">
        <p14:creationId xmlns:p14="http://schemas.microsoft.com/office/powerpoint/2010/main" val="378258198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wo Content No KSB">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5475775-C9FF-1E11-138E-C8C3F1255EB2}"/>
              </a:ext>
            </a:extLst>
          </p:cNvPr>
          <p:cNvSpPr>
            <a:spLocks noGrp="1"/>
          </p:cNvSpPr>
          <p:nvPr>
            <p:ph sz="half" idx="1"/>
          </p:nvPr>
        </p:nvSpPr>
        <p:spPr>
          <a:xfrm>
            <a:off x="144000" y="1681200"/>
            <a:ext cx="5882400" cy="5004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9B7139DE-C8B6-956D-4805-D8FD1A78E8F2}"/>
              </a:ext>
            </a:extLst>
          </p:cNvPr>
          <p:cNvSpPr>
            <a:spLocks noGrp="1"/>
          </p:cNvSpPr>
          <p:nvPr>
            <p:ph sz="half" idx="2"/>
          </p:nvPr>
        </p:nvSpPr>
        <p:spPr>
          <a:xfrm>
            <a:off x="6165602" y="1681199"/>
            <a:ext cx="5882400" cy="50040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Title 4">
            <a:extLst>
              <a:ext uri="{FF2B5EF4-FFF2-40B4-BE49-F238E27FC236}">
                <a16:creationId xmlns:a16="http://schemas.microsoft.com/office/drawing/2014/main" id="{EE31F1BD-5915-DE80-A25F-9999085FD8BE}"/>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388282661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5475775-C9FF-1E11-138E-C8C3F1255EB2}"/>
              </a:ext>
            </a:extLst>
          </p:cNvPr>
          <p:cNvSpPr>
            <a:spLocks noGrp="1"/>
          </p:cNvSpPr>
          <p:nvPr>
            <p:ph sz="half" idx="1"/>
          </p:nvPr>
        </p:nvSpPr>
        <p:spPr>
          <a:xfrm>
            <a:off x="144000" y="1681200"/>
            <a:ext cx="5882400" cy="4687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9B7139DE-C8B6-956D-4805-D8FD1A78E8F2}"/>
              </a:ext>
            </a:extLst>
          </p:cNvPr>
          <p:cNvSpPr>
            <a:spLocks noGrp="1"/>
          </p:cNvSpPr>
          <p:nvPr>
            <p:ph sz="half" idx="2"/>
          </p:nvPr>
        </p:nvSpPr>
        <p:spPr>
          <a:xfrm>
            <a:off x="6165602" y="1681199"/>
            <a:ext cx="5882400" cy="46872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Title 4">
            <a:extLst>
              <a:ext uri="{FF2B5EF4-FFF2-40B4-BE49-F238E27FC236}">
                <a16:creationId xmlns:a16="http://schemas.microsoft.com/office/drawing/2014/main" id="{EE31F1BD-5915-DE80-A25F-9999085FD8BE}"/>
              </a:ext>
            </a:extLst>
          </p:cNvPr>
          <p:cNvSpPr>
            <a:spLocks noGrp="1"/>
          </p:cNvSpPr>
          <p:nvPr>
            <p:ph type="title"/>
          </p:nvPr>
        </p:nvSpPr>
        <p:spPr/>
        <p:txBody>
          <a:bodyPr/>
          <a:lstStyle/>
          <a:p>
            <a:r>
              <a:rPr lang="en-US"/>
              <a:t>Click to edit Master title style</a:t>
            </a:r>
            <a:endParaRPr lang="en-GB"/>
          </a:p>
        </p:txBody>
      </p:sp>
      <p:sp>
        <p:nvSpPr>
          <p:cNvPr id="2" name="Text Placeholder 4">
            <a:extLst>
              <a:ext uri="{FF2B5EF4-FFF2-40B4-BE49-F238E27FC236}">
                <a16:creationId xmlns:a16="http://schemas.microsoft.com/office/drawing/2014/main" id="{5757F8C5-3D0E-C7A4-6A5E-CE98707EF5E4}"/>
              </a:ext>
            </a:extLst>
          </p:cNvPr>
          <p:cNvSpPr>
            <a:spLocks noGrp="1"/>
          </p:cNvSpPr>
          <p:nvPr>
            <p:ph type="body" sz="quarter" idx="10"/>
          </p:nvPr>
        </p:nvSpPr>
        <p:spPr>
          <a:xfrm>
            <a:off x="896816" y="6505604"/>
            <a:ext cx="6210300" cy="290513"/>
          </a:xfrm>
        </p:spPr>
        <p:txBody>
          <a:bodyPr anchor="ctr">
            <a:noAutofit/>
          </a:bodyPr>
          <a:lstStyle>
            <a:lvl1pPr>
              <a:buNone/>
              <a:defRPr sz="1200"/>
            </a:lvl1pPr>
            <a:lvl2pPr>
              <a:buNone/>
              <a:defRPr/>
            </a:lvl2pPr>
            <a:lvl3pPr>
              <a:buNone/>
              <a:defRPr/>
            </a:lvl3pPr>
            <a:lvl4pPr>
              <a:buNone/>
              <a:defRPr/>
            </a:lvl4pPr>
            <a:lvl5pPr>
              <a:buNone/>
              <a:defRPr/>
            </a:lvl5pPr>
          </a:lstStyle>
          <a:p>
            <a:pPr lvl="0"/>
            <a:r>
              <a:rPr lang="en-US" dirty="0"/>
              <a:t>Click to edit Master text styles</a:t>
            </a:r>
          </a:p>
        </p:txBody>
      </p:sp>
      <p:sp>
        <p:nvSpPr>
          <p:cNvPr id="6" name="TextBox 5">
            <a:extLst>
              <a:ext uri="{FF2B5EF4-FFF2-40B4-BE49-F238E27FC236}">
                <a16:creationId xmlns:a16="http://schemas.microsoft.com/office/drawing/2014/main" id="{6404A935-9EA8-24C9-FD36-1CCCE6F7667E}"/>
              </a:ext>
            </a:extLst>
          </p:cNvPr>
          <p:cNvSpPr txBox="1"/>
          <p:nvPr userDrawn="1"/>
        </p:nvSpPr>
        <p:spPr>
          <a:xfrm>
            <a:off x="0" y="6435417"/>
            <a:ext cx="896815" cy="430887"/>
          </a:xfrm>
          <a:prstGeom prst="rect">
            <a:avLst/>
          </a:prstGeom>
          <a:noFill/>
        </p:spPr>
        <p:txBody>
          <a:bodyPr wrap="square" rtlCol="0" anchor="ctr">
            <a:spAutoFit/>
          </a:bodyPr>
          <a:lstStyle/>
          <a:p>
            <a:pPr algn="ctr"/>
            <a:r>
              <a:rPr lang="en-GB" sz="1100" dirty="0"/>
              <a:t>KSB Coverage:</a:t>
            </a:r>
          </a:p>
        </p:txBody>
      </p:sp>
      <p:sp>
        <p:nvSpPr>
          <p:cNvPr id="7" name="TextBox 6">
            <a:extLst>
              <a:ext uri="{FF2B5EF4-FFF2-40B4-BE49-F238E27FC236}">
                <a16:creationId xmlns:a16="http://schemas.microsoft.com/office/drawing/2014/main" id="{0451BBD0-E331-5A9D-2363-5611F8048DF4}"/>
              </a:ext>
            </a:extLst>
          </p:cNvPr>
          <p:cNvSpPr txBox="1"/>
          <p:nvPr userDrawn="1"/>
        </p:nvSpPr>
        <p:spPr>
          <a:xfrm>
            <a:off x="7107115" y="6435417"/>
            <a:ext cx="896815" cy="430887"/>
          </a:xfrm>
          <a:prstGeom prst="rect">
            <a:avLst/>
          </a:prstGeom>
          <a:noFill/>
        </p:spPr>
        <p:txBody>
          <a:bodyPr wrap="square" rtlCol="0">
            <a:spAutoFit/>
          </a:bodyPr>
          <a:lstStyle/>
          <a:p>
            <a:pPr algn="ctr"/>
            <a:r>
              <a:rPr lang="en-GB" sz="1100" dirty="0"/>
              <a:t>Exam Coverage:</a:t>
            </a:r>
          </a:p>
        </p:txBody>
      </p:sp>
      <p:sp>
        <p:nvSpPr>
          <p:cNvPr id="8" name="Text Placeholder 4">
            <a:extLst>
              <a:ext uri="{FF2B5EF4-FFF2-40B4-BE49-F238E27FC236}">
                <a16:creationId xmlns:a16="http://schemas.microsoft.com/office/drawing/2014/main" id="{31B03309-60D3-B677-E31C-D43D359572CE}"/>
              </a:ext>
            </a:extLst>
          </p:cNvPr>
          <p:cNvSpPr>
            <a:spLocks noGrp="1"/>
          </p:cNvSpPr>
          <p:nvPr>
            <p:ph type="body" sz="quarter" idx="11"/>
          </p:nvPr>
        </p:nvSpPr>
        <p:spPr>
          <a:xfrm>
            <a:off x="8003930" y="6505604"/>
            <a:ext cx="4188070" cy="290513"/>
          </a:xfrm>
        </p:spPr>
        <p:txBody>
          <a:bodyPr anchor="ctr">
            <a:noAutofit/>
          </a:bodyPr>
          <a:lstStyle>
            <a:lvl1pPr>
              <a:buNone/>
              <a:defRPr sz="1200"/>
            </a:lvl1pPr>
            <a:lvl2pPr>
              <a:buNone/>
              <a:defRPr/>
            </a:lvl2pPr>
            <a:lvl3pPr>
              <a:buNone/>
              <a:defRPr/>
            </a:lvl3pPr>
            <a:lvl4pPr>
              <a:buNone/>
              <a:defRPr/>
            </a:lvl4pPr>
            <a:lvl5pPr>
              <a:buNone/>
              <a:defRPr/>
            </a:lvl5pPr>
          </a:lstStyle>
          <a:p>
            <a:pPr lvl="0"/>
            <a:r>
              <a:rPr lang="en-US" dirty="0"/>
              <a:t>Click to edit Master text styles</a:t>
            </a:r>
          </a:p>
        </p:txBody>
      </p:sp>
    </p:spTree>
    <p:extLst>
      <p:ext uri="{BB962C8B-B14F-4D97-AF65-F5344CB8AC3E}">
        <p14:creationId xmlns:p14="http://schemas.microsoft.com/office/powerpoint/2010/main" val="156658979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mparison No KSB">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425410F0-CAB2-D034-BF81-F513F571C8EF}"/>
              </a:ext>
            </a:extLst>
          </p:cNvPr>
          <p:cNvSpPr>
            <a:spLocks noGrp="1"/>
          </p:cNvSpPr>
          <p:nvPr>
            <p:ph type="body" idx="1"/>
          </p:nvPr>
        </p:nvSpPr>
        <p:spPr>
          <a:xfrm>
            <a:off x="144000" y="1681200"/>
            <a:ext cx="588240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D289DC6D-4B4C-BF2B-4B8B-3D2435961301}"/>
              </a:ext>
            </a:extLst>
          </p:cNvPr>
          <p:cNvSpPr>
            <a:spLocks noGrp="1"/>
          </p:cNvSpPr>
          <p:nvPr>
            <p:ph sz="half" idx="2"/>
          </p:nvPr>
        </p:nvSpPr>
        <p:spPr>
          <a:xfrm>
            <a:off x="142128" y="2602523"/>
            <a:ext cx="5882400" cy="40824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Text Placeholder 4">
            <a:extLst>
              <a:ext uri="{FF2B5EF4-FFF2-40B4-BE49-F238E27FC236}">
                <a16:creationId xmlns:a16="http://schemas.microsoft.com/office/drawing/2014/main" id="{C7AFB030-A96B-BA10-C761-510674C9A38A}"/>
              </a:ext>
            </a:extLst>
          </p:cNvPr>
          <p:cNvSpPr>
            <a:spLocks noGrp="1"/>
          </p:cNvSpPr>
          <p:nvPr>
            <p:ph type="body" sz="quarter" idx="3"/>
          </p:nvPr>
        </p:nvSpPr>
        <p:spPr>
          <a:xfrm>
            <a:off x="6172200" y="1681163"/>
            <a:ext cx="588240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05C8C28-7E5E-9EB5-2854-1842ABD553E1}"/>
              </a:ext>
            </a:extLst>
          </p:cNvPr>
          <p:cNvSpPr>
            <a:spLocks noGrp="1"/>
          </p:cNvSpPr>
          <p:nvPr>
            <p:ph sz="quarter" idx="4"/>
          </p:nvPr>
        </p:nvSpPr>
        <p:spPr>
          <a:xfrm>
            <a:off x="6167474" y="2602523"/>
            <a:ext cx="5882400" cy="4082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Title 6">
            <a:extLst>
              <a:ext uri="{FF2B5EF4-FFF2-40B4-BE49-F238E27FC236}">
                <a16:creationId xmlns:a16="http://schemas.microsoft.com/office/drawing/2014/main" id="{DB2050A5-D18C-2F28-1B67-47A82DE670CE}"/>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120763166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425410F0-CAB2-D034-BF81-F513F571C8EF}"/>
              </a:ext>
            </a:extLst>
          </p:cNvPr>
          <p:cNvSpPr>
            <a:spLocks noGrp="1"/>
          </p:cNvSpPr>
          <p:nvPr>
            <p:ph type="body" idx="1"/>
          </p:nvPr>
        </p:nvSpPr>
        <p:spPr>
          <a:xfrm>
            <a:off x="144000" y="1681200"/>
            <a:ext cx="588240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D289DC6D-4B4C-BF2B-4B8B-3D2435961301}"/>
              </a:ext>
            </a:extLst>
          </p:cNvPr>
          <p:cNvSpPr>
            <a:spLocks noGrp="1"/>
          </p:cNvSpPr>
          <p:nvPr>
            <p:ph sz="half" idx="2"/>
          </p:nvPr>
        </p:nvSpPr>
        <p:spPr>
          <a:xfrm>
            <a:off x="142128" y="2602523"/>
            <a:ext cx="5882400" cy="37656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Text Placeholder 4">
            <a:extLst>
              <a:ext uri="{FF2B5EF4-FFF2-40B4-BE49-F238E27FC236}">
                <a16:creationId xmlns:a16="http://schemas.microsoft.com/office/drawing/2014/main" id="{C7AFB030-A96B-BA10-C761-510674C9A38A}"/>
              </a:ext>
            </a:extLst>
          </p:cNvPr>
          <p:cNvSpPr>
            <a:spLocks noGrp="1"/>
          </p:cNvSpPr>
          <p:nvPr>
            <p:ph type="body" sz="quarter" idx="3"/>
          </p:nvPr>
        </p:nvSpPr>
        <p:spPr>
          <a:xfrm>
            <a:off x="6172200" y="1681163"/>
            <a:ext cx="588240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05C8C28-7E5E-9EB5-2854-1842ABD553E1}"/>
              </a:ext>
            </a:extLst>
          </p:cNvPr>
          <p:cNvSpPr>
            <a:spLocks noGrp="1"/>
          </p:cNvSpPr>
          <p:nvPr>
            <p:ph sz="quarter" idx="4"/>
          </p:nvPr>
        </p:nvSpPr>
        <p:spPr>
          <a:xfrm>
            <a:off x="6167474" y="2602523"/>
            <a:ext cx="5882400" cy="3765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Title 6">
            <a:extLst>
              <a:ext uri="{FF2B5EF4-FFF2-40B4-BE49-F238E27FC236}">
                <a16:creationId xmlns:a16="http://schemas.microsoft.com/office/drawing/2014/main" id="{DB2050A5-D18C-2F28-1B67-47A82DE670CE}"/>
              </a:ext>
            </a:extLst>
          </p:cNvPr>
          <p:cNvSpPr>
            <a:spLocks noGrp="1"/>
          </p:cNvSpPr>
          <p:nvPr>
            <p:ph type="title"/>
          </p:nvPr>
        </p:nvSpPr>
        <p:spPr/>
        <p:txBody>
          <a:bodyPr/>
          <a:lstStyle/>
          <a:p>
            <a:r>
              <a:rPr lang="en-US"/>
              <a:t>Click to edit Master title style</a:t>
            </a:r>
            <a:endParaRPr lang="en-GB"/>
          </a:p>
        </p:txBody>
      </p:sp>
      <p:sp>
        <p:nvSpPr>
          <p:cNvPr id="2" name="Text Placeholder 4">
            <a:extLst>
              <a:ext uri="{FF2B5EF4-FFF2-40B4-BE49-F238E27FC236}">
                <a16:creationId xmlns:a16="http://schemas.microsoft.com/office/drawing/2014/main" id="{DD7FA9BB-0216-21DC-586E-FB3CEC5B1D61}"/>
              </a:ext>
            </a:extLst>
          </p:cNvPr>
          <p:cNvSpPr>
            <a:spLocks noGrp="1"/>
          </p:cNvSpPr>
          <p:nvPr>
            <p:ph type="body" sz="quarter" idx="10"/>
          </p:nvPr>
        </p:nvSpPr>
        <p:spPr>
          <a:xfrm>
            <a:off x="896816" y="6505604"/>
            <a:ext cx="6210300" cy="290513"/>
          </a:xfrm>
        </p:spPr>
        <p:txBody>
          <a:bodyPr anchor="ctr">
            <a:noAutofit/>
          </a:bodyPr>
          <a:lstStyle>
            <a:lvl1pPr>
              <a:buNone/>
              <a:defRPr sz="1200"/>
            </a:lvl1pPr>
            <a:lvl2pPr>
              <a:buNone/>
              <a:defRPr/>
            </a:lvl2pPr>
            <a:lvl3pPr>
              <a:buNone/>
              <a:defRPr/>
            </a:lvl3pPr>
            <a:lvl4pPr>
              <a:buNone/>
              <a:defRPr/>
            </a:lvl4pPr>
            <a:lvl5pPr>
              <a:buNone/>
              <a:defRPr/>
            </a:lvl5pPr>
          </a:lstStyle>
          <a:p>
            <a:pPr lvl="0"/>
            <a:r>
              <a:rPr lang="en-US" dirty="0"/>
              <a:t>Click to edit Master text styles</a:t>
            </a:r>
          </a:p>
        </p:txBody>
      </p:sp>
      <p:sp>
        <p:nvSpPr>
          <p:cNvPr id="8" name="TextBox 7">
            <a:extLst>
              <a:ext uri="{FF2B5EF4-FFF2-40B4-BE49-F238E27FC236}">
                <a16:creationId xmlns:a16="http://schemas.microsoft.com/office/drawing/2014/main" id="{1D585EC4-AB57-DB2C-1C5D-44AEFD0DF604}"/>
              </a:ext>
            </a:extLst>
          </p:cNvPr>
          <p:cNvSpPr txBox="1"/>
          <p:nvPr userDrawn="1"/>
        </p:nvSpPr>
        <p:spPr>
          <a:xfrm>
            <a:off x="0" y="6435417"/>
            <a:ext cx="896815" cy="430887"/>
          </a:xfrm>
          <a:prstGeom prst="rect">
            <a:avLst/>
          </a:prstGeom>
          <a:noFill/>
        </p:spPr>
        <p:txBody>
          <a:bodyPr wrap="square" rtlCol="0" anchor="ctr">
            <a:spAutoFit/>
          </a:bodyPr>
          <a:lstStyle/>
          <a:p>
            <a:pPr algn="ctr"/>
            <a:r>
              <a:rPr lang="en-GB" sz="1100" dirty="0"/>
              <a:t>KSB Coverage:</a:t>
            </a:r>
          </a:p>
        </p:txBody>
      </p:sp>
      <p:sp>
        <p:nvSpPr>
          <p:cNvPr id="9" name="TextBox 8">
            <a:extLst>
              <a:ext uri="{FF2B5EF4-FFF2-40B4-BE49-F238E27FC236}">
                <a16:creationId xmlns:a16="http://schemas.microsoft.com/office/drawing/2014/main" id="{66C5C7CF-45D8-F540-729B-6DFE7360C400}"/>
              </a:ext>
            </a:extLst>
          </p:cNvPr>
          <p:cNvSpPr txBox="1"/>
          <p:nvPr userDrawn="1"/>
        </p:nvSpPr>
        <p:spPr>
          <a:xfrm>
            <a:off x="7107115" y="6435417"/>
            <a:ext cx="896815" cy="430887"/>
          </a:xfrm>
          <a:prstGeom prst="rect">
            <a:avLst/>
          </a:prstGeom>
          <a:noFill/>
        </p:spPr>
        <p:txBody>
          <a:bodyPr wrap="square" rtlCol="0">
            <a:spAutoFit/>
          </a:bodyPr>
          <a:lstStyle/>
          <a:p>
            <a:pPr algn="ctr"/>
            <a:r>
              <a:rPr lang="en-GB" sz="1100" dirty="0"/>
              <a:t>Exam Coverage:</a:t>
            </a:r>
          </a:p>
        </p:txBody>
      </p:sp>
      <p:sp>
        <p:nvSpPr>
          <p:cNvPr id="10" name="Text Placeholder 4">
            <a:extLst>
              <a:ext uri="{FF2B5EF4-FFF2-40B4-BE49-F238E27FC236}">
                <a16:creationId xmlns:a16="http://schemas.microsoft.com/office/drawing/2014/main" id="{44F9600C-5530-271F-8540-99F2427C8E10}"/>
              </a:ext>
            </a:extLst>
          </p:cNvPr>
          <p:cNvSpPr>
            <a:spLocks noGrp="1"/>
          </p:cNvSpPr>
          <p:nvPr>
            <p:ph type="body" sz="quarter" idx="11"/>
          </p:nvPr>
        </p:nvSpPr>
        <p:spPr>
          <a:xfrm>
            <a:off x="8003930" y="6505604"/>
            <a:ext cx="4188070" cy="290513"/>
          </a:xfrm>
        </p:spPr>
        <p:txBody>
          <a:bodyPr anchor="ctr">
            <a:noAutofit/>
          </a:bodyPr>
          <a:lstStyle>
            <a:lvl1pPr>
              <a:buNone/>
              <a:defRPr sz="1200"/>
            </a:lvl1pPr>
            <a:lvl2pPr>
              <a:buNone/>
              <a:defRPr/>
            </a:lvl2pPr>
            <a:lvl3pPr>
              <a:buNone/>
              <a:defRPr/>
            </a:lvl3pPr>
            <a:lvl4pPr>
              <a:buNone/>
              <a:defRPr/>
            </a:lvl4pPr>
            <a:lvl5pPr>
              <a:buNone/>
              <a:defRPr/>
            </a:lvl5pPr>
          </a:lstStyle>
          <a:p>
            <a:pPr lvl="0"/>
            <a:r>
              <a:rPr lang="en-US" dirty="0"/>
              <a:t>Click to edit Master text styles</a:t>
            </a:r>
          </a:p>
        </p:txBody>
      </p:sp>
    </p:spTree>
    <p:extLst>
      <p:ext uri="{BB962C8B-B14F-4D97-AF65-F5344CB8AC3E}">
        <p14:creationId xmlns:p14="http://schemas.microsoft.com/office/powerpoint/2010/main" val="152976945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SmartArt Slide No KSB">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8CFA2DD-70C5-2379-CE0F-BBF505CF5E6D}"/>
              </a:ext>
            </a:extLst>
          </p:cNvPr>
          <p:cNvSpPr>
            <a:spLocks noGrp="1"/>
          </p:cNvSpPr>
          <p:nvPr>
            <p:ph type="title"/>
          </p:nvPr>
        </p:nvSpPr>
        <p:spPr/>
        <p:txBody>
          <a:bodyPr/>
          <a:lstStyle/>
          <a:p>
            <a:r>
              <a:rPr lang="en-US"/>
              <a:t>Click to edit Master title style</a:t>
            </a:r>
            <a:endParaRPr lang="en-GB"/>
          </a:p>
        </p:txBody>
      </p:sp>
      <p:sp>
        <p:nvSpPr>
          <p:cNvPr id="11" name="SmartArt Placeholder 10">
            <a:extLst>
              <a:ext uri="{FF2B5EF4-FFF2-40B4-BE49-F238E27FC236}">
                <a16:creationId xmlns:a16="http://schemas.microsoft.com/office/drawing/2014/main" id="{DB235358-4164-A41A-88F6-44E980CDA6AB}"/>
              </a:ext>
            </a:extLst>
          </p:cNvPr>
          <p:cNvSpPr>
            <a:spLocks noGrp="1"/>
          </p:cNvSpPr>
          <p:nvPr>
            <p:ph type="dgm" sz="quarter" idx="10"/>
          </p:nvPr>
        </p:nvSpPr>
        <p:spPr>
          <a:xfrm>
            <a:off x="142129" y="1681200"/>
            <a:ext cx="11908800" cy="5004000"/>
          </a:xfrm>
        </p:spPr>
        <p:txBody>
          <a:bodyPr/>
          <a:lstStyle/>
          <a:p>
            <a:endParaRPr lang="en-GB"/>
          </a:p>
        </p:txBody>
      </p:sp>
    </p:spTree>
    <p:extLst>
      <p:ext uri="{BB962C8B-B14F-4D97-AF65-F5344CB8AC3E}">
        <p14:creationId xmlns:p14="http://schemas.microsoft.com/office/powerpoint/2010/main" val="130520406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SmartArt Slide">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8CFA2DD-70C5-2379-CE0F-BBF505CF5E6D}"/>
              </a:ext>
            </a:extLst>
          </p:cNvPr>
          <p:cNvSpPr>
            <a:spLocks noGrp="1"/>
          </p:cNvSpPr>
          <p:nvPr>
            <p:ph type="title"/>
          </p:nvPr>
        </p:nvSpPr>
        <p:spPr/>
        <p:txBody>
          <a:bodyPr/>
          <a:lstStyle/>
          <a:p>
            <a:r>
              <a:rPr lang="en-US"/>
              <a:t>Click to edit Master title style</a:t>
            </a:r>
            <a:endParaRPr lang="en-GB"/>
          </a:p>
        </p:txBody>
      </p:sp>
      <p:sp>
        <p:nvSpPr>
          <p:cNvPr id="11" name="SmartArt Placeholder 10">
            <a:extLst>
              <a:ext uri="{FF2B5EF4-FFF2-40B4-BE49-F238E27FC236}">
                <a16:creationId xmlns:a16="http://schemas.microsoft.com/office/drawing/2014/main" id="{DB235358-4164-A41A-88F6-44E980CDA6AB}"/>
              </a:ext>
            </a:extLst>
          </p:cNvPr>
          <p:cNvSpPr>
            <a:spLocks noGrp="1"/>
          </p:cNvSpPr>
          <p:nvPr>
            <p:ph type="dgm" sz="quarter" idx="10"/>
          </p:nvPr>
        </p:nvSpPr>
        <p:spPr>
          <a:xfrm>
            <a:off x="142129" y="1681200"/>
            <a:ext cx="11908800" cy="4687200"/>
          </a:xfrm>
        </p:spPr>
        <p:txBody>
          <a:bodyPr/>
          <a:lstStyle/>
          <a:p>
            <a:endParaRPr lang="en-GB"/>
          </a:p>
        </p:txBody>
      </p:sp>
      <p:sp>
        <p:nvSpPr>
          <p:cNvPr id="2" name="Text Placeholder 4">
            <a:extLst>
              <a:ext uri="{FF2B5EF4-FFF2-40B4-BE49-F238E27FC236}">
                <a16:creationId xmlns:a16="http://schemas.microsoft.com/office/drawing/2014/main" id="{09359B97-947A-AA82-5115-A14DCD796C53}"/>
              </a:ext>
            </a:extLst>
          </p:cNvPr>
          <p:cNvSpPr>
            <a:spLocks noGrp="1"/>
          </p:cNvSpPr>
          <p:nvPr>
            <p:ph type="body" sz="quarter" idx="11"/>
          </p:nvPr>
        </p:nvSpPr>
        <p:spPr>
          <a:xfrm>
            <a:off x="896816" y="6505604"/>
            <a:ext cx="6210300" cy="290513"/>
          </a:xfrm>
        </p:spPr>
        <p:txBody>
          <a:bodyPr anchor="ctr">
            <a:noAutofit/>
          </a:bodyPr>
          <a:lstStyle>
            <a:lvl1pPr>
              <a:buNone/>
              <a:defRPr sz="1200"/>
            </a:lvl1pPr>
            <a:lvl2pPr>
              <a:buNone/>
              <a:defRPr/>
            </a:lvl2pPr>
            <a:lvl3pPr>
              <a:buNone/>
              <a:defRPr/>
            </a:lvl3pPr>
            <a:lvl4pPr>
              <a:buNone/>
              <a:defRPr/>
            </a:lvl4pPr>
            <a:lvl5pPr>
              <a:buNone/>
              <a:defRPr/>
            </a:lvl5pPr>
          </a:lstStyle>
          <a:p>
            <a:pPr lvl="0"/>
            <a:r>
              <a:rPr lang="en-US" dirty="0"/>
              <a:t>Click to edit Master text styles</a:t>
            </a:r>
          </a:p>
        </p:txBody>
      </p:sp>
      <p:sp>
        <p:nvSpPr>
          <p:cNvPr id="3" name="TextBox 2">
            <a:extLst>
              <a:ext uri="{FF2B5EF4-FFF2-40B4-BE49-F238E27FC236}">
                <a16:creationId xmlns:a16="http://schemas.microsoft.com/office/drawing/2014/main" id="{E37D7ADA-F8A5-8BA0-CDD1-D757DAF59A17}"/>
              </a:ext>
            </a:extLst>
          </p:cNvPr>
          <p:cNvSpPr txBox="1"/>
          <p:nvPr userDrawn="1"/>
        </p:nvSpPr>
        <p:spPr>
          <a:xfrm>
            <a:off x="0" y="6435417"/>
            <a:ext cx="896815" cy="430887"/>
          </a:xfrm>
          <a:prstGeom prst="rect">
            <a:avLst/>
          </a:prstGeom>
          <a:noFill/>
        </p:spPr>
        <p:txBody>
          <a:bodyPr wrap="square" rtlCol="0" anchor="ctr">
            <a:spAutoFit/>
          </a:bodyPr>
          <a:lstStyle/>
          <a:p>
            <a:pPr algn="ctr"/>
            <a:r>
              <a:rPr lang="en-GB" sz="1100" dirty="0"/>
              <a:t>KSB Coverage:</a:t>
            </a:r>
          </a:p>
        </p:txBody>
      </p:sp>
      <p:sp>
        <p:nvSpPr>
          <p:cNvPr id="5" name="TextBox 4">
            <a:extLst>
              <a:ext uri="{FF2B5EF4-FFF2-40B4-BE49-F238E27FC236}">
                <a16:creationId xmlns:a16="http://schemas.microsoft.com/office/drawing/2014/main" id="{99034CEC-3550-A837-B2A5-5A911F00675C}"/>
              </a:ext>
            </a:extLst>
          </p:cNvPr>
          <p:cNvSpPr txBox="1"/>
          <p:nvPr userDrawn="1"/>
        </p:nvSpPr>
        <p:spPr>
          <a:xfrm>
            <a:off x="7107115" y="6435417"/>
            <a:ext cx="896815" cy="430887"/>
          </a:xfrm>
          <a:prstGeom prst="rect">
            <a:avLst/>
          </a:prstGeom>
          <a:noFill/>
        </p:spPr>
        <p:txBody>
          <a:bodyPr wrap="square" rtlCol="0">
            <a:spAutoFit/>
          </a:bodyPr>
          <a:lstStyle/>
          <a:p>
            <a:pPr algn="ctr"/>
            <a:r>
              <a:rPr lang="en-GB" sz="1100" dirty="0"/>
              <a:t>Exam Coverage:</a:t>
            </a:r>
          </a:p>
        </p:txBody>
      </p:sp>
      <p:sp>
        <p:nvSpPr>
          <p:cNvPr id="6" name="Text Placeholder 4">
            <a:extLst>
              <a:ext uri="{FF2B5EF4-FFF2-40B4-BE49-F238E27FC236}">
                <a16:creationId xmlns:a16="http://schemas.microsoft.com/office/drawing/2014/main" id="{CA77293C-75DF-39B0-27CC-EAE6D4903EBE}"/>
              </a:ext>
            </a:extLst>
          </p:cNvPr>
          <p:cNvSpPr>
            <a:spLocks noGrp="1"/>
          </p:cNvSpPr>
          <p:nvPr>
            <p:ph type="body" sz="quarter" idx="12"/>
          </p:nvPr>
        </p:nvSpPr>
        <p:spPr>
          <a:xfrm>
            <a:off x="8003930" y="6505604"/>
            <a:ext cx="4188070" cy="290513"/>
          </a:xfrm>
        </p:spPr>
        <p:txBody>
          <a:bodyPr anchor="ctr">
            <a:noAutofit/>
          </a:bodyPr>
          <a:lstStyle>
            <a:lvl1pPr>
              <a:buNone/>
              <a:defRPr sz="1200"/>
            </a:lvl1pPr>
            <a:lvl2pPr>
              <a:buNone/>
              <a:defRPr/>
            </a:lvl2pPr>
            <a:lvl3pPr>
              <a:buNone/>
              <a:defRPr/>
            </a:lvl3pPr>
            <a:lvl4pPr>
              <a:buNone/>
              <a:defRPr/>
            </a:lvl4pPr>
            <a:lvl5pPr>
              <a:buNone/>
              <a:defRPr/>
            </a:lvl5pPr>
          </a:lstStyle>
          <a:p>
            <a:pPr lvl="0"/>
            <a:r>
              <a:rPr lang="en-US" dirty="0"/>
              <a:t>Click to edit Master text styles</a:t>
            </a:r>
          </a:p>
        </p:txBody>
      </p:sp>
    </p:spTree>
    <p:extLst>
      <p:ext uri="{BB962C8B-B14F-4D97-AF65-F5344CB8AC3E}">
        <p14:creationId xmlns:p14="http://schemas.microsoft.com/office/powerpoint/2010/main" val="370788840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Only No KSB">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4ED1CE0-5D64-2993-B68B-9CAED6157AE6}"/>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414539222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4ED1CE0-5D64-2993-B68B-9CAED6157AE6}"/>
              </a:ext>
            </a:extLst>
          </p:cNvPr>
          <p:cNvSpPr>
            <a:spLocks noGrp="1"/>
          </p:cNvSpPr>
          <p:nvPr>
            <p:ph type="title"/>
          </p:nvPr>
        </p:nvSpPr>
        <p:spPr/>
        <p:txBody>
          <a:bodyPr/>
          <a:lstStyle/>
          <a:p>
            <a:r>
              <a:rPr lang="en-US"/>
              <a:t>Click to edit Master title style</a:t>
            </a:r>
            <a:endParaRPr lang="en-GB"/>
          </a:p>
        </p:txBody>
      </p:sp>
      <p:sp>
        <p:nvSpPr>
          <p:cNvPr id="2" name="Text Placeholder 4">
            <a:extLst>
              <a:ext uri="{FF2B5EF4-FFF2-40B4-BE49-F238E27FC236}">
                <a16:creationId xmlns:a16="http://schemas.microsoft.com/office/drawing/2014/main" id="{DA58B6A5-E39A-0B01-08BA-8A28A43A35C3}"/>
              </a:ext>
            </a:extLst>
          </p:cNvPr>
          <p:cNvSpPr>
            <a:spLocks noGrp="1"/>
          </p:cNvSpPr>
          <p:nvPr>
            <p:ph type="body" sz="quarter" idx="11"/>
          </p:nvPr>
        </p:nvSpPr>
        <p:spPr>
          <a:xfrm>
            <a:off x="896816" y="6505604"/>
            <a:ext cx="6210300" cy="290513"/>
          </a:xfrm>
        </p:spPr>
        <p:txBody>
          <a:bodyPr anchor="ctr">
            <a:noAutofit/>
          </a:bodyPr>
          <a:lstStyle>
            <a:lvl1pPr>
              <a:buNone/>
              <a:defRPr sz="1200"/>
            </a:lvl1pPr>
            <a:lvl2pPr>
              <a:buNone/>
              <a:defRPr/>
            </a:lvl2pPr>
            <a:lvl3pPr>
              <a:buNone/>
              <a:defRPr/>
            </a:lvl3pPr>
            <a:lvl4pPr>
              <a:buNone/>
              <a:defRPr/>
            </a:lvl4pPr>
            <a:lvl5pPr>
              <a:buNone/>
              <a:defRPr/>
            </a:lvl5pPr>
          </a:lstStyle>
          <a:p>
            <a:pPr lvl="0"/>
            <a:r>
              <a:rPr lang="en-US" dirty="0"/>
              <a:t>Click to edit Master text styles</a:t>
            </a:r>
          </a:p>
        </p:txBody>
      </p:sp>
      <p:sp>
        <p:nvSpPr>
          <p:cNvPr id="4" name="TextBox 3">
            <a:extLst>
              <a:ext uri="{FF2B5EF4-FFF2-40B4-BE49-F238E27FC236}">
                <a16:creationId xmlns:a16="http://schemas.microsoft.com/office/drawing/2014/main" id="{702023F7-E8A5-E9B4-9769-1743A3E62066}"/>
              </a:ext>
            </a:extLst>
          </p:cNvPr>
          <p:cNvSpPr txBox="1"/>
          <p:nvPr userDrawn="1"/>
        </p:nvSpPr>
        <p:spPr>
          <a:xfrm>
            <a:off x="0" y="6435417"/>
            <a:ext cx="896815" cy="430887"/>
          </a:xfrm>
          <a:prstGeom prst="rect">
            <a:avLst/>
          </a:prstGeom>
          <a:noFill/>
        </p:spPr>
        <p:txBody>
          <a:bodyPr wrap="square" rtlCol="0" anchor="ctr">
            <a:spAutoFit/>
          </a:bodyPr>
          <a:lstStyle/>
          <a:p>
            <a:pPr algn="ctr"/>
            <a:r>
              <a:rPr lang="en-GB" sz="1100" dirty="0"/>
              <a:t>KSB Coverage:</a:t>
            </a:r>
          </a:p>
        </p:txBody>
      </p:sp>
      <p:sp>
        <p:nvSpPr>
          <p:cNvPr id="5" name="TextBox 4">
            <a:extLst>
              <a:ext uri="{FF2B5EF4-FFF2-40B4-BE49-F238E27FC236}">
                <a16:creationId xmlns:a16="http://schemas.microsoft.com/office/drawing/2014/main" id="{BFD0E641-F450-C0E5-F36D-4DBA0C50A745}"/>
              </a:ext>
            </a:extLst>
          </p:cNvPr>
          <p:cNvSpPr txBox="1"/>
          <p:nvPr userDrawn="1"/>
        </p:nvSpPr>
        <p:spPr>
          <a:xfrm>
            <a:off x="7107115" y="6435417"/>
            <a:ext cx="896815" cy="430887"/>
          </a:xfrm>
          <a:prstGeom prst="rect">
            <a:avLst/>
          </a:prstGeom>
          <a:noFill/>
        </p:spPr>
        <p:txBody>
          <a:bodyPr wrap="square" rtlCol="0">
            <a:spAutoFit/>
          </a:bodyPr>
          <a:lstStyle/>
          <a:p>
            <a:pPr algn="ctr"/>
            <a:r>
              <a:rPr lang="en-GB" sz="1100" dirty="0"/>
              <a:t>Exam Coverage:</a:t>
            </a:r>
          </a:p>
        </p:txBody>
      </p:sp>
      <p:sp>
        <p:nvSpPr>
          <p:cNvPr id="6" name="Text Placeholder 4">
            <a:extLst>
              <a:ext uri="{FF2B5EF4-FFF2-40B4-BE49-F238E27FC236}">
                <a16:creationId xmlns:a16="http://schemas.microsoft.com/office/drawing/2014/main" id="{A786B3D5-F79E-70E4-3B9B-5B5BE1693CF8}"/>
              </a:ext>
            </a:extLst>
          </p:cNvPr>
          <p:cNvSpPr>
            <a:spLocks noGrp="1"/>
          </p:cNvSpPr>
          <p:nvPr>
            <p:ph type="body" sz="quarter" idx="12"/>
          </p:nvPr>
        </p:nvSpPr>
        <p:spPr>
          <a:xfrm>
            <a:off x="8003930" y="6505604"/>
            <a:ext cx="4188070" cy="290513"/>
          </a:xfrm>
        </p:spPr>
        <p:txBody>
          <a:bodyPr anchor="ctr">
            <a:noAutofit/>
          </a:bodyPr>
          <a:lstStyle>
            <a:lvl1pPr>
              <a:buNone/>
              <a:defRPr sz="1200"/>
            </a:lvl1pPr>
            <a:lvl2pPr>
              <a:buNone/>
              <a:defRPr/>
            </a:lvl2pPr>
            <a:lvl3pPr>
              <a:buNone/>
              <a:defRPr/>
            </a:lvl3pPr>
            <a:lvl4pPr>
              <a:buNone/>
              <a:defRPr/>
            </a:lvl4pPr>
            <a:lvl5pPr>
              <a:buNone/>
              <a:defRPr/>
            </a:lvl5pPr>
          </a:lstStyle>
          <a:p>
            <a:pPr lvl="0"/>
            <a:r>
              <a:rPr lang="en-US" dirty="0"/>
              <a:t>Click to edit Master text styles</a:t>
            </a:r>
          </a:p>
        </p:txBody>
      </p:sp>
    </p:spTree>
    <p:extLst>
      <p:ext uri="{BB962C8B-B14F-4D97-AF65-F5344CB8AC3E}">
        <p14:creationId xmlns:p14="http://schemas.microsoft.com/office/powerpoint/2010/main" val="175724072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Quote/Citation">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B8C436-1E16-B62E-21AC-C33168FB2A14}"/>
              </a:ext>
            </a:extLst>
          </p:cNvPr>
          <p:cNvSpPr>
            <a:spLocks noGrp="1"/>
          </p:cNvSpPr>
          <p:nvPr>
            <p:ph type="title" hasCustomPrompt="1"/>
          </p:nvPr>
        </p:nvSpPr>
        <p:spPr>
          <a:xfrm>
            <a:off x="838200" y="2766218"/>
            <a:ext cx="10515600" cy="1325563"/>
          </a:xfrm>
        </p:spPr>
        <p:txBody>
          <a:bodyPr/>
          <a:lstStyle>
            <a:lvl1pPr algn="ctr">
              <a:defRPr/>
            </a:lvl1pPr>
          </a:lstStyle>
          <a:p>
            <a:r>
              <a:rPr lang="en-US" dirty="0"/>
              <a:t>“Add Quote/Citation”</a:t>
            </a:r>
            <a:endParaRPr lang="en-GB" dirty="0"/>
          </a:p>
        </p:txBody>
      </p:sp>
    </p:spTree>
    <p:extLst>
      <p:ext uri="{BB962C8B-B14F-4D97-AF65-F5344CB8AC3E}">
        <p14:creationId xmlns:p14="http://schemas.microsoft.com/office/powerpoint/2010/main" val="1979935836"/>
      </p:ext>
    </p:extLst>
  </p:cSld>
  <p:clrMapOvr>
    <a:overrideClrMapping bg1="lt1" tx1="dk1" bg2="lt2" tx2="dk2" accent1="accent1" accent2="accent2" accent3="accent3" accent4="accent4" accent5="accent5" accent6="accent6" hlink="hlink" folHlink="folHlink"/>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urse Summary">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D272974-92D2-F499-AD39-71CC474A4F0A}"/>
              </a:ext>
            </a:extLst>
          </p:cNvPr>
          <p:cNvSpPr>
            <a:spLocks noGrp="1"/>
          </p:cNvSpPr>
          <p:nvPr>
            <p:ph type="title"/>
          </p:nvPr>
        </p:nvSpPr>
        <p:spPr/>
        <p:txBody>
          <a:bodyPr/>
          <a:lstStyle/>
          <a:p>
            <a:r>
              <a:rPr lang="en-US"/>
              <a:t>Click to edit Master title style</a:t>
            </a:r>
            <a:endParaRPr lang="en-GB"/>
          </a:p>
        </p:txBody>
      </p:sp>
      <p:pic>
        <p:nvPicPr>
          <p:cNvPr id="5" name="Picture 4">
            <a:extLst>
              <a:ext uri="{FF2B5EF4-FFF2-40B4-BE49-F238E27FC236}">
                <a16:creationId xmlns:a16="http://schemas.microsoft.com/office/drawing/2014/main" id="{4071E67C-636E-343E-00E9-99BA6A8FE6C0}"/>
              </a:ext>
            </a:extLst>
          </p:cNvPr>
          <p:cNvPicPr>
            <a:picLocks noChangeAspect="1"/>
          </p:cNvPicPr>
          <p:nvPr userDrawn="1"/>
        </p:nvPicPr>
        <p:blipFill>
          <a:blip r:embed="rId2">
            <a:duotone>
              <a:schemeClr val="accent4">
                <a:shade val="45000"/>
                <a:satMod val="135000"/>
              </a:schemeClr>
              <a:prstClr val="white"/>
            </a:duotone>
          </a:blip>
          <a:stretch>
            <a:fillRect/>
          </a:stretch>
        </p:blipFill>
        <p:spPr>
          <a:xfrm>
            <a:off x="643237" y="3543301"/>
            <a:ext cx="1279796" cy="1279796"/>
          </a:xfrm>
          <a:prstGeom prst="rect">
            <a:avLst/>
          </a:prstGeom>
          <a:ln>
            <a:noFill/>
          </a:ln>
        </p:spPr>
      </p:pic>
      <p:sp>
        <p:nvSpPr>
          <p:cNvPr id="2" name="Content Placeholder 2">
            <a:extLst>
              <a:ext uri="{FF2B5EF4-FFF2-40B4-BE49-F238E27FC236}">
                <a16:creationId xmlns:a16="http://schemas.microsoft.com/office/drawing/2014/main" id="{06585132-7D30-64BB-6CA6-13F38FFE0BD8}"/>
              </a:ext>
            </a:extLst>
          </p:cNvPr>
          <p:cNvSpPr>
            <a:spLocks noGrp="1"/>
          </p:cNvSpPr>
          <p:nvPr>
            <p:ph idx="1"/>
          </p:nvPr>
        </p:nvSpPr>
        <p:spPr>
          <a:xfrm>
            <a:off x="2250831" y="1681199"/>
            <a:ext cx="9801575" cy="1176301"/>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8" name="Content Placeholder 7">
            <a:extLst>
              <a:ext uri="{FF2B5EF4-FFF2-40B4-BE49-F238E27FC236}">
                <a16:creationId xmlns:a16="http://schemas.microsoft.com/office/drawing/2014/main" id="{317D7988-1C7C-EC64-840C-45752992439B}"/>
              </a:ext>
            </a:extLst>
          </p:cNvPr>
          <p:cNvSpPr>
            <a:spLocks noGrp="1"/>
          </p:cNvSpPr>
          <p:nvPr>
            <p:ph sz="quarter" idx="11"/>
          </p:nvPr>
        </p:nvSpPr>
        <p:spPr>
          <a:xfrm>
            <a:off x="2250830" y="3038965"/>
            <a:ext cx="9801575" cy="364486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10718653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Final Slide - Additional Learning">
    <p:spTree>
      <p:nvGrpSpPr>
        <p:cNvPr id="1" name=""/>
        <p:cNvGrpSpPr/>
        <p:nvPr/>
      </p:nvGrpSpPr>
      <p:grpSpPr>
        <a:xfrm>
          <a:off x="0" y="0"/>
          <a:ext cx="0" cy="0"/>
          <a:chOff x="0" y="0"/>
          <a:chExt cx="0" cy="0"/>
        </a:xfrm>
      </p:grpSpPr>
      <p:pic>
        <p:nvPicPr>
          <p:cNvPr id="4" name="Picture 3" descr="A colorful stream of water">
            <a:extLst>
              <a:ext uri="{FF2B5EF4-FFF2-40B4-BE49-F238E27FC236}">
                <a16:creationId xmlns:a16="http://schemas.microsoft.com/office/drawing/2014/main" id="{C2D5B7E2-BA4F-FD11-E2B4-C993F3C84BC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984748"/>
          </a:xfrm>
          <a:prstGeom prst="rect">
            <a:avLst/>
          </a:prstGeom>
        </p:spPr>
      </p:pic>
      <p:pic>
        <p:nvPicPr>
          <p:cNvPr id="6" name="Picture 5">
            <a:extLst>
              <a:ext uri="{FF2B5EF4-FFF2-40B4-BE49-F238E27FC236}">
                <a16:creationId xmlns:a16="http://schemas.microsoft.com/office/drawing/2014/main" id="{2A71CF8C-1CFC-C91E-27C0-6BB9EDA2B3F9}"/>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8583283" y="5788305"/>
            <a:ext cx="3098758" cy="704707"/>
          </a:xfrm>
          <a:prstGeom prst="rect">
            <a:avLst/>
          </a:prstGeom>
        </p:spPr>
      </p:pic>
      <p:sp>
        <p:nvSpPr>
          <p:cNvPr id="7" name="TextBox 6">
            <a:extLst>
              <a:ext uri="{FF2B5EF4-FFF2-40B4-BE49-F238E27FC236}">
                <a16:creationId xmlns:a16="http://schemas.microsoft.com/office/drawing/2014/main" id="{2D89F7EE-E9CA-0061-3A85-00A6CD18938C}"/>
              </a:ext>
            </a:extLst>
          </p:cNvPr>
          <p:cNvSpPr txBox="1"/>
          <p:nvPr userDrawn="1"/>
        </p:nvSpPr>
        <p:spPr>
          <a:xfrm>
            <a:off x="1415306" y="5971381"/>
            <a:ext cx="2723246" cy="338554"/>
          </a:xfrm>
          <a:prstGeom prst="rect">
            <a:avLst/>
          </a:prstGeom>
          <a:noFill/>
        </p:spPr>
        <p:txBody>
          <a:bodyPr wrap="none" rtlCol="0">
            <a:spAutoFit/>
          </a:bodyPr>
          <a:lstStyle/>
          <a:p>
            <a:r>
              <a:rPr lang="en-GB" sz="1600" b="1" dirty="0"/>
              <a:t>www.firebrandtraining.com</a:t>
            </a:r>
          </a:p>
        </p:txBody>
      </p:sp>
      <p:sp>
        <p:nvSpPr>
          <p:cNvPr id="9" name="Text Placeholder 8">
            <a:extLst>
              <a:ext uri="{FF2B5EF4-FFF2-40B4-BE49-F238E27FC236}">
                <a16:creationId xmlns:a16="http://schemas.microsoft.com/office/drawing/2014/main" id="{69BFE999-40A5-1E01-1993-E6CCB88B11E2}"/>
              </a:ext>
            </a:extLst>
          </p:cNvPr>
          <p:cNvSpPr>
            <a:spLocks noGrp="1"/>
          </p:cNvSpPr>
          <p:nvPr>
            <p:ph type="body" sz="quarter" idx="10"/>
          </p:nvPr>
        </p:nvSpPr>
        <p:spPr>
          <a:xfrm>
            <a:off x="142129" y="1643616"/>
            <a:ext cx="11876956" cy="372067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pic>
        <p:nvPicPr>
          <p:cNvPr id="11" name="Picture 10" descr="A colorful swirly logo&#10;&#10;AI-generated content may be incorrect.">
            <a:extLst>
              <a:ext uri="{FF2B5EF4-FFF2-40B4-BE49-F238E27FC236}">
                <a16:creationId xmlns:a16="http://schemas.microsoft.com/office/drawing/2014/main" id="{EB258DCD-53CF-456B-E558-44184D4871CA}"/>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75849" y="5971381"/>
            <a:ext cx="339457" cy="338554"/>
          </a:xfrm>
          <a:prstGeom prst="rect">
            <a:avLst/>
          </a:prstGeom>
        </p:spPr>
      </p:pic>
      <p:sp>
        <p:nvSpPr>
          <p:cNvPr id="3" name="Title 2">
            <a:extLst>
              <a:ext uri="{FF2B5EF4-FFF2-40B4-BE49-F238E27FC236}">
                <a16:creationId xmlns:a16="http://schemas.microsoft.com/office/drawing/2014/main" id="{E21CF459-3AE1-C9FA-7600-4B52BD0262BF}"/>
              </a:ext>
            </a:extLst>
          </p:cNvPr>
          <p:cNvSpPr>
            <a:spLocks noGrp="1"/>
          </p:cNvSpPr>
          <p:nvPr>
            <p:ph type="title"/>
          </p:nvPr>
        </p:nvSpPr>
        <p:spPr>
          <a:xfrm>
            <a:off x="142129" y="174171"/>
            <a:ext cx="11876956" cy="1325563"/>
          </a:xfrm>
        </p:spPr>
        <p:txBody>
          <a:bodyPr/>
          <a:lstStyle/>
          <a:p>
            <a:r>
              <a:rPr lang="en-US"/>
              <a:t>Click to edit Master title style</a:t>
            </a:r>
            <a:endParaRPr lang="en-GB"/>
          </a:p>
        </p:txBody>
      </p:sp>
    </p:spTree>
    <p:extLst>
      <p:ext uri="{BB962C8B-B14F-4D97-AF65-F5344CB8AC3E}">
        <p14:creationId xmlns:p14="http://schemas.microsoft.com/office/powerpoint/2010/main" val="343236406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749C71-7267-4634-CD17-615D67ABB407}"/>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A588A0B1-E85D-2C77-ED4E-E8BDFBFB66B8}"/>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48A62925-39C5-349D-DE19-10A20C9E5E62}"/>
              </a:ext>
            </a:extLst>
          </p:cNvPr>
          <p:cNvSpPr>
            <a:spLocks noGrp="1"/>
          </p:cNvSpPr>
          <p:nvPr>
            <p:ph type="dt" sz="half" idx="10"/>
          </p:nvPr>
        </p:nvSpPr>
        <p:spPr/>
        <p:txBody>
          <a:bodyPr/>
          <a:lstStyle/>
          <a:p>
            <a:fld id="{C75493B6-578C-4CAE-AFF9-7B098D043DE2}" type="datetimeFigureOut">
              <a:rPr lang="en-GB" smtClean="0"/>
              <a:t>04/08/2026</a:t>
            </a:fld>
            <a:endParaRPr lang="en-GB"/>
          </a:p>
        </p:txBody>
      </p:sp>
      <p:sp>
        <p:nvSpPr>
          <p:cNvPr id="5" name="Footer Placeholder 4">
            <a:extLst>
              <a:ext uri="{FF2B5EF4-FFF2-40B4-BE49-F238E27FC236}">
                <a16:creationId xmlns:a16="http://schemas.microsoft.com/office/drawing/2014/main" id="{6F051F8D-F385-A783-99F6-F75CF91B998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06F02F3F-1891-52B2-F769-8184735F6418}"/>
              </a:ext>
            </a:extLst>
          </p:cNvPr>
          <p:cNvSpPr>
            <a:spLocks noGrp="1"/>
          </p:cNvSpPr>
          <p:nvPr>
            <p:ph type="sldNum" sz="quarter" idx="12"/>
          </p:nvPr>
        </p:nvSpPr>
        <p:spPr/>
        <p:txBody>
          <a:bodyPr/>
          <a:lstStyle/>
          <a:p>
            <a:fld id="{7FB429FE-8567-4430-AA1A-6E969ACE573A}" type="slidenum">
              <a:rPr lang="en-GB" smtClean="0"/>
              <a:t>‹#›</a:t>
            </a:fld>
            <a:endParaRPr lang="en-GB"/>
          </a:p>
        </p:txBody>
      </p:sp>
    </p:spTree>
    <p:extLst>
      <p:ext uri="{BB962C8B-B14F-4D97-AF65-F5344CB8AC3E}">
        <p14:creationId xmlns:p14="http://schemas.microsoft.com/office/powerpoint/2010/main" val="11171639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C42B29F0-D0A1-C569-BB60-DB1AB1A1087D}"/>
              </a:ext>
            </a:extLst>
          </p:cNvPr>
          <p:cNvPicPr>
            <a:picLocks noChangeAspect="1"/>
          </p:cNvPicPr>
          <p:nvPr userDrawn="1"/>
        </p:nvPicPr>
        <p:blipFill>
          <a:blip r:embed="rId30">
            <a:alphaModFix/>
            <a:extLst>
              <a:ext uri="{28A0092B-C50C-407E-A947-70E740481C1C}">
                <a14:useLocalDpi xmlns:a14="http://schemas.microsoft.com/office/drawing/2010/main" val="0"/>
              </a:ext>
            </a:extLst>
          </a:blip>
          <a:srcRect b="-364"/>
          <a:stretch>
            <a:fillRect/>
          </a:stretch>
        </p:blipFill>
        <p:spPr>
          <a:xfrm>
            <a:off x="-10282" y="0"/>
            <a:ext cx="12202281" cy="2899775"/>
          </a:xfrm>
          <a:prstGeom prst="rect">
            <a:avLst/>
          </a:prstGeom>
        </p:spPr>
      </p:pic>
      <p:sp>
        <p:nvSpPr>
          <p:cNvPr id="5" name="Rectangle 4">
            <a:extLst>
              <a:ext uri="{FF2B5EF4-FFF2-40B4-BE49-F238E27FC236}">
                <a16:creationId xmlns:a16="http://schemas.microsoft.com/office/drawing/2014/main" id="{DE34E0B8-395E-D132-5142-A21B8A84940F}"/>
              </a:ext>
            </a:extLst>
          </p:cNvPr>
          <p:cNvSpPr/>
          <p:nvPr userDrawn="1"/>
        </p:nvSpPr>
        <p:spPr>
          <a:xfrm>
            <a:off x="142129" y="174171"/>
            <a:ext cx="11907742" cy="6509658"/>
          </a:xfrm>
          <a:prstGeom prst="rect">
            <a:avLst/>
          </a:prstGeom>
          <a:solidFill>
            <a:schemeClr val="bg1">
              <a:alpha val="50359"/>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Placeholder 1">
            <a:extLst>
              <a:ext uri="{FF2B5EF4-FFF2-40B4-BE49-F238E27FC236}">
                <a16:creationId xmlns:a16="http://schemas.microsoft.com/office/drawing/2014/main" id="{10975499-9B58-0B10-C61E-46BF06D6017B}"/>
              </a:ext>
            </a:extLst>
          </p:cNvPr>
          <p:cNvSpPr>
            <a:spLocks noGrp="1"/>
          </p:cNvSpPr>
          <p:nvPr>
            <p:ph type="title"/>
          </p:nvPr>
        </p:nvSpPr>
        <p:spPr>
          <a:xfrm>
            <a:off x="142129" y="174171"/>
            <a:ext cx="9897622" cy="1325563"/>
          </a:xfrm>
          <a:prstGeom prst="rect">
            <a:avLst/>
          </a:prstGeom>
        </p:spPr>
        <p:txBody>
          <a:bodyPr vert="horz" lIns="91440" tIns="45720" rIns="91440" bIns="45720" rtlCol="0" anchor="ctr">
            <a:normAutofit/>
          </a:bodyPr>
          <a:lstStyle/>
          <a:p>
            <a:r>
              <a:rPr lang="en-US" dirty="0"/>
              <a:t>Click to edit Master title style</a:t>
            </a:r>
            <a:endParaRPr lang="en-GB" dirty="0"/>
          </a:p>
        </p:txBody>
      </p:sp>
      <p:sp>
        <p:nvSpPr>
          <p:cNvPr id="3" name="Text Placeholder 2">
            <a:extLst>
              <a:ext uri="{FF2B5EF4-FFF2-40B4-BE49-F238E27FC236}">
                <a16:creationId xmlns:a16="http://schemas.microsoft.com/office/drawing/2014/main" id="{38BF3570-0B8C-C9DF-702F-421851CEA2EE}"/>
              </a:ext>
            </a:extLst>
          </p:cNvPr>
          <p:cNvSpPr>
            <a:spLocks noGrp="1"/>
          </p:cNvSpPr>
          <p:nvPr>
            <p:ph type="body" idx="1"/>
          </p:nvPr>
        </p:nvSpPr>
        <p:spPr>
          <a:xfrm>
            <a:off x="142128" y="1679521"/>
            <a:ext cx="11907740" cy="500430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pic>
        <p:nvPicPr>
          <p:cNvPr id="10" name="Picture 9">
            <a:extLst>
              <a:ext uri="{FF2B5EF4-FFF2-40B4-BE49-F238E27FC236}">
                <a16:creationId xmlns:a16="http://schemas.microsoft.com/office/drawing/2014/main" id="{A8FFE8ED-0261-670A-9DCB-CFFB146B8441}"/>
              </a:ext>
            </a:extLst>
          </p:cNvPr>
          <p:cNvPicPr>
            <a:picLocks noChangeAspect="1"/>
          </p:cNvPicPr>
          <p:nvPr userDrawn="1"/>
        </p:nvPicPr>
        <p:blipFill>
          <a:blip r:embed="rId31">
            <a:extLst>
              <a:ext uri="{28A0092B-C50C-407E-A947-70E740481C1C}">
                <a14:useLocalDpi xmlns:a14="http://schemas.microsoft.com/office/drawing/2010/main" val="0"/>
              </a:ext>
            </a:extLst>
          </a:blip>
          <a:srcRect/>
          <a:stretch/>
        </p:blipFill>
        <p:spPr>
          <a:xfrm>
            <a:off x="10137192" y="615463"/>
            <a:ext cx="1855183" cy="421898"/>
          </a:xfrm>
          <a:prstGeom prst="rect">
            <a:avLst/>
          </a:prstGeom>
        </p:spPr>
      </p:pic>
    </p:spTree>
    <p:extLst>
      <p:ext uri="{BB962C8B-B14F-4D97-AF65-F5344CB8AC3E}">
        <p14:creationId xmlns:p14="http://schemas.microsoft.com/office/powerpoint/2010/main" val="3771007140"/>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 id="2147483700" r:id="rId14"/>
    <p:sldLayoutId id="2147483701" r:id="rId15"/>
    <p:sldLayoutId id="2147483702" r:id="rId16"/>
    <p:sldLayoutId id="2147483703" r:id="rId17"/>
    <p:sldLayoutId id="2147483704" r:id="rId18"/>
    <p:sldLayoutId id="2147483705" r:id="rId19"/>
    <p:sldLayoutId id="2147483706" r:id="rId20"/>
    <p:sldLayoutId id="2147483707" r:id="rId21"/>
    <p:sldLayoutId id="2147483708" r:id="rId22"/>
    <p:sldLayoutId id="2147483709" r:id="rId23"/>
    <p:sldLayoutId id="2147483710" r:id="rId24"/>
    <p:sldLayoutId id="2147483711" r:id="rId25"/>
    <p:sldLayoutId id="2147483712" r:id="rId26"/>
    <p:sldLayoutId id="2147483713" r:id="rId27"/>
    <p:sldLayoutId id="2147483714" r:id="rId28"/>
  </p:sldLayoutIdLst>
  <p:txStyles>
    <p:titleStyle>
      <a:lvl1pPr algn="l" defTabSz="914400" rtl="0" eaLnBrk="1" latinLnBrk="0" hangingPunct="1">
        <a:lnSpc>
          <a:spcPct val="90000"/>
        </a:lnSpc>
        <a:spcBef>
          <a:spcPct val="0"/>
        </a:spcBef>
        <a:buNone/>
        <a:defRPr sz="4400" b="1" kern="1200">
          <a:solidFill>
            <a:schemeClr val="tx1"/>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14.svg"/><Relationship Id="rId7" Type="http://schemas.openxmlformats.org/officeDocument/2006/relationships/diagramColors" Target="../diagrams/colors1.xml"/><Relationship Id="rId2" Type="http://schemas.openxmlformats.org/officeDocument/2006/relationships/notesSlide" Target="../notesSlides/notesSlide1.xml"/><Relationship Id="rId1" Type="http://schemas.openxmlformats.org/officeDocument/2006/relationships/slideLayout" Target="../slideLayouts/slideLayout28.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4.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notesSlide" Target="../notesSlides/notesSlide2.xml"/><Relationship Id="rId7" Type="http://schemas.openxmlformats.org/officeDocument/2006/relationships/diagramColors" Target="../diagrams/colors2.xml"/><Relationship Id="rId2" Type="http://schemas.openxmlformats.org/officeDocument/2006/relationships/slideLayout" Target="../slideLayouts/slideLayout28.xml"/><Relationship Id="rId1" Type="http://schemas.openxmlformats.org/officeDocument/2006/relationships/tags" Target="../tags/tag1.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3.xml"/><Relationship Id="rId1" Type="http://schemas.openxmlformats.org/officeDocument/2006/relationships/tags" Target="../tags/tag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18.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18.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1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6.xml"/><Relationship Id="rId1" Type="http://schemas.openxmlformats.org/officeDocument/2006/relationships/slideLayout" Target="../slideLayouts/slideLayout12.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0.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11.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1.xml"/><Relationship Id="rId1" Type="http://schemas.openxmlformats.org/officeDocument/2006/relationships/video" Target="https://www.youtube.com/embed/xvZHNwBHirQ?feature=oembed" TargetMode="External"/><Relationship Id="rId4" Type="http://schemas.openxmlformats.org/officeDocument/2006/relationships/image" Target="../media/image18.jpe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1.xml"/><Relationship Id="rId1" Type="http://schemas.openxmlformats.org/officeDocument/2006/relationships/video" Target="https://www.youtube.com/embed/3obixhGZ5ds?feature=oembed" TargetMode="External"/><Relationship Id="rId4" Type="http://schemas.openxmlformats.org/officeDocument/2006/relationships/image" Target="../media/image19.jpe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9.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11.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5.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1.xml"/><Relationship Id="rId1" Type="http://schemas.openxmlformats.org/officeDocument/2006/relationships/video" Target="https://www.youtube.com/embed/XcysNttn0WI?feature=oembed" TargetMode="External"/><Relationship Id="rId4" Type="http://schemas.openxmlformats.org/officeDocument/2006/relationships/image" Target="../media/image20.jpe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9.xml.rels><?xml version="1.0" encoding="UTF-8" standalone="yes"?>
<Relationships xmlns="http://schemas.openxmlformats.org/package/2006/relationships"><Relationship Id="rId3" Type="http://schemas.openxmlformats.org/officeDocument/2006/relationships/diagramData" Target="../diagrams/data10.xml"/><Relationship Id="rId7" Type="http://schemas.microsoft.com/office/2007/relationships/diagramDrawing" Target="../diagrams/drawing10.xml"/><Relationship Id="rId2" Type="http://schemas.openxmlformats.org/officeDocument/2006/relationships/notesSlide" Target="../notesSlides/notesSlide10.xml"/><Relationship Id="rId1" Type="http://schemas.openxmlformats.org/officeDocument/2006/relationships/slideLayout" Target="../slideLayouts/slideLayout26.xml"/><Relationship Id="rId6" Type="http://schemas.openxmlformats.org/officeDocument/2006/relationships/diagramColors" Target="../diagrams/colors10.xml"/><Relationship Id="rId5" Type="http://schemas.openxmlformats.org/officeDocument/2006/relationships/diagramQuickStyle" Target="../diagrams/quickStyle10.xml"/><Relationship Id="rId4" Type="http://schemas.openxmlformats.org/officeDocument/2006/relationships/diagramLayout" Target="../diagrams/layout10.xml"/></Relationships>
</file>

<file path=ppt/slides/_rels/slide60.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3.xml"/><Relationship Id="rId1" Type="http://schemas.openxmlformats.org/officeDocument/2006/relationships/tags" Target="../tags/tag3.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986C2D-D6D3-CC65-60A3-33DE67AB1824}"/>
              </a:ext>
            </a:extLst>
          </p:cNvPr>
          <p:cNvSpPr>
            <a:spLocks noGrp="1"/>
          </p:cNvSpPr>
          <p:nvPr>
            <p:ph type="title"/>
          </p:nvPr>
        </p:nvSpPr>
        <p:spPr/>
        <p:txBody>
          <a:bodyPr/>
          <a:lstStyle/>
          <a:p>
            <a:r>
              <a:rPr lang="en-GB" dirty="0"/>
              <a:t>Recording</a:t>
            </a:r>
          </a:p>
        </p:txBody>
      </p:sp>
    </p:spTree>
    <p:extLst>
      <p:ext uri="{BB962C8B-B14F-4D97-AF65-F5344CB8AC3E}">
        <p14:creationId xmlns:p14="http://schemas.microsoft.com/office/powerpoint/2010/main" val="393329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B9B43307-1CEB-D0AB-FBCD-2AD74A63D152}"/>
              </a:ext>
            </a:extLst>
          </p:cNvPr>
          <p:cNvSpPr>
            <a:spLocks noGrp="1"/>
          </p:cNvSpPr>
          <p:nvPr>
            <p:ph type="title"/>
          </p:nvPr>
        </p:nvSpPr>
        <p:spPr/>
        <p:txBody>
          <a:bodyPr/>
          <a:lstStyle/>
          <a:p>
            <a:r>
              <a:rPr lang="en-US" dirty="0"/>
              <a:t>Laws and Legislation</a:t>
            </a:r>
            <a:endParaRPr lang="en-GB" dirty="0"/>
          </a:p>
        </p:txBody>
      </p:sp>
      <p:sp>
        <p:nvSpPr>
          <p:cNvPr id="5" name="Subtitle 4">
            <a:extLst>
              <a:ext uri="{FF2B5EF4-FFF2-40B4-BE49-F238E27FC236}">
                <a16:creationId xmlns:a16="http://schemas.microsoft.com/office/drawing/2014/main" id="{54C13576-CB62-574E-1719-9BA77B464592}"/>
              </a:ext>
            </a:extLst>
          </p:cNvPr>
          <p:cNvSpPr>
            <a:spLocks noGrp="1"/>
          </p:cNvSpPr>
          <p:nvPr>
            <p:ph type="subTitle" idx="1"/>
          </p:nvPr>
        </p:nvSpPr>
        <p:spPr/>
        <p:txBody>
          <a:bodyPr/>
          <a:lstStyle/>
          <a:p>
            <a:r>
              <a:rPr lang="en-GB" dirty="0"/>
              <a:t>Introduction to Software Development</a:t>
            </a:r>
          </a:p>
        </p:txBody>
      </p:sp>
    </p:spTree>
    <p:extLst>
      <p:ext uri="{BB962C8B-B14F-4D97-AF65-F5344CB8AC3E}">
        <p14:creationId xmlns:p14="http://schemas.microsoft.com/office/powerpoint/2010/main" val="7166116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Graphic 9" descr="Radio microphone with solid fill">
            <a:extLst>
              <a:ext uri="{FF2B5EF4-FFF2-40B4-BE49-F238E27FC236}">
                <a16:creationId xmlns:a16="http://schemas.microsoft.com/office/drawing/2014/main" id="{50196963-2D98-2543-D9F6-8436ED3026D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37741" y="694800"/>
            <a:ext cx="6089458" cy="6089458"/>
          </a:xfrm>
          <a:prstGeom prst="rect">
            <a:avLst/>
          </a:prstGeom>
        </p:spPr>
      </p:pic>
      <p:graphicFrame>
        <p:nvGraphicFramePr>
          <p:cNvPr id="3" name="Content Placeholder 2">
            <a:extLst>
              <a:ext uri="{FF2B5EF4-FFF2-40B4-BE49-F238E27FC236}">
                <a16:creationId xmlns:a16="http://schemas.microsoft.com/office/drawing/2014/main" id="{03E09615-9405-8842-E2E7-749094E4D0FC}"/>
              </a:ext>
            </a:extLst>
          </p:cNvPr>
          <p:cNvGraphicFramePr>
            <a:graphicFrameLocks noGrp="1"/>
          </p:cNvGraphicFramePr>
          <p:nvPr>
            <p:ph idx="1"/>
          </p:nvPr>
        </p:nvGraphicFramePr>
        <p:xfrm>
          <a:off x="154864" y="914400"/>
          <a:ext cx="11883535" cy="503470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6" name="Title 1">
            <a:extLst>
              <a:ext uri="{FF2B5EF4-FFF2-40B4-BE49-F238E27FC236}">
                <a16:creationId xmlns:a16="http://schemas.microsoft.com/office/drawing/2014/main" id="{DFCA83C4-4338-7CED-D0F1-2220F5DD86A5}"/>
              </a:ext>
            </a:extLst>
          </p:cNvPr>
          <p:cNvSpPr>
            <a:spLocks noGrp="1"/>
          </p:cNvSpPr>
          <p:nvPr/>
        </p:nvSpPr>
        <p:spPr>
          <a:xfrm>
            <a:off x="154864" y="118800"/>
            <a:ext cx="11883535" cy="5760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b="1"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dirty="0"/>
              <a:t>Session Recording &amp; Professional Expectations</a:t>
            </a:r>
          </a:p>
        </p:txBody>
      </p:sp>
    </p:spTree>
    <p:extLst>
      <p:ext uri="{BB962C8B-B14F-4D97-AF65-F5344CB8AC3E}">
        <p14:creationId xmlns:p14="http://schemas.microsoft.com/office/powerpoint/2010/main" val="13297774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33AF6C-564A-65E2-7EAE-1A035D744146}"/>
            </a:ext>
          </a:extLst>
        </p:cNvPr>
        <p:cNvGrpSpPr/>
        <p:nvPr/>
      </p:nvGrpSpPr>
      <p:grpSpPr>
        <a:xfrm>
          <a:off x="0" y="0"/>
          <a:ext cx="0" cy="0"/>
          <a:chOff x="0" y="0"/>
          <a:chExt cx="0" cy="0"/>
        </a:xfrm>
      </p:grpSpPr>
      <p:graphicFrame>
        <p:nvGraphicFramePr>
          <p:cNvPr id="9" name="Diagram 8">
            <a:extLst>
              <a:ext uri="{FF2B5EF4-FFF2-40B4-BE49-F238E27FC236}">
                <a16:creationId xmlns:a16="http://schemas.microsoft.com/office/drawing/2014/main" id="{5742F79B-558A-4ED7-F3B0-E2DB354638F8}"/>
              </a:ext>
            </a:extLst>
          </p:cNvPr>
          <p:cNvGraphicFramePr/>
          <p:nvPr/>
        </p:nvGraphicFramePr>
        <p:xfrm>
          <a:off x="364096" y="858275"/>
          <a:ext cx="11747455" cy="4548524"/>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4" name="TextBox 3">
            <a:extLst>
              <a:ext uri="{FF2B5EF4-FFF2-40B4-BE49-F238E27FC236}">
                <a16:creationId xmlns:a16="http://schemas.microsoft.com/office/drawing/2014/main" id="{B569487B-82E0-D20A-D91F-1204A991C3D4}"/>
              </a:ext>
            </a:extLst>
          </p:cNvPr>
          <p:cNvSpPr txBox="1"/>
          <p:nvPr/>
        </p:nvSpPr>
        <p:spPr>
          <a:xfrm>
            <a:off x="290945" y="5153890"/>
            <a:ext cx="8656410" cy="1323439"/>
          </a:xfrm>
          <a:prstGeom prst="rect">
            <a:avLst/>
          </a:prstGeom>
          <a:solidFill>
            <a:schemeClr val="bg1">
              <a:lumMod val="65000"/>
              <a:alpha val="19000"/>
            </a:schemeClr>
          </a:solidFill>
          <a:ln w="19050">
            <a:solidFill>
              <a:schemeClr val="tx1"/>
            </a:solidFill>
          </a:ln>
          <a:effectLst/>
        </p:spPr>
        <p:txBody>
          <a:bodyPr wrap="square" rtlCol="0">
            <a:spAutoFit/>
          </a:bodyPr>
          <a:lstStyle/>
          <a:p>
            <a:r>
              <a:rPr lang="en-US" sz="1600" b="1" dirty="0"/>
              <a:t>As we go through today’s session, consider:</a:t>
            </a:r>
          </a:p>
          <a:p>
            <a:r>
              <a:rPr lang="en-US" sz="1600" dirty="0"/>
              <a:t>How today’s topic connects to British Values</a:t>
            </a:r>
            <a:br>
              <a:rPr lang="en-US" sz="1600" dirty="0"/>
            </a:br>
            <a:r>
              <a:rPr lang="en-US" sz="1600" dirty="0"/>
              <a:t>Whether there are any Prevent or digital safety themes</a:t>
            </a:r>
            <a:br>
              <a:rPr lang="en-US" sz="1600" dirty="0"/>
            </a:br>
            <a:r>
              <a:rPr lang="en-US" sz="1600" dirty="0"/>
              <a:t>How this learning supports your professional and career development</a:t>
            </a:r>
          </a:p>
          <a:p>
            <a:r>
              <a:rPr lang="en-US" sz="1600" dirty="0"/>
              <a:t>Your tutor will guide discussion and help you make these connections.</a:t>
            </a:r>
          </a:p>
        </p:txBody>
      </p:sp>
      <p:sp>
        <p:nvSpPr>
          <p:cNvPr id="8" name="Title 1">
            <a:extLst>
              <a:ext uri="{FF2B5EF4-FFF2-40B4-BE49-F238E27FC236}">
                <a16:creationId xmlns:a16="http://schemas.microsoft.com/office/drawing/2014/main" id="{33BDD559-9A09-1091-6218-03E18F909B1B}"/>
              </a:ext>
            </a:extLst>
          </p:cNvPr>
          <p:cNvSpPr>
            <a:spLocks noGrp="1"/>
          </p:cNvSpPr>
          <p:nvPr/>
        </p:nvSpPr>
        <p:spPr>
          <a:xfrm>
            <a:off x="593145" y="380671"/>
            <a:ext cx="11883535" cy="5760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b="1"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a:t>Safeguarding, British Values &amp; Wider Learning</a:t>
            </a:r>
            <a:endParaRPr lang="en-GB" dirty="0"/>
          </a:p>
        </p:txBody>
      </p:sp>
    </p:spTree>
    <p:custDataLst>
      <p:tags r:id="rId1"/>
    </p:custDataLst>
    <p:extLst>
      <p:ext uri="{BB962C8B-B14F-4D97-AF65-F5344CB8AC3E}">
        <p14:creationId xmlns:p14="http://schemas.microsoft.com/office/powerpoint/2010/main" val="27771913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B49DA1-0D92-9D34-D686-11CBB6E14783}"/>
              </a:ext>
            </a:extLst>
          </p:cNvPr>
          <p:cNvSpPr>
            <a:spLocks noGrp="1"/>
          </p:cNvSpPr>
          <p:nvPr>
            <p:ph type="title"/>
          </p:nvPr>
        </p:nvSpPr>
        <p:spPr/>
        <p:txBody>
          <a:bodyPr/>
          <a:lstStyle/>
          <a:p>
            <a:r>
              <a:rPr lang="en-GB" dirty="0"/>
              <a:t>Learning Aim and Objectives</a:t>
            </a:r>
          </a:p>
        </p:txBody>
      </p:sp>
      <p:sp>
        <p:nvSpPr>
          <p:cNvPr id="3" name="Content Placeholder 2">
            <a:extLst>
              <a:ext uri="{FF2B5EF4-FFF2-40B4-BE49-F238E27FC236}">
                <a16:creationId xmlns:a16="http://schemas.microsoft.com/office/drawing/2014/main" id="{53599526-BF6C-6271-929E-05161C7053FD}"/>
              </a:ext>
            </a:extLst>
          </p:cNvPr>
          <p:cNvSpPr>
            <a:spLocks noGrp="1"/>
          </p:cNvSpPr>
          <p:nvPr>
            <p:ph idx="1"/>
          </p:nvPr>
        </p:nvSpPr>
        <p:spPr/>
        <p:txBody>
          <a:bodyPr>
            <a:normAutofit fontScale="55000" lnSpcReduction="20000"/>
          </a:bodyPr>
          <a:lstStyle/>
          <a:p>
            <a:pPr marL="0" indent="0">
              <a:buNone/>
            </a:pPr>
            <a:r>
              <a:rPr lang="en-GB" sz="2900" b="1" dirty="0"/>
              <a:t>Session Aim</a:t>
            </a:r>
          </a:p>
          <a:p>
            <a:pPr>
              <a:lnSpc>
                <a:spcPct val="120000"/>
              </a:lnSpc>
            </a:pPr>
            <a:r>
              <a:rPr lang="en-US" dirty="0"/>
              <a:t>Identify the legislation and laws within Software Development and relate them to your work (D8, D10, D19, D21)</a:t>
            </a:r>
          </a:p>
          <a:p>
            <a:endParaRPr lang="en-GB" dirty="0"/>
          </a:p>
          <a:p>
            <a:pPr marL="0" indent="0">
              <a:buNone/>
            </a:pPr>
            <a:r>
              <a:rPr lang="en-GB" sz="2900" b="1" dirty="0"/>
              <a:t>Objectives</a:t>
            </a:r>
          </a:p>
        </p:txBody>
      </p:sp>
      <p:graphicFrame>
        <p:nvGraphicFramePr>
          <p:cNvPr id="5" name="Content Placeholder 4">
            <a:extLst>
              <a:ext uri="{FF2B5EF4-FFF2-40B4-BE49-F238E27FC236}">
                <a16:creationId xmlns:a16="http://schemas.microsoft.com/office/drawing/2014/main" id="{6355F423-A8FD-2E90-A6EF-607827DE555F}"/>
              </a:ext>
            </a:extLst>
          </p:cNvPr>
          <p:cNvGraphicFramePr>
            <a:graphicFrameLocks noGrp="1"/>
          </p:cNvGraphicFramePr>
          <p:nvPr>
            <p:ph sz="quarter" idx="11"/>
            <p:extLst>
              <p:ext uri="{D42A27DB-BD31-4B8C-83A1-F6EECF244321}">
                <p14:modId xmlns:p14="http://schemas.microsoft.com/office/powerpoint/2010/main" val="3433224493"/>
              </p:ext>
            </p:extLst>
          </p:nvPr>
        </p:nvGraphicFramePr>
        <p:xfrm>
          <a:off x="2251075" y="3038475"/>
          <a:ext cx="9801225" cy="36449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8388224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094AC94-8D65-658A-11D4-4DDBDB6BF5D6}"/>
              </a:ext>
            </a:extLst>
          </p:cNvPr>
          <p:cNvSpPr>
            <a:spLocks noGrp="1"/>
          </p:cNvSpPr>
          <p:nvPr>
            <p:ph type="title"/>
          </p:nvPr>
        </p:nvSpPr>
        <p:spPr/>
        <p:txBody>
          <a:bodyPr>
            <a:normAutofit/>
          </a:bodyPr>
          <a:lstStyle/>
          <a:p>
            <a:r>
              <a:rPr lang="en-GB" dirty="0"/>
              <a:t>Competencies and Coverage</a:t>
            </a:r>
          </a:p>
        </p:txBody>
      </p:sp>
      <p:graphicFrame>
        <p:nvGraphicFramePr>
          <p:cNvPr id="2" name="Table 4">
            <a:extLst>
              <a:ext uri="{FF2B5EF4-FFF2-40B4-BE49-F238E27FC236}">
                <a16:creationId xmlns:a16="http://schemas.microsoft.com/office/drawing/2014/main" id="{CDA304EB-53D1-4206-6D3B-19E6D7F8B2B9}"/>
              </a:ext>
            </a:extLst>
          </p:cNvPr>
          <p:cNvGraphicFramePr>
            <a:graphicFrameLocks noGrp="1"/>
          </p:cNvGraphicFramePr>
          <p:nvPr>
            <p:extLst>
              <p:ext uri="{D42A27DB-BD31-4B8C-83A1-F6EECF244321}">
                <p14:modId xmlns:p14="http://schemas.microsoft.com/office/powerpoint/2010/main" val="1554925927"/>
              </p:ext>
            </p:extLst>
          </p:nvPr>
        </p:nvGraphicFramePr>
        <p:xfrm>
          <a:off x="264883" y="2498799"/>
          <a:ext cx="8127999" cy="1371600"/>
        </p:xfrm>
        <a:graphic>
          <a:graphicData uri="http://schemas.openxmlformats.org/drawingml/2006/table">
            <a:tbl>
              <a:tblPr firstRow="1" bandRow="1">
                <a:tableStyleId>{69012ECD-51FC-41F1-AA8D-1B2483CD663E}</a:tableStyleId>
              </a:tblPr>
              <a:tblGrid>
                <a:gridCol w="2709333">
                  <a:extLst>
                    <a:ext uri="{9D8B030D-6E8A-4147-A177-3AD203B41FA5}">
                      <a16:colId xmlns:a16="http://schemas.microsoft.com/office/drawing/2014/main" val="3030813770"/>
                    </a:ext>
                  </a:extLst>
                </a:gridCol>
                <a:gridCol w="2709333">
                  <a:extLst>
                    <a:ext uri="{9D8B030D-6E8A-4147-A177-3AD203B41FA5}">
                      <a16:colId xmlns:a16="http://schemas.microsoft.com/office/drawing/2014/main" val="79954557"/>
                    </a:ext>
                  </a:extLst>
                </a:gridCol>
                <a:gridCol w="2709333">
                  <a:extLst>
                    <a:ext uri="{9D8B030D-6E8A-4147-A177-3AD203B41FA5}">
                      <a16:colId xmlns:a16="http://schemas.microsoft.com/office/drawing/2014/main" val="1113414384"/>
                    </a:ext>
                  </a:extLst>
                </a:gridCol>
              </a:tblGrid>
              <a:tr h="238094">
                <a:tc gridSpan="3">
                  <a:txBody>
                    <a:bodyPr/>
                    <a:lstStyle/>
                    <a:p>
                      <a:pPr algn="ctr"/>
                      <a:r>
                        <a:rPr lang="en-GB" dirty="0"/>
                        <a:t>Professional Discussion underpinned by Portfolio</a:t>
                      </a:r>
                    </a:p>
                  </a:txBody>
                  <a:tcPr/>
                </a:tc>
                <a:tc hMerge="1">
                  <a:txBody>
                    <a:bodyPr/>
                    <a:lstStyle/>
                    <a:p>
                      <a:endParaRPr lang="en-GB" dirty="0"/>
                    </a:p>
                  </a:txBody>
                  <a:tcPr/>
                </a:tc>
                <a:tc hMerge="1">
                  <a:txBody>
                    <a:bodyPr/>
                    <a:lstStyle/>
                    <a:p>
                      <a:endParaRPr lang="en-GB" dirty="0"/>
                    </a:p>
                  </a:txBody>
                  <a:tcPr/>
                </a:tc>
                <a:extLst>
                  <a:ext uri="{0D108BD9-81ED-4DB2-BD59-A6C34878D82A}">
                    <a16:rowId xmlns:a16="http://schemas.microsoft.com/office/drawing/2014/main" val="432273095"/>
                  </a:ext>
                </a:extLst>
              </a:tr>
              <a:tr h="238094">
                <a:tc>
                  <a:txBody>
                    <a:bodyPr/>
                    <a:lstStyle/>
                    <a:p>
                      <a:pPr algn="ctr"/>
                      <a:r>
                        <a:rPr lang="en-GB" b="1" dirty="0">
                          <a:solidFill>
                            <a:schemeClr val="tx2"/>
                          </a:solidFill>
                        </a:rPr>
                        <a:t>Knowledge</a:t>
                      </a:r>
                    </a:p>
                  </a:txBody>
                  <a:tcPr/>
                </a:tc>
                <a:tc>
                  <a:txBody>
                    <a:bodyPr/>
                    <a:lstStyle/>
                    <a:p>
                      <a:pPr algn="ctr"/>
                      <a:r>
                        <a:rPr lang="en-GB" b="1" dirty="0">
                          <a:solidFill>
                            <a:schemeClr val="tx2"/>
                          </a:solidFill>
                        </a:rPr>
                        <a:t>Skills</a:t>
                      </a:r>
                    </a:p>
                  </a:txBody>
                  <a:tcPr/>
                </a:tc>
                <a:tc>
                  <a:txBody>
                    <a:bodyPr/>
                    <a:lstStyle/>
                    <a:p>
                      <a:pPr algn="ctr"/>
                      <a:r>
                        <a:rPr lang="en-GB" b="1" dirty="0">
                          <a:solidFill>
                            <a:schemeClr val="tx2"/>
                          </a:solidFill>
                        </a:rPr>
                        <a:t>Behaviours</a:t>
                      </a:r>
                    </a:p>
                  </a:txBody>
                  <a:tcPr/>
                </a:tc>
                <a:extLst>
                  <a:ext uri="{0D108BD9-81ED-4DB2-BD59-A6C34878D82A}">
                    <a16:rowId xmlns:a16="http://schemas.microsoft.com/office/drawing/2014/main" val="2345125783"/>
                  </a:ext>
                </a:extLst>
              </a:tr>
              <a:tr h="515930">
                <a:tc>
                  <a:txBody>
                    <a:bodyPr/>
                    <a:lstStyle/>
                    <a:p>
                      <a:pPr algn="ctr"/>
                      <a:r>
                        <a:rPr lang="en-GB" sz="1800" b="0" kern="1200" dirty="0">
                          <a:solidFill>
                            <a:schemeClr val="bg1">
                              <a:lumMod val="75000"/>
                            </a:schemeClr>
                          </a:solidFill>
                          <a:latin typeface="+mn-lt"/>
                          <a:ea typeface="+mn-ea"/>
                          <a:cs typeface="+mn-cs"/>
                        </a:rPr>
                        <a:t>K1</a:t>
                      </a:r>
                      <a:r>
                        <a:rPr lang="en-GB" sz="1800" kern="1200" dirty="0">
                          <a:solidFill>
                            <a:schemeClr val="bg1">
                              <a:lumMod val="75000"/>
                            </a:schemeClr>
                          </a:solidFill>
                          <a:latin typeface="+mn-lt"/>
                          <a:ea typeface="+mn-ea"/>
                          <a:cs typeface="+mn-cs"/>
                        </a:rPr>
                        <a:t>, K3, K4, K5, K7, </a:t>
                      </a:r>
                      <a:r>
                        <a:rPr lang="en-GB" sz="1800" b="1" kern="1200" dirty="0">
                          <a:solidFill>
                            <a:schemeClr val="tx1"/>
                          </a:solidFill>
                          <a:latin typeface="+mn-lt"/>
                          <a:ea typeface="+mn-ea"/>
                          <a:cs typeface="+mn-cs"/>
                        </a:rPr>
                        <a:t>K8</a:t>
                      </a:r>
                      <a:r>
                        <a:rPr lang="en-GB" sz="1800" kern="1200" dirty="0">
                          <a:solidFill>
                            <a:schemeClr val="bg1">
                              <a:lumMod val="75000"/>
                            </a:schemeClr>
                          </a:solidFill>
                          <a:latin typeface="+mn-lt"/>
                          <a:ea typeface="+mn-ea"/>
                          <a:cs typeface="+mn-cs"/>
                        </a:rPr>
                        <a:t>, K10, K12</a:t>
                      </a:r>
                    </a:p>
                  </a:txBody>
                  <a:tcPr/>
                </a:tc>
                <a:tc>
                  <a:txBody>
                    <a:bodyPr/>
                    <a:lstStyle/>
                    <a:p>
                      <a:pPr algn="ctr"/>
                      <a:r>
                        <a:rPr lang="en-GB" sz="1800" kern="1200" dirty="0">
                          <a:solidFill>
                            <a:schemeClr val="bg1">
                              <a:lumMod val="75000"/>
                            </a:schemeClr>
                          </a:solidFill>
                          <a:latin typeface="+mn-lt"/>
                          <a:ea typeface="+mn-ea"/>
                          <a:cs typeface="+mn-cs"/>
                        </a:rPr>
                        <a:t>S2, S3, S5, S8, S9, S13, S14, S15, </a:t>
                      </a:r>
                      <a:r>
                        <a:rPr lang="en-GB" sz="1800" b="1" kern="1200" dirty="0">
                          <a:solidFill>
                            <a:schemeClr val="tx1"/>
                          </a:solidFill>
                          <a:latin typeface="+mn-lt"/>
                          <a:ea typeface="+mn-ea"/>
                          <a:cs typeface="+mn-cs"/>
                        </a:rPr>
                        <a:t>S17</a:t>
                      </a:r>
                    </a:p>
                  </a:txBody>
                  <a:tcPr/>
                </a:tc>
                <a:tc>
                  <a:txBody>
                    <a:bodyPr/>
                    <a:lstStyle/>
                    <a:p>
                      <a:pPr algn="ctr"/>
                      <a:r>
                        <a:rPr lang="en-GB" sz="1800" b="1" kern="1200" dirty="0">
                          <a:solidFill>
                            <a:schemeClr val="tx1"/>
                          </a:solidFill>
                          <a:latin typeface="+mn-lt"/>
                          <a:ea typeface="+mn-ea"/>
                          <a:cs typeface="+mn-cs"/>
                        </a:rPr>
                        <a:t>B1</a:t>
                      </a:r>
                      <a:r>
                        <a:rPr lang="en-GB" sz="1800" kern="1200" dirty="0">
                          <a:solidFill>
                            <a:schemeClr val="bg1">
                              <a:lumMod val="75000"/>
                            </a:schemeClr>
                          </a:solidFill>
                          <a:latin typeface="+mn-lt"/>
                          <a:ea typeface="+mn-ea"/>
                          <a:cs typeface="+mn-cs"/>
                        </a:rPr>
                        <a:t>, </a:t>
                      </a:r>
                      <a:r>
                        <a:rPr lang="en-GB" sz="1800" b="1" kern="1200" dirty="0">
                          <a:solidFill>
                            <a:schemeClr val="tx1"/>
                          </a:solidFill>
                          <a:latin typeface="+mn-lt"/>
                          <a:ea typeface="+mn-ea"/>
                          <a:cs typeface="+mn-cs"/>
                        </a:rPr>
                        <a:t>B4</a:t>
                      </a:r>
                      <a:r>
                        <a:rPr lang="en-GB" sz="1800" kern="1200" dirty="0">
                          <a:solidFill>
                            <a:schemeClr val="bg1">
                              <a:lumMod val="75000"/>
                            </a:schemeClr>
                          </a:solidFill>
                          <a:latin typeface="+mn-lt"/>
                          <a:ea typeface="+mn-ea"/>
                          <a:cs typeface="+mn-cs"/>
                        </a:rPr>
                        <a:t>, </a:t>
                      </a:r>
                      <a:r>
                        <a:rPr lang="en-GB" sz="1800" b="1" kern="1200" dirty="0">
                          <a:solidFill>
                            <a:schemeClr val="tx1"/>
                          </a:solidFill>
                          <a:latin typeface="+mn-lt"/>
                          <a:ea typeface="+mn-ea"/>
                          <a:cs typeface="+mn-cs"/>
                        </a:rPr>
                        <a:t>B5</a:t>
                      </a:r>
                      <a:r>
                        <a:rPr lang="en-GB" sz="1800" kern="1200" dirty="0">
                          <a:solidFill>
                            <a:schemeClr val="bg1">
                              <a:lumMod val="75000"/>
                            </a:schemeClr>
                          </a:solidFill>
                          <a:latin typeface="+mn-lt"/>
                          <a:ea typeface="+mn-ea"/>
                          <a:cs typeface="+mn-cs"/>
                        </a:rPr>
                        <a:t>, </a:t>
                      </a:r>
                      <a:r>
                        <a:rPr lang="en-GB" sz="1800" b="1" kern="1200" dirty="0">
                          <a:solidFill>
                            <a:schemeClr val="tx1"/>
                          </a:solidFill>
                          <a:latin typeface="+mn-lt"/>
                          <a:ea typeface="+mn-ea"/>
                          <a:cs typeface="+mn-cs"/>
                        </a:rPr>
                        <a:t>B6</a:t>
                      </a:r>
                      <a:r>
                        <a:rPr lang="en-GB" sz="1800" kern="1200" dirty="0">
                          <a:solidFill>
                            <a:schemeClr val="bg1">
                              <a:lumMod val="75000"/>
                            </a:schemeClr>
                          </a:solidFill>
                          <a:latin typeface="+mn-lt"/>
                          <a:ea typeface="+mn-ea"/>
                          <a:cs typeface="+mn-cs"/>
                        </a:rPr>
                        <a:t>, B7, B8, </a:t>
                      </a:r>
                      <a:r>
                        <a:rPr lang="en-GB" sz="1800" b="1" kern="1200" dirty="0">
                          <a:solidFill>
                            <a:schemeClr val="tx1"/>
                          </a:solidFill>
                          <a:latin typeface="+mn-lt"/>
                          <a:ea typeface="+mn-ea"/>
                          <a:cs typeface="+mn-cs"/>
                        </a:rPr>
                        <a:t>B9</a:t>
                      </a:r>
                    </a:p>
                  </a:txBody>
                  <a:tcPr/>
                </a:tc>
                <a:extLst>
                  <a:ext uri="{0D108BD9-81ED-4DB2-BD59-A6C34878D82A}">
                    <a16:rowId xmlns:a16="http://schemas.microsoft.com/office/drawing/2014/main" val="2058850495"/>
                  </a:ext>
                </a:extLst>
              </a:tr>
            </a:tbl>
          </a:graphicData>
        </a:graphic>
      </p:graphicFrame>
      <p:graphicFrame>
        <p:nvGraphicFramePr>
          <p:cNvPr id="5" name="Table 4">
            <a:extLst>
              <a:ext uri="{FF2B5EF4-FFF2-40B4-BE49-F238E27FC236}">
                <a16:creationId xmlns:a16="http://schemas.microsoft.com/office/drawing/2014/main" id="{7BBEFE34-8F25-DB8E-35DA-170B9ED9C85A}"/>
              </a:ext>
            </a:extLst>
          </p:cNvPr>
          <p:cNvGraphicFramePr>
            <a:graphicFrameLocks noGrp="1"/>
          </p:cNvGraphicFramePr>
          <p:nvPr>
            <p:extLst>
              <p:ext uri="{D42A27DB-BD31-4B8C-83A1-F6EECF244321}">
                <p14:modId xmlns:p14="http://schemas.microsoft.com/office/powerpoint/2010/main" val="1934821090"/>
              </p:ext>
            </p:extLst>
          </p:nvPr>
        </p:nvGraphicFramePr>
        <p:xfrm>
          <a:off x="3799118" y="4327941"/>
          <a:ext cx="8127999" cy="1371600"/>
        </p:xfrm>
        <a:graphic>
          <a:graphicData uri="http://schemas.openxmlformats.org/drawingml/2006/table">
            <a:tbl>
              <a:tblPr firstRow="1" bandRow="1">
                <a:tableStyleId>{72833802-FEF1-4C79-8D5D-14CF1EAF98D9}</a:tableStyleId>
              </a:tblPr>
              <a:tblGrid>
                <a:gridCol w="2709333">
                  <a:extLst>
                    <a:ext uri="{9D8B030D-6E8A-4147-A177-3AD203B41FA5}">
                      <a16:colId xmlns:a16="http://schemas.microsoft.com/office/drawing/2014/main" val="3030813770"/>
                    </a:ext>
                  </a:extLst>
                </a:gridCol>
                <a:gridCol w="2709333">
                  <a:extLst>
                    <a:ext uri="{9D8B030D-6E8A-4147-A177-3AD203B41FA5}">
                      <a16:colId xmlns:a16="http://schemas.microsoft.com/office/drawing/2014/main" val="79954557"/>
                    </a:ext>
                  </a:extLst>
                </a:gridCol>
                <a:gridCol w="2709333">
                  <a:extLst>
                    <a:ext uri="{9D8B030D-6E8A-4147-A177-3AD203B41FA5}">
                      <a16:colId xmlns:a16="http://schemas.microsoft.com/office/drawing/2014/main" val="1113414384"/>
                    </a:ext>
                  </a:extLst>
                </a:gridCol>
              </a:tblGrid>
              <a:tr h="186663">
                <a:tc gridSpan="3">
                  <a:txBody>
                    <a:bodyPr/>
                    <a:lstStyle/>
                    <a:p>
                      <a:pPr algn="ctr"/>
                      <a:r>
                        <a:rPr lang="en-GB" dirty="0"/>
                        <a:t>Work-based Project with Questioning</a:t>
                      </a:r>
                    </a:p>
                  </a:txBody>
                  <a:tcPr/>
                </a:tc>
                <a:tc hMerge="1">
                  <a:txBody>
                    <a:bodyPr/>
                    <a:lstStyle/>
                    <a:p>
                      <a:endParaRPr lang="en-GB" dirty="0"/>
                    </a:p>
                  </a:txBody>
                  <a:tcPr/>
                </a:tc>
                <a:tc hMerge="1">
                  <a:txBody>
                    <a:bodyPr/>
                    <a:lstStyle/>
                    <a:p>
                      <a:endParaRPr lang="en-GB" dirty="0"/>
                    </a:p>
                  </a:txBody>
                  <a:tcPr/>
                </a:tc>
                <a:extLst>
                  <a:ext uri="{0D108BD9-81ED-4DB2-BD59-A6C34878D82A}">
                    <a16:rowId xmlns:a16="http://schemas.microsoft.com/office/drawing/2014/main" val="432273095"/>
                  </a:ext>
                </a:extLst>
              </a:tr>
              <a:tr h="186663">
                <a:tc>
                  <a:txBody>
                    <a:bodyPr/>
                    <a:lstStyle/>
                    <a:p>
                      <a:pPr algn="ctr"/>
                      <a:r>
                        <a:rPr lang="en-GB" b="1" dirty="0">
                          <a:solidFill>
                            <a:schemeClr val="tx2"/>
                          </a:solidFill>
                        </a:rPr>
                        <a:t>Knowledge</a:t>
                      </a:r>
                    </a:p>
                  </a:txBody>
                  <a:tcPr/>
                </a:tc>
                <a:tc>
                  <a:txBody>
                    <a:bodyPr/>
                    <a:lstStyle/>
                    <a:p>
                      <a:pPr algn="ctr"/>
                      <a:r>
                        <a:rPr lang="en-GB" b="1" dirty="0">
                          <a:solidFill>
                            <a:schemeClr val="tx2"/>
                          </a:solidFill>
                        </a:rPr>
                        <a:t>Skills</a:t>
                      </a:r>
                    </a:p>
                  </a:txBody>
                  <a:tcPr/>
                </a:tc>
                <a:tc>
                  <a:txBody>
                    <a:bodyPr/>
                    <a:lstStyle/>
                    <a:p>
                      <a:pPr algn="ctr"/>
                      <a:r>
                        <a:rPr lang="en-GB" b="1" dirty="0">
                          <a:solidFill>
                            <a:schemeClr val="tx2"/>
                          </a:solidFill>
                        </a:rPr>
                        <a:t>Behaviours</a:t>
                      </a:r>
                    </a:p>
                  </a:txBody>
                  <a:tcPr/>
                </a:tc>
                <a:extLst>
                  <a:ext uri="{0D108BD9-81ED-4DB2-BD59-A6C34878D82A}">
                    <a16:rowId xmlns:a16="http://schemas.microsoft.com/office/drawing/2014/main" val="2345125783"/>
                  </a:ext>
                </a:extLst>
              </a:tr>
              <a:tr h="388410">
                <a:tc>
                  <a:txBody>
                    <a:bodyPr/>
                    <a:lstStyle/>
                    <a:p>
                      <a:pPr algn="ctr"/>
                      <a:r>
                        <a:rPr lang="en-GB" sz="1800" kern="1200" dirty="0">
                          <a:solidFill>
                            <a:schemeClr val="bg1">
                              <a:lumMod val="75000"/>
                            </a:schemeClr>
                          </a:solidFill>
                          <a:latin typeface="+mn-lt"/>
                          <a:ea typeface="+mn-ea"/>
                          <a:cs typeface="+mn-cs"/>
                        </a:rPr>
                        <a:t>K2, K6, K9, K11</a:t>
                      </a:r>
                    </a:p>
                  </a:txBody>
                  <a:tcPr/>
                </a:tc>
                <a:tc>
                  <a:txBody>
                    <a:bodyPr/>
                    <a:lstStyle/>
                    <a:p>
                      <a:pPr algn="ctr"/>
                      <a:r>
                        <a:rPr lang="en-GB" sz="1800" kern="1200" dirty="0">
                          <a:solidFill>
                            <a:schemeClr val="bg1">
                              <a:lumMod val="75000"/>
                            </a:schemeClr>
                          </a:solidFill>
                          <a:latin typeface="+mn-lt"/>
                          <a:ea typeface="+mn-ea"/>
                          <a:cs typeface="+mn-cs"/>
                        </a:rPr>
                        <a:t>S1, S4, S6, S7, S10, S11, S12, S16</a:t>
                      </a:r>
                    </a:p>
                  </a:txBody>
                  <a:tcPr/>
                </a:tc>
                <a:tc>
                  <a:txBody>
                    <a:bodyPr/>
                    <a:lstStyle/>
                    <a:p>
                      <a:pPr algn="ctr"/>
                      <a:r>
                        <a:rPr lang="en-GB" sz="1800" kern="1200" dirty="0">
                          <a:solidFill>
                            <a:schemeClr val="bg1">
                              <a:lumMod val="75000"/>
                            </a:schemeClr>
                          </a:solidFill>
                          <a:latin typeface="+mn-lt"/>
                          <a:ea typeface="+mn-ea"/>
                          <a:cs typeface="+mn-cs"/>
                        </a:rPr>
                        <a:t>B2, </a:t>
                      </a:r>
                      <a:r>
                        <a:rPr lang="en-GB" sz="1800" b="1" kern="1200" dirty="0">
                          <a:solidFill>
                            <a:schemeClr val="tx1"/>
                          </a:solidFill>
                          <a:latin typeface="+mn-lt"/>
                          <a:ea typeface="+mn-ea"/>
                          <a:cs typeface="+mn-cs"/>
                        </a:rPr>
                        <a:t>B3</a:t>
                      </a:r>
                    </a:p>
                  </a:txBody>
                  <a:tcPr/>
                </a:tc>
                <a:extLst>
                  <a:ext uri="{0D108BD9-81ED-4DB2-BD59-A6C34878D82A}">
                    <a16:rowId xmlns:a16="http://schemas.microsoft.com/office/drawing/2014/main" val="2058850495"/>
                  </a:ext>
                </a:extLst>
              </a:tr>
            </a:tbl>
          </a:graphicData>
        </a:graphic>
      </p:graphicFrame>
    </p:spTree>
    <p:custDataLst>
      <p:tags r:id="rId1"/>
    </p:custDataLst>
    <p:extLst>
      <p:ext uri="{BB962C8B-B14F-4D97-AF65-F5344CB8AC3E}">
        <p14:creationId xmlns:p14="http://schemas.microsoft.com/office/powerpoint/2010/main" val="26279221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030C6E-C461-A131-4B14-BB5A3C6B5F5E}"/>
              </a:ext>
            </a:extLst>
          </p:cNvPr>
          <p:cNvSpPr>
            <a:spLocks noGrp="1"/>
          </p:cNvSpPr>
          <p:nvPr>
            <p:ph type="ctrTitle"/>
          </p:nvPr>
        </p:nvSpPr>
        <p:spPr/>
        <p:txBody>
          <a:bodyPr>
            <a:normAutofit/>
          </a:bodyPr>
          <a:lstStyle/>
          <a:p>
            <a:r>
              <a:rPr lang="en-GB" dirty="0"/>
              <a:t>Laws, Legislation and Standards</a:t>
            </a:r>
          </a:p>
        </p:txBody>
      </p:sp>
      <p:sp>
        <p:nvSpPr>
          <p:cNvPr id="4" name="Subtitle 3">
            <a:extLst>
              <a:ext uri="{FF2B5EF4-FFF2-40B4-BE49-F238E27FC236}">
                <a16:creationId xmlns:a16="http://schemas.microsoft.com/office/drawing/2014/main" id="{07F73EF1-D4F8-705E-07E6-4579AC1D0C94}"/>
              </a:ext>
            </a:extLst>
          </p:cNvPr>
          <p:cNvSpPr>
            <a:spLocks noGrp="1"/>
          </p:cNvSpPr>
          <p:nvPr>
            <p:ph type="subTitle" idx="1"/>
          </p:nvPr>
        </p:nvSpPr>
        <p:spPr/>
        <p:txBody>
          <a:bodyPr>
            <a:normAutofit fontScale="92500"/>
          </a:bodyPr>
          <a:lstStyle/>
          <a:p>
            <a:r>
              <a:rPr lang="en-GB" dirty="0"/>
              <a:t>Laws, Legislation and Standards applicable to Software Development</a:t>
            </a:r>
          </a:p>
          <a:p>
            <a:endParaRPr lang="en-GB" dirty="0"/>
          </a:p>
        </p:txBody>
      </p:sp>
    </p:spTree>
    <p:extLst>
      <p:ext uri="{BB962C8B-B14F-4D97-AF65-F5344CB8AC3E}">
        <p14:creationId xmlns:p14="http://schemas.microsoft.com/office/powerpoint/2010/main" val="13218524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8C47328-F312-3EF3-A4DE-D81AF79EB669}"/>
              </a:ext>
            </a:extLst>
          </p:cNvPr>
          <p:cNvSpPr>
            <a:spLocks noGrp="1"/>
          </p:cNvSpPr>
          <p:nvPr>
            <p:ph idx="1"/>
          </p:nvPr>
        </p:nvSpPr>
        <p:spPr/>
        <p:txBody>
          <a:bodyPr>
            <a:normAutofit fontScale="85000" lnSpcReduction="20000"/>
          </a:bodyPr>
          <a:lstStyle/>
          <a:p>
            <a:r>
              <a:rPr lang="en-GB" dirty="0"/>
              <a:t>There are a variety of laws, legislation and standards that apply to Software Development in general.</a:t>
            </a:r>
          </a:p>
          <a:p>
            <a:pPr lvl="1"/>
            <a:r>
              <a:rPr lang="en-GB" dirty="0"/>
              <a:t>Depending on your industry other laws, legislation and standards may apply to you, you will need to discuss these with your manager and/or mentor.</a:t>
            </a:r>
          </a:p>
          <a:p>
            <a:endParaRPr lang="en-GB" dirty="0"/>
          </a:p>
          <a:p>
            <a:r>
              <a:rPr lang="en-GB" dirty="0"/>
              <a:t>Within this session we will be looking at the following;</a:t>
            </a:r>
          </a:p>
          <a:p>
            <a:pPr lvl="1"/>
            <a:r>
              <a:rPr lang="en-GB" dirty="0"/>
              <a:t>Computer Misuse Act 1990 (as amended in 2015 by the Serious Crime Act 2015)</a:t>
            </a:r>
          </a:p>
          <a:p>
            <a:pPr lvl="1"/>
            <a:r>
              <a:rPr lang="en-GB" dirty="0"/>
              <a:t>Health and Safety Act 1974 (as amended in 2022)</a:t>
            </a:r>
          </a:p>
          <a:p>
            <a:pPr lvl="1"/>
            <a:r>
              <a:rPr lang="en-GB" dirty="0"/>
              <a:t>EU Cookie Directive (Privacy and Electronic Communications Regulations 2003 as amended in 2019)</a:t>
            </a:r>
          </a:p>
          <a:p>
            <a:pPr lvl="1"/>
            <a:r>
              <a:rPr lang="en-GB" dirty="0"/>
              <a:t>EU Anti-Spam Directive (Privacy and Electronic Communications Regulations 2003 as amended in 2019)</a:t>
            </a:r>
          </a:p>
          <a:p>
            <a:pPr lvl="1"/>
            <a:r>
              <a:rPr lang="en-GB" dirty="0"/>
              <a:t>GDPR (UK and EU) (Data Protection Act 2018)</a:t>
            </a:r>
          </a:p>
          <a:p>
            <a:pPr lvl="1"/>
            <a:r>
              <a:rPr lang="en-GB" dirty="0"/>
              <a:t>Laws and legislation relating to Intellectual Property, Copyright, Patents, and Trade Marks</a:t>
            </a:r>
          </a:p>
          <a:p>
            <a:pPr lvl="1"/>
            <a:r>
              <a:rPr lang="en-GB" dirty="0"/>
              <a:t>Laws and legislation relating to Accessibility, Equality, Diversity</a:t>
            </a:r>
          </a:p>
          <a:p>
            <a:pPr lvl="1"/>
            <a:r>
              <a:rPr lang="en-GB" dirty="0"/>
              <a:t>Standards within Software Development</a:t>
            </a:r>
          </a:p>
          <a:p>
            <a:pPr lvl="1"/>
            <a:r>
              <a:rPr lang="en-GB" dirty="0"/>
              <a:t>Software Licenses</a:t>
            </a:r>
          </a:p>
          <a:p>
            <a:pPr lvl="1"/>
            <a:r>
              <a:rPr lang="en-GB" dirty="0"/>
              <a:t>Contracts and Confidentiality agreements</a:t>
            </a:r>
          </a:p>
          <a:p>
            <a:pPr lvl="1"/>
            <a:r>
              <a:rPr lang="en-GB" dirty="0"/>
              <a:t>Product Liability and Negligence</a:t>
            </a:r>
          </a:p>
          <a:p>
            <a:pPr lvl="1"/>
            <a:r>
              <a:rPr lang="en-GB" dirty="0"/>
              <a:t>Libel and Defamation Laws</a:t>
            </a:r>
          </a:p>
          <a:p>
            <a:endParaRPr lang="en-GB" dirty="0"/>
          </a:p>
        </p:txBody>
      </p:sp>
      <p:sp>
        <p:nvSpPr>
          <p:cNvPr id="8" name="Title 7">
            <a:extLst>
              <a:ext uri="{FF2B5EF4-FFF2-40B4-BE49-F238E27FC236}">
                <a16:creationId xmlns:a16="http://schemas.microsoft.com/office/drawing/2014/main" id="{549174B0-7220-4137-A082-BA5496138F9C}"/>
              </a:ext>
            </a:extLst>
          </p:cNvPr>
          <p:cNvSpPr>
            <a:spLocks noGrp="1"/>
          </p:cNvSpPr>
          <p:nvPr>
            <p:ph type="title"/>
          </p:nvPr>
        </p:nvSpPr>
        <p:spPr/>
        <p:txBody>
          <a:bodyPr/>
          <a:lstStyle/>
          <a:p>
            <a:r>
              <a:rPr lang="en-US" dirty="0"/>
              <a:t>Introduction</a:t>
            </a:r>
            <a:endParaRPr lang="en-GB" dirty="0"/>
          </a:p>
        </p:txBody>
      </p:sp>
      <p:sp>
        <p:nvSpPr>
          <p:cNvPr id="3" name="Text Placeholder 2">
            <a:extLst>
              <a:ext uri="{FF2B5EF4-FFF2-40B4-BE49-F238E27FC236}">
                <a16:creationId xmlns:a16="http://schemas.microsoft.com/office/drawing/2014/main" id="{76B6FED4-D21B-B46B-C4A7-68D7B94EB1F9}"/>
              </a:ext>
            </a:extLst>
          </p:cNvPr>
          <p:cNvSpPr>
            <a:spLocks noGrp="1"/>
          </p:cNvSpPr>
          <p:nvPr>
            <p:ph type="body" sz="quarter" idx="10"/>
          </p:nvPr>
        </p:nvSpPr>
        <p:spPr/>
        <p:txBody>
          <a:bodyPr/>
          <a:lstStyle/>
          <a:p>
            <a:r>
              <a:rPr lang="en-GB" dirty="0"/>
              <a:t>K8 </a:t>
            </a:r>
          </a:p>
        </p:txBody>
      </p:sp>
      <p:sp>
        <p:nvSpPr>
          <p:cNvPr id="4" name="Text Placeholder 3">
            <a:extLst>
              <a:ext uri="{FF2B5EF4-FFF2-40B4-BE49-F238E27FC236}">
                <a16:creationId xmlns:a16="http://schemas.microsoft.com/office/drawing/2014/main" id="{F82DE185-3DF6-FC41-0C44-687043D9FFBF}"/>
              </a:ext>
            </a:extLst>
          </p:cNvPr>
          <p:cNvSpPr>
            <a:spLocks noGrp="1"/>
          </p:cNvSpPr>
          <p:nvPr>
            <p:ph type="body" sz="quarter" idx="11"/>
          </p:nvPr>
        </p:nvSpPr>
        <p:spPr/>
        <p:txBody>
          <a:bodyPr/>
          <a:lstStyle/>
          <a:p>
            <a:endParaRPr lang="en-GB" dirty="0"/>
          </a:p>
        </p:txBody>
      </p:sp>
    </p:spTree>
    <p:extLst>
      <p:ext uri="{BB962C8B-B14F-4D97-AF65-F5344CB8AC3E}">
        <p14:creationId xmlns:p14="http://schemas.microsoft.com/office/powerpoint/2010/main" val="28257325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7A66032-90EF-07C2-C3AA-6425E427A4BA}"/>
              </a:ext>
            </a:extLst>
          </p:cNvPr>
          <p:cNvSpPr>
            <a:spLocks noGrp="1"/>
          </p:cNvSpPr>
          <p:nvPr>
            <p:ph idx="1"/>
          </p:nvPr>
        </p:nvSpPr>
        <p:spPr/>
        <p:txBody>
          <a:bodyPr anchor="ctr"/>
          <a:lstStyle/>
          <a:p>
            <a:pPr marL="457200" indent="-457200" algn="l">
              <a:buFont typeface="+mj-lt"/>
              <a:buAutoNum type="arabicPeriod"/>
            </a:pPr>
            <a:r>
              <a:rPr lang="en-GB" sz="2400" dirty="0">
                <a:latin typeface="Arial"/>
                <a:cs typeface="Arial"/>
              </a:rPr>
              <a:t>Why are laws, legislation and standards needed?</a:t>
            </a:r>
            <a:endParaRPr lang="en-US"/>
          </a:p>
          <a:p>
            <a:pPr marL="457200" indent="-457200" algn="l">
              <a:buFont typeface="+mj-lt"/>
              <a:buAutoNum type="arabicPeriod"/>
            </a:pPr>
            <a:endParaRPr lang="en-GB" sz="2400" dirty="0"/>
          </a:p>
          <a:p>
            <a:pPr marL="457200" indent="-457200" algn="l">
              <a:buFont typeface="+mj-lt"/>
              <a:buAutoNum type="arabicPeriod"/>
            </a:pPr>
            <a:r>
              <a:rPr lang="en-GB" sz="2400" dirty="0">
                <a:latin typeface="Arial"/>
                <a:cs typeface="Arial"/>
              </a:rPr>
              <a:t>What do they help with?</a:t>
            </a:r>
          </a:p>
          <a:p>
            <a:pPr marL="457200" indent="-457200" algn="l">
              <a:buFont typeface="+mj-lt"/>
              <a:buAutoNum type="arabicPeriod"/>
            </a:pPr>
            <a:endParaRPr lang="en-GB" sz="2400" dirty="0"/>
          </a:p>
          <a:p>
            <a:pPr marL="457200" indent="-457200" algn="l">
              <a:buFont typeface="+mj-lt"/>
              <a:buAutoNum type="arabicPeriod"/>
            </a:pPr>
            <a:r>
              <a:rPr lang="en-GB" sz="2400" dirty="0">
                <a:latin typeface="Arial"/>
                <a:cs typeface="Arial"/>
              </a:rPr>
              <a:t>What could happen if they didn’t exist?</a:t>
            </a:r>
          </a:p>
        </p:txBody>
      </p:sp>
      <p:sp>
        <p:nvSpPr>
          <p:cNvPr id="2" name="Title 1">
            <a:extLst>
              <a:ext uri="{FF2B5EF4-FFF2-40B4-BE49-F238E27FC236}">
                <a16:creationId xmlns:a16="http://schemas.microsoft.com/office/drawing/2014/main" id="{39097979-570D-1FCA-B7B5-D50725354F4C}"/>
              </a:ext>
            </a:extLst>
          </p:cNvPr>
          <p:cNvSpPr>
            <a:spLocks noGrp="1"/>
          </p:cNvSpPr>
          <p:nvPr>
            <p:ph type="title"/>
          </p:nvPr>
        </p:nvSpPr>
        <p:spPr/>
        <p:txBody>
          <a:bodyPr/>
          <a:lstStyle/>
          <a:p>
            <a:r>
              <a:rPr lang="en-GB" dirty="0"/>
              <a:t>Why?</a:t>
            </a:r>
          </a:p>
        </p:txBody>
      </p:sp>
      <p:sp>
        <p:nvSpPr>
          <p:cNvPr id="11" name="Text Placeholder 10">
            <a:extLst>
              <a:ext uri="{FF2B5EF4-FFF2-40B4-BE49-F238E27FC236}">
                <a16:creationId xmlns:a16="http://schemas.microsoft.com/office/drawing/2014/main" id="{D20A8035-D840-398B-B654-59C0346DADDB}"/>
              </a:ext>
            </a:extLst>
          </p:cNvPr>
          <p:cNvSpPr>
            <a:spLocks noGrp="1"/>
          </p:cNvSpPr>
          <p:nvPr>
            <p:ph type="body" sz="quarter" idx="10"/>
          </p:nvPr>
        </p:nvSpPr>
        <p:spPr/>
        <p:txBody>
          <a:bodyPr/>
          <a:lstStyle/>
          <a:p>
            <a:r>
              <a:rPr lang="en-GB" dirty="0"/>
              <a:t>K8, S17, B1, B3, B5, B9</a:t>
            </a:r>
          </a:p>
        </p:txBody>
      </p:sp>
      <p:sp>
        <p:nvSpPr>
          <p:cNvPr id="4" name="Text Placeholder 3">
            <a:extLst>
              <a:ext uri="{FF2B5EF4-FFF2-40B4-BE49-F238E27FC236}">
                <a16:creationId xmlns:a16="http://schemas.microsoft.com/office/drawing/2014/main" id="{559E1599-4B63-871A-7B91-ED1232CE80E6}"/>
              </a:ext>
            </a:extLst>
          </p:cNvPr>
          <p:cNvSpPr>
            <a:spLocks noGrp="1"/>
          </p:cNvSpPr>
          <p:nvPr>
            <p:ph type="body" sz="quarter" idx="11"/>
          </p:nvPr>
        </p:nvSpPr>
        <p:spPr/>
        <p:txBody>
          <a:bodyPr/>
          <a:lstStyle/>
          <a:p>
            <a:endParaRPr lang="en-GB"/>
          </a:p>
        </p:txBody>
      </p:sp>
    </p:spTree>
    <p:extLst>
      <p:ext uri="{BB962C8B-B14F-4D97-AF65-F5344CB8AC3E}">
        <p14:creationId xmlns:p14="http://schemas.microsoft.com/office/powerpoint/2010/main" val="34354964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737E83-25F0-6C36-5606-4F3352C55F89}"/>
              </a:ext>
            </a:extLst>
          </p:cNvPr>
          <p:cNvSpPr>
            <a:spLocks noGrp="1"/>
          </p:cNvSpPr>
          <p:nvPr>
            <p:ph type="ctrTitle"/>
          </p:nvPr>
        </p:nvSpPr>
        <p:spPr/>
        <p:txBody>
          <a:bodyPr/>
          <a:lstStyle/>
          <a:p>
            <a:r>
              <a:rPr lang="en-GB" dirty="0"/>
              <a:t>Computer Misuse Act</a:t>
            </a:r>
          </a:p>
        </p:txBody>
      </p:sp>
      <p:sp>
        <p:nvSpPr>
          <p:cNvPr id="4" name="Subtitle 3">
            <a:extLst>
              <a:ext uri="{FF2B5EF4-FFF2-40B4-BE49-F238E27FC236}">
                <a16:creationId xmlns:a16="http://schemas.microsoft.com/office/drawing/2014/main" id="{A5B9AE4B-9F10-3F0C-F250-7BC21251A7FA}"/>
              </a:ext>
            </a:extLst>
          </p:cNvPr>
          <p:cNvSpPr>
            <a:spLocks noGrp="1"/>
          </p:cNvSpPr>
          <p:nvPr>
            <p:ph type="subTitle" idx="1"/>
          </p:nvPr>
        </p:nvSpPr>
        <p:spPr/>
        <p:txBody>
          <a:bodyPr/>
          <a:lstStyle/>
          <a:p>
            <a:endParaRPr lang="en-GB"/>
          </a:p>
        </p:txBody>
      </p:sp>
    </p:spTree>
    <p:extLst>
      <p:ext uri="{BB962C8B-B14F-4D97-AF65-F5344CB8AC3E}">
        <p14:creationId xmlns:p14="http://schemas.microsoft.com/office/powerpoint/2010/main" val="21223627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6B93337-C291-361C-EBCB-E75EC941DDFF}"/>
              </a:ext>
            </a:extLst>
          </p:cNvPr>
          <p:cNvSpPr>
            <a:spLocks noGrp="1"/>
          </p:cNvSpPr>
          <p:nvPr>
            <p:ph sz="half" idx="1"/>
          </p:nvPr>
        </p:nvSpPr>
        <p:spPr/>
        <p:txBody>
          <a:bodyPr>
            <a:normAutofit fontScale="92500" lnSpcReduction="20000"/>
          </a:bodyPr>
          <a:lstStyle/>
          <a:p>
            <a:r>
              <a:rPr lang="en-GB" dirty="0"/>
              <a:t>The Computer Misuse Act 1990 protects personal data held by organisations from unauthorised access and modification</a:t>
            </a:r>
          </a:p>
          <a:p>
            <a:endParaRPr lang="en-GB" dirty="0"/>
          </a:p>
          <a:p>
            <a:r>
              <a:rPr lang="en-GB" dirty="0"/>
              <a:t>As it was based on issues relating to hacking cases in the 1980s it was focused on cyber-dependent crimes (that is crimes that can only be committed through use of a computer) and not on cyber-enabled crimes (crimes that can be committed in other manners but were committed using a computer)</a:t>
            </a:r>
          </a:p>
          <a:p>
            <a:endParaRPr lang="en-GB" dirty="0"/>
          </a:p>
          <a:p>
            <a:r>
              <a:rPr lang="en-GB" dirty="0"/>
              <a:t>There are currently 5 sections under which you can be prosecuted (from an original 3)</a:t>
            </a:r>
          </a:p>
          <a:p>
            <a:endParaRPr lang="en-GB" dirty="0"/>
          </a:p>
          <a:p>
            <a:r>
              <a:rPr lang="en-GB" dirty="0"/>
              <a:t>It is currently undergoing review as it is over 30 years old</a:t>
            </a:r>
          </a:p>
          <a:p>
            <a:endParaRPr lang="en-GB" dirty="0"/>
          </a:p>
          <a:p>
            <a:endParaRPr lang="en-GB" dirty="0"/>
          </a:p>
        </p:txBody>
      </p:sp>
      <p:graphicFrame>
        <p:nvGraphicFramePr>
          <p:cNvPr id="6" name="Content Placeholder 5">
            <a:extLst>
              <a:ext uri="{FF2B5EF4-FFF2-40B4-BE49-F238E27FC236}">
                <a16:creationId xmlns:a16="http://schemas.microsoft.com/office/drawing/2014/main" id="{7BAA718D-F213-01DC-129B-625324C58AC4}"/>
              </a:ext>
            </a:extLst>
          </p:cNvPr>
          <p:cNvGraphicFramePr>
            <a:graphicFrameLocks noGrp="1"/>
          </p:cNvGraphicFramePr>
          <p:nvPr>
            <p:ph sz="half" idx="2"/>
            <p:extLst>
              <p:ext uri="{D42A27DB-BD31-4B8C-83A1-F6EECF244321}">
                <p14:modId xmlns:p14="http://schemas.microsoft.com/office/powerpoint/2010/main" val="4192329781"/>
              </p:ext>
            </p:extLst>
          </p:nvPr>
        </p:nvGraphicFramePr>
        <p:xfrm>
          <a:off x="6165850" y="1681163"/>
          <a:ext cx="5881688" cy="468788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Title 3">
            <a:extLst>
              <a:ext uri="{FF2B5EF4-FFF2-40B4-BE49-F238E27FC236}">
                <a16:creationId xmlns:a16="http://schemas.microsoft.com/office/drawing/2014/main" id="{E6A71A81-3895-BFCD-006C-FF1FDDFD6CBE}"/>
              </a:ext>
            </a:extLst>
          </p:cNvPr>
          <p:cNvSpPr>
            <a:spLocks noGrp="1"/>
          </p:cNvSpPr>
          <p:nvPr>
            <p:ph type="title"/>
          </p:nvPr>
        </p:nvSpPr>
        <p:spPr/>
        <p:txBody>
          <a:bodyPr/>
          <a:lstStyle/>
          <a:p>
            <a:r>
              <a:rPr lang="en-GB" dirty="0"/>
              <a:t>Computer Misuse Act</a:t>
            </a:r>
          </a:p>
        </p:txBody>
      </p:sp>
      <p:sp>
        <p:nvSpPr>
          <p:cNvPr id="3" name="Text Placeholder 2">
            <a:extLst>
              <a:ext uri="{FF2B5EF4-FFF2-40B4-BE49-F238E27FC236}">
                <a16:creationId xmlns:a16="http://schemas.microsoft.com/office/drawing/2014/main" id="{39B19A8F-FD93-B776-BA5B-5AE705F9AA11}"/>
              </a:ext>
            </a:extLst>
          </p:cNvPr>
          <p:cNvSpPr>
            <a:spLocks noGrp="1"/>
          </p:cNvSpPr>
          <p:nvPr>
            <p:ph type="body" sz="quarter" idx="10"/>
          </p:nvPr>
        </p:nvSpPr>
        <p:spPr/>
        <p:txBody>
          <a:bodyPr/>
          <a:lstStyle/>
          <a:p>
            <a:r>
              <a:rPr lang="en-GB" dirty="0"/>
              <a:t>K8</a:t>
            </a:r>
          </a:p>
        </p:txBody>
      </p:sp>
      <p:sp>
        <p:nvSpPr>
          <p:cNvPr id="5" name="Text Placeholder 4">
            <a:extLst>
              <a:ext uri="{FF2B5EF4-FFF2-40B4-BE49-F238E27FC236}">
                <a16:creationId xmlns:a16="http://schemas.microsoft.com/office/drawing/2014/main" id="{2C1C09FD-54DB-05DE-FD83-A6A5BA2CF02E}"/>
              </a:ext>
            </a:extLst>
          </p:cNvPr>
          <p:cNvSpPr>
            <a:spLocks noGrp="1"/>
          </p:cNvSpPr>
          <p:nvPr>
            <p:ph type="body" sz="quarter" idx="11"/>
          </p:nvPr>
        </p:nvSpPr>
        <p:spPr/>
        <p:txBody>
          <a:bodyPr/>
          <a:lstStyle/>
          <a:p>
            <a:endParaRPr lang="en-GB"/>
          </a:p>
        </p:txBody>
      </p:sp>
    </p:spTree>
    <p:extLst>
      <p:ext uri="{BB962C8B-B14F-4D97-AF65-F5344CB8AC3E}">
        <p14:creationId xmlns:p14="http://schemas.microsoft.com/office/powerpoint/2010/main" val="29672582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6B93337-C291-361C-EBCB-E75EC941DDFF}"/>
              </a:ext>
            </a:extLst>
          </p:cNvPr>
          <p:cNvSpPr>
            <a:spLocks noGrp="1"/>
          </p:cNvSpPr>
          <p:nvPr>
            <p:ph sz="half" idx="1"/>
          </p:nvPr>
        </p:nvSpPr>
        <p:spPr/>
        <p:txBody>
          <a:bodyPr>
            <a:normAutofit fontScale="85000" lnSpcReduction="10000"/>
          </a:bodyPr>
          <a:lstStyle/>
          <a:p>
            <a:r>
              <a:rPr lang="en-GB" dirty="0"/>
              <a:t>The following penalties apply to offences that are fall into the various sections;</a:t>
            </a:r>
          </a:p>
          <a:p>
            <a:endParaRPr lang="en-GB" dirty="0"/>
          </a:p>
          <a:p>
            <a:pPr lvl="1"/>
            <a:r>
              <a:rPr lang="en-GB" dirty="0"/>
              <a:t>Section 1: Up to 2 year</a:t>
            </a:r>
            <a:r>
              <a:rPr lang="en-US" dirty="0"/>
              <a:t>s and/or an unlimited fine</a:t>
            </a:r>
          </a:p>
          <a:p>
            <a:pPr lvl="1"/>
            <a:endParaRPr lang="en-GB" dirty="0"/>
          </a:p>
          <a:p>
            <a:pPr lvl="1"/>
            <a:r>
              <a:rPr lang="en-GB" dirty="0"/>
              <a:t>Section 2: Up to </a:t>
            </a:r>
            <a:r>
              <a:rPr lang="en-US" dirty="0"/>
              <a:t>5 years and/or an unlimited fine</a:t>
            </a:r>
          </a:p>
          <a:p>
            <a:pPr lvl="1"/>
            <a:endParaRPr lang="en-GB" dirty="0"/>
          </a:p>
          <a:p>
            <a:pPr lvl="1"/>
            <a:r>
              <a:rPr lang="en-GB" dirty="0"/>
              <a:t>Section 3: Up to 10 years and/or an unlimited fine</a:t>
            </a:r>
          </a:p>
          <a:p>
            <a:pPr lvl="1"/>
            <a:endParaRPr lang="en-GB" dirty="0"/>
          </a:p>
          <a:p>
            <a:pPr lvl="1"/>
            <a:r>
              <a:rPr lang="en-GB" dirty="0"/>
              <a:t>Section 3ZA: Up to 14 years, unless it caused or created significant risk of serious damage to human welfare (death, illness or injury) or national security then life imprisonment, and/or an unlimited fine</a:t>
            </a:r>
          </a:p>
          <a:p>
            <a:pPr lvl="1"/>
            <a:endParaRPr lang="en-GB" dirty="0"/>
          </a:p>
          <a:p>
            <a:pPr lvl="1"/>
            <a:r>
              <a:rPr lang="en-GB" dirty="0"/>
              <a:t>Section 3A: Up to 2 years and/or an unlimited fine</a:t>
            </a:r>
          </a:p>
        </p:txBody>
      </p:sp>
      <p:graphicFrame>
        <p:nvGraphicFramePr>
          <p:cNvPr id="6" name="Content Placeholder 5">
            <a:extLst>
              <a:ext uri="{FF2B5EF4-FFF2-40B4-BE49-F238E27FC236}">
                <a16:creationId xmlns:a16="http://schemas.microsoft.com/office/drawing/2014/main" id="{C84F4352-8E96-2BF2-32E7-6EE323725F06}"/>
              </a:ext>
            </a:extLst>
          </p:cNvPr>
          <p:cNvGraphicFramePr>
            <a:graphicFrameLocks noGrp="1"/>
          </p:cNvGraphicFramePr>
          <p:nvPr>
            <p:ph sz="half" idx="2"/>
            <p:extLst>
              <p:ext uri="{D42A27DB-BD31-4B8C-83A1-F6EECF244321}">
                <p14:modId xmlns:p14="http://schemas.microsoft.com/office/powerpoint/2010/main" val="3508720994"/>
              </p:ext>
            </p:extLst>
          </p:nvPr>
        </p:nvGraphicFramePr>
        <p:xfrm>
          <a:off x="6165850" y="1681163"/>
          <a:ext cx="5881688" cy="468788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Title 3">
            <a:extLst>
              <a:ext uri="{FF2B5EF4-FFF2-40B4-BE49-F238E27FC236}">
                <a16:creationId xmlns:a16="http://schemas.microsoft.com/office/drawing/2014/main" id="{E6A71A81-3895-BFCD-006C-FF1FDDFD6CBE}"/>
              </a:ext>
            </a:extLst>
          </p:cNvPr>
          <p:cNvSpPr>
            <a:spLocks noGrp="1"/>
          </p:cNvSpPr>
          <p:nvPr>
            <p:ph type="title"/>
          </p:nvPr>
        </p:nvSpPr>
        <p:spPr/>
        <p:txBody>
          <a:bodyPr/>
          <a:lstStyle/>
          <a:p>
            <a:r>
              <a:rPr lang="en-GB" dirty="0"/>
              <a:t>Computer Misuse Act</a:t>
            </a:r>
          </a:p>
        </p:txBody>
      </p:sp>
      <p:sp>
        <p:nvSpPr>
          <p:cNvPr id="3" name="Text Placeholder 2">
            <a:extLst>
              <a:ext uri="{FF2B5EF4-FFF2-40B4-BE49-F238E27FC236}">
                <a16:creationId xmlns:a16="http://schemas.microsoft.com/office/drawing/2014/main" id="{EC97C65B-AB41-DC76-21E9-246974589B6D}"/>
              </a:ext>
            </a:extLst>
          </p:cNvPr>
          <p:cNvSpPr>
            <a:spLocks noGrp="1"/>
          </p:cNvSpPr>
          <p:nvPr>
            <p:ph type="body" sz="quarter" idx="10"/>
          </p:nvPr>
        </p:nvSpPr>
        <p:spPr/>
        <p:txBody>
          <a:bodyPr/>
          <a:lstStyle/>
          <a:p>
            <a:r>
              <a:rPr lang="en-GB" dirty="0"/>
              <a:t>K8</a:t>
            </a:r>
          </a:p>
        </p:txBody>
      </p:sp>
      <p:sp>
        <p:nvSpPr>
          <p:cNvPr id="5" name="Text Placeholder 4">
            <a:extLst>
              <a:ext uri="{FF2B5EF4-FFF2-40B4-BE49-F238E27FC236}">
                <a16:creationId xmlns:a16="http://schemas.microsoft.com/office/drawing/2014/main" id="{57C4B9DF-357D-FF46-D99F-6CB5474D94AD}"/>
              </a:ext>
            </a:extLst>
          </p:cNvPr>
          <p:cNvSpPr>
            <a:spLocks noGrp="1"/>
          </p:cNvSpPr>
          <p:nvPr>
            <p:ph type="body" sz="quarter" idx="11"/>
          </p:nvPr>
        </p:nvSpPr>
        <p:spPr/>
        <p:txBody>
          <a:bodyPr/>
          <a:lstStyle/>
          <a:p>
            <a:endParaRPr lang="en-GB"/>
          </a:p>
        </p:txBody>
      </p:sp>
    </p:spTree>
    <p:extLst>
      <p:ext uri="{BB962C8B-B14F-4D97-AF65-F5344CB8AC3E}">
        <p14:creationId xmlns:p14="http://schemas.microsoft.com/office/powerpoint/2010/main" val="25022472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7A66032-90EF-07C2-C3AA-6425E427A4BA}"/>
              </a:ext>
            </a:extLst>
          </p:cNvPr>
          <p:cNvSpPr>
            <a:spLocks noGrp="1"/>
          </p:cNvSpPr>
          <p:nvPr>
            <p:ph idx="1"/>
          </p:nvPr>
        </p:nvSpPr>
        <p:spPr>
          <a:xfrm>
            <a:off x="1417294" y="1709017"/>
            <a:ext cx="9357413" cy="2831047"/>
          </a:xfrm>
        </p:spPr>
        <p:txBody>
          <a:bodyPr anchor="ctr"/>
          <a:lstStyle/>
          <a:p>
            <a:pPr marL="0" indent="0" algn="ctr">
              <a:buNone/>
            </a:pPr>
            <a:r>
              <a:rPr lang="en-GB" dirty="0"/>
              <a:t>For each of the sections in the Computer Misuse act identify an action that would violate that section.</a:t>
            </a:r>
          </a:p>
        </p:txBody>
      </p:sp>
      <p:sp>
        <p:nvSpPr>
          <p:cNvPr id="2" name="Title 1">
            <a:extLst>
              <a:ext uri="{FF2B5EF4-FFF2-40B4-BE49-F238E27FC236}">
                <a16:creationId xmlns:a16="http://schemas.microsoft.com/office/drawing/2014/main" id="{39097979-570D-1FCA-B7B5-D50725354F4C}"/>
              </a:ext>
            </a:extLst>
          </p:cNvPr>
          <p:cNvSpPr>
            <a:spLocks noGrp="1"/>
          </p:cNvSpPr>
          <p:nvPr>
            <p:ph type="title"/>
          </p:nvPr>
        </p:nvSpPr>
        <p:spPr/>
        <p:txBody>
          <a:bodyPr/>
          <a:lstStyle/>
          <a:p>
            <a:r>
              <a:rPr lang="en-GB" dirty="0"/>
              <a:t>Computer Misuse</a:t>
            </a:r>
          </a:p>
        </p:txBody>
      </p:sp>
      <p:sp>
        <p:nvSpPr>
          <p:cNvPr id="12" name="Text Placeholder 11">
            <a:extLst>
              <a:ext uri="{FF2B5EF4-FFF2-40B4-BE49-F238E27FC236}">
                <a16:creationId xmlns:a16="http://schemas.microsoft.com/office/drawing/2014/main" id="{7DB932D5-A7E1-E4B0-6F17-7E0510960523}"/>
              </a:ext>
            </a:extLst>
          </p:cNvPr>
          <p:cNvSpPr>
            <a:spLocks noGrp="1"/>
          </p:cNvSpPr>
          <p:nvPr>
            <p:ph type="body" sz="quarter" idx="10"/>
          </p:nvPr>
        </p:nvSpPr>
        <p:spPr/>
        <p:txBody>
          <a:bodyPr/>
          <a:lstStyle/>
          <a:p>
            <a:r>
              <a:rPr lang="en-GB" dirty="0"/>
              <a:t>K8, S17, B1, B3, B5, B9</a:t>
            </a:r>
          </a:p>
        </p:txBody>
      </p:sp>
      <p:sp>
        <p:nvSpPr>
          <p:cNvPr id="4" name="Text Placeholder 3">
            <a:extLst>
              <a:ext uri="{FF2B5EF4-FFF2-40B4-BE49-F238E27FC236}">
                <a16:creationId xmlns:a16="http://schemas.microsoft.com/office/drawing/2014/main" id="{E67E63AE-01D5-CEB7-3BFF-2F75FC774784}"/>
              </a:ext>
            </a:extLst>
          </p:cNvPr>
          <p:cNvSpPr>
            <a:spLocks noGrp="1"/>
          </p:cNvSpPr>
          <p:nvPr>
            <p:ph type="body" sz="quarter" idx="11"/>
          </p:nvPr>
        </p:nvSpPr>
        <p:spPr/>
        <p:txBody>
          <a:bodyPr/>
          <a:lstStyle/>
          <a:p>
            <a:endParaRPr lang="en-GB"/>
          </a:p>
        </p:txBody>
      </p:sp>
      <p:graphicFrame>
        <p:nvGraphicFramePr>
          <p:cNvPr id="11" name="Diagram 10">
            <a:extLst>
              <a:ext uri="{FF2B5EF4-FFF2-40B4-BE49-F238E27FC236}">
                <a16:creationId xmlns:a16="http://schemas.microsoft.com/office/drawing/2014/main" id="{400CBC2E-F686-F773-BFAF-739D94345F37}"/>
              </a:ext>
            </a:extLst>
          </p:cNvPr>
          <p:cNvGraphicFramePr/>
          <p:nvPr>
            <p:extLst>
              <p:ext uri="{D42A27DB-BD31-4B8C-83A1-F6EECF244321}">
                <p14:modId xmlns:p14="http://schemas.microsoft.com/office/powerpoint/2010/main" val="1784019854"/>
              </p:ext>
            </p:extLst>
          </p:nvPr>
        </p:nvGraphicFramePr>
        <p:xfrm>
          <a:off x="1533798" y="3760572"/>
          <a:ext cx="9124404" cy="155283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7216887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C0E684-1102-3E5C-12A0-66248C127102}"/>
              </a:ext>
            </a:extLst>
          </p:cNvPr>
          <p:cNvSpPr>
            <a:spLocks noGrp="1"/>
          </p:cNvSpPr>
          <p:nvPr>
            <p:ph type="ctrTitle"/>
          </p:nvPr>
        </p:nvSpPr>
        <p:spPr/>
        <p:txBody>
          <a:bodyPr/>
          <a:lstStyle/>
          <a:p>
            <a:r>
              <a:rPr lang="en-GB" dirty="0"/>
              <a:t>Health and Safety</a:t>
            </a:r>
          </a:p>
        </p:txBody>
      </p:sp>
      <p:sp>
        <p:nvSpPr>
          <p:cNvPr id="4" name="Subtitle 3">
            <a:extLst>
              <a:ext uri="{FF2B5EF4-FFF2-40B4-BE49-F238E27FC236}">
                <a16:creationId xmlns:a16="http://schemas.microsoft.com/office/drawing/2014/main" id="{FFF7D704-0021-D1A9-1749-8DED6207F1E0}"/>
              </a:ext>
            </a:extLst>
          </p:cNvPr>
          <p:cNvSpPr>
            <a:spLocks noGrp="1"/>
          </p:cNvSpPr>
          <p:nvPr>
            <p:ph type="subTitle" idx="1"/>
          </p:nvPr>
        </p:nvSpPr>
        <p:spPr/>
        <p:txBody>
          <a:bodyPr/>
          <a:lstStyle/>
          <a:p>
            <a:endParaRPr lang="en-GB"/>
          </a:p>
        </p:txBody>
      </p:sp>
    </p:spTree>
    <p:extLst>
      <p:ext uri="{BB962C8B-B14F-4D97-AF65-F5344CB8AC3E}">
        <p14:creationId xmlns:p14="http://schemas.microsoft.com/office/powerpoint/2010/main" val="3575833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7BB8294-5467-FC0D-260E-D8F5E67E7CF5}"/>
              </a:ext>
            </a:extLst>
          </p:cNvPr>
          <p:cNvSpPr>
            <a:spLocks noGrp="1"/>
          </p:cNvSpPr>
          <p:nvPr>
            <p:ph idx="1"/>
          </p:nvPr>
        </p:nvSpPr>
        <p:spPr/>
        <p:txBody>
          <a:bodyPr>
            <a:normAutofit fontScale="92500" lnSpcReduction="20000"/>
          </a:bodyPr>
          <a:lstStyle/>
          <a:p>
            <a:r>
              <a:rPr lang="en-GB" dirty="0"/>
              <a:t>The Health and Safety at Work etc Act 1974 and last updated in 2022 to take into account changes to PPE law</a:t>
            </a:r>
          </a:p>
          <a:p>
            <a:endParaRPr lang="en-GB" dirty="0"/>
          </a:p>
          <a:p>
            <a:r>
              <a:rPr lang="en-GB" dirty="0"/>
              <a:t>Legislation includes; </a:t>
            </a:r>
          </a:p>
          <a:p>
            <a:pPr lvl="1"/>
            <a:r>
              <a:rPr lang="en-GB" dirty="0"/>
              <a:t>The Management of Health and Safety at Work Regulations 1999, </a:t>
            </a:r>
          </a:p>
          <a:p>
            <a:pPr lvl="1"/>
            <a:r>
              <a:rPr lang="en-GB" dirty="0"/>
              <a:t>The Workplace (Health, Safety and Welfare) Regulations 1992, </a:t>
            </a:r>
          </a:p>
          <a:p>
            <a:pPr lvl="1"/>
            <a:r>
              <a:rPr lang="en-GB" dirty="0"/>
              <a:t>The Health and Safety (Display Screen Equipment) Regulations 1992</a:t>
            </a:r>
          </a:p>
          <a:p>
            <a:pPr lvl="1"/>
            <a:r>
              <a:rPr lang="en-GB" dirty="0"/>
              <a:t>The Manual Handling Operations Regulations 1992 (amended 2002)</a:t>
            </a:r>
          </a:p>
          <a:p>
            <a:pPr lvl="1"/>
            <a:r>
              <a:rPr lang="en-GB" dirty="0"/>
              <a:t>The Regulatory Reform (Fire Safety) Order 2005 (England and Wales only)</a:t>
            </a:r>
          </a:p>
          <a:p>
            <a:pPr lvl="1"/>
            <a:r>
              <a:rPr lang="en-GB" dirty="0"/>
              <a:t>Reporting of Injuries, Diseases and Dangerous Occurrences Regulations 1995</a:t>
            </a:r>
          </a:p>
          <a:p>
            <a:pPr lvl="1"/>
            <a:r>
              <a:rPr lang="en-GB" dirty="0"/>
              <a:t>The Personal Protective Equipment at Work Regulations 1992</a:t>
            </a:r>
          </a:p>
          <a:p>
            <a:pPr lvl="1"/>
            <a:r>
              <a:rPr lang="en-GB" dirty="0"/>
              <a:t>Control of Substances Hazardous to Health Regulations 2002</a:t>
            </a:r>
          </a:p>
          <a:p>
            <a:pPr lvl="1"/>
            <a:r>
              <a:rPr lang="en-GB" dirty="0"/>
              <a:t>The Provision and Use of Work Equipment Regulations 1998</a:t>
            </a:r>
          </a:p>
          <a:p>
            <a:pPr lvl="1"/>
            <a:r>
              <a:rPr lang="en-GB" dirty="0"/>
              <a:t>The Working Time Regulations 1998</a:t>
            </a:r>
          </a:p>
          <a:p>
            <a:endParaRPr lang="en-GB" dirty="0"/>
          </a:p>
          <a:p>
            <a:r>
              <a:rPr lang="en-GB" dirty="0"/>
              <a:t>Other legislation may also need to be considered depending on the industry or sector that you work in</a:t>
            </a:r>
          </a:p>
          <a:p>
            <a:endParaRPr lang="en-GB" dirty="0"/>
          </a:p>
          <a:p>
            <a:pPr lvl="1"/>
            <a:endParaRPr lang="en-GB" dirty="0"/>
          </a:p>
          <a:p>
            <a:endParaRPr lang="en-GB" dirty="0"/>
          </a:p>
        </p:txBody>
      </p:sp>
      <p:sp>
        <p:nvSpPr>
          <p:cNvPr id="2" name="Title 1">
            <a:extLst>
              <a:ext uri="{FF2B5EF4-FFF2-40B4-BE49-F238E27FC236}">
                <a16:creationId xmlns:a16="http://schemas.microsoft.com/office/drawing/2014/main" id="{D564ABA5-788A-FAAD-7A82-237D3D1B6BD7}"/>
              </a:ext>
            </a:extLst>
          </p:cNvPr>
          <p:cNvSpPr>
            <a:spLocks noGrp="1"/>
          </p:cNvSpPr>
          <p:nvPr>
            <p:ph type="title"/>
          </p:nvPr>
        </p:nvSpPr>
        <p:spPr/>
        <p:txBody>
          <a:bodyPr/>
          <a:lstStyle/>
          <a:p>
            <a:r>
              <a:rPr lang="en-GB" dirty="0"/>
              <a:t>Health and Safety</a:t>
            </a:r>
          </a:p>
        </p:txBody>
      </p:sp>
      <p:sp>
        <p:nvSpPr>
          <p:cNvPr id="4" name="Text Placeholder 3">
            <a:extLst>
              <a:ext uri="{FF2B5EF4-FFF2-40B4-BE49-F238E27FC236}">
                <a16:creationId xmlns:a16="http://schemas.microsoft.com/office/drawing/2014/main" id="{BCB51E2A-AE6B-1DF2-EF6E-21543FD0F0FA}"/>
              </a:ext>
            </a:extLst>
          </p:cNvPr>
          <p:cNvSpPr>
            <a:spLocks noGrp="1"/>
          </p:cNvSpPr>
          <p:nvPr>
            <p:ph type="body" sz="quarter" idx="10"/>
          </p:nvPr>
        </p:nvSpPr>
        <p:spPr/>
        <p:txBody>
          <a:bodyPr/>
          <a:lstStyle/>
          <a:p>
            <a:r>
              <a:rPr lang="en-GB" dirty="0"/>
              <a:t>K8</a:t>
            </a:r>
          </a:p>
        </p:txBody>
      </p:sp>
      <p:sp>
        <p:nvSpPr>
          <p:cNvPr id="5" name="Text Placeholder 4">
            <a:extLst>
              <a:ext uri="{FF2B5EF4-FFF2-40B4-BE49-F238E27FC236}">
                <a16:creationId xmlns:a16="http://schemas.microsoft.com/office/drawing/2014/main" id="{4B425644-72CD-BEDC-3BB8-910F67F72759}"/>
              </a:ext>
            </a:extLst>
          </p:cNvPr>
          <p:cNvSpPr>
            <a:spLocks noGrp="1"/>
          </p:cNvSpPr>
          <p:nvPr>
            <p:ph type="body" sz="quarter" idx="11"/>
          </p:nvPr>
        </p:nvSpPr>
        <p:spPr/>
        <p:txBody>
          <a:bodyPr/>
          <a:lstStyle/>
          <a:p>
            <a:endParaRPr lang="en-GB"/>
          </a:p>
        </p:txBody>
      </p:sp>
    </p:spTree>
    <p:extLst>
      <p:ext uri="{BB962C8B-B14F-4D97-AF65-F5344CB8AC3E}">
        <p14:creationId xmlns:p14="http://schemas.microsoft.com/office/powerpoint/2010/main" val="39729269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7BB8294-5467-FC0D-260E-D8F5E67E7CF5}"/>
              </a:ext>
            </a:extLst>
          </p:cNvPr>
          <p:cNvSpPr>
            <a:spLocks noGrp="1"/>
          </p:cNvSpPr>
          <p:nvPr>
            <p:ph idx="1"/>
          </p:nvPr>
        </p:nvSpPr>
        <p:spPr/>
        <p:txBody>
          <a:bodyPr>
            <a:normAutofit fontScale="85000" lnSpcReduction="20000"/>
          </a:bodyPr>
          <a:lstStyle/>
          <a:p>
            <a:r>
              <a:rPr lang="en-GB" dirty="0"/>
              <a:t>These laws mean that an employer needs to ensure that an employer needs to do everything (that is reasonably practicable) to provide a safe and healthy workplace.</a:t>
            </a:r>
          </a:p>
          <a:p>
            <a:endParaRPr lang="en-GB" dirty="0"/>
          </a:p>
          <a:p>
            <a:r>
              <a:rPr lang="en-GB" dirty="0"/>
              <a:t>This includes;</a:t>
            </a:r>
          </a:p>
          <a:p>
            <a:pPr lvl="1"/>
            <a:r>
              <a:rPr lang="en-GB" dirty="0"/>
              <a:t>Ensuring adequate lighting, heating, ventilation, workspace, cleaning, facilities (toilets, washing and refreshment) and safe passageways</a:t>
            </a:r>
          </a:p>
          <a:p>
            <a:pPr lvl="1"/>
            <a:r>
              <a:rPr lang="en-GB" dirty="0"/>
              <a:t>Ensuring DSE (Display Screen Equipment) users take adequate breaks, providing regular eyesight tests, providing adjustable furniture and demonstrating they are reducing risks associated with working with DSE (such as RSI)</a:t>
            </a:r>
          </a:p>
          <a:p>
            <a:pPr lvl="1"/>
            <a:r>
              <a:rPr lang="en-GB" dirty="0"/>
              <a:t>Suitable PPE and training on its usage needs to be provided free of charge where the risks to health and safety cannot be adequately controlled in other ways</a:t>
            </a:r>
          </a:p>
          <a:p>
            <a:pPr lvl="1"/>
            <a:r>
              <a:rPr lang="en-GB" dirty="0"/>
              <a:t>Manual handling activities that involve risk of injury should be avoided where it is reasonably practicable and information about the weights of loads must be provided</a:t>
            </a:r>
          </a:p>
          <a:p>
            <a:pPr lvl="1"/>
            <a:r>
              <a:rPr lang="en-GB" dirty="0"/>
              <a:t>Ensuring the safety and suitability of work equipment for the purpose it is provided for, maintaining said equipment and providing training on how to use it</a:t>
            </a:r>
          </a:p>
          <a:p>
            <a:pPr lvl="1"/>
            <a:r>
              <a:rPr lang="en-GB" dirty="0"/>
              <a:t>Reporting of all injuries in the workplace, in particular death, injuries requiring removal to hospital or immediate medical attention, injuries lasting more than 7 days, reportable occupational diseases (tendonitis, cramp caused by repetitive motion etc.) and near misses (described in the regulations as dangerous occurrences)</a:t>
            </a:r>
          </a:p>
          <a:p>
            <a:pPr lvl="1"/>
            <a:r>
              <a:rPr lang="en-GB" dirty="0"/>
              <a:t>Providing annual leave, rest breaks and limiting the length of the working week (these regulations vary depending on age)</a:t>
            </a:r>
          </a:p>
        </p:txBody>
      </p:sp>
      <p:sp>
        <p:nvSpPr>
          <p:cNvPr id="2" name="Title 1">
            <a:extLst>
              <a:ext uri="{FF2B5EF4-FFF2-40B4-BE49-F238E27FC236}">
                <a16:creationId xmlns:a16="http://schemas.microsoft.com/office/drawing/2014/main" id="{D564ABA5-788A-FAAD-7A82-237D3D1B6BD7}"/>
              </a:ext>
            </a:extLst>
          </p:cNvPr>
          <p:cNvSpPr>
            <a:spLocks noGrp="1"/>
          </p:cNvSpPr>
          <p:nvPr>
            <p:ph type="title"/>
          </p:nvPr>
        </p:nvSpPr>
        <p:spPr/>
        <p:txBody>
          <a:bodyPr/>
          <a:lstStyle/>
          <a:p>
            <a:r>
              <a:rPr lang="en-GB" dirty="0"/>
              <a:t>Health and Safety</a:t>
            </a:r>
          </a:p>
        </p:txBody>
      </p:sp>
      <p:sp>
        <p:nvSpPr>
          <p:cNvPr id="4" name="Text Placeholder 3">
            <a:extLst>
              <a:ext uri="{FF2B5EF4-FFF2-40B4-BE49-F238E27FC236}">
                <a16:creationId xmlns:a16="http://schemas.microsoft.com/office/drawing/2014/main" id="{EC41F8E7-07B7-B94F-6D26-6CD2B6FF5FCF}"/>
              </a:ext>
            </a:extLst>
          </p:cNvPr>
          <p:cNvSpPr>
            <a:spLocks noGrp="1"/>
          </p:cNvSpPr>
          <p:nvPr>
            <p:ph type="body" sz="quarter" idx="10"/>
          </p:nvPr>
        </p:nvSpPr>
        <p:spPr/>
        <p:txBody>
          <a:bodyPr/>
          <a:lstStyle/>
          <a:p>
            <a:r>
              <a:rPr lang="en-GB" dirty="0"/>
              <a:t>K8</a:t>
            </a:r>
          </a:p>
        </p:txBody>
      </p:sp>
      <p:sp>
        <p:nvSpPr>
          <p:cNvPr id="5" name="Text Placeholder 4">
            <a:extLst>
              <a:ext uri="{FF2B5EF4-FFF2-40B4-BE49-F238E27FC236}">
                <a16:creationId xmlns:a16="http://schemas.microsoft.com/office/drawing/2014/main" id="{EB11F574-E005-DF8C-1341-3C2D2DC0F4DF}"/>
              </a:ext>
            </a:extLst>
          </p:cNvPr>
          <p:cNvSpPr>
            <a:spLocks noGrp="1"/>
          </p:cNvSpPr>
          <p:nvPr>
            <p:ph type="body" sz="quarter" idx="11"/>
          </p:nvPr>
        </p:nvSpPr>
        <p:spPr/>
        <p:txBody>
          <a:bodyPr/>
          <a:lstStyle/>
          <a:p>
            <a:endParaRPr lang="en-GB"/>
          </a:p>
        </p:txBody>
      </p:sp>
    </p:spTree>
    <p:extLst>
      <p:ext uri="{BB962C8B-B14F-4D97-AF65-F5344CB8AC3E}">
        <p14:creationId xmlns:p14="http://schemas.microsoft.com/office/powerpoint/2010/main" val="12127038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7A66032-90EF-07C2-C3AA-6425E427A4BA}"/>
              </a:ext>
            </a:extLst>
          </p:cNvPr>
          <p:cNvSpPr>
            <a:spLocks noGrp="1"/>
          </p:cNvSpPr>
          <p:nvPr>
            <p:ph idx="1"/>
          </p:nvPr>
        </p:nvSpPr>
        <p:spPr/>
        <p:txBody>
          <a:bodyPr anchor="ctr"/>
          <a:lstStyle/>
          <a:p>
            <a:pPr marL="0" indent="0" algn="ctr">
              <a:buNone/>
            </a:pPr>
            <a:r>
              <a:rPr lang="en-GB" dirty="0"/>
              <a:t>What arrangements do you have in place to ensure your health and safety?</a:t>
            </a:r>
          </a:p>
          <a:p>
            <a:pPr marL="0" indent="0" algn="ctr">
              <a:buNone/>
            </a:pPr>
            <a:endParaRPr lang="en-GB" dirty="0"/>
          </a:p>
          <a:p>
            <a:pPr marL="0" indent="0" algn="ctr">
              <a:buNone/>
            </a:pPr>
            <a:r>
              <a:rPr lang="en-GB" dirty="0"/>
              <a:t>If you work in different locations, do all locations ensure your health and safety?</a:t>
            </a:r>
          </a:p>
          <a:p>
            <a:pPr marL="0" indent="0" algn="ctr">
              <a:buNone/>
            </a:pPr>
            <a:endParaRPr lang="en-GB" dirty="0"/>
          </a:p>
          <a:p>
            <a:pPr marL="0" indent="0" algn="ctr">
              <a:buNone/>
            </a:pPr>
            <a:r>
              <a:rPr lang="en-GB" dirty="0"/>
              <a:t>Are there any issues that may need addressing in the near future?</a:t>
            </a:r>
          </a:p>
        </p:txBody>
      </p:sp>
      <p:sp>
        <p:nvSpPr>
          <p:cNvPr id="2" name="Title 1">
            <a:extLst>
              <a:ext uri="{FF2B5EF4-FFF2-40B4-BE49-F238E27FC236}">
                <a16:creationId xmlns:a16="http://schemas.microsoft.com/office/drawing/2014/main" id="{39097979-570D-1FCA-B7B5-D50725354F4C}"/>
              </a:ext>
            </a:extLst>
          </p:cNvPr>
          <p:cNvSpPr>
            <a:spLocks noGrp="1"/>
          </p:cNvSpPr>
          <p:nvPr>
            <p:ph type="title"/>
          </p:nvPr>
        </p:nvSpPr>
        <p:spPr/>
        <p:txBody>
          <a:bodyPr/>
          <a:lstStyle/>
          <a:p>
            <a:r>
              <a:rPr lang="en-GB" dirty="0"/>
              <a:t>Health and Safety</a:t>
            </a:r>
          </a:p>
        </p:txBody>
      </p:sp>
      <p:sp>
        <p:nvSpPr>
          <p:cNvPr id="11" name="Text Placeholder 10">
            <a:extLst>
              <a:ext uri="{FF2B5EF4-FFF2-40B4-BE49-F238E27FC236}">
                <a16:creationId xmlns:a16="http://schemas.microsoft.com/office/drawing/2014/main" id="{881ADC86-ECEC-1E77-8927-2B3D2424DFB1}"/>
              </a:ext>
            </a:extLst>
          </p:cNvPr>
          <p:cNvSpPr>
            <a:spLocks noGrp="1"/>
          </p:cNvSpPr>
          <p:nvPr>
            <p:ph type="body" sz="quarter" idx="10"/>
          </p:nvPr>
        </p:nvSpPr>
        <p:spPr/>
        <p:txBody>
          <a:bodyPr/>
          <a:lstStyle/>
          <a:p>
            <a:r>
              <a:rPr lang="en-GB" dirty="0"/>
              <a:t>K8, B1, B3, B5, B9</a:t>
            </a:r>
          </a:p>
        </p:txBody>
      </p:sp>
      <p:sp>
        <p:nvSpPr>
          <p:cNvPr id="4" name="Text Placeholder 3">
            <a:extLst>
              <a:ext uri="{FF2B5EF4-FFF2-40B4-BE49-F238E27FC236}">
                <a16:creationId xmlns:a16="http://schemas.microsoft.com/office/drawing/2014/main" id="{733AE7AE-7847-6AA3-7C96-50AD3C235633}"/>
              </a:ext>
            </a:extLst>
          </p:cNvPr>
          <p:cNvSpPr>
            <a:spLocks noGrp="1"/>
          </p:cNvSpPr>
          <p:nvPr>
            <p:ph type="body" sz="quarter" idx="11"/>
          </p:nvPr>
        </p:nvSpPr>
        <p:spPr/>
        <p:txBody>
          <a:bodyPr/>
          <a:lstStyle/>
          <a:p>
            <a:endParaRPr lang="en-GB"/>
          </a:p>
        </p:txBody>
      </p:sp>
    </p:spTree>
    <p:extLst>
      <p:ext uri="{BB962C8B-B14F-4D97-AF65-F5344CB8AC3E}">
        <p14:creationId xmlns:p14="http://schemas.microsoft.com/office/powerpoint/2010/main" val="13770322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4F2532-FB86-490A-0AFD-FB1ADA1E005E}"/>
              </a:ext>
            </a:extLst>
          </p:cNvPr>
          <p:cNvSpPr>
            <a:spLocks noGrp="1"/>
          </p:cNvSpPr>
          <p:nvPr>
            <p:ph type="ctrTitle"/>
          </p:nvPr>
        </p:nvSpPr>
        <p:spPr/>
        <p:txBody>
          <a:bodyPr/>
          <a:lstStyle/>
          <a:p>
            <a:r>
              <a:rPr lang="en-US" dirty="0"/>
              <a:t>Privacy and Electronic Communication Regulations </a:t>
            </a:r>
            <a:endParaRPr lang="en-GB" dirty="0"/>
          </a:p>
        </p:txBody>
      </p:sp>
      <p:sp>
        <p:nvSpPr>
          <p:cNvPr id="4" name="Subtitle 3">
            <a:extLst>
              <a:ext uri="{FF2B5EF4-FFF2-40B4-BE49-F238E27FC236}">
                <a16:creationId xmlns:a16="http://schemas.microsoft.com/office/drawing/2014/main" id="{338EC7E6-C3EA-192D-22A4-DDD322F75853}"/>
              </a:ext>
            </a:extLst>
          </p:cNvPr>
          <p:cNvSpPr>
            <a:spLocks noGrp="1"/>
          </p:cNvSpPr>
          <p:nvPr>
            <p:ph type="subTitle" idx="1"/>
          </p:nvPr>
        </p:nvSpPr>
        <p:spPr/>
        <p:txBody>
          <a:bodyPr/>
          <a:lstStyle/>
          <a:p>
            <a:endParaRPr lang="en-GB"/>
          </a:p>
        </p:txBody>
      </p:sp>
    </p:spTree>
    <p:extLst>
      <p:ext uri="{BB962C8B-B14F-4D97-AF65-F5344CB8AC3E}">
        <p14:creationId xmlns:p14="http://schemas.microsoft.com/office/powerpoint/2010/main" val="79794131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0C339BA-BFDA-EEC8-BD6F-6E1BC214A4F5}"/>
              </a:ext>
            </a:extLst>
          </p:cNvPr>
          <p:cNvSpPr>
            <a:spLocks noGrp="1"/>
          </p:cNvSpPr>
          <p:nvPr>
            <p:ph idx="1"/>
          </p:nvPr>
        </p:nvSpPr>
        <p:spPr/>
        <p:txBody>
          <a:bodyPr>
            <a:normAutofit/>
          </a:bodyPr>
          <a:lstStyle/>
          <a:p>
            <a:r>
              <a:rPr lang="en-GB" dirty="0"/>
              <a:t>The EU Cookie Directive was adopted by all EU countries in May 2011</a:t>
            </a:r>
          </a:p>
          <a:p>
            <a:endParaRPr lang="en-GB" dirty="0"/>
          </a:p>
          <a:p>
            <a:r>
              <a:rPr lang="en-GB" dirty="0"/>
              <a:t>In the UK the adoption of the directive meant that the Privacy and Electronic Communication Regulations 2003 needed updating to include it</a:t>
            </a:r>
          </a:p>
          <a:p>
            <a:endParaRPr lang="en-GB" dirty="0"/>
          </a:p>
          <a:p>
            <a:r>
              <a:rPr lang="en-GB" dirty="0"/>
              <a:t>The directive is a piece of privacy legislation that requires websites to get consent from visitors to store or retrieve any information from a digital device</a:t>
            </a:r>
          </a:p>
          <a:p>
            <a:endParaRPr lang="en-GB" dirty="0"/>
          </a:p>
          <a:p>
            <a:r>
              <a:rPr lang="en-GB" dirty="0"/>
              <a:t>It was designed to make people aware of how much information about them is collected and used online and give them a choice about whether they wanted that data stored or not</a:t>
            </a:r>
          </a:p>
          <a:p>
            <a:endParaRPr lang="en-GB" dirty="0"/>
          </a:p>
          <a:p>
            <a:r>
              <a:rPr lang="en-GB" dirty="0"/>
              <a:t>It means businesses must tell visitors what cookies are in use, how they are used and obtain their consent to use them</a:t>
            </a:r>
          </a:p>
          <a:p>
            <a:endParaRPr lang="en-GB" dirty="0"/>
          </a:p>
        </p:txBody>
      </p:sp>
      <p:sp>
        <p:nvSpPr>
          <p:cNvPr id="2" name="Title 1">
            <a:extLst>
              <a:ext uri="{FF2B5EF4-FFF2-40B4-BE49-F238E27FC236}">
                <a16:creationId xmlns:a16="http://schemas.microsoft.com/office/drawing/2014/main" id="{2E8BFB8A-CB11-9071-832D-96BF75AD294D}"/>
              </a:ext>
            </a:extLst>
          </p:cNvPr>
          <p:cNvSpPr>
            <a:spLocks noGrp="1"/>
          </p:cNvSpPr>
          <p:nvPr>
            <p:ph type="title"/>
          </p:nvPr>
        </p:nvSpPr>
        <p:spPr/>
        <p:txBody>
          <a:bodyPr/>
          <a:lstStyle/>
          <a:p>
            <a:r>
              <a:rPr lang="en-GB" dirty="0"/>
              <a:t>EU Cookie Directive</a:t>
            </a:r>
          </a:p>
        </p:txBody>
      </p:sp>
      <p:sp>
        <p:nvSpPr>
          <p:cNvPr id="4" name="Text Placeholder 3">
            <a:extLst>
              <a:ext uri="{FF2B5EF4-FFF2-40B4-BE49-F238E27FC236}">
                <a16:creationId xmlns:a16="http://schemas.microsoft.com/office/drawing/2014/main" id="{D603DF6B-A15B-498F-F91E-7B72EDFBB465}"/>
              </a:ext>
            </a:extLst>
          </p:cNvPr>
          <p:cNvSpPr>
            <a:spLocks noGrp="1"/>
          </p:cNvSpPr>
          <p:nvPr>
            <p:ph type="body" sz="quarter" idx="10"/>
          </p:nvPr>
        </p:nvSpPr>
        <p:spPr/>
        <p:txBody>
          <a:bodyPr/>
          <a:lstStyle/>
          <a:p>
            <a:r>
              <a:rPr lang="en-GB" dirty="0"/>
              <a:t>K8</a:t>
            </a:r>
          </a:p>
        </p:txBody>
      </p:sp>
      <p:sp>
        <p:nvSpPr>
          <p:cNvPr id="5" name="Text Placeholder 4">
            <a:extLst>
              <a:ext uri="{FF2B5EF4-FFF2-40B4-BE49-F238E27FC236}">
                <a16:creationId xmlns:a16="http://schemas.microsoft.com/office/drawing/2014/main" id="{F9BD4507-AEB4-6C93-C6BF-CA764B24EC27}"/>
              </a:ext>
            </a:extLst>
          </p:cNvPr>
          <p:cNvSpPr>
            <a:spLocks noGrp="1"/>
          </p:cNvSpPr>
          <p:nvPr>
            <p:ph type="body" sz="quarter" idx="11"/>
          </p:nvPr>
        </p:nvSpPr>
        <p:spPr/>
        <p:txBody>
          <a:bodyPr/>
          <a:lstStyle/>
          <a:p>
            <a:endParaRPr lang="en-GB"/>
          </a:p>
        </p:txBody>
      </p:sp>
    </p:spTree>
    <p:extLst>
      <p:ext uri="{BB962C8B-B14F-4D97-AF65-F5344CB8AC3E}">
        <p14:creationId xmlns:p14="http://schemas.microsoft.com/office/powerpoint/2010/main" val="87757610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0C339BA-BFDA-EEC8-BD6F-6E1BC214A4F5}"/>
              </a:ext>
            </a:extLst>
          </p:cNvPr>
          <p:cNvSpPr>
            <a:spLocks noGrp="1"/>
          </p:cNvSpPr>
          <p:nvPr>
            <p:ph idx="1"/>
          </p:nvPr>
        </p:nvSpPr>
        <p:spPr/>
        <p:txBody>
          <a:bodyPr/>
          <a:lstStyle/>
          <a:p>
            <a:r>
              <a:rPr lang="en-GB" dirty="0"/>
              <a:t>The requirements of the Privacy and Electronic Communication Regulations 2003 changed when the DPA 2018 (UK GDPR) came into effect</a:t>
            </a:r>
          </a:p>
          <a:p>
            <a:endParaRPr lang="en-GB" dirty="0"/>
          </a:p>
          <a:p>
            <a:r>
              <a:rPr lang="en-GB" dirty="0"/>
              <a:t>Prior to the DPA 2018;</a:t>
            </a:r>
          </a:p>
          <a:p>
            <a:pPr lvl="1"/>
            <a:r>
              <a:rPr lang="en-GB" dirty="0"/>
              <a:t>Sites simply had to state that cookies were in use</a:t>
            </a:r>
          </a:p>
          <a:p>
            <a:pPr lvl="1"/>
            <a:endParaRPr lang="en-GB" dirty="0"/>
          </a:p>
          <a:p>
            <a:r>
              <a:rPr lang="en-GB" dirty="0"/>
              <a:t>Following the DPA 2018;</a:t>
            </a:r>
          </a:p>
          <a:p>
            <a:pPr lvl="1"/>
            <a:r>
              <a:rPr lang="en-GB" dirty="0"/>
              <a:t>Users must have a choice regarding cookies</a:t>
            </a:r>
          </a:p>
          <a:p>
            <a:pPr lvl="1"/>
            <a:r>
              <a:rPr lang="en-GB" dirty="0"/>
              <a:t>Consenting to the cookies must be a clear affirmative action</a:t>
            </a:r>
          </a:p>
          <a:p>
            <a:pPr lvl="1"/>
            <a:r>
              <a:rPr lang="en-GB" dirty="0"/>
              <a:t>Users must be able to withdraw consent as easily as they gave it</a:t>
            </a:r>
          </a:p>
        </p:txBody>
      </p:sp>
      <p:sp>
        <p:nvSpPr>
          <p:cNvPr id="2" name="Title 1">
            <a:extLst>
              <a:ext uri="{FF2B5EF4-FFF2-40B4-BE49-F238E27FC236}">
                <a16:creationId xmlns:a16="http://schemas.microsoft.com/office/drawing/2014/main" id="{2E8BFB8A-CB11-9071-832D-96BF75AD294D}"/>
              </a:ext>
            </a:extLst>
          </p:cNvPr>
          <p:cNvSpPr>
            <a:spLocks noGrp="1"/>
          </p:cNvSpPr>
          <p:nvPr>
            <p:ph type="title"/>
          </p:nvPr>
        </p:nvSpPr>
        <p:spPr/>
        <p:txBody>
          <a:bodyPr/>
          <a:lstStyle/>
          <a:p>
            <a:r>
              <a:rPr lang="en-GB" dirty="0"/>
              <a:t>EU Cookie Directive</a:t>
            </a:r>
          </a:p>
        </p:txBody>
      </p:sp>
      <p:sp>
        <p:nvSpPr>
          <p:cNvPr id="4" name="Text Placeholder 3">
            <a:extLst>
              <a:ext uri="{FF2B5EF4-FFF2-40B4-BE49-F238E27FC236}">
                <a16:creationId xmlns:a16="http://schemas.microsoft.com/office/drawing/2014/main" id="{ACC4C05B-18C7-8338-6EC7-673FBF6AE145}"/>
              </a:ext>
            </a:extLst>
          </p:cNvPr>
          <p:cNvSpPr>
            <a:spLocks noGrp="1"/>
          </p:cNvSpPr>
          <p:nvPr>
            <p:ph type="body" sz="quarter" idx="10"/>
          </p:nvPr>
        </p:nvSpPr>
        <p:spPr/>
        <p:txBody>
          <a:bodyPr/>
          <a:lstStyle/>
          <a:p>
            <a:r>
              <a:rPr lang="en-GB" dirty="0"/>
              <a:t>K8</a:t>
            </a:r>
          </a:p>
        </p:txBody>
      </p:sp>
      <p:sp>
        <p:nvSpPr>
          <p:cNvPr id="5" name="Text Placeholder 4">
            <a:extLst>
              <a:ext uri="{FF2B5EF4-FFF2-40B4-BE49-F238E27FC236}">
                <a16:creationId xmlns:a16="http://schemas.microsoft.com/office/drawing/2014/main" id="{9A632FF2-FC26-79B8-C506-28AC63250CDC}"/>
              </a:ext>
            </a:extLst>
          </p:cNvPr>
          <p:cNvSpPr>
            <a:spLocks noGrp="1"/>
          </p:cNvSpPr>
          <p:nvPr>
            <p:ph type="body" sz="quarter" idx="11"/>
          </p:nvPr>
        </p:nvSpPr>
        <p:spPr/>
        <p:txBody>
          <a:bodyPr/>
          <a:lstStyle/>
          <a:p>
            <a:endParaRPr lang="en-GB"/>
          </a:p>
        </p:txBody>
      </p:sp>
    </p:spTree>
    <p:extLst>
      <p:ext uri="{BB962C8B-B14F-4D97-AF65-F5344CB8AC3E}">
        <p14:creationId xmlns:p14="http://schemas.microsoft.com/office/powerpoint/2010/main" val="367059435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0C339BA-BFDA-EEC8-BD6F-6E1BC214A4F5}"/>
              </a:ext>
            </a:extLst>
          </p:cNvPr>
          <p:cNvSpPr>
            <a:spLocks noGrp="1"/>
          </p:cNvSpPr>
          <p:nvPr>
            <p:ph idx="1"/>
          </p:nvPr>
        </p:nvSpPr>
        <p:spPr/>
        <p:txBody>
          <a:bodyPr>
            <a:normAutofit fontScale="92500" lnSpcReduction="10000"/>
          </a:bodyPr>
          <a:lstStyle/>
          <a:p>
            <a:r>
              <a:rPr lang="en-GB" dirty="0"/>
              <a:t>The EU Anti-Spam Directive 2003 is included within the Privacy and Electronic Communication Regulations 2003</a:t>
            </a:r>
          </a:p>
          <a:p>
            <a:endParaRPr lang="en-GB" dirty="0"/>
          </a:p>
          <a:p>
            <a:r>
              <a:rPr lang="en-GB" dirty="0"/>
              <a:t>It means that businesses are prohibited from sending unsolicited commercial communications through electronic means (fax, email, SMS etc.) unless prior consent of the addressee has been obtained (they have opted in)</a:t>
            </a:r>
          </a:p>
          <a:p>
            <a:endParaRPr lang="en-GB" dirty="0"/>
          </a:p>
          <a:p>
            <a:r>
              <a:rPr lang="en-GB" dirty="0"/>
              <a:t>Therefore, businesses must;</a:t>
            </a:r>
          </a:p>
          <a:p>
            <a:pPr lvl="1"/>
            <a:r>
              <a:rPr lang="en-GB" dirty="0"/>
              <a:t>Offer users an opt-in option to receive electronic communications from them</a:t>
            </a:r>
          </a:p>
          <a:p>
            <a:pPr lvl="1"/>
            <a:r>
              <a:rPr lang="en-GB" dirty="0"/>
              <a:t>Ensure that if a database of users is kept that opt-in status is kept</a:t>
            </a:r>
          </a:p>
          <a:p>
            <a:pPr lvl="1"/>
            <a:r>
              <a:rPr lang="en-GB" dirty="0"/>
              <a:t>Only send electronic communications to those who have opted to receive them</a:t>
            </a:r>
          </a:p>
          <a:p>
            <a:pPr lvl="1"/>
            <a:r>
              <a:rPr lang="en-GB" dirty="0"/>
              <a:t>Provide opt-out instructions on any marketing or newsletter communications</a:t>
            </a:r>
          </a:p>
          <a:p>
            <a:pPr lvl="1"/>
            <a:endParaRPr lang="en-GB" dirty="0"/>
          </a:p>
          <a:p>
            <a:r>
              <a:rPr lang="en-GB" dirty="0"/>
              <a:t>It is important to note that customers are exempt from the above but must be offered the option to opt-out if they choose to do so</a:t>
            </a:r>
          </a:p>
        </p:txBody>
      </p:sp>
      <p:sp>
        <p:nvSpPr>
          <p:cNvPr id="2" name="Title 1">
            <a:extLst>
              <a:ext uri="{FF2B5EF4-FFF2-40B4-BE49-F238E27FC236}">
                <a16:creationId xmlns:a16="http://schemas.microsoft.com/office/drawing/2014/main" id="{2E8BFB8A-CB11-9071-832D-96BF75AD294D}"/>
              </a:ext>
            </a:extLst>
          </p:cNvPr>
          <p:cNvSpPr>
            <a:spLocks noGrp="1"/>
          </p:cNvSpPr>
          <p:nvPr>
            <p:ph type="title"/>
          </p:nvPr>
        </p:nvSpPr>
        <p:spPr/>
        <p:txBody>
          <a:bodyPr/>
          <a:lstStyle/>
          <a:p>
            <a:r>
              <a:rPr lang="en-GB" dirty="0"/>
              <a:t>EU Anti-Spam Directive</a:t>
            </a:r>
          </a:p>
        </p:txBody>
      </p:sp>
      <p:sp>
        <p:nvSpPr>
          <p:cNvPr id="4" name="Text Placeholder 3">
            <a:extLst>
              <a:ext uri="{FF2B5EF4-FFF2-40B4-BE49-F238E27FC236}">
                <a16:creationId xmlns:a16="http://schemas.microsoft.com/office/drawing/2014/main" id="{4D4AE2C5-8E12-B0C7-9E0D-35946356F21E}"/>
              </a:ext>
            </a:extLst>
          </p:cNvPr>
          <p:cNvSpPr>
            <a:spLocks noGrp="1"/>
          </p:cNvSpPr>
          <p:nvPr>
            <p:ph type="body" sz="quarter" idx="10"/>
          </p:nvPr>
        </p:nvSpPr>
        <p:spPr/>
        <p:txBody>
          <a:bodyPr/>
          <a:lstStyle/>
          <a:p>
            <a:r>
              <a:rPr lang="en-GB" dirty="0"/>
              <a:t>K8</a:t>
            </a:r>
          </a:p>
        </p:txBody>
      </p:sp>
      <p:sp>
        <p:nvSpPr>
          <p:cNvPr id="5" name="Text Placeholder 4">
            <a:extLst>
              <a:ext uri="{FF2B5EF4-FFF2-40B4-BE49-F238E27FC236}">
                <a16:creationId xmlns:a16="http://schemas.microsoft.com/office/drawing/2014/main" id="{97FFB906-C258-C141-1304-A604B50AE822}"/>
              </a:ext>
            </a:extLst>
          </p:cNvPr>
          <p:cNvSpPr>
            <a:spLocks noGrp="1"/>
          </p:cNvSpPr>
          <p:nvPr>
            <p:ph type="body" sz="quarter" idx="11"/>
          </p:nvPr>
        </p:nvSpPr>
        <p:spPr/>
        <p:txBody>
          <a:bodyPr/>
          <a:lstStyle/>
          <a:p>
            <a:endParaRPr lang="en-GB"/>
          </a:p>
        </p:txBody>
      </p:sp>
    </p:spTree>
    <p:extLst>
      <p:ext uri="{BB962C8B-B14F-4D97-AF65-F5344CB8AC3E}">
        <p14:creationId xmlns:p14="http://schemas.microsoft.com/office/powerpoint/2010/main" val="140475529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AF60C4-89C3-97C9-3CB7-58C2C19778B4}"/>
              </a:ext>
            </a:extLst>
          </p:cNvPr>
          <p:cNvSpPr>
            <a:spLocks noGrp="1"/>
          </p:cNvSpPr>
          <p:nvPr>
            <p:ph type="ctrTitle"/>
          </p:nvPr>
        </p:nvSpPr>
        <p:spPr/>
        <p:txBody>
          <a:bodyPr/>
          <a:lstStyle/>
          <a:p>
            <a:r>
              <a:rPr lang="en-GB" dirty="0"/>
              <a:t>Data Protection Act</a:t>
            </a:r>
          </a:p>
        </p:txBody>
      </p:sp>
      <p:sp>
        <p:nvSpPr>
          <p:cNvPr id="4" name="Subtitle 3">
            <a:extLst>
              <a:ext uri="{FF2B5EF4-FFF2-40B4-BE49-F238E27FC236}">
                <a16:creationId xmlns:a16="http://schemas.microsoft.com/office/drawing/2014/main" id="{AA89F123-9A10-E57D-A0E9-1DE5A9B1F810}"/>
              </a:ext>
            </a:extLst>
          </p:cNvPr>
          <p:cNvSpPr>
            <a:spLocks noGrp="1"/>
          </p:cNvSpPr>
          <p:nvPr>
            <p:ph type="subTitle" idx="1"/>
          </p:nvPr>
        </p:nvSpPr>
        <p:spPr/>
        <p:txBody>
          <a:bodyPr/>
          <a:lstStyle/>
          <a:p>
            <a:endParaRPr lang="en-GB"/>
          </a:p>
        </p:txBody>
      </p:sp>
    </p:spTree>
    <p:extLst>
      <p:ext uri="{BB962C8B-B14F-4D97-AF65-F5344CB8AC3E}">
        <p14:creationId xmlns:p14="http://schemas.microsoft.com/office/powerpoint/2010/main" val="183765872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BD5DB89-43C2-EC37-E51B-093513DBBEAD}"/>
              </a:ext>
            </a:extLst>
          </p:cNvPr>
          <p:cNvSpPr>
            <a:spLocks noGrp="1"/>
          </p:cNvSpPr>
          <p:nvPr>
            <p:ph idx="1"/>
          </p:nvPr>
        </p:nvSpPr>
        <p:spPr/>
        <p:txBody>
          <a:bodyPr/>
          <a:lstStyle/>
          <a:p>
            <a:r>
              <a:rPr lang="en-GB" dirty="0"/>
              <a:t>The DPA 2018 is an updated version of the DPA 1998 and takes into account the requirements of the EU GDPR (although with some minor differences)</a:t>
            </a:r>
          </a:p>
          <a:p>
            <a:endParaRPr lang="en-GB" dirty="0"/>
          </a:p>
          <a:p>
            <a:r>
              <a:rPr lang="en-GB" dirty="0"/>
              <a:t>The DPA 2018 is known more generally as the UK GDPR</a:t>
            </a:r>
          </a:p>
          <a:p>
            <a:endParaRPr lang="en-GB" dirty="0"/>
          </a:p>
          <a:p>
            <a:r>
              <a:rPr lang="en-GB" dirty="0"/>
              <a:t>The UK GDPR alongside the EU GDPR can be considered some of the world’s strongest sets of data protection rights</a:t>
            </a:r>
          </a:p>
          <a:p>
            <a:endParaRPr lang="en-GB" dirty="0"/>
          </a:p>
          <a:p>
            <a:r>
              <a:rPr lang="en-GB" dirty="0"/>
              <a:t>The act enhances what information you can access about yourself and it limits what organisations can do with data</a:t>
            </a:r>
          </a:p>
          <a:p>
            <a:endParaRPr lang="en-GB" dirty="0"/>
          </a:p>
        </p:txBody>
      </p:sp>
      <p:sp>
        <p:nvSpPr>
          <p:cNvPr id="2" name="Title 1">
            <a:extLst>
              <a:ext uri="{FF2B5EF4-FFF2-40B4-BE49-F238E27FC236}">
                <a16:creationId xmlns:a16="http://schemas.microsoft.com/office/drawing/2014/main" id="{31707070-8C87-3FEA-4AD9-162C9E8F5BD4}"/>
              </a:ext>
            </a:extLst>
          </p:cNvPr>
          <p:cNvSpPr>
            <a:spLocks noGrp="1"/>
          </p:cNvSpPr>
          <p:nvPr>
            <p:ph type="title"/>
          </p:nvPr>
        </p:nvSpPr>
        <p:spPr/>
        <p:txBody>
          <a:bodyPr/>
          <a:lstStyle/>
          <a:p>
            <a:r>
              <a:rPr lang="en-GB" dirty="0"/>
              <a:t>Data Protection Act 2018 (UK GDPR)</a:t>
            </a:r>
          </a:p>
        </p:txBody>
      </p:sp>
      <p:sp>
        <p:nvSpPr>
          <p:cNvPr id="4" name="Text Placeholder 3">
            <a:extLst>
              <a:ext uri="{FF2B5EF4-FFF2-40B4-BE49-F238E27FC236}">
                <a16:creationId xmlns:a16="http://schemas.microsoft.com/office/drawing/2014/main" id="{8C0F0D5D-DFB1-24C3-8AB4-09B5D342A879}"/>
              </a:ext>
            </a:extLst>
          </p:cNvPr>
          <p:cNvSpPr>
            <a:spLocks noGrp="1"/>
          </p:cNvSpPr>
          <p:nvPr>
            <p:ph type="body" sz="quarter" idx="10"/>
          </p:nvPr>
        </p:nvSpPr>
        <p:spPr/>
        <p:txBody>
          <a:bodyPr/>
          <a:lstStyle/>
          <a:p>
            <a:r>
              <a:rPr lang="en-GB" dirty="0"/>
              <a:t>K8</a:t>
            </a:r>
          </a:p>
        </p:txBody>
      </p:sp>
      <p:sp>
        <p:nvSpPr>
          <p:cNvPr id="5" name="Text Placeholder 4">
            <a:extLst>
              <a:ext uri="{FF2B5EF4-FFF2-40B4-BE49-F238E27FC236}">
                <a16:creationId xmlns:a16="http://schemas.microsoft.com/office/drawing/2014/main" id="{4645F150-DE4A-B008-4090-B16237AC9176}"/>
              </a:ext>
            </a:extLst>
          </p:cNvPr>
          <p:cNvSpPr>
            <a:spLocks noGrp="1"/>
          </p:cNvSpPr>
          <p:nvPr>
            <p:ph type="body" sz="quarter" idx="11"/>
          </p:nvPr>
        </p:nvSpPr>
        <p:spPr/>
        <p:txBody>
          <a:bodyPr/>
          <a:lstStyle/>
          <a:p>
            <a:endParaRPr lang="en-GB"/>
          </a:p>
        </p:txBody>
      </p:sp>
    </p:spTree>
    <p:extLst>
      <p:ext uri="{BB962C8B-B14F-4D97-AF65-F5344CB8AC3E}">
        <p14:creationId xmlns:p14="http://schemas.microsoft.com/office/powerpoint/2010/main" val="65771222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BD5DB89-43C2-EC37-E51B-093513DBBEAD}"/>
              </a:ext>
            </a:extLst>
          </p:cNvPr>
          <p:cNvSpPr>
            <a:spLocks noGrp="1"/>
          </p:cNvSpPr>
          <p:nvPr>
            <p:ph idx="1"/>
          </p:nvPr>
        </p:nvSpPr>
        <p:spPr/>
        <p:txBody>
          <a:bodyPr/>
          <a:lstStyle/>
          <a:p>
            <a:r>
              <a:rPr lang="en-GB" dirty="0"/>
              <a:t>Within both the UK GDPR and the EU GDPR are enshrined 8 rights for the data subject (the person the data is about):</a:t>
            </a:r>
          </a:p>
          <a:p>
            <a:pPr lvl="1"/>
            <a:r>
              <a:rPr lang="en-GB" dirty="0"/>
              <a:t>Right to be informed</a:t>
            </a:r>
          </a:p>
          <a:p>
            <a:pPr lvl="1"/>
            <a:r>
              <a:rPr lang="en-GB" dirty="0"/>
              <a:t>Right of access</a:t>
            </a:r>
          </a:p>
          <a:p>
            <a:pPr lvl="1"/>
            <a:r>
              <a:rPr lang="en-GB" dirty="0"/>
              <a:t>Right to rectification</a:t>
            </a:r>
          </a:p>
          <a:p>
            <a:pPr lvl="1"/>
            <a:r>
              <a:rPr lang="en-GB" dirty="0"/>
              <a:t>Right to erasure</a:t>
            </a:r>
          </a:p>
          <a:p>
            <a:pPr lvl="1"/>
            <a:r>
              <a:rPr lang="en-GB" dirty="0"/>
              <a:t>Right to restriction of processing</a:t>
            </a:r>
          </a:p>
          <a:p>
            <a:pPr lvl="1"/>
            <a:r>
              <a:rPr lang="en-GB" dirty="0"/>
              <a:t>Right to data portability</a:t>
            </a:r>
          </a:p>
          <a:p>
            <a:pPr lvl="1"/>
            <a:r>
              <a:rPr lang="en-GB" dirty="0"/>
              <a:t>Right to object</a:t>
            </a:r>
          </a:p>
          <a:p>
            <a:pPr lvl="1"/>
            <a:r>
              <a:rPr lang="en-GB" dirty="0"/>
              <a:t>Right to avoid automated decision-making</a:t>
            </a:r>
          </a:p>
          <a:p>
            <a:endParaRPr lang="en-GB" dirty="0"/>
          </a:p>
          <a:p>
            <a:r>
              <a:rPr lang="en-GB" dirty="0"/>
              <a:t>Summarise each of these rights and identify what a business will need to do to ensure those rights are provided for</a:t>
            </a:r>
          </a:p>
        </p:txBody>
      </p:sp>
      <p:sp>
        <p:nvSpPr>
          <p:cNvPr id="2" name="Title 1">
            <a:extLst>
              <a:ext uri="{FF2B5EF4-FFF2-40B4-BE49-F238E27FC236}">
                <a16:creationId xmlns:a16="http://schemas.microsoft.com/office/drawing/2014/main" id="{31707070-8C87-3FEA-4AD9-162C9E8F5BD4}"/>
              </a:ext>
            </a:extLst>
          </p:cNvPr>
          <p:cNvSpPr>
            <a:spLocks noGrp="1"/>
          </p:cNvSpPr>
          <p:nvPr>
            <p:ph type="title"/>
          </p:nvPr>
        </p:nvSpPr>
        <p:spPr/>
        <p:txBody>
          <a:bodyPr/>
          <a:lstStyle/>
          <a:p>
            <a:r>
              <a:rPr lang="en-GB" dirty="0"/>
              <a:t>Data Protection Act 2018 (UK GDPR)</a:t>
            </a:r>
          </a:p>
        </p:txBody>
      </p:sp>
      <p:sp>
        <p:nvSpPr>
          <p:cNvPr id="4" name="Text Placeholder 3">
            <a:extLst>
              <a:ext uri="{FF2B5EF4-FFF2-40B4-BE49-F238E27FC236}">
                <a16:creationId xmlns:a16="http://schemas.microsoft.com/office/drawing/2014/main" id="{2F8E16BF-DE92-5583-5EB3-99547D08B493}"/>
              </a:ext>
            </a:extLst>
          </p:cNvPr>
          <p:cNvSpPr>
            <a:spLocks noGrp="1"/>
          </p:cNvSpPr>
          <p:nvPr>
            <p:ph type="body" sz="quarter" idx="10"/>
          </p:nvPr>
        </p:nvSpPr>
        <p:spPr/>
        <p:txBody>
          <a:bodyPr/>
          <a:lstStyle/>
          <a:p>
            <a:r>
              <a:rPr lang="en-GB" dirty="0"/>
              <a:t>K8, B1, B3, B5, B9</a:t>
            </a:r>
          </a:p>
        </p:txBody>
      </p:sp>
      <p:sp>
        <p:nvSpPr>
          <p:cNvPr id="6" name="Text Placeholder 5">
            <a:extLst>
              <a:ext uri="{FF2B5EF4-FFF2-40B4-BE49-F238E27FC236}">
                <a16:creationId xmlns:a16="http://schemas.microsoft.com/office/drawing/2014/main" id="{86BDFD18-43E7-B16E-2832-92F189C2C2D9}"/>
              </a:ext>
            </a:extLst>
          </p:cNvPr>
          <p:cNvSpPr>
            <a:spLocks noGrp="1"/>
          </p:cNvSpPr>
          <p:nvPr>
            <p:ph type="body" sz="quarter" idx="11"/>
          </p:nvPr>
        </p:nvSpPr>
        <p:spPr/>
        <p:txBody>
          <a:bodyPr/>
          <a:lstStyle/>
          <a:p>
            <a:endParaRPr lang="en-GB"/>
          </a:p>
        </p:txBody>
      </p:sp>
    </p:spTree>
    <p:extLst>
      <p:ext uri="{BB962C8B-B14F-4D97-AF65-F5344CB8AC3E}">
        <p14:creationId xmlns:p14="http://schemas.microsoft.com/office/powerpoint/2010/main" val="202022328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CDD01931-8877-5145-DD02-C181833FB0E9}"/>
              </a:ext>
            </a:extLst>
          </p:cNvPr>
          <p:cNvSpPr>
            <a:spLocks noGrp="1"/>
          </p:cNvSpPr>
          <p:nvPr>
            <p:ph idx="1"/>
          </p:nvPr>
        </p:nvSpPr>
        <p:spPr>
          <a:xfrm>
            <a:off x="1417294" y="1709017"/>
            <a:ext cx="9357413" cy="1600124"/>
          </a:xfrm>
        </p:spPr>
        <p:txBody>
          <a:bodyPr/>
          <a:lstStyle/>
          <a:p>
            <a:r>
              <a:rPr lang="en-GB" dirty="0"/>
              <a:t>What are the differences between the EU GDPR and UK GDPR?</a:t>
            </a:r>
          </a:p>
        </p:txBody>
      </p:sp>
      <p:sp>
        <p:nvSpPr>
          <p:cNvPr id="2" name="Title 1">
            <a:extLst>
              <a:ext uri="{FF2B5EF4-FFF2-40B4-BE49-F238E27FC236}">
                <a16:creationId xmlns:a16="http://schemas.microsoft.com/office/drawing/2014/main" id="{31707070-8C87-3FEA-4AD9-162C9E8F5BD4}"/>
              </a:ext>
            </a:extLst>
          </p:cNvPr>
          <p:cNvSpPr>
            <a:spLocks noGrp="1"/>
          </p:cNvSpPr>
          <p:nvPr>
            <p:ph type="title"/>
          </p:nvPr>
        </p:nvSpPr>
        <p:spPr/>
        <p:txBody>
          <a:bodyPr/>
          <a:lstStyle/>
          <a:p>
            <a:r>
              <a:rPr lang="en-GB" dirty="0"/>
              <a:t>UK GDPR vs EU GDPR</a:t>
            </a:r>
          </a:p>
        </p:txBody>
      </p:sp>
      <p:sp>
        <p:nvSpPr>
          <p:cNvPr id="8" name="Text Placeholder 7">
            <a:extLst>
              <a:ext uri="{FF2B5EF4-FFF2-40B4-BE49-F238E27FC236}">
                <a16:creationId xmlns:a16="http://schemas.microsoft.com/office/drawing/2014/main" id="{7775FDE2-7BBC-7C88-E8A3-E998B487A571}"/>
              </a:ext>
            </a:extLst>
          </p:cNvPr>
          <p:cNvSpPr>
            <a:spLocks noGrp="1"/>
          </p:cNvSpPr>
          <p:nvPr>
            <p:ph type="body" sz="quarter" idx="10"/>
          </p:nvPr>
        </p:nvSpPr>
        <p:spPr/>
        <p:txBody>
          <a:bodyPr/>
          <a:lstStyle/>
          <a:p>
            <a:r>
              <a:rPr lang="en-GB" dirty="0"/>
              <a:t>K8, B1, B3, B5, B9</a:t>
            </a:r>
          </a:p>
        </p:txBody>
      </p:sp>
      <p:sp>
        <p:nvSpPr>
          <p:cNvPr id="3" name="Text Placeholder 2">
            <a:extLst>
              <a:ext uri="{FF2B5EF4-FFF2-40B4-BE49-F238E27FC236}">
                <a16:creationId xmlns:a16="http://schemas.microsoft.com/office/drawing/2014/main" id="{62051E01-123A-3440-9639-6131D755CE9D}"/>
              </a:ext>
            </a:extLst>
          </p:cNvPr>
          <p:cNvSpPr>
            <a:spLocks noGrp="1"/>
          </p:cNvSpPr>
          <p:nvPr>
            <p:ph type="body" sz="quarter" idx="11"/>
          </p:nvPr>
        </p:nvSpPr>
        <p:spPr/>
        <p:txBody>
          <a:bodyPr/>
          <a:lstStyle/>
          <a:p>
            <a:endParaRPr lang="en-GB"/>
          </a:p>
        </p:txBody>
      </p:sp>
      <p:graphicFrame>
        <p:nvGraphicFramePr>
          <p:cNvPr id="11" name="Diagram 10">
            <a:extLst>
              <a:ext uri="{FF2B5EF4-FFF2-40B4-BE49-F238E27FC236}">
                <a16:creationId xmlns:a16="http://schemas.microsoft.com/office/drawing/2014/main" id="{C748A81C-D7B2-E4FF-CFDC-6DA8814E7A91}"/>
              </a:ext>
            </a:extLst>
          </p:cNvPr>
          <p:cNvGraphicFramePr/>
          <p:nvPr>
            <p:extLst>
              <p:ext uri="{D42A27DB-BD31-4B8C-83A1-F6EECF244321}">
                <p14:modId xmlns:p14="http://schemas.microsoft.com/office/powerpoint/2010/main" val="406554981"/>
              </p:ext>
            </p:extLst>
          </p:nvPr>
        </p:nvGraphicFramePr>
        <p:xfrm>
          <a:off x="1952979" y="3426136"/>
          <a:ext cx="8286043" cy="244558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00477666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497A6F-93A9-3DD6-7B28-63F4A9A8C486}"/>
              </a:ext>
            </a:extLst>
          </p:cNvPr>
          <p:cNvSpPr>
            <a:spLocks noGrp="1"/>
          </p:cNvSpPr>
          <p:nvPr>
            <p:ph type="ctrTitle"/>
          </p:nvPr>
        </p:nvSpPr>
        <p:spPr/>
        <p:txBody>
          <a:bodyPr/>
          <a:lstStyle/>
          <a:p>
            <a:r>
              <a:rPr lang="en-GB" dirty="0"/>
              <a:t>Intellectual Property</a:t>
            </a:r>
          </a:p>
        </p:txBody>
      </p:sp>
      <p:sp>
        <p:nvSpPr>
          <p:cNvPr id="4" name="Subtitle 3">
            <a:extLst>
              <a:ext uri="{FF2B5EF4-FFF2-40B4-BE49-F238E27FC236}">
                <a16:creationId xmlns:a16="http://schemas.microsoft.com/office/drawing/2014/main" id="{7ACA8EE4-AE03-5154-58EE-2F969C0F1C9A}"/>
              </a:ext>
            </a:extLst>
          </p:cNvPr>
          <p:cNvSpPr>
            <a:spLocks noGrp="1"/>
          </p:cNvSpPr>
          <p:nvPr>
            <p:ph type="subTitle" idx="1"/>
          </p:nvPr>
        </p:nvSpPr>
        <p:spPr/>
        <p:txBody>
          <a:bodyPr/>
          <a:lstStyle/>
          <a:p>
            <a:endParaRPr lang="en-GB"/>
          </a:p>
        </p:txBody>
      </p:sp>
    </p:spTree>
    <p:extLst>
      <p:ext uri="{BB962C8B-B14F-4D97-AF65-F5344CB8AC3E}">
        <p14:creationId xmlns:p14="http://schemas.microsoft.com/office/powerpoint/2010/main" val="42646180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765CF94-FFA6-D4C0-1429-38ACFBA4B0F0}"/>
              </a:ext>
            </a:extLst>
          </p:cNvPr>
          <p:cNvSpPr>
            <a:spLocks noGrp="1"/>
          </p:cNvSpPr>
          <p:nvPr>
            <p:ph idx="1"/>
          </p:nvPr>
        </p:nvSpPr>
        <p:spPr/>
        <p:txBody>
          <a:bodyPr>
            <a:normAutofit fontScale="92500" lnSpcReduction="20000"/>
          </a:bodyPr>
          <a:lstStyle/>
          <a:p>
            <a:r>
              <a:rPr lang="en-GB" dirty="0"/>
              <a:t>Intellectual property is something that has been created using your mind</a:t>
            </a:r>
          </a:p>
          <a:p>
            <a:endParaRPr lang="en-GB" dirty="0"/>
          </a:p>
          <a:p>
            <a:r>
              <a:rPr lang="en-GB" dirty="0"/>
              <a:t>You own intellectual property if you;</a:t>
            </a:r>
          </a:p>
          <a:p>
            <a:pPr lvl="1"/>
            <a:r>
              <a:rPr lang="en-GB" dirty="0"/>
              <a:t>Created it (and it meets the requirements for copyright, patents or a design)</a:t>
            </a:r>
          </a:p>
          <a:p>
            <a:pPr lvl="1"/>
            <a:r>
              <a:rPr lang="en-GB" dirty="0"/>
              <a:t>Bought intellectual property rights from the creator or previous owner</a:t>
            </a:r>
          </a:p>
          <a:p>
            <a:pPr lvl="1"/>
            <a:r>
              <a:rPr lang="en-GB" dirty="0"/>
              <a:t>Have a brand that could be a trademark, such as a well-known product name</a:t>
            </a:r>
          </a:p>
          <a:p>
            <a:pPr lvl="1"/>
            <a:endParaRPr lang="en-GB" dirty="0"/>
          </a:p>
          <a:p>
            <a:r>
              <a:rPr lang="en-GB" dirty="0"/>
              <a:t>Intellectual Property can;</a:t>
            </a:r>
          </a:p>
          <a:p>
            <a:pPr lvl="1"/>
            <a:r>
              <a:rPr lang="en-GB" dirty="0"/>
              <a:t>Have more than one owner</a:t>
            </a:r>
          </a:p>
          <a:p>
            <a:pPr lvl="1"/>
            <a:r>
              <a:rPr lang="en-GB" dirty="0"/>
              <a:t>Belong to people or businesses</a:t>
            </a:r>
          </a:p>
          <a:p>
            <a:pPr lvl="1"/>
            <a:r>
              <a:rPr lang="en-GB" dirty="0"/>
              <a:t>Be sold or transferred</a:t>
            </a:r>
          </a:p>
          <a:p>
            <a:pPr lvl="1"/>
            <a:endParaRPr lang="en-GB" dirty="0"/>
          </a:p>
          <a:p>
            <a:r>
              <a:rPr lang="en-GB" dirty="0"/>
              <a:t>Having the rights allows you to make money from the intellectual property you own.</a:t>
            </a:r>
          </a:p>
          <a:p>
            <a:endParaRPr lang="en-GB" dirty="0"/>
          </a:p>
          <a:p>
            <a:pPr marL="0" indent="0" algn="ctr">
              <a:buNone/>
            </a:pPr>
            <a:r>
              <a:rPr lang="en-GB" b="1" dirty="0"/>
              <a:t>Note: You will usually not own the intellectual property for something you created as part of your work whilst you were employed by someone else.</a:t>
            </a:r>
          </a:p>
          <a:p>
            <a:endParaRPr lang="en-GB" dirty="0"/>
          </a:p>
        </p:txBody>
      </p:sp>
      <p:sp>
        <p:nvSpPr>
          <p:cNvPr id="2" name="Title 1">
            <a:extLst>
              <a:ext uri="{FF2B5EF4-FFF2-40B4-BE49-F238E27FC236}">
                <a16:creationId xmlns:a16="http://schemas.microsoft.com/office/drawing/2014/main" id="{EADC2095-977D-CC79-F01B-DFEBEDE9ABFE}"/>
              </a:ext>
            </a:extLst>
          </p:cNvPr>
          <p:cNvSpPr>
            <a:spLocks noGrp="1"/>
          </p:cNvSpPr>
          <p:nvPr>
            <p:ph type="title"/>
          </p:nvPr>
        </p:nvSpPr>
        <p:spPr/>
        <p:txBody>
          <a:bodyPr/>
          <a:lstStyle/>
          <a:p>
            <a:r>
              <a:rPr lang="en-GB" dirty="0"/>
              <a:t>Intellectual Property</a:t>
            </a:r>
          </a:p>
        </p:txBody>
      </p:sp>
      <p:sp>
        <p:nvSpPr>
          <p:cNvPr id="4" name="Text Placeholder 3">
            <a:extLst>
              <a:ext uri="{FF2B5EF4-FFF2-40B4-BE49-F238E27FC236}">
                <a16:creationId xmlns:a16="http://schemas.microsoft.com/office/drawing/2014/main" id="{42899FE4-6A46-5E9F-BF41-F3B2055E5161}"/>
              </a:ext>
            </a:extLst>
          </p:cNvPr>
          <p:cNvSpPr>
            <a:spLocks noGrp="1"/>
          </p:cNvSpPr>
          <p:nvPr>
            <p:ph type="body" sz="quarter" idx="10"/>
          </p:nvPr>
        </p:nvSpPr>
        <p:spPr/>
        <p:txBody>
          <a:bodyPr/>
          <a:lstStyle/>
          <a:p>
            <a:r>
              <a:rPr lang="en-GB" dirty="0"/>
              <a:t>K8</a:t>
            </a:r>
          </a:p>
        </p:txBody>
      </p:sp>
      <p:sp>
        <p:nvSpPr>
          <p:cNvPr id="5" name="Text Placeholder 4">
            <a:extLst>
              <a:ext uri="{FF2B5EF4-FFF2-40B4-BE49-F238E27FC236}">
                <a16:creationId xmlns:a16="http://schemas.microsoft.com/office/drawing/2014/main" id="{93D3F9FA-F47A-E44D-B7EF-EB07E2FC751D}"/>
              </a:ext>
            </a:extLst>
          </p:cNvPr>
          <p:cNvSpPr>
            <a:spLocks noGrp="1"/>
          </p:cNvSpPr>
          <p:nvPr>
            <p:ph type="body" sz="quarter" idx="11"/>
          </p:nvPr>
        </p:nvSpPr>
        <p:spPr/>
        <p:txBody>
          <a:bodyPr/>
          <a:lstStyle/>
          <a:p>
            <a:endParaRPr lang="en-GB"/>
          </a:p>
        </p:txBody>
      </p:sp>
    </p:spTree>
    <p:extLst>
      <p:ext uri="{BB962C8B-B14F-4D97-AF65-F5344CB8AC3E}">
        <p14:creationId xmlns:p14="http://schemas.microsoft.com/office/powerpoint/2010/main" val="142613983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765CF94-FFA6-D4C0-1429-38ACFBA4B0F0}"/>
              </a:ext>
            </a:extLst>
          </p:cNvPr>
          <p:cNvSpPr>
            <a:spLocks noGrp="1"/>
          </p:cNvSpPr>
          <p:nvPr>
            <p:ph idx="1"/>
          </p:nvPr>
        </p:nvSpPr>
        <p:spPr/>
        <p:txBody>
          <a:bodyPr>
            <a:normAutofit fontScale="92500" lnSpcReduction="10000"/>
          </a:bodyPr>
          <a:lstStyle/>
          <a:p>
            <a:r>
              <a:rPr lang="en-GB" dirty="0"/>
              <a:t>The Copyright, Designs and Patents Act 1988 most recently updated in 2022</a:t>
            </a:r>
          </a:p>
          <a:p>
            <a:endParaRPr lang="en-GB" dirty="0"/>
          </a:p>
          <a:p>
            <a:r>
              <a:rPr lang="en-GB" dirty="0"/>
              <a:t>From it and Directive 91/250/EC (the Software Directive) comes copyright protection.</a:t>
            </a:r>
          </a:p>
          <a:p>
            <a:endParaRPr lang="en-GB" dirty="0"/>
          </a:p>
          <a:p>
            <a:r>
              <a:rPr lang="en-GB" dirty="0"/>
              <a:t>You get automatic copyright protection if your work fulfils certain criteria</a:t>
            </a:r>
          </a:p>
          <a:p>
            <a:pPr lvl="1"/>
            <a:r>
              <a:rPr lang="en-GB" dirty="0"/>
              <a:t>You don’t need to apply or pay a fee or register your copyright in the UK</a:t>
            </a:r>
          </a:p>
          <a:p>
            <a:endParaRPr lang="en-GB" dirty="0"/>
          </a:p>
          <a:p>
            <a:r>
              <a:rPr lang="en-GB" dirty="0"/>
              <a:t>Items that get automatic copyrights when created are;</a:t>
            </a:r>
          </a:p>
          <a:p>
            <a:pPr lvl="1"/>
            <a:r>
              <a:rPr lang="en-US" dirty="0"/>
              <a:t>original literary, dramatic, musical and artistic work, including illustration and photography</a:t>
            </a:r>
          </a:p>
          <a:p>
            <a:pPr lvl="1"/>
            <a:r>
              <a:rPr lang="en-US" dirty="0"/>
              <a:t>original non-literary written work, such as software, web content and databases</a:t>
            </a:r>
          </a:p>
          <a:p>
            <a:pPr lvl="1"/>
            <a:r>
              <a:rPr lang="en-US" dirty="0"/>
              <a:t>sound and music recordings</a:t>
            </a:r>
          </a:p>
          <a:p>
            <a:pPr lvl="1"/>
            <a:r>
              <a:rPr lang="en-US" dirty="0"/>
              <a:t>film and television recordings</a:t>
            </a:r>
          </a:p>
          <a:p>
            <a:pPr lvl="1"/>
            <a:r>
              <a:rPr lang="en-US" dirty="0"/>
              <a:t>broadcasts</a:t>
            </a:r>
          </a:p>
          <a:p>
            <a:pPr lvl="1"/>
            <a:r>
              <a:rPr lang="en-US" dirty="0"/>
              <a:t>the layout of published editions of written, dramatic and musical works</a:t>
            </a:r>
            <a:endParaRPr lang="en-GB" dirty="0"/>
          </a:p>
        </p:txBody>
      </p:sp>
      <p:sp>
        <p:nvSpPr>
          <p:cNvPr id="2" name="Title 1">
            <a:extLst>
              <a:ext uri="{FF2B5EF4-FFF2-40B4-BE49-F238E27FC236}">
                <a16:creationId xmlns:a16="http://schemas.microsoft.com/office/drawing/2014/main" id="{EADC2095-977D-CC79-F01B-DFEBEDE9ABFE}"/>
              </a:ext>
            </a:extLst>
          </p:cNvPr>
          <p:cNvSpPr>
            <a:spLocks noGrp="1"/>
          </p:cNvSpPr>
          <p:nvPr>
            <p:ph type="title"/>
          </p:nvPr>
        </p:nvSpPr>
        <p:spPr/>
        <p:txBody>
          <a:bodyPr/>
          <a:lstStyle/>
          <a:p>
            <a:r>
              <a:rPr lang="en-GB" dirty="0"/>
              <a:t>Copyright</a:t>
            </a:r>
          </a:p>
        </p:txBody>
      </p:sp>
      <p:sp>
        <p:nvSpPr>
          <p:cNvPr id="4" name="Text Placeholder 3">
            <a:extLst>
              <a:ext uri="{FF2B5EF4-FFF2-40B4-BE49-F238E27FC236}">
                <a16:creationId xmlns:a16="http://schemas.microsoft.com/office/drawing/2014/main" id="{114CBA2F-30EF-188E-71BC-C626608C6053}"/>
              </a:ext>
            </a:extLst>
          </p:cNvPr>
          <p:cNvSpPr>
            <a:spLocks noGrp="1"/>
          </p:cNvSpPr>
          <p:nvPr>
            <p:ph type="body" sz="quarter" idx="10"/>
          </p:nvPr>
        </p:nvSpPr>
        <p:spPr/>
        <p:txBody>
          <a:bodyPr/>
          <a:lstStyle/>
          <a:p>
            <a:r>
              <a:rPr lang="en-GB" dirty="0"/>
              <a:t>K8</a:t>
            </a:r>
          </a:p>
        </p:txBody>
      </p:sp>
      <p:sp>
        <p:nvSpPr>
          <p:cNvPr id="5" name="Text Placeholder 4">
            <a:extLst>
              <a:ext uri="{FF2B5EF4-FFF2-40B4-BE49-F238E27FC236}">
                <a16:creationId xmlns:a16="http://schemas.microsoft.com/office/drawing/2014/main" id="{E9AACE69-C2A0-3A33-5CE6-5DD70B4B8608}"/>
              </a:ext>
            </a:extLst>
          </p:cNvPr>
          <p:cNvSpPr>
            <a:spLocks noGrp="1"/>
          </p:cNvSpPr>
          <p:nvPr>
            <p:ph type="body" sz="quarter" idx="11"/>
          </p:nvPr>
        </p:nvSpPr>
        <p:spPr/>
        <p:txBody>
          <a:bodyPr/>
          <a:lstStyle/>
          <a:p>
            <a:endParaRPr lang="en-GB"/>
          </a:p>
        </p:txBody>
      </p:sp>
    </p:spTree>
    <p:extLst>
      <p:ext uri="{BB962C8B-B14F-4D97-AF65-F5344CB8AC3E}">
        <p14:creationId xmlns:p14="http://schemas.microsoft.com/office/powerpoint/2010/main" val="70026147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765CF94-FFA6-D4C0-1429-38ACFBA4B0F0}"/>
              </a:ext>
            </a:extLst>
          </p:cNvPr>
          <p:cNvSpPr>
            <a:spLocks noGrp="1"/>
          </p:cNvSpPr>
          <p:nvPr>
            <p:ph idx="1"/>
          </p:nvPr>
        </p:nvSpPr>
        <p:spPr/>
        <p:txBody>
          <a:bodyPr>
            <a:normAutofit lnSpcReduction="10000"/>
          </a:bodyPr>
          <a:lstStyle/>
          <a:p>
            <a:r>
              <a:rPr lang="en-GB" dirty="0"/>
              <a:t>One of the amendments to the CDPA was to provide protection for;</a:t>
            </a:r>
          </a:p>
          <a:p>
            <a:pPr lvl="1"/>
            <a:r>
              <a:rPr lang="en-GB" dirty="0"/>
              <a:t>Computer programs</a:t>
            </a:r>
          </a:p>
          <a:p>
            <a:pPr lvl="1"/>
            <a:r>
              <a:rPr lang="en-GB" dirty="0"/>
              <a:t>Preparatory design for a computer program</a:t>
            </a:r>
          </a:p>
          <a:p>
            <a:pPr lvl="1"/>
            <a:r>
              <a:rPr lang="en-GB" dirty="0"/>
              <a:t>Databases</a:t>
            </a:r>
          </a:p>
          <a:p>
            <a:endParaRPr lang="en-GB" dirty="0"/>
          </a:p>
          <a:p>
            <a:r>
              <a:rPr lang="en-GB" dirty="0"/>
              <a:t>Copyright means that people are prevented from;</a:t>
            </a:r>
          </a:p>
          <a:p>
            <a:pPr lvl="1"/>
            <a:r>
              <a:rPr lang="en-US" dirty="0"/>
              <a:t>copying your work</a:t>
            </a:r>
          </a:p>
          <a:p>
            <a:pPr lvl="1"/>
            <a:r>
              <a:rPr lang="en-US" dirty="0"/>
              <a:t>distributing copies of it, whether free of charge or for sale</a:t>
            </a:r>
          </a:p>
          <a:p>
            <a:pPr lvl="1"/>
            <a:r>
              <a:rPr lang="en-US" dirty="0"/>
              <a:t>renting or lending copies of your work</a:t>
            </a:r>
          </a:p>
          <a:p>
            <a:pPr lvl="1"/>
            <a:r>
              <a:rPr lang="en-US" dirty="0"/>
              <a:t>performing, showing or playing your work in public</a:t>
            </a:r>
          </a:p>
          <a:p>
            <a:pPr lvl="1"/>
            <a:r>
              <a:rPr lang="en-US" dirty="0"/>
              <a:t>making an adaptation of your work</a:t>
            </a:r>
          </a:p>
          <a:p>
            <a:pPr lvl="1"/>
            <a:r>
              <a:rPr lang="en-US" dirty="0"/>
              <a:t>putting it on the internet</a:t>
            </a:r>
            <a:endParaRPr lang="en-GB" dirty="0"/>
          </a:p>
          <a:p>
            <a:endParaRPr lang="en-GB" dirty="0"/>
          </a:p>
          <a:p>
            <a:r>
              <a:rPr lang="en-GB" dirty="0"/>
              <a:t>These exist whether you have marked your work with the copyright symbol or not</a:t>
            </a:r>
          </a:p>
        </p:txBody>
      </p:sp>
      <p:sp>
        <p:nvSpPr>
          <p:cNvPr id="2" name="Title 1">
            <a:extLst>
              <a:ext uri="{FF2B5EF4-FFF2-40B4-BE49-F238E27FC236}">
                <a16:creationId xmlns:a16="http://schemas.microsoft.com/office/drawing/2014/main" id="{EADC2095-977D-CC79-F01B-DFEBEDE9ABFE}"/>
              </a:ext>
            </a:extLst>
          </p:cNvPr>
          <p:cNvSpPr>
            <a:spLocks noGrp="1"/>
          </p:cNvSpPr>
          <p:nvPr>
            <p:ph type="title"/>
          </p:nvPr>
        </p:nvSpPr>
        <p:spPr/>
        <p:txBody>
          <a:bodyPr/>
          <a:lstStyle/>
          <a:p>
            <a:r>
              <a:rPr lang="en-GB" dirty="0"/>
              <a:t>Copyright</a:t>
            </a:r>
          </a:p>
        </p:txBody>
      </p:sp>
      <p:sp>
        <p:nvSpPr>
          <p:cNvPr id="4" name="Text Placeholder 3">
            <a:extLst>
              <a:ext uri="{FF2B5EF4-FFF2-40B4-BE49-F238E27FC236}">
                <a16:creationId xmlns:a16="http://schemas.microsoft.com/office/drawing/2014/main" id="{651768D2-03BF-FCF6-D0F3-B4666040CE9C}"/>
              </a:ext>
            </a:extLst>
          </p:cNvPr>
          <p:cNvSpPr>
            <a:spLocks noGrp="1"/>
          </p:cNvSpPr>
          <p:nvPr>
            <p:ph type="body" sz="quarter" idx="10"/>
          </p:nvPr>
        </p:nvSpPr>
        <p:spPr/>
        <p:txBody>
          <a:bodyPr/>
          <a:lstStyle/>
          <a:p>
            <a:r>
              <a:rPr lang="en-GB" dirty="0"/>
              <a:t>K8</a:t>
            </a:r>
          </a:p>
        </p:txBody>
      </p:sp>
      <p:sp>
        <p:nvSpPr>
          <p:cNvPr id="5" name="Text Placeholder 4">
            <a:extLst>
              <a:ext uri="{FF2B5EF4-FFF2-40B4-BE49-F238E27FC236}">
                <a16:creationId xmlns:a16="http://schemas.microsoft.com/office/drawing/2014/main" id="{06E09002-826F-5DED-95BE-F4BAF4D5D908}"/>
              </a:ext>
            </a:extLst>
          </p:cNvPr>
          <p:cNvSpPr>
            <a:spLocks noGrp="1"/>
          </p:cNvSpPr>
          <p:nvPr>
            <p:ph type="body" sz="quarter" idx="11"/>
          </p:nvPr>
        </p:nvSpPr>
        <p:spPr/>
        <p:txBody>
          <a:bodyPr/>
          <a:lstStyle/>
          <a:p>
            <a:endParaRPr lang="en-GB"/>
          </a:p>
        </p:txBody>
      </p:sp>
    </p:spTree>
    <p:extLst>
      <p:ext uri="{BB962C8B-B14F-4D97-AF65-F5344CB8AC3E}">
        <p14:creationId xmlns:p14="http://schemas.microsoft.com/office/powerpoint/2010/main" val="80709324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765CF94-FFA6-D4C0-1429-38ACFBA4B0F0}"/>
              </a:ext>
            </a:extLst>
          </p:cNvPr>
          <p:cNvSpPr>
            <a:spLocks noGrp="1"/>
          </p:cNvSpPr>
          <p:nvPr>
            <p:ph idx="1"/>
          </p:nvPr>
        </p:nvSpPr>
        <p:spPr/>
        <p:txBody>
          <a:bodyPr/>
          <a:lstStyle/>
          <a:p>
            <a:r>
              <a:rPr lang="en-GB" dirty="0"/>
              <a:t>The length of time the copyright lasts for depends on what is being copyrighted and how long ago it was created</a:t>
            </a:r>
          </a:p>
        </p:txBody>
      </p:sp>
      <p:sp>
        <p:nvSpPr>
          <p:cNvPr id="2" name="Title 1">
            <a:extLst>
              <a:ext uri="{FF2B5EF4-FFF2-40B4-BE49-F238E27FC236}">
                <a16:creationId xmlns:a16="http://schemas.microsoft.com/office/drawing/2014/main" id="{EADC2095-977D-CC79-F01B-DFEBEDE9ABFE}"/>
              </a:ext>
            </a:extLst>
          </p:cNvPr>
          <p:cNvSpPr>
            <a:spLocks noGrp="1"/>
          </p:cNvSpPr>
          <p:nvPr>
            <p:ph type="title"/>
          </p:nvPr>
        </p:nvSpPr>
        <p:spPr/>
        <p:txBody>
          <a:bodyPr/>
          <a:lstStyle/>
          <a:p>
            <a:r>
              <a:rPr lang="en-GB" dirty="0"/>
              <a:t>Copyright</a:t>
            </a:r>
          </a:p>
        </p:txBody>
      </p:sp>
      <p:sp>
        <p:nvSpPr>
          <p:cNvPr id="5" name="Text Placeholder 4">
            <a:extLst>
              <a:ext uri="{FF2B5EF4-FFF2-40B4-BE49-F238E27FC236}">
                <a16:creationId xmlns:a16="http://schemas.microsoft.com/office/drawing/2014/main" id="{37D0D5DB-8E33-DBDA-BD91-81E135834C17}"/>
              </a:ext>
            </a:extLst>
          </p:cNvPr>
          <p:cNvSpPr>
            <a:spLocks noGrp="1"/>
          </p:cNvSpPr>
          <p:nvPr>
            <p:ph type="body" sz="quarter" idx="10"/>
          </p:nvPr>
        </p:nvSpPr>
        <p:spPr/>
        <p:txBody>
          <a:bodyPr/>
          <a:lstStyle/>
          <a:p>
            <a:r>
              <a:rPr lang="en-GB" dirty="0"/>
              <a:t>K8</a:t>
            </a:r>
          </a:p>
        </p:txBody>
      </p:sp>
      <p:sp>
        <p:nvSpPr>
          <p:cNvPr id="6" name="Text Placeholder 5">
            <a:extLst>
              <a:ext uri="{FF2B5EF4-FFF2-40B4-BE49-F238E27FC236}">
                <a16:creationId xmlns:a16="http://schemas.microsoft.com/office/drawing/2014/main" id="{FEDE79C3-7DEA-001A-3ED1-34231B243C93}"/>
              </a:ext>
            </a:extLst>
          </p:cNvPr>
          <p:cNvSpPr>
            <a:spLocks noGrp="1"/>
          </p:cNvSpPr>
          <p:nvPr>
            <p:ph type="body" sz="quarter" idx="11"/>
          </p:nvPr>
        </p:nvSpPr>
        <p:spPr/>
        <p:txBody>
          <a:bodyPr/>
          <a:lstStyle/>
          <a:p>
            <a:endParaRPr lang="en-GB"/>
          </a:p>
        </p:txBody>
      </p:sp>
      <p:graphicFrame>
        <p:nvGraphicFramePr>
          <p:cNvPr id="4" name="Diagram 3">
            <a:extLst>
              <a:ext uri="{FF2B5EF4-FFF2-40B4-BE49-F238E27FC236}">
                <a16:creationId xmlns:a16="http://schemas.microsoft.com/office/drawing/2014/main" id="{6538B3CF-BAEC-61EF-1B1F-5DD5C903EBB9}"/>
              </a:ext>
            </a:extLst>
          </p:cNvPr>
          <p:cNvGraphicFramePr/>
          <p:nvPr>
            <p:extLst>
              <p:ext uri="{D42A27DB-BD31-4B8C-83A1-F6EECF244321}">
                <p14:modId xmlns:p14="http://schemas.microsoft.com/office/powerpoint/2010/main" val="3596234705"/>
              </p:ext>
            </p:extLst>
          </p:nvPr>
        </p:nvGraphicFramePr>
        <p:xfrm>
          <a:off x="2121675" y="2153920"/>
          <a:ext cx="8624914" cy="42117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08201599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765CF94-FFA6-D4C0-1429-38ACFBA4B0F0}"/>
              </a:ext>
            </a:extLst>
          </p:cNvPr>
          <p:cNvSpPr>
            <a:spLocks noGrp="1"/>
          </p:cNvSpPr>
          <p:nvPr>
            <p:ph idx="1"/>
          </p:nvPr>
        </p:nvSpPr>
        <p:spPr/>
        <p:txBody>
          <a:bodyPr>
            <a:normAutofit fontScale="92500" lnSpcReduction="20000"/>
          </a:bodyPr>
          <a:lstStyle/>
          <a:p>
            <a:r>
              <a:rPr lang="en-GB" dirty="0"/>
              <a:t>Patents are protected by the Patents Act 1977 (as amended in 2020) and the CDPA 1988</a:t>
            </a:r>
          </a:p>
          <a:p>
            <a:endParaRPr lang="en-GB" dirty="0"/>
          </a:p>
          <a:p>
            <a:r>
              <a:rPr lang="en-GB" dirty="0"/>
              <a:t>You can patent inventions that are;</a:t>
            </a:r>
          </a:p>
          <a:p>
            <a:pPr lvl="1"/>
            <a:r>
              <a:rPr lang="en-US" dirty="0"/>
              <a:t>new - it must not have been made publicly available anywhere in the world, for example it must not be described in a publication</a:t>
            </a:r>
          </a:p>
          <a:p>
            <a:pPr lvl="1"/>
            <a:r>
              <a:rPr lang="en-US" dirty="0"/>
              <a:t>inventive - for example, it cannot be an obvious change to something that already exists</a:t>
            </a:r>
          </a:p>
          <a:p>
            <a:pPr lvl="1"/>
            <a:r>
              <a:rPr lang="en-US" dirty="0"/>
              <a:t>either something that can be made and used, a technical process, or a method of doing something</a:t>
            </a:r>
          </a:p>
          <a:p>
            <a:endParaRPr lang="en-US" dirty="0"/>
          </a:p>
          <a:p>
            <a:r>
              <a:rPr lang="en-US" dirty="0"/>
              <a:t>You cannot patent:</a:t>
            </a:r>
          </a:p>
          <a:p>
            <a:pPr lvl="1"/>
            <a:r>
              <a:rPr lang="en-US" dirty="0"/>
              <a:t>literary, dramatic, musical or artistic works</a:t>
            </a:r>
          </a:p>
          <a:p>
            <a:pPr lvl="1"/>
            <a:r>
              <a:rPr lang="en-US" dirty="0"/>
              <a:t>a way of doing business, playing a game or thinking</a:t>
            </a:r>
          </a:p>
          <a:p>
            <a:pPr lvl="1"/>
            <a:r>
              <a:rPr lang="en-US" dirty="0"/>
              <a:t>a method of medical treatment or diagnosis</a:t>
            </a:r>
          </a:p>
          <a:p>
            <a:pPr lvl="1"/>
            <a:r>
              <a:rPr lang="en-US" dirty="0"/>
              <a:t>a discovery, scientific theory or mathematical method</a:t>
            </a:r>
          </a:p>
          <a:p>
            <a:pPr lvl="1"/>
            <a:r>
              <a:rPr lang="en-US" dirty="0"/>
              <a:t>the way information is presented</a:t>
            </a:r>
          </a:p>
          <a:p>
            <a:pPr lvl="1"/>
            <a:r>
              <a:rPr lang="en-US" dirty="0"/>
              <a:t>‘essentially biological’ processes like cross-breeding animals or varieties of plants</a:t>
            </a:r>
          </a:p>
          <a:p>
            <a:pPr lvl="1"/>
            <a:r>
              <a:rPr lang="en-US" dirty="0"/>
              <a:t>software that has a ‘non-technical’ purpose</a:t>
            </a:r>
            <a:endParaRPr lang="en-GB" dirty="0"/>
          </a:p>
        </p:txBody>
      </p:sp>
      <p:sp>
        <p:nvSpPr>
          <p:cNvPr id="2" name="Title 1">
            <a:extLst>
              <a:ext uri="{FF2B5EF4-FFF2-40B4-BE49-F238E27FC236}">
                <a16:creationId xmlns:a16="http://schemas.microsoft.com/office/drawing/2014/main" id="{EADC2095-977D-CC79-F01B-DFEBEDE9ABFE}"/>
              </a:ext>
            </a:extLst>
          </p:cNvPr>
          <p:cNvSpPr>
            <a:spLocks noGrp="1"/>
          </p:cNvSpPr>
          <p:nvPr>
            <p:ph type="title"/>
          </p:nvPr>
        </p:nvSpPr>
        <p:spPr/>
        <p:txBody>
          <a:bodyPr/>
          <a:lstStyle/>
          <a:p>
            <a:r>
              <a:rPr lang="en-GB" dirty="0"/>
              <a:t>Patents</a:t>
            </a:r>
          </a:p>
        </p:txBody>
      </p:sp>
      <p:sp>
        <p:nvSpPr>
          <p:cNvPr id="4" name="Text Placeholder 3">
            <a:extLst>
              <a:ext uri="{FF2B5EF4-FFF2-40B4-BE49-F238E27FC236}">
                <a16:creationId xmlns:a16="http://schemas.microsoft.com/office/drawing/2014/main" id="{4763E118-0724-95BB-FD58-91C809F606E9}"/>
              </a:ext>
            </a:extLst>
          </p:cNvPr>
          <p:cNvSpPr>
            <a:spLocks noGrp="1"/>
          </p:cNvSpPr>
          <p:nvPr>
            <p:ph type="body" sz="quarter" idx="10"/>
          </p:nvPr>
        </p:nvSpPr>
        <p:spPr/>
        <p:txBody>
          <a:bodyPr/>
          <a:lstStyle/>
          <a:p>
            <a:r>
              <a:rPr lang="en-GB" dirty="0"/>
              <a:t>K8</a:t>
            </a:r>
          </a:p>
        </p:txBody>
      </p:sp>
      <p:sp>
        <p:nvSpPr>
          <p:cNvPr id="5" name="Text Placeholder 4">
            <a:extLst>
              <a:ext uri="{FF2B5EF4-FFF2-40B4-BE49-F238E27FC236}">
                <a16:creationId xmlns:a16="http://schemas.microsoft.com/office/drawing/2014/main" id="{88A2B5CB-8F1A-6CA1-02A8-93516D372688}"/>
              </a:ext>
            </a:extLst>
          </p:cNvPr>
          <p:cNvSpPr>
            <a:spLocks noGrp="1"/>
          </p:cNvSpPr>
          <p:nvPr>
            <p:ph type="body" sz="quarter" idx="11"/>
          </p:nvPr>
        </p:nvSpPr>
        <p:spPr/>
        <p:txBody>
          <a:bodyPr/>
          <a:lstStyle/>
          <a:p>
            <a:endParaRPr lang="en-GB"/>
          </a:p>
        </p:txBody>
      </p:sp>
    </p:spTree>
    <p:extLst>
      <p:ext uri="{BB962C8B-B14F-4D97-AF65-F5344CB8AC3E}">
        <p14:creationId xmlns:p14="http://schemas.microsoft.com/office/powerpoint/2010/main" val="405794167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765CF94-FFA6-D4C0-1429-38ACFBA4B0F0}"/>
              </a:ext>
            </a:extLst>
          </p:cNvPr>
          <p:cNvSpPr>
            <a:spLocks noGrp="1"/>
          </p:cNvSpPr>
          <p:nvPr>
            <p:ph idx="1"/>
          </p:nvPr>
        </p:nvSpPr>
        <p:spPr/>
        <p:txBody>
          <a:bodyPr>
            <a:normAutofit lnSpcReduction="10000"/>
          </a:bodyPr>
          <a:lstStyle/>
          <a:p>
            <a:r>
              <a:rPr lang="en-GB" dirty="0"/>
              <a:t>Whilst you cannot patent ‘non-technical’ software you can patent software with a technical purpose</a:t>
            </a:r>
          </a:p>
          <a:p>
            <a:pPr lvl="1"/>
            <a:r>
              <a:rPr lang="en-GB" dirty="0"/>
              <a:t>The government states that software to control a driverless car could have a patent whereas a chess playing application could not</a:t>
            </a:r>
          </a:p>
          <a:p>
            <a:endParaRPr lang="en-GB" dirty="0"/>
          </a:p>
          <a:p>
            <a:r>
              <a:rPr lang="en-GB" dirty="0"/>
              <a:t>It is advised that if you are considering applying for a patent for your software that you contact a patent attorney about it</a:t>
            </a:r>
          </a:p>
          <a:p>
            <a:endParaRPr lang="en-GB" dirty="0"/>
          </a:p>
          <a:p>
            <a:r>
              <a:rPr lang="en-GB" dirty="0"/>
              <a:t>Patents are not free. </a:t>
            </a:r>
          </a:p>
          <a:p>
            <a:pPr lvl="1"/>
            <a:r>
              <a:rPr lang="en-GB" dirty="0"/>
              <a:t>The Intellectual Property Office (IPO) requires fees to be paid when the application is filed and for processing the application.</a:t>
            </a:r>
          </a:p>
          <a:p>
            <a:pPr lvl="1"/>
            <a:r>
              <a:rPr lang="en-GB" dirty="0"/>
              <a:t>These fees to the IPO will be at least £310 if you complete the process</a:t>
            </a:r>
          </a:p>
          <a:p>
            <a:pPr lvl="1"/>
            <a:r>
              <a:rPr lang="en-GB" dirty="0"/>
              <a:t>You will also probably need a patent attorney for help and advice which can cost thousands</a:t>
            </a:r>
          </a:p>
          <a:p>
            <a:endParaRPr lang="en-GB" dirty="0"/>
          </a:p>
          <a:p>
            <a:r>
              <a:rPr lang="en-GB" dirty="0"/>
              <a:t>Patents last 5 years, but can be renewed every year up to a maximum of 20 years</a:t>
            </a:r>
          </a:p>
          <a:p>
            <a:endParaRPr lang="en-GB" dirty="0"/>
          </a:p>
          <a:p>
            <a:endParaRPr lang="en-GB" dirty="0"/>
          </a:p>
        </p:txBody>
      </p:sp>
      <p:sp>
        <p:nvSpPr>
          <p:cNvPr id="2" name="Title 1">
            <a:extLst>
              <a:ext uri="{FF2B5EF4-FFF2-40B4-BE49-F238E27FC236}">
                <a16:creationId xmlns:a16="http://schemas.microsoft.com/office/drawing/2014/main" id="{EADC2095-977D-CC79-F01B-DFEBEDE9ABFE}"/>
              </a:ext>
            </a:extLst>
          </p:cNvPr>
          <p:cNvSpPr>
            <a:spLocks noGrp="1"/>
          </p:cNvSpPr>
          <p:nvPr>
            <p:ph type="title"/>
          </p:nvPr>
        </p:nvSpPr>
        <p:spPr/>
        <p:txBody>
          <a:bodyPr/>
          <a:lstStyle/>
          <a:p>
            <a:r>
              <a:rPr lang="en-GB" dirty="0"/>
              <a:t>Patents</a:t>
            </a:r>
          </a:p>
        </p:txBody>
      </p:sp>
      <p:sp>
        <p:nvSpPr>
          <p:cNvPr id="4" name="Text Placeholder 3">
            <a:extLst>
              <a:ext uri="{FF2B5EF4-FFF2-40B4-BE49-F238E27FC236}">
                <a16:creationId xmlns:a16="http://schemas.microsoft.com/office/drawing/2014/main" id="{A60F4E42-CE1A-3B4B-12CA-0C8AC3ED77A8}"/>
              </a:ext>
            </a:extLst>
          </p:cNvPr>
          <p:cNvSpPr>
            <a:spLocks noGrp="1"/>
          </p:cNvSpPr>
          <p:nvPr>
            <p:ph type="body" sz="quarter" idx="10"/>
          </p:nvPr>
        </p:nvSpPr>
        <p:spPr/>
        <p:txBody>
          <a:bodyPr/>
          <a:lstStyle/>
          <a:p>
            <a:r>
              <a:rPr lang="en-GB" dirty="0"/>
              <a:t>K8</a:t>
            </a:r>
          </a:p>
        </p:txBody>
      </p:sp>
      <p:sp>
        <p:nvSpPr>
          <p:cNvPr id="5" name="Text Placeholder 4">
            <a:extLst>
              <a:ext uri="{FF2B5EF4-FFF2-40B4-BE49-F238E27FC236}">
                <a16:creationId xmlns:a16="http://schemas.microsoft.com/office/drawing/2014/main" id="{ED6737D4-4AF3-687D-B6F3-35ADDC20FB47}"/>
              </a:ext>
            </a:extLst>
          </p:cNvPr>
          <p:cNvSpPr>
            <a:spLocks noGrp="1"/>
          </p:cNvSpPr>
          <p:nvPr>
            <p:ph type="body" sz="quarter" idx="11"/>
          </p:nvPr>
        </p:nvSpPr>
        <p:spPr/>
        <p:txBody>
          <a:bodyPr/>
          <a:lstStyle/>
          <a:p>
            <a:endParaRPr lang="en-GB"/>
          </a:p>
        </p:txBody>
      </p:sp>
    </p:spTree>
    <p:extLst>
      <p:ext uri="{BB962C8B-B14F-4D97-AF65-F5344CB8AC3E}">
        <p14:creationId xmlns:p14="http://schemas.microsoft.com/office/powerpoint/2010/main" val="321104489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765CF94-FFA6-D4C0-1429-38ACFBA4B0F0}"/>
              </a:ext>
            </a:extLst>
          </p:cNvPr>
          <p:cNvSpPr>
            <a:spLocks noGrp="1"/>
          </p:cNvSpPr>
          <p:nvPr>
            <p:ph idx="1"/>
          </p:nvPr>
        </p:nvSpPr>
        <p:spPr/>
        <p:txBody>
          <a:bodyPr/>
          <a:lstStyle/>
          <a:p>
            <a:r>
              <a:rPr lang="en-GB" dirty="0"/>
              <a:t>Designs are protected by the Registered Designs Act 1949 (as amended in 2020) and the CDPA 1988</a:t>
            </a:r>
          </a:p>
          <a:p>
            <a:endParaRPr lang="en-GB" dirty="0"/>
          </a:p>
          <a:p>
            <a:r>
              <a:rPr lang="en-GB" dirty="0"/>
              <a:t>Design registrations help protect the appearance of a product, such as its shape or pattern</a:t>
            </a:r>
          </a:p>
          <a:p>
            <a:endParaRPr lang="en-GB" dirty="0"/>
          </a:p>
          <a:p>
            <a:r>
              <a:rPr lang="en-GB" dirty="0"/>
              <a:t>Registering a design will help if anyone tries to copy or use your design without your permission</a:t>
            </a:r>
          </a:p>
          <a:p>
            <a:endParaRPr lang="en-GB" dirty="0"/>
          </a:p>
          <a:p>
            <a:r>
              <a:rPr lang="en-GB" dirty="0"/>
              <a:t>Registration will last for 5 years and needs renewing every 5 years to keep it protected, up to a maximum of 25 years</a:t>
            </a:r>
          </a:p>
        </p:txBody>
      </p:sp>
      <p:sp>
        <p:nvSpPr>
          <p:cNvPr id="2" name="Title 1">
            <a:extLst>
              <a:ext uri="{FF2B5EF4-FFF2-40B4-BE49-F238E27FC236}">
                <a16:creationId xmlns:a16="http://schemas.microsoft.com/office/drawing/2014/main" id="{EADC2095-977D-CC79-F01B-DFEBEDE9ABFE}"/>
              </a:ext>
            </a:extLst>
          </p:cNvPr>
          <p:cNvSpPr>
            <a:spLocks noGrp="1"/>
          </p:cNvSpPr>
          <p:nvPr>
            <p:ph type="title"/>
          </p:nvPr>
        </p:nvSpPr>
        <p:spPr/>
        <p:txBody>
          <a:bodyPr/>
          <a:lstStyle/>
          <a:p>
            <a:r>
              <a:rPr lang="en-GB" dirty="0"/>
              <a:t>Designs</a:t>
            </a:r>
          </a:p>
        </p:txBody>
      </p:sp>
      <p:sp>
        <p:nvSpPr>
          <p:cNvPr id="4" name="Text Placeholder 3">
            <a:extLst>
              <a:ext uri="{FF2B5EF4-FFF2-40B4-BE49-F238E27FC236}">
                <a16:creationId xmlns:a16="http://schemas.microsoft.com/office/drawing/2014/main" id="{E04D5750-5EB6-89EE-97C5-1B006B8FCCD5}"/>
              </a:ext>
            </a:extLst>
          </p:cNvPr>
          <p:cNvSpPr>
            <a:spLocks noGrp="1"/>
          </p:cNvSpPr>
          <p:nvPr>
            <p:ph type="body" sz="quarter" idx="10"/>
          </p:nvPr>
        </p:nvSpPr>
        <p:spPr/>
        <p:txBody>
          <a:bodyPr/>
          <a:lstStyle/>
          <a:p>
            <a:r>
              <a:rPr lang="en-GB" dirty="0"/>
              <a:t>K8</a:t>
            </a:r>
          </a:p>
        </p:txBody>
      </p:sp>
      <p:sp>
        <p:nvSpPr>
          <p:cNvPr id="5" name="Text Placeholder 4">
            <a:extLst>
              <a:ext uri="{FF2B5EF4-FFF2-40B4-BE49-F238E27FC236}">
                <a16:creationId xmlns:a16="http://schemas.microsoft.com/office/drawing/2014/main" id="{B512C057-8C8E-5AFA-A7E5-6383D531D5F2}"/>
              </a:ext>
            </a:extLst>
          </p:cNvPr>
          <p:cNvSpPr>
            <a:spLocks noGrp="1"/>
          </p:cNvSpPr>
          <p:nvPr>
            <p:ph type="body" sz="quarter" idx="11"/>
          </p:nvPr>
        </p:nvSpPr>
        <p:spPr/>
        <p:txBody>
          <a:bodyPr/>
          <a:lstStyle/>
          <a:p>
            <a:endParaRPr lang="en-GB"/>
          </a:p>
        </p:txBody>
      </p:sp>
    </p:spTree>
    <p:extLst>
      <p:ext uri="{BB962C8B-B14F-4D97-AF65-F5344CB8AC3E}">
        <p14:creationId xmlns:p14="http://schemas.microsoft.com/office/powerpoint/2010/main" val="125690277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765CF94-FFA6-D4C0-1429-38ACFBA4B0F0}"/>
              </a:ext>
            </a:extLst>
          </p:cNvPr>
          <p:cNvSpPr>
            <a:spLocks noGrp="1"/>
          </p:cNvSpPr>
          <p:nvPr>
            <p:ph idx="1"/>
          </p:nvPr>
        </p:nvSpPr>
        <p:spPr/>
        <p:txBody>
          <a:bodyPr>
            <a:normAutofit fontScale="92500" lnSpcReduction="10000"/>
          </a:bodyPr>
          <a:lstStyle/>
          <a:p>
            <a:r>
              <a:rPr lang="en-GB" dirty="0"/>
              <a:t>You are able to register new designs which can include one or more of the following items;</a:t>
            </a:r>
          </a:p>
          <a:p>
            <a:pPr lvl="1"/>
            <a:r>
              <a:rPr lang="en-GB" dirty="0"/>
              <a:t>Physical shape</a:t>
            </a:r>
          </a:p>
          <a:p>
            <a:pPr lvl="1"/>
            <a:r>
              <a:rPr lang="en-GB" dirty="0"/>
              <a:t>Configuration (how different parts of the design are arranged together)</a:t>
            </a:r>
          </a:p>
          <a:p>
            <a:pPr lvl="1"/>
            <a:r>
              <a:rPr lang="en-GB" dirty="0"/>
              <a:t>Decoration or colour</a:t>
            </a:r>
          </a:p>
          <a:p>
            <a:pPr lvl="1"/>
            <a:r>
              <a:rPr lang="en-GB" dirty="0"/>
              <a:t>Pattern</a:t>
            </a:r>
          </a:p>
          <a:p>
            <a:endParaRPr lang="en-GB" dirty="0"/>
          </a:p>
          <a:p>
            <a:r>
              <a:rPr lang="en-GB" dirty="0"/>
              <a:t>You cannot register;</a:t>
            </a:r>
          </a:p>
          <a:p>
            <a:pPr lvl="1"/>
            <a:r>
              <a:rPr lang="en-US" dirty="0"/>
              <a:t>offensive material, for example swear words or pornographic images</a:t>
            </a:r>
          </a:p>
          <a:p>
            <a:pPr lvl="1"/>
            <a:r>
              <a:rPr lang="en-US" dirty="0"/>
              <a:t>designs making use of national flags you do not have permission to use</a:t>
            </a:r>
          </a:p>
          <a:p>
            <a:pPr lvl="1"/>
            <a:r>
              <a:rPr lang="en-US" dirty="0"/>
              <a:t>designs making use of official emblems or hallmarks, for example the Olympic rings or coats of arms</a:t>
            </a:r>
          </a:p>
          <a:p>
            <a:pPr lvl="1"/>
            <a:r>
              <a:rPr lang="en-US" dirty="0"/>
              <a:t>the functionality of a design, for example a chair that folds down more quickly than others of the same kind</a:t>
            </a:r>
          </a:p>
          <a:p>
            <a:endParaRPr lang="en-US" dirty="0"/>
          </a:p>
          <a:p>
            <a:r>
              <a:rPr lang="en-US" dirty="0"/>
              <a:t>To register a design it will cost from £50 for one design to £150 for up to 50.</a:t>
            </a:r>
            <a:endParaRPr lang="en-GB" dirty="0"/>
          </a:p>
        </p:txBody>
      </p:sp>
      <p:sp>
        <p:nvSpPr>
          <p:cNvPr id="2" name="Title 1">
            <a:extLst>
              <a:ext uri="{FF2B5EF4-FFF2-40B4-BE49-F238E27FC236}">
                <a16:creationId xmlns:a16="http://schemas.microsoft.com/office/drawing/2014/main" id="{EADC2095-977D-CC79-F01B-DFEBEDE9ABFE}"/>
              </a:ext>
            </a:extLst>
          </p:cNvPr>
          <p:cNvSpPr>
            <a:spLocks noGrp="1"/>
          </p:cNvSpPr>
          <p:nvPr>
            <p:ph type="title"/>
          </p:nvPr>
        </p:nvSpPr>
        <p:spPr/>
        <p:txBody>
          <a:bodyPr/>
          <a:lstStyle/>
          <a:p>
            <a:r>
              <a:rPr lang="en-GB" dirty="0"/>
              <a:t>Designs</a:t>
            </a:r>
          </a:p>
        </p:txBody>
      </p:sp>
      <p:sp>
        <p:nvSpPr>
          <p:cNvPr id="4" name="Text Placeholder 3">
            <a:extLst>
              <a:ext uri="{FF2B5EF4-FFF2-40B4-BE49-F238E27FC236}">
                <a16:creationId xmlns:a16="http://schemas.microsoft.com/office/drawing/2014/main" id="{115B5B05-61F0-1243-3D5A-314E55968FDF}"/>
              </a:ext>
            </a:extLst>
          </p:cNvPr>
          <p:cNvSpPr>
            <a:spLocks noGrp="1"/>
          </p:cNvSpPr>
          <p:nvPr>
            <p:ph type="body" sz="quarter" idx="10"/>
          </p:nvPr>
        </p:nvSpPr>
        <p:spPr/>
        <p:txBody>
          <a:bodyPr/>
          <a:lstStyle/>
          <a:p>
            <a:r>
              <a:rPr lang="en-GB" dirty="0"/>
              <a:t>K8</a:t>
            </a:r>
          </a:p>
        </p:txBody>
      </p:sp>
      <p:sp>
        <p:nvSpPr>
          <p:cNvPr id="5" name="Text Placeholder 4">
            <a:extLst>
              <a:ext uri="{FF2B5EF4-FFF2-40B4-BE49-F238E27FC236}">
                <a16:creationId xmlns:a16="http://schemas.microsoft.com/office/drawing/2014/main" id="{6A34F92A-8770-592E-E1E2-50D1CB912835}"/>
              </a:ext>
            </a:extLst>
          </p:cNvPr>
          <p:cNvSpPr>
            <a:spLocks noGrp="1"/>
          </p:cNvSpPr>
          <p:nvPr>
            <p:ph type="body" sz="quarter" idx="11"/>
          </p:nvPr>
        </p:nvSpPr>
        <p:spPr/>
        <p:txBody>
          <a:bodyPr/>
          <a:lstStyle/>
          <a:p>
            <a:endParaRPr lang="en-GB"/>
          </a:p>
        </p:txBody>
      </p:sp>
    </p:spTree>
    <p:extLst>
      <p:ext uri="{BB962C8B-B14F-4D97-AF65-F5344CB8AC3E}">
        <p14:creationId xmlns:p14="http://schemas.microsoft.com/office/powerpoint/2010/main" val="257723545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765CF94-FFA6-D4C0-1429-38ACFBA4B0F0}"/>
              </a:ext>
            </a:extLst>
          </p:cNvPr>
          <p:cNvSpPr>
            <a:spLocks noGrp="1"/>
          </p:cNvSpPr>
          <p:nvPr>
            <p:ph idx="1"/>
          </p:nvPr>
        </p:nvSpPr>
        <p:spPr/>
        <p:txBody>
          <a:bodyPr>
            <a:normAutofit/>
          </a:bodyPr>
          <a:lstStyle/>
          <a:p>
            <a:r>
              <a:rPr lang="en-GB" dirty="0"/>
              <a:t>Trademarks are protected by the Trademarks Act 1994 (as amended 2020)</a:t>
            </a:r>
          </a:p>
          <a:p>
            <a:endParaRPr lang="en-GB" dirty="0"/>
          </a:p>
          <a:p>
            <a:r>
              <a:rPr lang="en-GB" dirty="0"/>
              <a:t>You are able to register a trademark to protect your brand.</a:t>
            </a:r>
          </a:p>
          <a:p>
            <a:endParaRPr lang="en-GB" dirty="0"/>
          </a:p>
          <a:p>
            <a:r>
              <a:rPr lang="en-GB" dirty="0"/>
              <a:t>These trademarks can include;</a:t>
            </a:r>
          </a:p>
          <a:p>
            <a:pPr lvl="1"/>
            <a:r>
              <a:rPr lang="en-US" dirty="0"/>
              <a:t>words</a:t>
            </a:r>
          </a:p>
          <a:p>
            <a:pPr lvl="1"/>
            <a:r>
              <a:rPr lang="en-US" dirty="0"/>
              <a:t>sounds</a:t>
            </a:r>
          </a:p>
          <a:p>
            <a:pPr lvl="1"/>
            <a:r>
              <a:rPr lang="en-US" dirty="0"/>
              <a:t>logos</a:t>
            </a:r>
          </a:p>
          <a:p>
            <a:pPr lvl="1"/>
            <a:r>
              <a:rPr lang="en-US" dirty="0" err="1"/>
              <a:t>colours</a:t>
            </a:r>
            <a:endParaRPr lang="en-US" dirty="0"/>
          </a:p>
          <a:p>
            <a:pPr lvl="1"/>
            <a:r>
              <a:rPr lang="en-US" dirty="0"/>
              <a:t>a combination of any of these</a:t>
            </a:r>
            <a:r>
              <a:rPr lang="en-GB" dirty="0"/>
              <a:t> </a:t>
            </a:r>
          </a:p>
          <a:p>
            <a:endParaRPr lang="en-GB" dirty="0"/>
          </a:p>
          <a:p>
            <a:r>
              <a:rPr lang="en-GB" dirty="0"/>
              <a:t>Trademarks last 10 years, and you need to renew it every 10 years for it to stay in force</a:t>
            </a:r>
          </a:p>
        </p:txBody>
      </p:sp>
      <p:sp>
        <p:nvSpPr>
          <p:cNvPr id="2" name="Title 1">
            <a:extLst>
              <a:ext uri="{FF2B5EF4-FFF2-40B4-BE49-F238E27FC236}">
                <a16:creationId xmlns:a16="http://schemas.microsoft.com/office/drawing/2014/main" id="{EADC2095-977D-CC79-F01B-DFEBEDE9ABFE}"/>
              </a:ext>
            </a:extLst>
          </p:cNvPr>
          <p:cNvSpPr>
            <a:spLocks noGrp="1"/>
          </p:cNvSpPr>
          <p:nvPr>
            <p:ph type="title"/>
          </p:nvPr>
        </p:nvSpPr>
        <p:spPr/>
        <p:txBody>
          <a:bodyPr/>
          <a:lstStyle/>
          <a:p>
            <a:r>
              <a:rPr lang="en-GB" dirty="0"/>
              <a:t>Trademarks</a:t>
            </a:r>
          </a:p>
        </p:txBody>
      </p:sp>
      <p:sp>
        <p:nvSpPr>
          <p:cNvPr id="4" name="Text Placeholder 3">
            <a:extLst>
              <a:ext uri="{FF2B5EF4-FFF2-40B4-BE49-F238E27FC236}">
                <a16:creationId xmlns:a16="http://schemas.microsoft.com/office/drawing/2014/main" id="{2B92B319-89FA-6F59-81BB-774B8973D9E7}"/>
              </a:ext>
            </a:extLst>
          </p:cNvPr>
          <p:cNvSpPr>
            <a:spLocks noGrp="1"/>
          </p:cNvSpPr>
          <p:nvPr>
            <p:ph type="body" sz="quarter" idx="10"/>
          </p:nvPr>
        </p:nvSpPr>
        <p:spPr/>
        <p:txBody>
          <a:bodyPr/>
          <a:lstStyle/>
          <a:p>
            <a:r>
              <a:rPr lang="en-GB" dirty="0"/>
              <a:t>K8</a:t>
            </a:r>
          </a:p>
        </p:txBody>
      </p:sp>
      <p:sp>
        <p:nvSpPr>
          <p:cNvPr id="5" name="Text Placeholder 4">
            <a:extLst>
              <a:ext uri="{FF2B5EF4-FFF2-40B4-BE49-F238E27FC236}">
                <a16:creationId xmlns:a16="http://schemas.microsoft.com/office/drawing/2014/main" id="{D8189A51-38A6-612E-145E-22E231902FCF}"/>
              </a:ext>
            </a:extLst>
          </p:cNvPr>
          <p:cNvSpPr>
            <a:spLocks noGrp="1"/>
          </p:cNvSpPr>
          <p:nvPr>
            <p:ph type="body" sz="quarter" idx="11"/>
          </p:nvPr>
        </p:nvSpPr>
        <p:spPr/>
        <p:txBody>
          <a:bodyPr/>
          <a:lstStyle/>
          <a:p>
            <a:endParaRPr lang="en-GB"/>
          </a:p>
        </p:txBody>
      </p:sp>
    </p:spTree>
    <p:extLst>
      <p:ext uri="{BB962C8B-B14F-4D97-AF65-F5344CB8AC3E}">
        <p14:creationId xmlns:p14="http://schemas.microsoft.com/office/powerpoint/2010/main" val="424909284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765CF94-FFA6-D4C0-1429-38ACFBA4B0F0}"/>
              </a:ext>
            </a:extLst>
          </p:cNvPr>
          <p:cNvSpPr>
            <a:spLocks noGrp="1"/>
          </p:cNvSpPr>
          <p:nvPr>
            <p:ph idx="1"/>
          </p:nvPr>
        </p:nvSpPr>
        <p:spPr/>
        <p:txBody>
          <a:bodyPr>
            <a:normAutofit fontScale="92500" lnSpcReduction="20000"/>
          </a:bodyPr>
          <a:lstStyle/>
          <a:p>
            <a:r>
              <a:rPr lang="en-US" dirty="0"/>
              <a:t>Your trademark cannot:</a:t>
            </a:r>
          </a:p>
          <a:p>
            <a:pPr lvl="1"/>
            <a:r>
              <a:rPr lang="en-US" dirty="0"/>
              <a:t>be offensive, for example contain swear words or pornographic images</a:t>
            </a:r>
          </a:p>
          <a:p>
            <a:pPr lvl="1"/>
            <a:r>
              <a:rPr lang="en-US" dirty="0"/>
              <a:t>describe the goods or services it will relate to, for example the word ‘cotton’ cannot be a trademark for a cotton textile company</a:t>
            </a:r>
          </a:p>
          <a:p>
            <a:pPr lvl="1"/>
            <a:r>
              <a:rPr lang="en-US" dirty="0"/>
              <a:t>be misleading, for example use the word ‘organic’ for goods that are not organic</a:t>
            </a:r>
          </a:p>
          <a:p>
            <a:pPr lvl="1"/>
            <a:r>
              <a:rPr lang="en-US" dirty="0"/>
              <a:t>be too common and non-distinctive, for example a statement like ‘we lead the way’</a:t>
            </a:r>
          </a:p>
          <a:p>
            <a:pPr lvl="1"/>
            <a:r>
              <a:rPr lang="en-US" dirty="0"/>
              <a:t>be just a generic shape associated with your business, for example if you sell apples you cannot trademark the shape of an apple</a:t>
            </a:r>
          </a:p>
          <a:p>
            <a:pPr lvl="1"/>
            <a:r>
              <a:rPr lang="en-US" dirty="0"/>
              <a:t>make use of national flags you do not have permission to use</a:t>
            </a:r>
          </a:p>
          <a:p>
            <a:pPr lvl="1"/>
            <a:r>
              <a:rPr lang="en-US" dirty="0"/>
              <a:t>make use of official emblems or hallmarks, for example coats of arms</a:t>
            </a:r>
          </a:p>
          <a:p>
            <a:endParaRPr lang="en-US" dirty="0"/>
          </a:p>
          <a:p>
            <a:r>
              <a:rPr lang="en-US" dirty="0"/>
              <a:t>If your trademark is the same as or similar to another business that sells the same goods or services, you may not be able to register it</a:t>
            </a:r>
          </a:p>
          <a:p>
            <a:endParaRPr lang="en-US" dirty="0"/>
          </a:p>
          <a:p>
            <a:r>
              <a:rPr lang="en-US" dirty="0"/>
              <a:t>Registering a trademark costs at least £170 and may cost more depending on how many goods or services you want to protect your brand in.</a:t>
            </a:r>
            <a:endParaRPr lang="en-GB" dirty="0"/>
          </a:p>
        </p:txBody>
      </p:sp>
      <p:sp>
        <p:nvSpPr>
          <p:cNvPr id="2" name="Title 1">
            <a:extLst>
              <a:ext uri="{FF2B5EF4-FFF2-40B4-BE49-F238E27FC236}">
                <a16:creationId xmlns:a16="http://schemas.microsoft.com/office/drawing/2014/main" id="{EADC2095-977D-CC79-F01B-DFEBEDE9ABFE}"/>
              </a:ext>
            </a:extLst>
          </p:cNvPr>
          <p:cNvSpPr>
            <a:spLocks noGrp="1"/>
          </p:cNvSpPr>
          <p:nvPr>
            <p:ph type="title"/>
          </p:nvPr>
        </p:nvSpPr>
        <p:spPr/>
        <p:txBody>
          <a:bodyPr/>
          <a:lstStyle/>
          <a:p>
            <a:r>
              <a:rPr lang="en-GB" dirty="0"/>
              <a:t>Trademarks</a:t>
            </a:r>
          </a:p>
        </p:txBody>
      </p:sp>
      <p:sp>
        <p:nvSpPr>
          <p:cNvPr id="4" name="Text Placeholder 3">
            <a:extLst>
              <a:ext uri="{FF2B5EF4-FFF2-40B4-BE49-F238E27FC236}">
                <a16:creationId xmlns:a16="http://schemas.microsoft.com/office/drawing/2014/main" id="{0FAE3145-AAA0-DD3E-DB68-757572890A45}"/>
              </a:ext>
            </a:extLst>
          </p:cNvPr>
          <p:cNvSpPr>
            <a:spLocks noGrp="1"/>
          </p:cNvSpPr>
          <p:nvPr>
            <p:ph type="body" sz="quarter" idx="10"/>
          </p:nvPr>
        </p:nvSpPr>
        <p:spPr/>
        <p:txBody>
          <a:bodyPr/>
          <a:lstStyle/>
          <a:p>
            <a:r>
              <a:rPr lang="en-GB" dirty="0"/>
              <a:t>K8</a:t>
            </a:r>
          </a:p>
        </p:txBody>
      </p:sp>
      <p:sp>
        <p:nvSpPr>
          <p:cNvPr id="5" name="Text Placeholder 4">
            <a:extLst>
              <a:ext uri="{FF2B5EF4-FFF2-40B4-BE49-F238E27FC236}">
                <a16:creationId xmlns:a16="http://schemas.microsoft.com/office/drawing/2014/main" id="{002EA06C-7E8C-9128-E8CB-5FC1E841CD07}"/>
              </a:ext>
            </a:extLst>
          </p:cNvPr>
          <p:cNvSpPr>
            <a:spLocks noGrp="1"/>
          </p:cNvSpPr>
          <p:nvPr>
            <p:ph type="body" sz="quarter" idx="11"/>
          </p:nvPr>
        </p:nvSpPr>
        <p:spPr/>
        <p:txBody>
          <a:bodyPr/>
          <a:lstStyle/>
          <a:p>
            <a:endParaRPr lang="en-GB"/>
          </a:p>
        </p:txBody>
      </p:sp>
    </p:spTree>
    <p:extLst>
      <p:ext uri="{BB962C8B-B14F-4D97-AF65-F5344CB8AC3E}">
        <p14:creationId xmlns:p14="http://schemas.microsoft.com/office/powerpoint/2010/main" val="73781209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Online Media 7" title="Creativity, Copyright, and Fair Use">
            <a:hlinkClick r:id="" action="ppaction://media"/>
            <a:extLst>
              <a:ext uri="{FF2B5EF4-FFF2-40B4-BE49-F238E27FC236}">
                <a16:creationId xmlns:a16="http://schemas.microsoft.com/office/drawing/2014/main" id="{86C71B74-7AA8-AFBD-4A6F-4B1CE70517E2}"/>
              </a:ext>
            </a:extLst>
          </p:cNvPr>
          <p:cNvPicPr>
            <a:picLocks noGrp="1" noRot="1" noChangeAspect="1"/>
          </p:cNvPicPr>
          <p:nvPr>
            <p:ph idx="1"/>
            <a:videoFile r:link="rId1"/>
          </p:nvPr>
        </p:nvPicPr>
        <p:blipFill>
          <a:blip r:embed="rId4"/>
          <a:stretch>
            <a:fillRect/>
          </a:stretch>
        </p:blipFill>
        <p:spPr>
          <a:xfrm>
            <a:off x="1948832" y="1679575"/>
            <a:ext cx="8294336" cy="4686300"/>
          </a:xfrm>
          <a:prstGeom prst="rect">
            <a:avLst/>
          </a:prstGeom>
        </p:spPr>
      </p:pic>
      <p:sp>
        <p:nvSpPr>
          <p:cNvPr id="3" name="Title 2">
            <a:extLst>
              <a:ext uri="{FF2B5EF4-FFF2-40B4-BE49-F238E27FC236}">
                <a16:creationId xmlns:a16="http://schemas.microsoft.com/office/drawing/2014/main" id="{31A5A710-2688-DE08-955E-3E507BCA9563}"/>
              </a:ext>
            </a:extLst>
          </p:cNvPr>
          <p:cNvSpPr>
            <a:spLocks noGrp="1"/>
          </p:cNvSpPr>
          <p:nvPr>
            <p:ph type="title"/>
          </p:nvPr>
        </p:nvSpPr>
        <p:spPr/>
        <p:txBody>
          <a:bodyPr/>
          <a:lstStyle/>
          <a:p>
            <a:r>
              <a:rPr lang="en-GB" dirty="0"/>
              <a:t>Copyright, Public Domain and Fair Use</a:t>
            </a:r>
          </a:p>
        </p:txBody>
      </p:sp>
      <p:sp>
        <p:nvSpPr>
          <p:cNvPr id="5" name="Text Placeholder 4">
            <a:extLst>
              <a:ext uri="{FF2B5EF4-FFF2-40B4-BE49-F238E27FC236}">
                <a16:creationId xmlns:a16="http://schemas.microsoft.com/office/drawing/2014/main" id="{B7267B50-B1DA-6E61-5B4E-9D1A0409A706}"/>
              </a:ext>
            </a:extLst>
          </p:cNvPr>
          <p:cNvSpPr>
            <a:spLocks noGrp="1"/>
          </p:cNvSpPr>
          <p:nvPr>
            <p:ph type="body" sz="quarter" idx="10"/>
          </p:nvPr>
        </p:nvSpPr>
        <p:spPr/>
        <p:txBody>
          <a:bodyPr/>
          <a:lstStyle/>
          <a:p>
            <a:r>
              <a:rPr lang="en-GB" dirty="0"/>
              <a:t>K8</a:t>
            </a:r>
          </a:p>
        </p:txBody>
      </p:sp>
      <p:sp>
        <p:nvSpPr>
          <p:cNvPr id="6" name="Text Placeholder 5">
            <a:extLst>
              <a:ext uri="{FF2B5EF4-FFF2-40B4-BE49-F238E27FC236}">
                <a16:creationId xmlns:a16="http://schemas.microsoft.com/office/drawing/2014/main" id="{01082584-F8EF-14B2-0F31-D352422E2CC9}"/>
              </a:ext>
            </a:extLst>
          </p:cNvPr>
          <p:cNvSpPr>
            <a:spLocks noGrp="1"/>
          </p:cNvSpPr>
          <p:nvPr>
            <p:ph type="body" sz="quarter" idx="11"/>
          </p:nvPr>
        </p:nvSpPr>
        <p:spPr/>
        <p:txBody>
          <a:bodyPr/>
          <a:lstStyle/>
          <a:p>
            <a:endParaRPr lang="en-GB"/>
          </a:p>
        </p:txBody>
      </p:sp>
    </p:spTree>
    <p:extLst>
      <p:ext uri="{BB962C8B-B14F-4D97-AF65-F5344CB8AC3E}">
        <p14:creationId xmlns:p14="http://schemas.microsoft.com/office/powerpoint/2010/main" val="25805542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8"/>
                </p:tgtEl>
              </p:cMediaNode>
            </p:video>
            <p:seq concurrent="1" nextAc="seek">
              <p:cTn id="8" restart="whenNotActive" fill="hold" evtFilter="cancelBubble" nodeType="interactiveSeq">
                <p:stCondLst>
                  <p:cond evt="onClick" delay="0">
                    <p:tgtEl>
                      <p:spTgt spid="8"/>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8"/>
                                        </p:tgtEl>
                                      </p:cBhvr>
                                    </p:cmd>
                                  </p:childTnLst>
                                </p:cTn>
                              </p:par>
                            </p:childTnLst>
                          </p:cTn>
                        </p:par>
                      </p:childTnLst>
                    </p:cTn>
                  </p:par>
                </p:childTnLst>
              </p:cTn>
              <p:nextCondLst>
                <p:cond evt="onClick" delay="0">
                  <p:tgtEl>
                    <p:spTgt spid="8"/>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03FBBA5-042C-23A7-8C3C-0B4F9CF8955B}"/>
              </a:ext>
            </a:extLst>
          </p:cNvPr>
          <p:cNvSpPr>
            <a:spLocks noGrp="1"/>
          </p:cNvSpPr>
          <p:nvPr>
            <p:ph idx="1"/>
          </p:nvPr>
        </p:nvSpPr>
        <p:spPr/>
        <p:txBody>
          <a:bodyPr anchor="ctr"/>
          <a:lstStyle/>
          <a:p>
            <a:pPr marL="0" indent="0" algn="ctr">
              <a:buNone/>
            </a:pPr>
            <a:r>
              <a:rPr lang="en-GB" dirty="0"/>
              <a:t>Consider your company.</a:t>
            </a:r>
          </a:p>
          <a:p>
            <a:pPr marL="0" indent="0" algn="ctr">
              <a:buNone/>
            </a:pPr>
            <a:endParaRPr lang="en-GB" dirty="0"/>
          </a:p>
          <a:p>
            <a:pPr marL="0" indent="0" algn="ctr">
              <a:buNone/>
            </a:pPr>
            <a:r>
              <a:rPr lang="en-GB" dirty="0"/>
              <a:t>What items within your company are covered by Intellectual Property (e.g. Copyright, Patents and Trademarks etc.)?</a:t>
            </a:r>
          </a:p>
          <a:p>
            <a:pPr marL="0" indent="0" algn="ctr">
              <a:buNone/>
            </a:pPr>
            <a:endParaRPr lang="en-GB" dirty="0"/>
          </a:p>
          <a:p>
            <a:pPr marL="0" indent="0" algn="ctr">
              <a:buNone/>
            </a:pPr>
            <a:r>
              <a:rPr lang="en-GB" dirty="0"/>
              <a:t>What does this mean for your usage of those items?</a:t>
            </a:r>
          </a:p>
          <a:p>
            <a:pPr marL="0" indent="0" algn="ctr">
              <a:buNone/>
            </a:pPr>
            <a:endParaRPr lang="en-GB" dirty="0"/>
          </a:p>
          <a:p>
            <a:pPr marL="0" indent="0" algn="ctr">
              <a:buNone/>
            </a:pPr>
            <a:r>
              <a:rPr lang="en-GB" dirty="0"/>
              <a:t>What do you need to ensure you do or don’t do with those items?</a:t>
            </a:r>
          </a:p>
        </p:txBody>
      </p:sp>
      <p:sp>
        <p:nvSpPr>
          <p:cNvPr id="2" name="Title 1">
            <a:extLst>
              <a:ext uri="{FF2B5EF4-FFF2-40B4-BE49-F238E27FC236}">
                <a16:creationId xmlns:a16="http://schemas.microsoft.com/office/drawing/2014/main" id="{EADC2095-977D-CC79-F01B-DFEBEDE9ABFE}"/>
              </a:ext>
            </a:extLst>
          </p:cNvPr>
          <p:cNvSpPr>
            <a:spLocks noGrp="1"/>
          </p:cNvSpPr>
          <p:nvPr>
            <p:ph type="title"/>
          </p:nvPr>
        </p:nvSpPr>
        <p:spPr/>
        <p:txBody>
          <a:bodyPr/>
          <a:lstStyle/>
          <a:p>
            <a:r>
              <a:rPr lang="en-GB" dirty="0"/>
              <a:t>IP, Copyright, Patents, Trade Marks</a:t>
            </a:r>
          </a:p>
        </p:txBody>
      </p:sp>
      <p:sp>
        <p:nvSpPr>
          <p:cNvPr id="4" name="Text Placeholder 3">
            <a:extLst>
              <a:ext uri="{FF2B5EF4-FFF2-40B4-BE49-F238E27FC236}">
                <a16:creationId xmlns:a16="http://schemas.microsoft.com/office/drawing/2014/main" id="{93B35B3F-FD85-B8AD-5229-4A7323B20728}"/>
              </a:ext>
            </a:extLst>
          </p:cNvPr>
          <p:cNvSpPr>
            <a:spLocks noGrp="1"/>
          </p:cNvSpPr>
          <p:nvPr>
            <p:ph type="body" sz="quarter" idx="10"/>
          </p:nvPr>
        </p:nvSpPr>
        <p:spPr/>
        <p:txBody>
          <a:bodyPr/>
          <a:lstStyle/>
          <a:p>
            <a:r>
              <a:rPr lang="en-GB" dirty="0"/>
              <a:t>K8, B1, B3, B5, B9</a:t>
            </a:r>
          </a:p>
        </p:txBody>
      </p:sp>
      <p:sp>
        <p:nvSpPr>
          <p:cNvPr id="6" name="Text Placeholder 5">
            <a:extLst>
              <a:ext uri="{FF2B5EF4-FFF2-40B4-BE49-F238E27FC236}">
                <a16:creationId xmlns:a16="http://schemas.microsoft.com/office/drawing/2014/main" id="{C2A6B709-BF68-342A-2A08-4E3005566103}"/>
              </a:ext>
            </a:extLst>
          </p:cNvPr>
          <p:cNvSpPr>
            <a:spLocks noGrp="1"/>
          </p:cNvSpPr>
          <p:nvPr>
            <p:ph type="body" sz="quarter" idx="11"/>
          </p:nvPr>
        </p:nvSpPr>
        <p:spPr/>
        <p:txBody>
          <a:bodyPr/>
          <a:lstStyle/>
          <a:p>
            <a:endParaRPr lang="en-GB"/>
          </a:p>
        </p:txBody>
      </p:sp>
    </p:spTree>
    <p:extLst>
      <p:ext uri="{BB962C8B-B14F-4D97-AF65-F5344CB8AC3E}">
        <p14:creationId xmlns:p14="http://schemas.microsoft.com/office/powerpoint/2010/main" val="344318873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9810D-3A7E-A3F6-FB69-68074467625A}"/>
              </a:ext>
            </a:extLst>
          </p:cNvPr>
          <p:cNvSpPr>
            <a:spLocks noGrp="1"/>
          </p:cNvSpPr>
          <p:nvPr>
            <p:ph type="ctrTitle"/>
          </p:nvPr>
        </p:nvSpPr>
        <p:spPr/>
        <p:txBody>
          <a:bodyPr/>
          <a:lstStyle/>
          <a:p>
            <a:r>
              <a:rPr lang="en-GB" dirty="0"/>
              <a:t>Equality Act</a:t>
            </a:r>
          </a:p>
        </p:txBody>
      </p:sp>
      <p:sp>
        <p:nvSpPr>
          <p:cNvPr id="4" name="Subtitle 3">
            <a:extLst>
              <a:ext uri="{FF2B5EF4-FFF2-40B4-BE49-F238E27FC236}">
                <a16:creationId xmlns:a16="http://schemas.microsoft.com/office/drawing/2014/main" id="{7D369851-3BE0-46A5-0027-26E1D13EECCB}"/>
              </a:ext>
            </a:extLst>
          </p:cNvPr>
          <p:cNvSpPr>
            <a:spLocks noGrp="1"/>
          </p:cNvSpPr>
          <p:nvPr>
            <p:ph type="subTitle" idx="1"/>
          </p:nvPr>
        </p:nvSpPr>
        <p:spPr/>
        <p:txBody>
          <a:bodyPr/>
          <a:lstStyle/>
          <a:p>
            <a:endParaRPr lang="en-GB"/>
          </a:p>
        </p:txBody>
      </p:sp>
    </p:spTree>
    <p:extLst>
      <p:ext uri="{BB962C8B-B14F-4D97-AF65-F5344CB8AC3E}">
        <p14:creationId xmlns:p14="http://schemas.microsoft.com/office/powerpoint/2010/main" val="24580689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765CF94-FFA6-D4C0-1429-38ACFBA4B0F0}"/>
              </a:ext>
            </a:extLst>
          </p:cNvPr>
          <p:cNvSpPr>
            <a:spLocks noGrp="1"/>
          </p:cNvSpPr>
          <p:nvPr>
            <p:ph idx="1"/>
          </p:nvPr>
        </p:nvSpPr>
        <p:spPr/>
        <p:txBody>
          <a:bodyPr>
            <a:normAutofit fontScale="92500" lnSpcReduction="20000"/>
          </a:bodyPr>
          <a:lstStyle/>
          <a:p>
            <a:r>
              <a:rPr lang="en-GB" dirty="0"/>
              <a:t>The Equality Act 2010 (as amended in 2020) is the predominant legislation for ensuring accessibility, equality and diversity.</a:t>
            </a:r>
          </a:p>
          <a:p>
            <a:endParaRPr lang="en-GB" dirty="0"/>
          </a:p>
          <a:p>
            <a:r>
              <a:rPr lang="en-GB" dirty="0"/>
              <a:t>The Act brought together over 116 different pieces of legislation in effort to simplify and also strengthen the legislation.</a:t>
            </a:r>
          </a:p>
          <a:p>
            <a:endParaRPr lang="en-GB" dirty="0"/>
          </a:p>
          <a:p>
            <a:r>
              <a:rPr lang="en-GB" dirty="0"/>
              <a:t>The act promotes equality in the areas of 9 protected characteristics;</a:t>
            </a:r>
          </a:p>
          <a:p>
            <a:pPr lvl="1"/>
            <a:r>
              <a:rPr lang="en-GB" dirty="0"/>
              <a:t>Age</a:t>
            </a:r>
          </a:p>
          <a:p>
            <a:pPr lvl="1"/>
            <a:r>
              <a:rPr lang="en-GB" dirty="0"/>
              <a:t>Gender reassignment</a:t>
            </a:r>
          </a:p>
          <a:p>
            <a:pPr lvl="1"/>
            <a:r>
              <a:rPr lang="en-GB" dirty="0"/>
              <a:t>Being married or in a civil partnership</a:t>
            </a:r>
          </a:p>
          <a:p>
            <a:pPr lvl="1"/>
            <a:r>
              <a:rPr lang="en-GB" dirty="0"/>
              <a:t>Being pregnant or on maternity leave</a:t>
            </a:r>
          </a:p>
          <a:p>
            <a:pPr lvl="1"/>
            <a:r>
              <a:rPr lang="en-GB" dirty="0"/>
              <a:t>Disability</a:t>
            </a:r>
          </a:p>
          <a:p>
            <a:pPr lvl="1"/>
            <a:r>
              <a:rPr lang="en-GB" dirty="0"/>
              <a:t>Race including colour, nationality, ethnicity or national origin</a:t>
            </a:r>
          </a:p>
          <a:p>
            <a:pPr lvl="1"/>
            <a:r>
              <a:rPr lang="en-GB" dirty="0"/>
              <a:t>Religion or belief</a:t>
            </a:r>
          </a:p>
          <a:p>
            <a:pPr lvl="1"/>
            <a:r>
              <a:rPr lang="en-GB" dirty="0"/>
              <a:t>Sex</a:t>
            </a:r>
          </a:p>
          <a:p>
            <a:pPr lvl="1"/>
            <a:r>
              <a:rPr lang="en-GB" dirty="0"/>
              <a:t>Sexual Orientation</a:t>
            </a:r>
          </a:p>
        </p:txBody>
      </p:sp>
      <p:sp>
        <p:nvSpPr>
          <p:cNvPr id="2" name="Title 1">
            <a:extLst>
              <a:ext uri="{FF2B5EF4-FFF2-40B4-BE49-F238E27FC236}">
                <a16:creationId xmlns:a16="http://schemas.microsoft.com/office/drawing/2014/main" id="{EADC2095-977D-CC79-F01B-DFEBEDE9ABFE}"/>
              </a:ext>
            </a:extLst>
          </p:cNvPr>
          <p:cNvSpPr>
            <a:spLocks noGrp="1"/>
          </p:cNvSpPr>
          <p:nvPr>
            <p:ph type="title"/>
          </p:nvPr>
        </p:nvSpPr>
        <p:spPr/>
        <p:txBody>
          <a:bodyPr/>
          <a:lstStyle/>
          <a:p>
            <a:r>
              <a:rPr lang="en-GB" dirty="0"/>
              <a:t>Accessibility, Equality, Diversity</a:t>
            </a:r>
          </a:p>
        </p:txBody>
      </p:sp>
      <p:sp>
        <p:nvSpPr>
          <p:cNvPr id="4" name="Text Placeholder 3">
            <a:extLst>
              <a:ext uri="{FF2B5EF4-FFF2-40B4-BE49-F238E27FC236}">
                <a16:creationId xmlns:a16="http://schemas.microsoft.com/office/drawing/2014/main" id="{793BFE68-2EA5-E538-922F-3C9CCE15E2D2}"/>
              </a:ext>
            </a:extLst>
          </p:cNvPr>
          <p:cNvSpPr>
            <a:spLocks noGrp="1"/>
          </p:cNvSpPr>
          <p:nvPr>
            <p:ph type="body" sz="quarter" idx="10"/>
          </p:nvPr>
        </p:nvSpPr>
        <p:spPr/>
        <p:txBody>
          <a:bodyPr/>
          <a:lstStyle/>
          <a:p>
            <a:r>
              <a:rPr lang="en-GB" dirty="0"/>
              <a:t>K8, B3, B4</a:t>
            </a:r>
          </a:p>
        </p:txBody>
      </p:sp>
      <p:sp>
        <p:nvSpPr>
          <p:cNvPr id="5" name="Text Placeholder 4">
            <a:extLst>
              <a:ext uri="{FF2B5EF4-FFF2-40B4-BE49-F238E27FC236}">
                <a16:creationId xmlns:a16="http://schemas.microsoft.com/office/drawing/2014/main" id="{ECA22B30-7C02-F1DB-C793-AC87F2310F6E}"/>
              </a:ext>
            </a:extLst>
          </p:cNvPr>
          <p:cNvSpPr>
            <a:spLocks noGrp="1"/>
          </p:cNvSpPr>
          <p:nvPr>
            <p:ph type="body" sz="quarter" idx="11"/>
          </p:nvPr>
        </p:nvSpPr>
        <p:spPr/>
        <p:txBody>
          <a:bodyPr/>
          <a:lstStyle/>
          <a:p>
            <a:endParaRPr lang="en-GB"/>
          </a:p>
        </p:txBody>
      </p:sp>
    </p:spTree>
    <p:extLst>
      <p:ext uri="{BB962C8B-B14F-4D97-AF65-F5344CB8AC3E}">
        <p14:creationId xmlns:p14="http://schemas.microsoft.com/office/powerpoint/2010/main" val="35079302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765CF94-FFA6-D4C0-1429-38ACFBA4B0F0}"/>
              </a:ext>
            </a:extLst>
          </p:cNvPr>
          <p:cNvSpPr>
            <a:spLocks noGrp="1"/>
          </p:cNvSpPr>
          <p:nvPr>
            <p:ph idx="1"/>
          </p:nvPr>
        </p:nvSpPr>
        <p:spPr/>
        <p:txBody>
          <a:bodyPr/>
          <a:lstStyle/>
          <a:p>
            <a:r>
              <a:rPr lang="en-GB" dirty="0"/>
              <a:t>You are also protected from discrimination if;</a:t>
            </a:r>
          </a:p>
          <a:p>
            <a:pPr lvl="1"/>
            <a:r>
              <a:rPr lang="en-GB" dirty="0"/>
              <a:t>You’re associated with someone who has a protected characteristic</a:t>
            </a:r>
          </a:p>
          <a:p>
            <a:pPr lvl="1"/>
            <a:r>
              <a:rPr lang="en-GB" dirty="0"/>
              <a:t>You’ve complained about discrimination or supported someone else’s claim</a:t>
            </a:r>
          </a:p>
          <a:p>
            <a:endParaRPr lang="en-GB" dirty="0"/>
          </a:p>
          <a:p>
            <a:r>
              <a:rPr lang="en-GB" dirty="0"/>
              <a:t>You should have the same rights as other workers.</a:t>
            </a:r>
          </a:p>
          <a:p>
            <a:endParaRPr lang="en-GB" dirty="0"/>
          </a:p>
          <a:p>
            <a:r>
              <a:rPr lang="en-GB" dirty="0"/>
              <a:t>Reasonable adjustments should be made where applicable to ensure that nobody is discriminated against</a:t>
            </a:r>
          </a:p>
          <a:p>
            <a:endParaRPr lang="en-GB" dirty="0"/>
          </a:p>
          <a:p>
            <a:r>
              <a:rPr lang="en-GB" dirty="0"/>
              <a:t>You should keep accessibility, equality and diversity in mind when creating and developing systems to ensure that it will not discriminate</a:t>
            </a:r>
          </a:p>
          <a:p>
            <a:endParaRPr lang="en-GB" dirty="0"/>
          </a:p>
        </p:txBody>
      </p:sp>
      <p:sp>
        <p:nvSpPr>
          <p:cNvPr id="2" name="Title 1">
            <a:extLst>
              <a:ext uri="{FF2B5EF4-FFF2-40B4-BE49-F238E27FC236}">
                <a16:creationId xmlns:a16="http://schemas.microsoft.com/office/drawing/2014/main" id="{EADC2095-977D-CC79-F01B-DFEBEDE9ABFE}"/>
              </a:ext>
            </a:extLst>
          </p:cNvPr>
          <p:cNvSpPr>
            <a:spLocks noGrp="1"/>
          </p:cNvSpPr>
          <p:nvPr>
            <p:ph type="title"/>
          </p:nvPr>
        </p:nvSpPr>
        <p:spPr/>
        <p:txBody>
          <a:bodyPr/>
          <a:lstStyle/>
          <a:p>
            <a:r>
              <a:rPr lang="en-GB" dirty="0"/>
              <a:t>Accessibility, Equality, Diversity</a:t>
            </a:r>
          </a:p>
        </p:txBody>
      </p:sp>
      <p:sp>
        <p:nvSpPr>
          <p:cNvPr id="4" name="Text Placeholder 3">
            <a:extLst>
              <a:ext uri="{FF2B5EF4-FFF2-40B4-BE49-F238E27FC236}">
                <a16:creationId xmlns:a16="http://schemas.microsoft.com/office/drawing/2014/main" id="{5B15B948-2EA9-7A7F-5F62-F00577861941}"/>
              </a:ext>
            </a:extLst>
          </p:cNvPr>
          <p:cNvSpPr>
            <a:spLocks noGrp="1"/>
          </p:cNvSpPr>
          <p:nvPr>
            <p:ph type="body" sz="quarter" idx="10"/>
          </p:nvPr>
        </p:nvSpPr>
        <p:spPr/>
        <p:txBody>
          <a:bodyPr/>
          <a:lstStyle/>
          <a:p>
            <a:r>
              <a:rPr lang="en-GB" dirty="0"/>
              <a:t>K8, B3, B4</a:t>
            </a:r>
          </a:p>
        </p:txBody>
      </p:sp>
      <p:sp>
        <p:nvSpPr>
          <p:cNvPr id="5" name="Text Placeholder 4">
            <a:extLst>
              <a:ext uri="{FF2B5EF4-FFF2-40B4-BE49-F238E27FC236}">
                <a16:creationId xmlns:a16="http://schemas.microsoft.com/office/drawing/2014/main" id="{3CB4A14B-6308-ED18-1FEC-DC82C5112714}"/>
              </a:ext>
            </a:extLst>
          </p:cNvPr>
          <p:cNvSpPr>
            <a:spLocks noGrp="1"/>
          </p:cNvSpPr>
          <p:nvPr>
            <p:ph type="body" sz="quarter" idx="11"/>
          </p:nvPr>
        </p:nvSpPr>
        <p:spPr/>
        <p:txBody>
          <a:bodyPr/>
          <a:lstStyle/>
          <a:p>
            <a:endParaRPr lang="en-GB"/>
          </a:p>
        </p:txBody>
      </p:sp>
    </p:spTree>
    <p:extLst>
      <p:ext uri="{BB962C8B-B14F-4D97-AF65-F5344CB8AC3E}">
        <p14:creationId xmlns:p14="http://schemas.microsoft.com/office/powerpoint/2010/main" val="43205333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737D8E00-9FCD-95EB-8779-09A22C9E4B2E}"/>
              </a:ext>
            </a:extLst>
          </p:cNvPr>
          <p:cNvSpPr txBox="1">
            <a:spLocks/>
          </p:cNvSpPr>
          <p:nvPr/>
        </p:nvSpPr>
        <p:spPr>
          <a:xfrm>
            <a:off x="2429164" y="372364"/>
            <a:ext cx="8009937" cy="898845"/>
          </a:xfrm>
          <a:prstGeom prst="rect">
            <a:avLst/>
          </a:prstGeom>
        </p:spPr>
        <p:txBody>
          <a:bodyPr vert="horz" lIns="91440" tIns="45720" rIns="91440" bIns="45720" rtlCol="0" anchor="ctr" anchorCtr="0">
            <a:normAutofit/>
          </a:bodyPr>
          <a:lstStyle>
            <a:lvl1pPr algn="l" defTabSz="914400" rtl="0" eaLnBrk="1" latinLnBrk="0" hangingPunct="1">
              <a:lnSpc>
                <a:spcPct val="90000"/>
              </a:lnSpc>
              <a:spcBef>
                <a:spcPct val="0"/>
              </a:spcBef>
              <a:buNone/>
              <a:defRPr sz="4800" b="1" kern="1200">
                <a:solidFill>
                  <a:schemeClr val="tx1"/>
                </a:solidFill>
                <a:latin typeface="+mj-lt"/>
                <a:ea typeface="+mj-ea"/>
                <a:cs typeface="+mj-cs"/>
              </a:defRPr>
            </a:lvl1pPr>
          </a:lstStyle>
          <a:p>
            <a:endParaRPr lang="en-GB" sz="3200" dirty="0"/>
          </a:p>
        </p:txBody>
      </p:sp>
      <p:pic>
        <p:nvPicPr>
          <p:cNvPr id="11" name="Online Media 10" title="Google Pixel - Lizzo in Real Tone #SeenOnPixel (Super Bowl, 2022)">
            <a:hlinkClick r:id="" action="ppaction://media"/>
            <a:extLst>
              <a:ext uri="{FF2B5EF4-FFF2-40B4-BE49-F238E27FC236}">
                <a16:creationId xmlns:a16="http://schemas.microsoft.com/office/drawing/2014/main" id="{23E77EAA-40EC-828B-FA1B-D3FC8213840B}"/>
              </a:ext>
            </a:extLst>
          </p:cNvPr>
          <p:cNvPicPr>
            <a:picLocks noGrp="1" noRot="1" noChangeAspect="1"/>
          </p:cNvPicPr>
          <p:nvPr>
            <p:ph idx="1"/>
            <a:videoFile r:link="rId1"/>
          </p:nvPr>
        </p:nvPicPr>
        <p:blipFill>
          <a:blip r:embed="rId4"/>
          <a:stretch>
            <a:fillRect/>
          </a:stretch>
        </p:blipFill>
        <p:spPr>
          <a:xfrm>
            <a:off x="1948832" y="1679575"/>
            <a:ext cx="8294336" cy="4686300"/>
          </a:xfrm>
          <a:prstGeom prst="rect">
            <a:avLst/>
          </a:prstGeom>
        </p:spPr>
      </p:pic>
      <p:sp>
        <p:nvSpPr>
          <p:cNvPr id="6" name="Title 5">
            <a:extLst>
              <a:ext uri="{FF2B5EF4-FFF2-40B4-BE49-F238E27FC236}">
                <a16:creationId xmlns:a16="http://schemas.microsoft.com/office/drawing/2014/main" id="{5998A9EF-B95C-B2E7-276A-2D8858C6CD9A}"/>
              </a:ext>
            </a:extLst>
          </p:cNvPr>
          <p:cNvSpPr>
            <a:spLocks noGrp="1"/>
          </p:cNvSpPr>
          <p:nvPr>
            <p:ph type="title"/>
          </p:nvPr>
        </p:nvSpPr>
        <p:spPr/>
        <p:txBody>
          <a:bodyPr>
            <a:normAutofit/>
          </a:bodyPr>
          <a:lstStyle/>
          <a:p>
            <a:r>
              <a:rPr lang="en-GB" sz="3200" dirty="0"/>
              <a:t>Accessibility, Equality, Diversity</a:t>
            </a:r>
            <a:endParaRPr lang="en-GB" dirty="0"/>
          </a:p>
        </p:txBody>
      </p:sp>
      <p:sp>
        <p:nvSpPr>
          <p:cNvPr id="2" name="Text Placeholder 1">
            <a:extLst>
              <a:ext uri="{FF2B5EF4-FFF2-40B4-BE49-F238E27FC236}">
                <a16:creationId xmlns:a16="http://schemas.microsoft.com/office/drawing/2014/main" id="{D481F114-A01F-C145-BD05-C74CD31FE2D0}"/>
              </a:ext>
            </a:extLst>
          </p:cNvPr>
          <p:cNvSpPr>
            <a:spLocks noGrp="1"/>
          </p:cNvSpPr>
          <p:nvPr>
            <p:ph type="body" sz="quarter" idx="10"/>
          </p:nvPr>
        </p:nvSpPr>
        <p:spPr/>
        <p:txBody>
          <a:bodyPr/>
          <a:lstStyle/>
          <a:p>
            <a:r>
              <a:rPr lang="en-GB" dirty="0"/>
              <a:t>K8, B3, B4</a:t>
            </a:r>
          </a:p>
        </p:txBody>
      </p:sp>
      <p:sp>
        <p:nvSpPr>
          <p:cNvPr id="3" name="Text Placeholder 2">
            <a:extLst>
              <a:ext uri="{FF2B5EF4-FFF2-40B4-BE49-F238E27FC236}">
                <a16:creationId xmlns:a16="http://schemas.microsoft.com/office/drawing/2014/main" id="{3457EF1A-9E15-4656-B3ED-68B34589C2BD}"/>
              </a:ext>
            </a:extLst>
          </p:cNvPr>
          <p:cNvSpPr>
            <a:spLocks noGrp="1"/>
          </p:cNvSpPr>
          <p:nvPr>
            <p:ph type="body" sz="quarter" idx="11"/>
          </p:nvPr>
        </p:nvSpPr>
        <p:spPr/>
        <p:txBody>
          <a:bodyPr/>
          <a:lstStyle/>
          <a:p>
            <a:endParaRPr lang="en-GB"/>
          </a:p>
        </p:txBody>
      </p:sp>
    </p:spTree>
    <p:extLst>
      <p:ext uri="{BB962C8B-B14F-4D97-AF65-F5344CB8AC3E}">
        <p14:creationId xmlns:p14="http://schemas.microsoft.com/office/powerpoint/2010/main" val="22092529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11"/>
                </p:tgtEl>
              </p:cMediaNode>
            </p:video>
            <p:seq concurrent="1" nextAc="seek">
              <p:cTn id="8" restart="whenNotActive" fill="hold" evtFilter="cancelBubble" nodeType="interactiveSeq">
                <p:stCondLst>
                  <p:cond evt="onClick" delay="0">
                    <p:tgtEl>
                      <p:spTgt spid="11"/>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11"/>
                                        </p:tgtEl>
                                      </p:cBhvr>
                                    </p:cmd>
                                  </p:childTnLst>
                                </p:cTn>
                              </p:par>
                            </p:childTnLst>
                          </p:cTn>
                        </p:par>
                      </p:childTnLst>
                    </p:cTn>
                  </p:par>
                </p:childTnLst>
              </p:cTn>
              <p:nextCondLst>
                <p:cond evt="onClick" delay="0">
                  <p:tgtEl>
                    <p:spTgt spid="11"/>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89BC1E-AAB9-A938-F100-B258ABDAFE65}"/>
              </a:ext>
            </a:extLst>
          </p:cNvPr>
          <p:cNvSpPr>
            <a:spLocks noGrp="1"/>
          </p:cNvSpPr>
          <p:nvPr>
            <p:ph type="ctrTitle"/>
          </p:nvPr>
        </p:nvSpPr>
        <p:spPr/>
        <p:txBody>
          <a:bodyPr/>
          <a:lstStyle/>
          <a:p>
            <a:r>
              <a:rPr lang="en-GB" dirty="0"/>
              <a:t>Standards</a:t>
            </a:r>
          </a:p>
        </p:txBody>
      </p:sp>
      <p:sp>
        <p:nvSpPr>
          <p:cNvPr id="4" name="Subtitle 3">
            <a:extLst>
              <a:ext uri="{FF2B5EF4-FFF2-40B4-BE49-F238E27FC236}">
                <a16:creationId xmlns:a16="http://schemas.microsoft.com/office/drawing/2014/main" id="{F184EFBB-09D8-7747-99C2-9DD31DFC1649}"/>
              </a:ext>
            </a:extLst>
          </p:cNvPr>
          <p:cNvSpPr>
            <a:spLocks noGrp="1"/>
          </p:cNvSpPr>
          <p:nvPr>
            <p:ph type="subTitle" idx="1"/>
          </p:nvPr>
        </p:nvSpPr>
        <p:spPr/>
        <p:txBody>
          <a:bodyPr/>
          <a:lstStyle/>
          <a:p>
            <a:endParaRPr lang="en-GB"/>
          </a:p>
        </p:txBody>
      </p:sp>
    </p:spTree>
    <p:extLst>
      <p:ext uri="{BB962C8B-B14F-4D97-AF65-F5344CB8AC3E}">
        <p14:creationId xmlns:p14="http://schemas.microsoft.com/office/powerpoint/2010/main" val="254055141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765CF94-FFA6-D4C0-1429-38ACFBA4B0F0}"/>
              </a:ext>
            </a:extLst>
          </p:cNvPr>
          <p:cNvSpPr>
            <a:spLocks noGrp="1"/>
          </p:cNvSpPr>
          <p:nvPr>
            <p:ph idx="1"/>
          </p:nvPr>
        </p:nvSpPr>
        <p:spPr/>
        <p:txBody>
          <a:bodyPr/>
          <a:lstStyle/>
          <a:p>
            <a:r>
              <a:rPr lang="en-GB" dirty="0"/>
              <a:t>Standards are;</a:t>
            </a:r>
          </a:p>
          <a:p>
            <a:endParaRPr lang="en-GB" dirty="0"/>
          </a:p>
          <a:p>
            <a:pPr marL="0" indent="0" algn="ctr">
              <a:buNone/>
            </a:pPr>
            <a:r>
              <a:rPr lang="en-GB" dirty="0"/>
              <a:t>“Standards are documented agreements containing technical specifications or other precise criteria to be used consistently as rules, guidelines, or definitions of characteristics to ensure that materials, products, processes and services are fit for purpose.” – ISO 1997</a:t>
            </a:r>
          </a:p>
          <a:p>
            <a:endParaRPr lang="en-GB" dirty="0"/>
          </a:p>
          <a:p>
            <a:r>
              <a:rPr lang="en-GB" dirty="0"/>
              <a:t>Standards need to be documented and explicit and also open to scrutiny.</a:t>
            </a:r>
          </a:p>
          <a:p>
            <a:endParaRPr lang="en-GB" dirty="0"/>
          </a:p>
          <a:p>
            <a:r>
              <a:rPr lang="en-GB" dirty="0"/>
              <a:t>There are a variety of groups who set and define standards, IEEE, ISO, ANSI, W3C etc. and standards can also be set within your company</a:t>
            </a:r>
          </a:p>
        </p:txBody>
      </p:sp>
      <p:sp>
        <p:nvSpPr>
          <p:cNvPr id="2" name="Title 1">
            <a:extLst>
              <a:ext uri="{FF2B5EF4-FFF2-40B4-BE49-F238E27FC236}">
                <a16:creationId xmlns:a16="http://schemas.microsoft.com/office/drawing/2014/main" id="{EADC2095-977D-CC79-F01B-DFEBEDE9ABFE}"/>
              </a:ext>
            </a:extLst>
          </p:cNvPr>
          <p:cNvSpPr>
            <a:spLocks noGrp="1"/>
          </p:cNvSpPr>
          <p:nvPr>
            <p:ph type="title"/>
          </p:nvPr>
        </p:nvSpPr>
        <p:spPr/>
        <p:txBody>
          <a:bodyPr/>
          <a:lstStyle/>
          <a:p>
            <a:r>
              <a:rPr lang="en-GB" dirty="0"/>
              <a:t>Standards (ISO, IEEE, W3C etc.)</a:t>
            </a:r>
          </a:p>
        </p:txBody>
      </p:sp>
      <p:sp>
        <p:nvSpPr>
          <p:cNvPr id="4" name="Text Placeholder 3">
            <a:extLst>
              <a:ext uri="{FF2B5EF4-FFF2-40B4-BE49-F238E27FC236}">
                <a16:creationId xmlns:a16="http://schemas.microsoft.com/office/drawing/2014/main" id="{83E5A8C4-284A-062A-D3FD-A3B3F823CCE4}"/>
              </a:ext>
            </a:extLst>
          </p:cNvPr>
          <p:cNvSpPr>
            <a:spLocks noGrp="1"/>
          </p:cNvSpPr>
          <p:nvPr>
            <p:ph type="body" sz="quarter" idx="10"/>
          </p:nvPr>
        </p:nvSpPr>
        <p:spPr/>
        <p:txBody>
          <a:bodyPr/>
          <a:lstStyle/>
          <a:p>
            <a:r>
              <a:rPr lang="en-GB" dirty="0"/>
              <a:t>K8</a:t>
            </a:r>
          </a:p>
        </p:txBody>
      </p:sp>
      <p:sp>
        <p:nvSpPr>
          <p:cNvPr id="5" name="Text Placeholder 4">
            <a:extLst>
              <a:ext uri="{FF2B5EF4-FFF2-40B4-BE49-F238E27FC236}">
                <a16:creationId xmlns:a16="http://schemas.microsoft.com/office/drawing/2014/main" id="{AAFACEE8-3AF5-E14F-DC00-71C214770F64}"/>
              </a:ext>
            </a:extLst>
          </p:cNvPr>
          <p:cNvSpPr>
            <a:spLocks noGrp="1"/>
          </p:cNvSpPr>
          <p:nvPr>
            <p:ph type="body" sz="quarter" idx="11"/>
          </p:nvPr>
        </p:nvSpPr>
        <p:spPr/>
        <p:txBody>
          <a:bodyPr/>
          <a:lstStyle/>
          <a:p>
            <a:endParaRPr lang="en-GB"/>
          </a:p>
        </p:txBody>
      </p:sp>
    </p:spTree>
    <p:extLst>
      <p:ext uri="{BB962C8B-B14F-4D97-AF65-F5344CB8AC3E}">
        <p14:creationId xmlns:p14="http://schemas.microsoft.com/office/powerpoint/2010/main" val="72623831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765CF94-FFA6-D4C0-1429-38ACFBA4B0F0}"/>
              </a:ext>
            </a:extLst>
          </p:cNvPr>
          <p:cNvSpPr>
            <a:spLocks noGrp="1"/>
          </p:cNvSpPr>
          <p:nvPr>
            <p:ph idx="1"/>
          </p:nvPr>
        </p:nvSpPr>
        <p:spPr/>
        <p:txBody>
          <a:bodyPr>
            <a:normAutofit lnSpcReduction="10000"/>
          </a:bodyPr>
          <a:lstStyle/>
          <a:p>
            <a:r>
              <a:rPr lang="en-GB" dirty="0"/>
              <a:t>You might adopt standards because;</a:t>
            </a:r>
          </a:p>
          <a:p>
            <a:pPr lvl="1"/>
            <a:r>
              <a:rPr lang="en-GB" dirty="0"/>
              <a:t>It’s a means of transferring ‘good practice’ in software development</a:t>
            </a:r>
          </a:p>
          <a:p>
            <a:pPr lvl="1"/>
            <a:r>
              <a:rPr lang="en-GB" dirty="0"/>
              <a:t>Clients may demand that you follow certain standards</a:t>
            </a:r>
          </a:p>
          <a:p>
            <a:pPr lvl="1"/>
            <a:r>
              <a:rPr lang="en-GB" dirty="0"/>
              <a:t>They can provide a safety net</a:t>
            </a:r>
          </a:p>
          <a:p>
            <a:pPr lvl="1"/>
            <a:r>
              <a:rPr lang="en-GB" dirty="0"/>
              <a:t>You need to adopt some standards because you have accepted other standards</a:t>
            </a:r>
          </a:p>
          <a:p>
            <a:pPr lvl="1"/>
            <a:r>
              <a:rPr lang="en-GB" dirty="0"/>
              <a:t>You may need to get a certain product certification and the standard is required</a:t>
            </a:r>
          </a:p>
          <a:p>
            <a:pPr lvl="1"/>
            <a:endParaRPr lang="en-GB" dirty="0"/>
          </a:p>
          <a:p>
            <a:r>
              <a:rPr lang="en-GB" dirty="0"/>
              <a:t>Consider the standards you adopt careful, they are about good practice which is not always best practice</a:t>
            </a:r>
          </a:p>
          <a:p>
            <a:endParaRPr lang="en-GB" dirty="0"/>
          </a:p>
          <a:p>
            <a:r>
              <a:rPr lang="en-GB" dirty="0"/>
              <a:t>If chosen properly standards will yield significant process improvements</a:t>
            </a:r>
          </a:p>
          <a:p>
            <a:endParaRPr lang="en-GB" dirty="0"/>
          </a:p>
          <a:p>
            <a:r>
              <a:rPr lang="en-GB" dirty="0"/>
              <a:t>Use of standards will differ from business to business because of the standards, processes and policies adopted in your business</a:t>
            </a:r>
          </a:p>
        </p:txBody>
      </p:sp>
      <p:sp>
        <p:nvSpPr>
          <p:cNvPr id="2" name="Title 1">
            <a:extLst>
              <a:ext uri="{FF2B5EF4-FFF2-40B4-BE49-F238E27FC236}">
                <a16:creationId xmlns:a16="http://schemas.microsoft.com/office/drawing/2014/main" id="{EADC2095-977D-CC79-F01B-DFEBEDE9ABFE}"/>
              </a:ext>
            </a:extLst>
          </p:cNvPr>
          <p:cNvSpPr>
            <a:spLocks noGrp="1"/>
          </p:cNvSpPr>
          <p:nvPr>
            <p:ph type="title"/>
          </p:nvPr>
        </p:nvSpPr>
        <p:spPr/>
        <p:txBody>
          <a:bodyPr/>
          <a:lstStyle/>
          <a:p>
            <a:r>
              <a:rPr lang="en-GB" dirty="0"/>
              <a:t>Standards</a:t>
            </a:r>
          </a:p>
        </p:txBody>
      </p:sp>
      <p:sp>
        <p:nvSpPr>
          <p:cNvPr id="4" name="Text Placeholder 3">
            <a:extLst>
              <a:ext uri="{FF2B5EF4-FFF2-40B4-BE49-F238E27FC236}">
                <a16:creationId xmlns:a16="http://schemas.microsoft.com/office/drawing/2014/main" id="{A26B4AD0-C774-FC10-33B1-9B51FA7C413C}"/>
              </a:ext>
            </a:extLst>
          </p:cNvPr>
          <p:cNvSpPr>
            <a:spLocks noGrp="1"/>
          </p:cNvSpPr>
          <p:nvPr>
            <p:ph type="body" sz="quarter" idx="10"/>
          </p:nvPr>
        </p:nvSpPr>
        <p:spPr/>
        <p:txBody>
          <a:bodyPr/>
          <a:lstStyle/>
          <a:p>
            <a:r>
              <a:rPr lang="en-GB" dirty="0"/>
              <a:t>K8</a:t>
            </a:r>
          </a:p>
        </p:txBody>
      </p:sp>
      <p:sp>
        <p:nvSpPr>
          <p:cNvPr id="5" name="Text Placeholder 4">
            <a:extLst>
              <a:ext uri="{FF2B5EF4-FFF2-40B4-BE49-F238E27FC236}">
                <a16:creationId xmlns:a16="http://schemas.microsoft.com/office/drawing/2014/main" id="{200A4759-6723-E811-CD78-EFB3CBD4706C}"/>
              </a:ext>
            </a:extLst>
          </p:cNvPr>
          <p:cNvSpPr>
            <a:spLocks noGrp="1"/>
          </p:cNvSpPr>
          <p:nvPr>
            <p:ph type="body" sz="quarter" idx="11"/>
          </p:nvPr>
        </p:nvSpPr>
        <p:spPr/>
        <p:txBody>
          <a:bodyPr/>
          <a:lstStyle/>
          <a:p>
            <a:endParaRPr lang="en-GB"/>
          </a:p>
        </p:txBody>
      </p:sp>
    </p:spTree>
    <p:extLst>
      <p:ext uri="{BB962C8B-B14F-4D97-AF65-F5344CB8AC3E}">
        <p14:creationId xmlns:p14="http://schemas.microsoft.com/office/powerpoint/2010/main" val="58216864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784373-DB6A-177D-2A90-6ABB2C044782}"/>
              </a:ext>
            </a:extLst>
          </p:cNvPr>
          <p:cNvSpPr>
            <a:spLocks noGrp="1"/>
          </p:cNvSpPr>
          <p:nvPr>
            <p:ph type="ctrTitle"/>
          </p:nvPr>
        </p:nvSpPr>
        <p:spPr/>
        <p:txBody>
          <a:bodyPr/>
          <a:lstStyle/>
          <a:p>
            <a:r>
              <a:rPr lang="en-GB" dirty="0"/>
              <a:t>Licenses and Contracts</a:t>
            </a:r>
          </a:p>
        </p:txBody>
      </p:sp>
      <p:sp>
        <p:nvSpPr>
          <p:cNvPr id="4" name="Subtitle 3">
            <a:extLst>
              <a:ext uri="{FF2B5EF4-FFF2-40B4-BE49-F238E27FC236}">
                <a16:creationId xmlns:a16="http://schemas.microsoft.com/office/drawing/2014/main" id="{0A77095C-AA94-F94F-8161-5229AEB49D4B}"/>
              </a:ext>
            </a:extLst>
          </p:cNvPr>
          <p:cNvSpPr>
            <a:spLocks noGrp="1"/>
          </p:cNvSpPr>
          <p:nvPr>
            <p:ph type="subTitle" idx="1"/>
          </p:nvPr>
        </p:nvSpPr>
        <p:spPr/>
        <p:txBody>
          <a:bodyPr/>
          <a:lstStyle/>
          <a:p>
            <a:endParaRPr lang="en-GB"/>
          </a:p>
        </p:txBody>
      </p:sp>
    </p:spTree>
    <p:extLst>
      <p:ext uri="{BB962C8B-B14F-4D97-AF65-F5344CB8AC3E}">
        <p14:creationId xmlns:p14="http://schemas.microsoft.com/office/powerpoint/2010/main" val="361135766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765CF94-FFA6-D4C0-1429-38ACFBA4B0F0}"/>
              </a:ext>
            </a:extLst>
          </p:cNvPr>
          <p:cNvSpPr>
            <a:spLocks noGrp="1"/>
          </p:cNvSpPr>
          <p:nvPr>
            <p:ph idx="1"/>
          </p:nvPr>
        </p:nvSpPr>
        <p:spPr/>
        <p:txBody>
          <a:bodyPr>
            <a:normAutofit/>
          </a:bodyPr>
          <a:lstStyle/>
          <a:p>
            <a:r>
              <a:rPr lang="en-GB" dirty="0"/>
              <a:t>When software is produced software companies own the copyright to that application and have the exclusive right to control the usage and distribution of it</a:t>
            </a:r>
          </a:p>
          <a:p>
            <a:endParaRPr lang="en-GB" dirty="0"/>
          </a:p>
          <a:p>
            <a:r>
              <a:rPr lang="en-GB" dirty="0"/>
              <a:t>Software licenses are legally binding agreements between software vendors and the person, business or organisation that wants to use the software</a:t>
            </a:r>
          </a:p>
          <a:p>
            <a:endParaRPr lang="en-GB" dirty="0"/>
          </a:p>
          <a:p>
            <a:r>
              <a:rPr lang="en-GB" dirty="0"/>
              <a:t>The license establishes the rules, requirements and guidelines for both parties and specifies how the licensee;</a:t>
            </a:r>
          </a:p>
          <a:p>
            <a:pPr lvl="1"/>
            <a:r>
              <a:rPr lang="en-GB" dirty="0"/>
              <a:t>Can use the software</a:t>
            </a:r>
          </a:p>
          <a:p>
            <a:pPr lvl="1"/>
            <a:r>
              <a:rPr lang="en-GB" dirty="0"/>
              <a:t>Will be charged for the use of the software</a:t>
            </a:r>
          </a:p>
          <a:p>
            <a:pPr lvl="1"/>
            <a:r>
              <a:rPr lang="en-GB" dirty="0"/>
              <a:t>Can copy, modify or distribute the software</a:t>
            </a:r>
          </a:p>
          <a:p>
            <a:endParaRPr lang="en-GB" dirty="0"/>
          </a:p>
          <a:p>
            <a:r>
              <a:rPr lang="en-GB" dirty="0"/>
              <a:t>Licenses do not transfer ownership to you, but entitle you to do certain things with the software</a:t>
            </a:r>
          </a:p>
        </p:txBody>
      </p:sp>
      <p:sp>
        <p:nvSpPr>
          <p:cNvPr id="2" name="Title 1">
            <a:extLst>
              <a:ext uri="{FF2B5EF4-FFF2-40B4-BE49-F238E27FC236}">
                <a16:creationId xmlns:a16="http://schemas.microsoft.com/office/drawing/2014/main" id="{EADC2095-977D-CC79-F01B-DFEBEDE9ABFE}"/>
              </a:ext>
            </a:extLst>
          </p:cNvPr>
          <p:cNvSpPr>
            <a:spLocks noGrp="1"/>
          </p:cNvSpPr>
          <p:nvPr>
            <p:ph type="title"/>
          </p:nvPr>
        </p:nvSpPr>
        <p:spPr/>
        <p:txBody>
          <a:bodyPr/>
          <a:lstStyle/>
          <a:p>
            <a:r>
              <a:rPr lang="en-GB" dirty="0"/>
              <a:t>Software Licenses</a:t>
            </a:r>
          </a:p>
        </p:txBody>
      </p:sp>
      <p:sp>
        <p:nvSpPr>
          <p:cNvPr id="4" name="Text Placeholder 3">
            <a:extLst>
              <a:ext uri="{FF2B5EF4-FFF2-40B4-BE49-F238E27FC236}">
                <a16:creationId xmlns:a16="http://schemas.microsoft.com/office/drawing/2014/main" id="{49E27998-7296-B9E6-0155-E2A378E00CD3}"/>
              </a:ext>
            </a:extLst>
          </p:cNvPr>
          <p:cNvSpPr>
            <a:spLocks noGrp="1"/>
          </p:cNvSpPr>
          <p:nvPr>
            <p:ph type="body" sz="quarter" idx="10"/>
          </p:nvPr>
        </p:nvSpPr>
        <p:spPr/>
        <p:txBody>
          <a:bodyPr/>
          <a:lstStyle/>
          <a:p>
            <a:r>
              <a:rPr lang="en-GB" dirty="0"/>
              <a:t>K8</a:t>
            </a:r>
          </a:p>
        </p:txBody>
      </p:sp>
      <p:sp>
        <p:nvSpPr>
          <p:cNvPr id="5" name="Text Placeholder 4">
            <a:extLst>
              <a:ext uri="{FF2B5EF4-FFF2-40B4-BE49-F238E27FC236}">
                <a16:creationId xmlns:a16="http://schemas.microsoft.com/office/drawing/2014/main" id="{A7D04803-23A8-5DFF-E9D5-B01A0CCE99DD}"/>
              </a:ext>
            </a:extLst>
          </p:cNvPr>
          <p:cNvSpPr>
            <a:spLocks noGrp="1"/>
          </p:cNvSpPr>
          <p:nvPr>
            <p:ph type="body" sz="quarter" idx="11"/>
          </p:nvPr>
        </p:nvSpPr>
        <p:spPr/>
        <p:txBody>
          <a:bodyPr/>
          <a:lstStyle/>
          <a:p>
            <a:endParaRPr lang="en-GB"/>
          </a:p>
        </p:txBody>
      </p:sp>
    </p:spTree>
    <p:extLst>
      <p:ext uri="{BB962C8B-B14F-4D97-AF65-F5344CB8AC3E}">
        <p14:creationId xmlns:p14="http://schemas.microsoft.com/office/powerpoint/2010/main" val="368090765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765CF94-FFA6-D4C0-1429-38ACFBA4B0F0}"/>
              </a:ext>
            </a:extLst>
          </p:cNvPr>
          <p:cNvSpPr>
            <a:spLocks noGrp="1"/>
          </p:cNvSpPr>
          <p:nvPr>
            <p:ph idx="1"/>
          </p:nvPr>
        </p:nvSpPr>
        <p:spPr/>
        <p:txBody>
          <a:bodyPr>
            <a:normAutofit lnSpcReduction="10000"/>
          </a:bodyPr>
          <a:lstStyle/>
          <a:p>
            <a:r>
              <a:rPr lang="en-GB" dirty="0"/>
              <a:t>All licenses are different, but they can be split into two types;</a:t>
            </a:r>
          </a:p>
          <a:p>
            <a:pPr lvl="1"/>
            <a:r>
              <a:rPr lang="en-GB" dirty="0"/>
              <a:t>Proprietary</a:t>
            </a:r>
          </a:p>
          <a:p>
            <a:pPr lvl="1"/>
            <a:r>
              <a:rPr lang="en-GB" dirty="0"/>
              <a:t>Open-Source</a:t>
            </a:r>
          </a:p>
          <a:p>
            <a:endParaRPr lang="en-GB" dirty="0"/>
          </a:p>
          <a:p>
            <a:r>
              <a:rPr lang="en-GB" dirty="0"/>
              <a:t>Proprietary licenses</a:t>
            </a:r>
          </a:p>
          <a:p>
            <a:pPr lvl="1"/>
            <a:r>
              <a:rPr lang="en-GB" dirty="0"/>
              <a:t>Often referred to as closed-source licenses they restrict your access to modify, reuse or share the software code</a:t>
            </a:r>
          </a:p>
          <a:p>
            <a:pPr lvl="1"/>
            <a:r>
              <a:rPr lang="en-GB" dirty="0"/>
              <a:t>Usually the licenses also restrict reverse engineering the software in order to obtain the source code</a:t>
            </a:r>
          </a:p>
          <a:p>
            <a:pPr lvl="1"/>
            <a:r>
              <a:rPr lang="en-GB" dirty="0"/>
              <a:t>The majority of commercial licenses fall into this type</a:t>
            </a:r>
          </a:p>
          <a:p>
            <a:pPr lvl="1"/>
            <a:endParaRPr lang="en-GB" dirty="0"/>
          </a:p>
          <a:p>
            <a:r>
              <a:rPr lang="en-GB" dirty="0"/>
              <a:t>Open-source licenses</a:t>
            </a:r>
          </a:p>
          <a:p>
            <a:pPr lvl="1"/>
            <a:r>
              <a:rPr lang="en-GB" dirty="0"/>
              <a:t>The source code is available alongside the product</a:t>
            </a:r>
          </a:p>
          <a:p>
            <a:pPr lvl="1"/>
            <a:r>
              <a:rPr lang="en-GB" dirty="0"/>
              <a:t>The user is usually allowed to use the source code to change the software</a:t>
            </a:r>
          </a:p>
        </p:txBody>
      </p:sp>
      <p:sp>
        <p:nvSpPr>
          <p:cNvPr id="2" name="Title 1">
            <a:extLst>
              <a:ext uri="{FF2B5EF4-FFF2-40B4-BE49-F238E27FC236}">
                <a16:creationId xmlns:a16="http://schemas.microsoft.com/office/drawing/2014/main" id="{EADC2095-977D-CC79-F01B-DFEBEDE9ABFE}"/>
              </a:ext>
            </a:extLst>
          </p:cNvPr>
          <p:cNvSpPr>
            <a:spLocks noGrp="1"/>
          </p:cNvSpPr>
          <p:nvPr>
            <p:ph type="title"/>
          </p:nvPr>
        </p:nvSpPr>
        <p:spPr/>
        <p:txBody>
          <a:bodyPr/>
          <a:lstStyle/>
          <a:p>
            <a:r>
              <a:rPr lang="en-GB" dirty="0"/>
              <a:t>Software Licenses</a:t>
            </a:r>
          </a:p>
        </p:txBody>
      </p:sp>
      <p:sp>
        <p:nvSpPr>
          <p:cNvPr id="4" name="Text Placeholder 3">
            <a:extLst>
              <a:ext uri="{FF2B5EF4-FFF2-40B4-BE49-F238E27FC236}">
                <a16:creationId xmlns:a16="http://schemas.microsoft.com/office/drawing/2014/main" id="{7F92E7E4-1A2F-380E-A015-A9B37EEBF331}"/>
              </a:ext>
            </a:extLst>
          </p:cNvPr>
          <p:cNvSpPr>
            <a:spLocks noGrp="1"/>
          </p:cNvSpPr>
          <p:nvPr>
            <p:ph type="body" sz="quarter" idx="10"/>
          </p:nvPr>
        </p:nvSpPr>
        <p:spPr/>
        <p:txBody>
          <a:bodyPr/>
          <a:lstStyle/>
          <a:p>
            <a:r>
              <a:rPr lang="en-GB" dirty="0"/>
              <a:t>K8</a:t>
            </a:r>
          </a:p>
        </p:txBody>
      </p:sp>
      <p:sp>
        <p:nvSpPr>
          <p:cNvPr id="5" name="Text Placeholder 4">
            <a:extLst>
              <a:ext uri="{FF2B5EF4-FFF2-40B4-BE49-F238E27FC236}">
                <a16:creationId xmlns:a16="http://schemas.microsoft.com/office/drawing/2014/main" id="{67EE020F-B79F-536C-84CB-1D42F9EAC73C}"/>
              </a:ext>
            </a:extLst>
          </p:cNvPr>
          <p:cNvSpPr>
            <a:spLocks noGrp="1"/>
          </p:cNvSpPr>
          <p:nvPr>
            <p:ph type="body" sz="quarter" idx="11"/>
          </p:nvPr>
        </p:nvSpPr>
        <p:spPr/>
        <p:txBody>
          <a:bodyPr/>
          <a:lstStyle/>
          <a:p>
            <a:endParaRPr lang="en-GB"/>
          </a:p>
        </p:txBody>
      </p:sp>
    </p:spTree>
    <p:extLst>
      <p:ext uri="{BB962C8B-B14F-4D97-AF65-F5344CB8AC3E}">
        <p14:creationId xmlns:p14="http://schemas.microsoft.com/office/powerpoint/2010/main" val="139377244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765CF94-FFA6-D4C0-1429-38ACFBA4B0F0}"/>
              </a:ext>
            </a:extLst>
          </p:cNvPr>
          <p:cNvSpPr>
            <a:spLocks noGrp="1"/>
          </p:cNvSpPr>
          <p:nvPr>
            <p:ph idx="1"/>
          </p:nvPr>
        </p:nvSpPr>
        <p:spPr/>
        <p:txBody>
          <a:bodyPr>
            <a:normAutofit fontScale="92500" lnSpcReduction="10000"/>
          </a:bodyPr>
          <a:lstStyle/>
          <a:p>
            <a:r>
              <a:rPr lang="en-GB" dirty="0"/>
              <a:t>Even within the two types there are variations on what you can and cannot do and there is a range of categories that the software belongs to</a:t>
            </a:r>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r>
              <a:rPr lang="en-GB" dirty="0"/>
              <a:t>With the rise in the usage of SaaS licensing has become more complicated and licenses have started to include conditions relating to the duration of the license, terms of cancellation, monthly/annual charges and recovery of charges due to cancellation</a:t>
            </a:r>
          </a:p>
        </p:txBody>
      </p:sp>
      <p:sp>
        <p:nvSpPr>
          <p:cNvPr id="2" name="Title 1">
            <a:extLst>
              <a:ext uri="{FF2B5EF4-FFF2-40B4-BE49-F238E27FC236}">
                <a16:creationId xmlns:a16="http://schemas.microsoft.com/office/drawing/2014/main" id="{EADC2095-977D-CC79-F01B-DFEBEDE9ABFE}"/>
              </a:ext>
            </a:extLst>
          </p:cNvPr>
          <p:cNvSpPr>
            <a:spLocks noGrp="1"/>
          </p:cNvSpPr>
          <p:nvPr>
            <p:ph type="title"/>
          </p:nvPr>
        </p:nvSpPr>
        <p:spPr/>
        <p:txBody>
          <a:bodyPr/>
          <a:lstStyle/>
          <a:p>
            <a:r>
              <a:rPr lang="en-GB" dirty="0"/>
              <a:t>Software Licenses</a:t>
            </a:r>
          </a:p>
        </p:txBody>
      </p:sp>
      <p:sp>
        <p:nvSpPr>
          <p:cNvPr id="8" name="Text Placeholder 7">
            <a:extLst>
              <a:ext uri="{FF2B5EF4-FFF2-40B4-BE49-F238E27FC236}">
                <a16:creationId xmlns:a16="http://schemas.microsoft.com/office/drawing/2014/main" id="{DC7689A1-425F-945B-100D-0853B8AF0F67}"/>
              </a:ext>
            </a:extLst>
          </p:cNvPr>
          <p:cNvSpPr>
            <a:spLocks noGrp="1"/>
          </p:cNvSpPr>
          <p:nvPr>
            <p:ph type="body" sz="quarter" idx="10"/>
          </p:nvPr>
        </p:nvSpPr>
        <p:spPr/>
        <p:txBody>
          <a:bodyPr/>
          <a:lstStyle/>
          <a:p>
            <a:r>
              <a:rPr lang="en-GB" dirty="0"/>
              <a:t>K8</a:t>
            </a:r>
          </a:p>
        </p:txBody>
      </p:sp>
      <p:sp>
        <p:nvSpPr>
          <p:cNvPr id="9" name="Text Placeholder 8">
            <a:extLst>
              <a:ext uri="{FF2B5EF4-FFF2-40B4-BE49-F238E27FC236}">
                <a16:creationId xmlns:a16="http://schemas.microsoft.com/office/drawing/2014/main" id="{7E5136D1-3773-AAA0-EF65-21399B9E7F12}"/>
              </a:ext>
            </a:extLst>
          </p:cNvPr>
          <p:cNvSpPr>
            <a:spLocks noGrp="1"/>
          </p:cNvSpPr>
          <p:nvPr>
            <p:ph type="body" sz="quarter" idx="11"/>
          </p:nvPr>
        </p:nvSpPr>
        <p:spPr/>
        <p:txBody>
          <a:bodyPr/>
          <a:lstStyle/>
          <a:p>
            <a:endParaRPr lang="en-GB"/>
          </a:p>
        </p:txBody>
      </p:sp>
      <p:grpSp>
        <p:nvGrpSpPr>
          <p:cNvPr id="4" name="Group 3">
            <a:extLst>
              <a:ext uri="{FF2B5EF4-FFF2-40B4-BE49-F238E27FC236}">
                <a16:creationId xmlns:a16="http://schemas.microsoft.com/office/drawing/2014/main" id="{82BAF4BB-8892-CD01-43C7-FF7DBAC8D072}"/>
              </a:ext>
            </a:extLst>
          </p:cNvPr>
          <p:cNvGrpSpPr/>
          <p:nvPr/>
        </p:nvGrpSpPr>
        <p:grpSpPr>
          <a:xfrm>
            <a:off x="431398" y="2251323"/>
            <a:ext cx="11329200" cy="3015293"/>
            <a:chOff x="709200" y="1767486"/>
            <a:chExt cx="11329200" cy="3015293"/>
          </a:xfrm>
        </p:grpSpPr>
        <p:graphicFrame>
          <p:nvGraphicFramePr>
            <p:cNvPr id="5" name="Diagram 4">
              <a:extLst>
                <a:ext uri="{FF2B5EF4-FFF2-40B4-BE49-F238E27FC236}">
                  <a16:creationId xmlns:a16="http://schemas.microsoft.com/office/drawing/2014/main" id="{2DA748B1-BB53-3998-AEBE-FBACAAD5A17E}"/>
                </a:ext>
              </a:extLst>
            </p:cNvPr>
            <p:cNvGraphicFramePr/>
            <p:nvPr>
              <p:extLst>
                <p:ext uri="{D42A27DB-BD31-4B8C-83A1-F6EECF244321}">
                  <p14:modId xmlns:p14="http://schemas.microsoft.com/office/powerpoint/2010/main" val="3179849103"/>
                </p:ext>
              </p:extLst>
            </p:nvPr>
          </p:nvGraphicFramePr>
          <p:xfrm>
            <a:off x="709200" y="1767486"/>
            <a:ext cx="11329200" cy="296265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TextBox 5">
              <a:extLst>
                <a:ext uri="{FF2B5EF4-FFF2-40B4-BE49-F238E27FC236}">
                  <a16:creationId xmlns:a16="http://schemas.microsoft.com/office/drawing/2014/main" id="{68A08D1E-B846-42BB-3880-F2F17EE50530}"/>
                </a:ext>
              </a:extLst>
            </p:cNvPr>
            <p:cNvSpPr txBox="1"/>
            <p:nvPr/>
          </p:nvSpPr>
          <p:spPr>
            <a:xfrm>
              <a:off x="709200" y="4382669"/>
              <a:ext cx="2125440" cy="400110"/>
            </a:xfrm>
            <a:prstGeom prst="rect">
              <a:avLst/>
            </a:prstGeom>
            <a:noFill/>
          </p:spPr>
          <p:txBody>
            <a:bodyPr wrap="square" rtlCol="0">
              <a:spAutoFit/>
            </a:bodyPr>
            <a:lstStyle/>
            <a:p>
              <a:pPr algn="ctr"/>
              <a:r>
                <a:rPr lang="en-GB" sz="2000" dirty="0"/>
                <a:t>Most restrictive</a:t>
              </a:r>
            </a:p>
          </p:txBody>
        </p:sp>
        <p:sp>
          <p:nvSpPr>
            <p:cNvPr id="7" name="TextBox 6">
              <a:extLst>
                <a:ext uri="{FF2B5EF4-FFF2-40B4-BE49-F238E27FC236}">
                  <a16:creationId xmlns:a16="http://schemas.microsoft.com/office/drawing/2014/main" id="{9D917DF9-7A7E-85AA-7E80-CDE871247B53}"/>
                </a:ext>
              </a:extLst>
            </p:cNvPr>
            <p:cNvSpPr txBox="1"/>
            <p:nvPr/>
          </p:nvSpPr>
          <p:spPr>
            <a:xfrm>
              <a:off x="9912960" y="4382669"/>
              <a:ext cx="2125440" cy="400110"/>
            </a:xfrm>
            <a:prstGeom prst="rect">
              <a:avLst/>
            </a:prstGeom>
            <a:noFill/>
          </p:spPr>
          <p:txBody>
            <a:bodyPr wrap="square" rtlCol="0">
              <a:spAutoFit/>
            </a:bodyPr>
            <a:lstStyle/>
            <a:p>
              <a:pPr algn="ctr"/>
              <a:r>
                <a:rPr lang="en-GB" sz="2000" dirty="0"/>
                <a:t>Least restrictive</a:t>
              </a:r>
            </a:p>
          </p:txBody>
        </p:sp>
      </p:grpSp>
    </p:spTree>
    <p:extLst>
      <p:ext uri="{BB962C8B-B14F-4D97-AF65-F5344CB8AC3E}">
        <p14:creationId xmlns:p14="http://schemas.microsoft.com/office/powerpoint/2010/main" val="344415247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8A23B28-1685-3C27-8120-DF0DCF23B0A0}"/>
              </a:ext>
            </a:extLst>
          </p:cNvPr>
          <p:cNvSpPr>
            <a:spLocks noGrp="1"/>
          </p:cNvSpPr>
          <p:nvPr>
            <p:ph idx="1"/>
          </p:nvPr>
        </p:nvSpPr>
        <p:spPr/>
        <p:txBody>
          <a:bodyPr anchor="ctr"/>
          <a:lstStyle/>
          <a:p>
            <a:pPr marL="0" indent="0" algn="ctr">
              <a:buNone/>
            </a:pPr>
            <a:r>
              <a:rPr lang="en-GB" dirty="0"/>
              <a:t>Investigate the different types of Open-Source Licenses</a:t>
            </a:r>
          </a:p>
          <a:p>
            <a:pPr marL="0" indent="0" algn="ctr">
              <a:buNone/>
            </a:pPr>
            <a:endParaRPr lang="en-GB" dirty="0"/>
          </a:p>
          <a:p>
            <a:pPr marL="0" indent="0" algn="ctr">
              <a:buNone/>
            </a:pPr>
            <a:r>
              <a:rPr lang="en-GB" dirty="0"/>
              <a:t>What are the difference between the different types?</a:t>
            </a:r>
          </a:p>
          <a:p>
            <a:pPr marL="0" indent="0" algn="ctr">
              <a:buNone/>
            </a:pPr>
            <a:endParaRPr lang="en-GB" dirty="0"/>
          </a:p>
          <a:p>
            <a:pPr marL="0" indent="0" algn="ctr">
              <a:buNone/>
            </a:pPr>
            <a:r>
              <a:rPr lang="en-GB" dirty="0"/>
              <a:t>What is and isn’t allowed in each of the different license types?</a:t>
            </a:r>
          </a:p>
          <a:p>
            <a:pPr marL="0" indent="0" algn="ctr">
              <a:buNone/>
            </a:pPr>
            <a:endParaRPr lang="en-GB" dirty="0"/>
          </a:p>
          <a:p>
            <a:pPr marL="0" indent="0" algn="ctr">
              <a:buNone/>
            </a:pPr>
            <a:r>
              <a:rPr lang="en-GB" dirty="0"/>
              <a:t>(Consider: Apache, GNU GPL, MIT License, BSD)</a:t>
            </a:r>
          </a:p>
        </p:txBody>
      </p:sp>
      <p:sp>
        <p:nvSpPr>
          <p:cNvPr id="2" name="Title 1">
            <a:extLst>
              <a:ext uri="{FF2B5EF4-FFF2-40B4-BE49-F238E27FC236}">
                <a16:creationId xmlns:a16="http://schemas.microsoft.com/office/drawing/2014/main" id="{EADC2095-977D-CC79-F01B-DFEBEDE9ABFE}"/>
              </a:ext>
            </a:extLst>
          </p:cNvPr>
          <p:cNvSpPr>
            <a:spLocks noGrp="1"/>
          </p:cNvSpPr>
          <p:nvPr>
            <p:ph type="title"/>
          </p:nvPr>
        </p:nvSpPr>
        <p:spPr/>
        <p:txBody>
          <a:bodyPr/>
          <a:lstStyle/>
          <a:p>
            <a:r>
              <a:rPr lang="en-GB" dirty="0"/>
              <a:t>Software Licenses</a:t>
            </a:r>
          </a:p>
        </p:txBody>
      </p:sp>
      <p:sp>
        <p:nvSpPr>
          <p:cNvPr id="4" name="Text Placeholder 3">
            <a:extLst>
              <a:ext uri="{FF2B5EF4-FFF2-40B4-BE49-F238E27FC236}">
                <a16:creationId xmlns:a16="http://schemas.microsoft.com/office/drawing/2014/main" id="{12B907D4-9851-C053-6AF7-BB1D6208B472}"/>
              </a:ext>
            </a:extLst>
          </p:cNvPr>
          <p:cNvSpPr>
            <a:spLocks noGrp="1"/>
          </p:cNvSpPr>
          <p:nvPr>
            <p:ph type="body" sz="quarter" idx="10"/>
          </p:nvPr>
        </p:nvSpPr>
        <p:spPr/>
        <p:txBody>
          <a:bodyPr/>
          <a:lstStyle/>
          <a:p>
            <a:r>
              <a:rPr lang="en-GB" dirty="0"/>
              <a:t>K8, B1, B3, B5, B9</a:t>
            </a:r>
          </a:p>
        </p:txBody>
      </p:sp>
      <p:sp>
        <p:nvSpPr>
          <p:cNvPr id="6" name="Text Placeholder 5">
            <a:extLst>
              <a:ext uri="{FF2B5EF4-FFF2-40B4-BE49-F238E27FC236}">
                <a16:creationId xmlns:a16="http://schemas.microsoft.com/office/drawing/2014/main" id="{86EA0EBC-BF6B-8D0A-0F18-A54812AA3DEB}"/>
              </a:ext>
            </a:extLst>
          </p:cNvPr>
          <p:cNvSpPr>
            <a:spLocks noGrp="1"/>
          </p:cNvSpPr>
          <p:nvPr>
            <p:ph type="body" sz="quarter" idx="11"/>
          </p:nvPr>
        </p:nvSpPr>
        <p:spPr/>
        <p:txBody>
          <a:bodyPr/>
          <a:lstStyle/>
          <a:p>
            <a:endParaRPr lang="en-GB"/>
          </a:p>
        </p:txBody>
      </p:sp>
    </p:spTree>
    <p:extLst>
      <p:ext uri="{BB962C8B-B14F-4D97-AF65-F5344CB8AC3E}">
        <p14:creationId xmlns:p14="http://schemas.microsoft.com/office/powerpoint/2010/main" val="238835048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765CF94-FFA6-D4C0-1429-38ACFBA4B0F0}"/>
              </a:ext>
            </a:extLst>
          </p:cNvPr>
          <p:cNvSpPr>
            <a:spLocks noGrp="1"/>
          </p:cNvSpPr>
          <p:nvPr>
            <p:ph idx="1"/>
          </p:nvPr>
        </p:nvSpPr>
        <p:spPr/>
        <p:txBody>
          <a:bodyPr>
            <a:normAutofit lnSpcReduction="10000"/>
          </a:bodyPr>
          <a:lstStyle/>
          <a:p>
            <a:r>
              <a:rPr lang="en-GB" dirty="0"/>
              <a:t>If you are developing software for clients then there will be a contract in place between your company and the client</a:t>
            </a:r>
          </a:p>
          <a:p>
            <a:endParaRPr lang="en-GB" dirty="0"/>
          </a:p>
          <a:p>
            <a:r>
              <a:rPr lang="en-GB" dirty="0"/>
              <a:t>Within that contract will be elements that have different pricing models</a:t>
            </a:r>
          </a:p>
          <a:p>
            <a:pPr lvl="1"/>
            <a:r>
              <a:rPr lang="en-GB" dirty="0"/>
              <a:t>Fixed price – the client will be charged the same no matter how long it takes or how many resources it uses</a:t>
            </a:r>
          </a:p>
          <a:p>
            <a:pPr lvl="1"/>
            <a:r>
              <a:rPr lang="en-GB" dirty="0"/>
              <a:t>Variable price – the client is charged accordingly dependent on the work completed, the time taken and the resources required.</a:t>
            </a:r>
          </a:p>
          <a:p>
            <a:pPr lvl="1"/>
            <a:endParaRPr lang="en-GB" dirty="0"/>
          </a:p>
          <a:p>
            <a:r>
              <a:rPr lang="en-GB" dirty="0"/>
              <a:t>As the pricing models can vary it is important to know whether what you are working on falls under which pricing bracket as that will determine what your company charges your clients and ensure you report your activities according to your company policies</a:t>
            </a:r>
          </a:p>
          <a:p>
            <a:endParaRPr lang="en-GB" dirty="0"/>
          </a:p>
          <a:p>
            <a:r>
              <a:rPr lang="en-GB" dirty="0"/>
              <a:t>Your company will usually have legal advisors to advise on the contracts when negotiating with the clients</a:t>
            </a:r>
          </a:p>
        </p:txBody>
      </p:sp>
      <p:sp>
        <p:nvSpPr>
          <p:cNvPr id="2" name="Title 1">
            <a:extLst>
              <a:ext uri="{FF2B5EF4-FFF2-40B4-BE49-F238E27FC236}">
                <a16:creationId xmlns:a16="http://schemas.microsoft.com/office/drawing/2014/main" id="{EADC2095-977D-CC79-F01B-DFEBEDE9ABFE}"/>
              </a:ext>
            </a:extLst>
          </p:cNvPr>
          <p:cNvSpPr>
            <a:spLocks noGrp="1"/>
          </p:cNvSpPr>
          <p:nvPr>
            <p:ph type="title"/>
          </p:nvPr>
        </p:nvSpPr>
        <p:spPr/>
        <p:txBody>
          <a:bodyPr>
            <a:normAutofit/>
          </a:bodyPr>
          <a:lstStyle/>
          <a:p>
            <a:r>
              <a:rPr lang="en-GB" dirty="0"/>
              <a:t>Contracts and Confidentiality Agreements</a:t>
            </a:r>
          </a:p>
        </p:txBody>
      </p:sp>
      <p:sp>
        <p:nvSpPr>
          <p:cNvPr id="4" name="Text Placeholder 3">
            <a:extLst>
              <a:ext uri="{FF2B5EF4-FFF2-40B4-BE49-F238E27FC236}">
                <a16:creationId xmlns:a16="http://schemas.microsoft.com/office/drawing/2014/main" id="{209C5039-25BE-4C7C-EA47-A0D23D6D4358}"/>
              </a:ext>
            </a:extLst>
          </p:cNvPr>
          <p:cNvSpPr>
            <a:spLocks noGrp="1"/>
          </p:cNvSpPr>
          <p:nvPr>
            <p:ph type="body" sz="quarter" idx="10"/>
          </p:nvPr>
        </p:nvSpPr>
        <p:spPr/>
        <p:txBody>
          <a:bodyPr/>
          <a:lstStyle/>
          <a:p>
            <a:r>
              <a:rPr lang="en-GB" dirty="0"/>
              <a:t>K8</a:t>
            </a:r>
          </a:p>
        </p:txBody>
      </p:sp>
      <p:sp>
        <p:nvSpPr>
          <p:cNvPr id="5" name="Text Placeholder 4">
            <a:extLst>
              <a:ext uri="{FF2B5EF4-FFF2-40B4-BE49-F238E27FC236}">
                <a16:creationId xmlns:a16="http://schemas.microsoft.com/office/drawing/2014/main" id="{55A92A04-C2EE-2CE4-ECD0-CFA6D953DC29}"/>
              </a:ext>
            </a:extLst>
          </p:cNvPr>
          <p:cNvSpPr>
            <a:spLocks noGrp="1"/>
          </p:cNvSpPr>
          <p:nvPr>
            <p:ph type="body" sz="quarter" idx="11"/>
          </p:nvPr>
        </p:nvSpPr>
        <p:spPr/>
        <p:txBody>
          <a:bodyPr/>
          <a:lstStyle/>
          <a:p>
            <a:endParaRPr lang="en-GB"/>
          </a:p>
        </p:txBody>
      </p:sp>
    </p:spTree>
    <p:extLst>
      <p:ext uri="{BB962C8B-B14F-4D97-AF65-F5344CB8AC3E}">
        <p14:creationId xmlns:p14="http://schemas.microsoft.com/office/powerpoint/2010/main" val="90853858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765CF94-FFA6-D4C0-1429-38ACFBA4B0F0}"/>
              </a:ext>
            </a:extLst>
          </p:cNvPr>
          <p:cNvSpPr>
            <a:spLocks noGrp="1"/>
          </p:cNvSpPr>
          <p:nvPr>
            <p:ph idx="1"/>
          </p:nvPr>
        </p:nvSpPr>
        <p:spPr/>
        <p:txBody>
          <a:bodyPr>
            <a:normAutofit lnSpcReduction="10000"/>
          </a:bodyPr>
          <a:lstStyle/>
          <a:p>
            <a:r>
              <a:rPr lang="en-GB" dirty="0"/>
              <a:t>Non-disclosure Agreements (NDAs) or Confidentiality Agreements are common within software development</a:t>
            </a:r>
          </a:p>
          <a:p>
            <a:endParaRPr lang="en-GB" dirty="0"/>
          </a:p>
          <a:p>
            <a:r>
              <a:rPr lang="en-GB" dirty="0"/>
              <a:t>These documents specify what you can and cannot discuss or reveal to people</a:t>
            </a:r>
          </a:p>
          <a:p>
            <a:endParaRPr lang="en-GB" dirty="0"/>
          </a:p>
          <a:p>
            <a:r>
              <a:rPr lang="en-GB" dirty="0"/>
              <a:t>An NDA</a:t>
            </a:r>
          </a:p>
          <a:p>
            <a:pPr lvl="1"/>
            <a:r>
              <a:rPr lang="en-GB" dirty="0"/>
              <a:t>Keeps project details secret</a:t>
            </a:r>
          </a:p>
          <a:p>
            <a:pPr lvl="1"/>
            <a:r>
              <a:rPr lang="en-GB" dirty="0"/>
              <a:t>Protects the ideas during the development phase</a:t>
            </a:r>
          </a:p>
          <a:p>
            <a:pPr lvl="1"/>
            <a:r>
              <a:rPr lang="en-GB" dirty="0"/>
              <a:t>Protects your rights in case of leakage</a:t>
            </a:r>
          </a:p>
          <a:p>
            <a:pPr lvl="1"/>
            <a:r>
              <a:rPr lang="en-GB" dirty="0"/>
              <a:t>Protects your rights after launching</a:t>
            </a:r>
          </a:p>
          <a:p>
            <a:pPr lvl="1"/>
            <a:r>
              <a:rPr lang="en-GB" dirty="0"/>
              <a:t>Identifies project information as confidential</a:t>
            </a:r>
          </a:p>
          <a:p>
            <a:endParaRPr lang="en-GB" dirty="0"/>
          </a:p>
          <a:p>
            <a:r>
              <a:rPr lang="en-GB" dirty="0"/>
              <a:t>NDAs can be unilateral (one-sided), mutual agreement (two-sided) or multilateral (multi-sided)</a:t>
            </a:r>
          </a:p>
        </p:txBody>
      </p:sp>
      <p:sp>
        <p:nvSpPr>
          <p:cNvPr id="2" name="Title 1">
            <a:extLst>
              <a:ext uri="{FF2B5EF4-FFF2-40B4-BE49-F238E27FC236}">
                <a16:creationId xmlns:a16="http://schemas.microsoft.com/office/drawing/2014/main" id="{EADC2095-977D-CC79-F01B-DFEBEDE9ABFE}"/>
              </a:ext>
            </a:extLst>
          </p:cNvPr>
          <p:cNvSpPr>
            <a:spLocks noGrp="1"/>
          </p:cNvSpPr>
          <p:nvPr>
            <p:ph type="title"/>
          </p:nvPr>
        </p:nvSpPr>
        <p:spPr/>
        <p:txBody>
          <a:bodyPr>
            <a:normAutofit/>
          </a:bodyPr>
          <a:lstStyle/>
          <a:p>
            <a:r>
              <a:rPr lang="en-GB" dirty="0"/>
              <a:t>Contracts and Confidentiality Agreements</a:t>
            </a:r>
          </a:p>
        </p:txBody>
      </p:sp>
      <p:sp>
        <p:nvSpPr>
          <p:cNvPr id="4" name="Text Placeholder 3">
            <a:extLst>
              <a:ext uri="{FF2B5EF4-FFF2-40B4-BE49-F238E27FC236}">
                <a16:creationId xmlns:a16="http://schemas.microsoft.com/office/drawing/2014/main" id="{23C12340-83E6-9B33-40DE-D94F333685E1}"/>
              </a:ext>
            </a:extLst>
          </p:cNvPr>
          <p:cNvSpPr>
            <a:spLocks noGrp="1"/>
          </p:cNvSpPr>
          <p:nvPr>
            <p:ph type="body" sz="quarter" idx="10"/>
          </p:nvPr>
        </p:nvSpPr>
        <p:spPr/>
        <p:txBody>
          <a:bodyPr/>
          <a:lstStyle/>
          <a:p>
            <a:r>
              <a:rPr lang="en-GB" dirty="0"/>
              <a:t>K8</a:t>
            </a:r>
          </a:p>
        </p:txBody>
      </p:sp>
      <p:sp>
        <p:nvSpPr>
          <p:cNvPr id="5" name="Text Placeholder 4">
            <a:extLst>
              <a:ext uri="{FF2B5EF4-FFF2-40B4-BE49-F238E27FC236}">
                <a16:creationId xmlns:a16="http://schemas.microsoft.com/office/drawing/2014/main" id="{8ABD45F9-ED9F-A505-0C64-1F8697C25B1C}"/>
              </a:ext>
            </a:extLst>
          </p:cNvPr>
          <p:cNvSpPr>
            <a:spLocks noGrp="1"/>
          </p:cNvSpPr>
          <p:nvPr>
            <p:ph type="body" sz="quarter" idx="11"/>
          </p:nvPr>
        </p:nvSpPr>
        <p:spPr/>
        <p:txBody>
          <a:bodyPr/>
          <a:lstStyle/>
          <a:p>
            <a:endParaRPr lang="en-GB"/>
          </a:p>
        </p:txBody>
      </p:sp>
    </p:spTree>
    <p:extLst>
      <p:ext uri="{BB962C8B-B14F-4D97-AF65-F5344CB8AC3E}">
        <p14:creationId xmlns:p14="http://schemas.microsoft.com/office/powerpoint/2010/main" val="356194935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D0268C-D7AD-15C8-5706-CC5732BD2E65}"/>
              </a:ext>
            </a:extLst>
          </p:cNvPr>
          <p:cNvSpPr>
            <a:spLocks noGrp="1"/>
          </p:cNvSpPr>
          <p:nvPr>
            <p:ph type="ctrTitle"/>
          </p:nvPr>
        </p:nvSpPr>
        <p:spPr/>
        <p:txBody>
          <a:bodyPr/>
          <a:lstStyle/>
          <a:p>
            <a:r>
              <a:rPr lang="en-GB" dirty="0"/>
              <a:t>Liability, Negligence and Defamation</a:t>
            </a:r>
          </a:p>
        </p:txBody>
      </p:sp>
      <p:sp>
        <p:nvSpPr>
          <p:cNvPr id="4" name="Subtitle 3">
            <a:extLst>
              <a:ext uri="{FF2B5EF4-FFF2-40B4-BE49-F238E27FC236}">
                <a16:creationId xmlns:a16="http://schemas.microsoft.com/office/drawing/2014/main" id="{11D8D1DD-30E6-8EA7-15F5-28DD1B5E67B0}"/>
              </a:ext>
            </a:extLst>
          </p:cNvPr>
          <p:cNvSpPr>
            <a:spLocks noGrp="1"/>
          </p:cNvSpPr>
          <p:nvPr>
            <p:ph type="subTitle" idx="1"/>
          </p:nvPr>
        </p:nvSpPr>
        <p:spPr/>
        <p:txBody>
          <a:bodyPr/>
          <a:lstStyle/>
          <a:p>
            <a:endParaRPr lang="en-GB"/>
          </a:p>
        </p:txBody>
      </p:sp>
    </p:spTree>
    <p:extLst>
      <p:ext uri="{BB962C8B-B14F-4D97-AF65-F5344CB8AC3E}">
        <p14:creationId xmlns:p14="http://schemas.microsoft.com/office/powerpoint/2010/main" val="331793562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765CF94-FFA6-D4C0-1429-38ACFBA4B0F0}"/>
              </a:ext>
            </a:extLst>
          </p:cNvPr>
          <p:cNvSpPr>
            <a:spLocks noGrp="1"/>
          </p:cNvSpPr>
          <p:nvPr>
            <p:ph idx="1"/>
          </p:nvPr>
        </p:nvSpPr>
        <p:spPr/>
        <p:txBody>
          <a:bodyPr>
            <a:normAutofit fontScale="92500" lnSpcReduction="10000"/>
          </a:bodyPr>
          <a:lstStyle/>
          <a:p>
            <a:pPr marL="0" indent="0" algn="ctr">
              <a:buNone/>
            </a:pPr>
            <a:r>
              <a:rPr lang="en-GB" b="1" dirty="0"/>
              <a:t>Liability</a:t>
            </a:r>
            <a:r>
              <a:rPr lang="en-GB" dirty="0"/>
              <a:t>: the state of being legally responsible for something</a:t>
            </a:r>
          </a:p>
          <a:p>
            <a:endParaRPr lang="en-GB" dirty="0"/>
          </a:p>
          <a:p>
            <a:r>
              <a:rPr lang="en-GB" dirty="0"/>
              <a:t>The question of whether software qualifies as a product under the European Product Liability Directive (incorporated into the Consumer Protection Act 1987) is controversial</a:t>
            </a:r>
          </a:p>
          <a:p>
            <a:endParaRPr lang="en-GB" dirty="0"/>
          </a:p>
          <a:p>
            <a:r>
              <a:rPr lang="en-GB" dirty="0"/>
              <a:t>However, as software increasingly is not being tied to a specific product this question is becoming more and more pressing and there have been cases where the software development company, or individual developers have been found to be negligent and therefore liable</a:t>
            </a:r>
          </a:p>
          <a:p>
            <a:endParaRPr lang="en-GB" dirty="0"/>
          </a:p>
          <a:p>
            <a:r>
              <a:rPr lang="en-GB" dirty="0"/>
              <a:t>As this debate continues more and more insurance companies are starting to offer Software Developers (particularly contractors) insurance to protect them if a liability claim gets made against them</a:t>
            </a:r>
          </a:p>
          <a:p>
            <a:endParaRPr lang="en-GB" dirty="0"/>
          </a:p>
          <a:p>
            <a:r>
              <a:rPr lang="en-GB" dirty="0"/>
              <a:t>Companies will often include liability exclusion clauses within their contracts to try and reduce their liability, but whether these are legal or not is also a matter up for debate</a:t>
            </a:r>
          </a:p>
        </p:txBody>
      </p:sp>
      <p:sp>
        <p:nvSpPr>
          <p:cNvPr id="2" name="Title 1">
            <a:extLst>
              <a:ext uri="{FF2B5EF4-FFF2-40B4-BE49-F238E27FC236}">
                <a16:creationId xmlns:a16="http://schemas.microsoft.com/office/drawing/2014/main" id="{EADC2095-977D-CC79-F01B-DFEBEDE9ABFE}"/>
              </a:ext>
            </a:extLst>
          </p:cNvPr>
          <p:cNvSpPr>
            <a:spLocks noGrp="1"/>
          </p:cNvSpPr>
          <p:nvPr>
            <p:ph type="title"/>
          </p:nvPr>
        </p:nvSpPr>
        <p:spPr/>
        <p:txBody>
          <a:bodyPr/>
          <a:lstStyle/>
          <a:p>
            <a:r>
              <a:rPr lang="en-GB" dirty="0"/>
              <a:t>Product Liability and Negligence</a:t>
            </a:r>
          </a:p>
        </p:txBody>
      </p:sp>
      <p:sp>
        <p:nvSpPr>
          <p:cNvPr id="4" name="Text Placeholder 3">
            <a:extLst>
              <a:ext uri="{FF2B5EF4-FFF2-40B4-BE49-F238E27FC236}">
                <a16:creationId xmlns:a16="http://schemas.microsoft.com/office/drawing/2014/main" id="{B301F269-E970-24EB-22B7-296381F37DF4}"/>
              </a:ext>
            </a:extLst>
          </p:cNvPr>
          <p:cNvSpPr>
            <a:spLocks noGrp="1"/>
          </p:cNvSpPr>
          <p:nvPr>
            <p:ph type="body" sz="quarter" idx="10"/>
          </p:nvPr>
        </p:nvSpPr>
        <p:spPr/>
        <p:txBody>
          <a:bodyPr/>
          <a:lstStyle/>
          <a:p>
            <a:r>
              <a:rPr lang="en-GB" dirty="0"/>
              <a:t>K8</a:t>
            </a:r>
          </a:p>
        </p:txBody>
      </p:sp>
      <p:sp>
        <p:nvSpPr>
          <p:cNvPr id="5" name="Text Placeholder 4">
            <a:extLst>
              <a:ext uri="{FF2B5EF4-FFF2-40B4-BE49-F238E27FC236}">
                <a16:creationId xmlns:a16="http://schemas.microsoft.com/office/drawing/2014/main" id="{FE313440-7F81-00BB-E59D-957E659530BC}"/>
              </a:ext>
            </a:extLst>
          </p:cNvPr>
          <p:cNvSpPr>
            <a:spLocks noGrp="1"/>
          </p:cNvSpPr>
          <p:nvPr>
            <p:ph type="body" sz="quarter" idx="11"/>
          </p:nvPr>
        </p:nvSpPr>
        <p:spPr/>
        <p:txBody>
          <a:bodyPr/>
          <a:lstStyle/>
          <a:p>
            <a:endParaRPr lang="en-GB"/>
          </a:p>
        </p:txBody>
      </p:sp>
    </p:spTree>
    <p:extLst>
      <p:ext uri="{BB962C8B-B14F-4D97-AF65-F5344CB8AC3E}">
        <p14:creationId xmlns:p14="http://schemas.microsoft.com/office/powerpoint/2010/main" val="368774867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Online Media 6" title="Software Crimes That Send Developers To JAIL">
            <a:hlinkClick r:id="" action="ppaction://media"/>
            <a:extLst>
              <a:ext uri="{FF2B5EF4-FFF2-40B4-BE49-F238E27FC236}">
                <a16:creationId xmlns:a16="http://schemas.microsoft.com/office/drawing/2014/main" id="{B0C12FAD-7F84-ABFB-93D5-94E1E455694D}"/>
              </a:ext>
            </a:extLst>
          </p:cNvPr>
          <p:cNvPicPr>
            <a:picLocks noGrp="1" noRot="1" noChangeAspect="1"/>
          </p:cNvPicPr>
          <p:nvPr>
            <p:ph idx="1"/>
            <a:videoFile r:link="rId1"/>
          </p:nvPr>
        </p:nvPicPr>
        <p:blipFill>
          <a:blip r:embed="rId4"/>
          <a:stretch>
            <a:fillRect/>
          </a:stretch>
        </p:blipFill>
        <p:spPr>
          <a:xfrm>
            <a:off x="1948832" y="1679575"/>
            <a:ext cx="8294336" cy="4686300"/>
          </a:xfrm>
          <a:prstGeom prst="rect">
            <a:avLst/>
          </a:prstGeom>
        </p:spPr>
      </p:pic>
      <p:sp>
        <p:nvSpPr>
          <p:cNvPr id="6" name="Title 5">
            <a:extLst>
              <a:ext uri="{FF2B5EF4-FFF2-40B4-BE49-F238E27FC236}">
                <a16:creationId xmlns:a16="http://schemas.microsoft.com/office/drawing/2014/main" id="{BEBB98E2-9A93-F638-4090-584265D74576}"/>
              </a:ext>
            </a:extLst>
          </p:cNvPr>
          <p:cNvSpPr>
            <a:spLocks noGrp="1"/>
          </p:cNvSpPr>
          <p:nvPr>
            <p:ph type="title"/>
          </p:nvPr>
        </p:nvSpPr>
        <p:spPr/>
        <p:txBody>
          <a:bodyPr>
            <a:normAutofit/>
          </a:bodyPr>
          <a:lstStyle/>
          <a:p>
            <a:r>
              <a:rPr lang="en-GB" sz="3200" dirty="0"/>
              <a:t>Product Liability and Negligence</a:t>
            </a:r>
            <a:endParaRPr lang="en-GB" dirty="0"/>
          </a:p>
        </p:txBody>
      </p:sp>
      <p:sp>
        <p:nvSpPr>
          <p:cNvPr id="2" name="Text Placeholder 1">
            <a:extLst>
              <a:ext uri="{FF2B5EF4-FFF2-40B4-BE49-F238E27FC236}">
                <a16:creationId xmlns:a16="http://schemas.microsoft.com/office/drawing/2014/main" id="{746CB101-27EA-133D-112F-78DD0CC09D69}"/>
              </a:ext>
            </a:extLst>
          </p:cNvPr>
          <p:cNvSpPr>
            <a:spLocks noGrp="1"/>
          </p:cNvSpPr>
          <p:nvPr>
            <p:ph type="body" sz="quarter" idx="10"/>
          </p:nvPr>
        </p:nvSpPr>
        <p:spPr/>
        <p:txBody>
          <a:bodyPr/>
          <a:lstStyle/>
          <a:p>
            <a:r>
              <a:rPr lang="en-GB" dirty="0"/>
              <a:t>K8</a:t>
            </a:r>
          </a:p>
        </p:txBody>
      </p:sp>
      <p:sp>
        <p:nvSpPr>
          <p:cNvPr id="3" name="Text Placeholder 2">
            <a:extLst>
              <a:ext uri="{FF2B5EF4-FFF2-40B4-BE49-F238E27FC236}">
                <a16:creationId xmlns:a16="http://schemas.microsoft.com/office/drawing/2014/main" id="{F8977B0C-C29C-A0E7-E050-3BE8358BEAA1}"/>
              </a:ext>
            </a:extLst>
          </p:cNvPr>
          <p:cNvSpPr>
            <a:spLocks noGrp="1"/>
          </p:cNvSpPr>
          <p:nvPr>
            <p:ph type="body" sz="quarter" idx="11"/>
          </p:nvPr>
        </p:nvSpPr>
        <p:spPr/>
        <p:txBody>
          <a:bodyPr/>
          <a:lstStyle/>
          <a:p>
            <a:endParaRPr lang="en-GB"/>
          </a:p>
        </p:txBody>
      </p:sp>
    </p:spTree>
    <p:extLst>
      <p:ext uri="{BB962C8B-B14F-4D97-AF65-F5344CB8AC3E}">
        <p14:creationId xmlns:p14="http://schemas.microsoft.com/office/powerpoint/2010/main" val="37274898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7"/>
                </p:tgtEl>
              </p:cMediaNode>
            </p:video>
            <p:seq concurrent="1" nextAc="seek">
              <p:cTn id="8" restart="whenNotActive" fill="hold" evtFilter="cancelBubble" nodeType="interactiveSeq">
                <p:stCondLst>
                  <p:cond evt="onClick" delay="0">
                    <p:tgtEl>
                      <p:spTgt spid="7"/>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7"/>
                                        </p:tgtEl>
                                      </p:cBhvr>
                                    </p:cmd>
                                  </p:childTnLst>
                                </p:cTn>
                              </p:par>
                            </p:childTnLst>
                          </p:cTn>
                        </p:par>
                      </p:childTnLst>
                    </p:cTn>
                  </p:par>
                </p:childTnLst>
              </p:cTn>
              <p:nextCondLst>
                <p:cond evt="onClick" delay="0">
                  <p:tgtEl>
                    <p:spTgt spid="7"/>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433252E-51DE-D113-000C-CFE98AB5F92C}"/>
              </a:ext>
            </a:extLst>
          </p:cNvPr>
          <p:cNvSpPr>
            <a:spLocks noGrp="1"/>
          </p:cNvSpPr>
          <p:nvPr>
            <p:ph idx="1"/>
          </p:nvPr>
        </p:nvSpPr>
        <p:spPr/>
        <p:txBody>
          <a:bodyPr anchor="ctr"/>
          <a:lstStyle/>
          <a:p>
            <a:pPr marL="0" indent="0" algn="ctr">
              <a:buNone/>
            </a:pPr>
            <a:r>
              <a:rPr lang="en-GB" dirty="0"/>
              <a:t>Read the two supplied articles (and others if you have time)</a:t>
            </a:r>
          </a:p>
          <a:p>
            <a:pPr marL="457200" indent="-457200" algn="ctr">
              <a:buFont typeface="+mj-lt"/>
              <a:buAutoNum type="arabicPeriod"/>
            </a:pPr>
            <a:endParaRPr lang="en-GB" dirty="0"/>
          </a:p>
          <a:p>
            <a:pPr marL="457200" indent="-457200" algn="ctr">
              <a:buFont typeface="+mj-lt"/>
              <a:buAutoNum type="arabicPeriod"/>
            </a:pPr>
            <a:r>
              <a:rPr lang="en-GB" dirty="0"/>
              <a:t>Was it fair that James Liang was imprisoned?</a:t>
            </a:r>
          </a:p>
          <a:p>
            <a:pPr marL="457200" indent="-457200" algn="ctr">
              <a:buFont typeface="+mj-lt"/>
              <a:buAutoNum type="arabicPeriod"/>
            </a:pPr>
            <a:r>
              <a:rPr lang="en-GB" dirty="0"/>
              <a:t>Why do you think he was found liable for the issue?</a:t>
            </a:r>
          </a:p>
          <a:p>
            <a:pPr marL="457200" indent="-457200" algn="ctr">
              <a:buFont typeface="+mj-lt"/>
              <a:buAutoNum type="arabicPeriod"/>
            </a:pPr>
            <a:r>
              <a:rPr lang="en-GB" dirty="0"/>
              <a:t>Should he have done what he did?</a:t>
            </a:r>
          </a:p>
          <a:p>
            <a:pPr marL="457200" indent="-457200" algn="ctr">
              <a:buFont typeface="+mj-lt"/>
              <a:buAutoNum type="arabicPeriod"/>
            </a:pPr>
            <a:r>
              <a:rPr lang="en-GB" dirty="0"/>
              <a:t>What would you have done in a similar situation?</a:t>
            </a:r>
          </a:p>
          <a:p>
            <a:pPr marL="457200" indent="-457200" algn="ctr">
              <a:buFont typeface="+mj-lt"/>
              <a:buAutoNum type="arabicPeriod"/>
            </a:pPr>
            <a:endParaRPr lang="en-GB" dirty="0"/>
          </a:p>
          <a:p>
            <a:pPr marL="0" indent="0" algn="ctr">
              <a:buNone/>
            </a:pPr>
            <a:r>
              <a:rPr lang="en-GB" dirty="0"/>
              <a:t>Be prepared to feedback with your thoughts</a:t>
            </a:r>
          </a:p>
        </p:txBody>
      </p:sp>
      <p:sp>
        <p:nvSpPr>
          <p:cNvPr id="2" name="Title 1">
            <a:extLst>
              <a:ext uri="{FF2B5EF4-FFF2-40B4-BE49-F238E27FC236}">
                <a16:creationId xmlns:a16="http://schemas.microsoft.com/office/drawing/2014/main" id="{EADC2095-977D-CC79-F01B-DFEBEDE9ABFE}"/>
              </a:ext>
            </a:extLst>
          </p:cNvPr>
          <p:cNvSpPr>
            <a:spLocks noGrp="1"/>
          </p:cNvSpPr>
          <p:nvPr>
            <p:ph type="title"/>
          </p:nvPr>
        </p:nvSpPr>
        <p:spPr/>
        <p:txBody>
          <a:bodyPr/>
          <a:lstStyle/>
          <a:p>
            <a:r>
              <a:rPr lang="en-GB" dirty="0"/>
              <a:t>Product Liability and Negligence</a:t>
            </a:r>
          </a:p>
        </p:txBody>
      </p:sp>
      <p:sp>
        <p:nvSpPr>
          <p:cNvPr id="4" name="Text Placeholder 3">
            <a:extLst>
              <a:ext uri="{FF2B5EF4-FFF2-40B4-BE49-F238E27FC236}">
                <a16:creationId xmlns:a16="http://schemas.microsoft.com/office/drawing/2014/main" id="{99AB14A2-1ADA-DB71-F35B-39527A889EE3}"/>
              </a:ext>
            </a:extLst>
          </p:cNvPr>
          <p:cNvSpPr>
            <a:spLocks noGrp="1"/>
          </p:cNvSpPr>
          <p:nvPr>
            <p:ph type="body" sz="quarter" idx="10"/>
          </p:nvPr>
        </p:nvSpPr>
        <p:spPr/>
        <p:txBody>
          <a:bodyPr/>
          <a:lstStyle/>
          <a:p>
            <a:r>
              <a:rPr lang="en-GB" dirty="0"/>
              <a:t>K8, B1, B3, B4, B5, B6, B9</a:t>
            </a:r>
          </a:p>
        </p:txBody>
      </p:sp>
      <p:sp>
        <p:nvSpPr>
          <p:cNvPr id="6" name="Text Placeholder 5">
            <a:extLst>
              <a:ext uri="{FF2B5EF4-FFF2-40B4-BE49-F238E27FC236}">
                <a16:creationId xmlns:a16="http://schemas.microsoft.com/office/drawing/2014/main" id="{6437D8A3-4E42-4346-CF06-CC662CA116B9}"/>
              </a:ext>
            </a:extLst>
          </p:cNvPr>
          <p:cNvSpPr>
            <a:spLocks noGrp="1"/>
          </p:cNvSpPr>
          <p:nvPr>
            <p:ph type="body" sz="quarter" idx="11"/>
          </p:nvPr>
        </p:nvSpPr>
        <p:spPr/>
        <p:txBody>
          <a:bodyPr/>
          <a:lstStyle/>
          <a:p>
            <a:endParaRPr lang="en-GB"/>
          </a:p>
        </p:txBody>
      </p:sp>
    </p:spTree>
    <p:extLst>
      <p:ext uri="{BB962C8B-B14F-4D97-AF65-F5344CB8AC3E}">
        <p14:creationId xmlns:p14="http://schemas.microsoft.com/office/powerpoint/2010/main" val="147008723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765CF94-FFA6-D4C0-1429-38ACFBA4B0F0}"/>
              </a:ext>
            </a:extLst>
          </p:cNvPr>
          <p:cNvSpPr>
            <a:spLocks noGrp="1"/>
          </p:cNvSpPr>
          <p:nvPr>
            <p:ph idx="1"/>
          </p:nvPr>
        </p:nvSpPr>
        <p:spPr/>
        <p:txBody>
          <a:bodyPr/>
          <a:lstStyle/>
          <a:p>
            <a:pPr marL="0" indent="0" algn="ctr">
              <a:buNone/>
            </a:pPr>
            <a:r>
              <a:rPr lang="en-GB" b="1" dirty="0"/>
              <a:t>Defamation</a:t>
            </a:r>
            <a:r>
              <a:rPr lang="en-GB" dirty="0"/>
              <a:t>: something that injures the reputation of another person or causes them harm in some way</a:t>
            </a:r>
          </a:p>
          <a:p>
            <a:pPr algn="ctr"/>
            <a:endParaRPr lang="en-GB" dirty="0"/>
          </a:p>
          <a:p>
            <a:pPr marL="0" indent="0" algn="ctr">
              <a:buNone/>
            </a:pPr>
            <a:r>
              <a:rPr lang="en-GB" b="1" dirty="0"/>
              <a:t>Libel</a:t>
            </a:r>
            <a:r>
              <a:rPr lang="en-GB" dirty="0"/>
              <a:t>: Defamation of a person through a permanent form of communication</a:t>
            </a:r>
          </a:p>
          <a:p>
            <a:endParaRPr lang="en-GB" dirty="0"/>
          </a:p>
          <a:p>
            <a:r>
              <a:rPr lang="en-GB" dirty="0"/>
              <a:t>If the material within a piece of software will cause harm to or damage the reputation of another person then it can become the subject of a lawsuit</a:t>
            </a:r>
          </a:p>
          <a:p>
            <a:endParaRPr lang="en-GB" dirty="0"/>
          </a:p>
          <a:p>
            <a:r>
              <a:rPr lang="en-GB" dirty="0"/>
              <a:t>Similarly, as the rise of social media, online news, review sites etc. potential libel on the Internet is becoming more and more prevalent and as it is sometimes difficult to identify who made the damaging statement the hosts may become the target of the lawsuit as the individual cannot be easily found</a:t>
            </a:r>
          </a:p>
        </p:txBody>
      </p:sp>
      <p:sp>
        <p:nvSpPr>
          <p:cNvPr id="2" name="Title 1">
            <a:extLst>
              <a:ext uri="{FF2B5EF4-FFF2-40B4-BE49-F238E27FC236}">
                <a16:creationId xmlns:a16="http://schemas.microsoft.com/office/drawing/2014/main" id="{EADC2095-977D-CC79-F01B-DFEBEDE9ABFE}"/>
              </a:ext>
            </a:extLst>
          </p:cNvPr>
          <p:cNvSpPr>
            <a:spLocks noGrp="1"/>
          </p:cNvSpPr>
          <p:nvPr>
            <p:ph type="title"/>
          </p:nvPr>
        </p:nvSpPr>
        <p:spPr/>
        <p:txBody>
          <a:bodyPr/>
          <a:lstStyle/>
          <a:p>
            <a:r>
              <a:rPr lang="en-GB" dirty="0"/>
              <a:t>Libel and Defamation</a:t>
            </a:r>
          </a:p>
        </p:txBody>
      </p:sp>
      <p:sp>
        <p:nvSpPr>
          <p:cNvPr id="4" name="Text Placeholder 3">
            <a:extLst>
              <a:ext uri="{FF2B5EF4-FFF2-40B4-BE49-F238E27FC236}">
                <a16:creationId xmlns:a16="http://schemas.microsoft.com/office/drawing/2014/main" id="{FF4471ED-8C1D-C0B4-322D-AA8BBF357DDF}"/>
              </a:ext>
            </a:extLst>
          </p:cNvPr>
          <p:cNvSpPr>
            <a:spLocks noGrp="1"/>
          </p:cNvSpPr>
          <p:nvPr>
            <p:ph type="body" sz="quarter" idx="10"/>
          </p:nvPr>
        </p:nvSpPr>
        <p:spPr/>
        <p:txBody>
          <a:bodyPr/>
          <a:lstStyle/>
          <a:p>
            <a:r>
              <a:rPr lang="en-GB" dirty="0"/>
              <a:t>K8</a:t>
            </a:r>
          </a:p>
        </p:txBody>
      </p:sp>
      <p:sp>
        <p:nvSpPr>
          <p:cNvPr id="5" name="Text Placeholder 4">
            <a:extLst>
              <a:ext uri="{FF2B5EF4-FFF2-40B4-BE49-F238E27FC236}">
                <a16:creationId xmlns:a16="http://schemas.microsoft.com/office/drawing/2014/main" id="{8291DB7B-9538-F60D-A7EA-8A79D2FB60E8}"/>
              </a:ext>
            </a:extLst>
          </p:cNvPr>
          <p:cNvSpPr>
            <a:spLocks noGrp="1"/>
          </p:cNvSpPr>
          <p:nvPr>
            <p:ph type="body" sz="quarter" idx="11"/>
          </p:nvPr>
        </p:nvSpPr>
        <p:spPr/>
        <p:txBody>
          <a:bodyPr/>
          <a:lstStyle/>
          <a:p>
            <a:endParaRPr lang="en-GB"/>
          </a:p>
        </p:txBody>
      </p:sp>
    </p:spTree>
    <p:extLst>
      <p:ext uri="{BB962C8B-B14F-4D97-AF65-F5344CB8AC3E}">
        <p14:creationId xmlns:p14="http://schemas.microsoft.com/office/powerpoint/2010/main" val="270633007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3CFA80-09A1-A80A-ADBF-2B1A18ABDD4F}"/>
              </a:ext>
            </a:extLst>
          </p:cNvPr>
          <p:cNvSpPr>
            <a:spLocks noGrp="1"/>
          </p:cNvSpPr>
          <p:nvPr>
            <p:ph type="ctrTitle"/>
          </p:nvPr>
        </p:nvSpPr>
        <p:spPr/>
        <p:txBody>
          <a:bodyPr/>
          <a:lstStyle/>
          <a:p>
            <a:r>
              <a:rPr lang="en-GB" dirty="0"/>
              <a:t>Summary</a:t>
            </a:r>
          </a:p>
        </p:txBody>
      </p:sp>
      <p:sp>
        <p:nvSpPr>
          <p:cNvPr id="3" name="Subtitle 2">
            <a:extLst>
              <a:ext uri="{FF2B5EF4-FFF2-40B4-BE49-F238E27FC236}">
                <a16:creationId xmlns:a16="http://schemas.microsoft.com/office/drawing/2014/main" id="{0750175E-7B34-CE76-26D7-CCBFF8A3C44F}"/>
              </a:ext>
            </a:extLst>
          </p:cNvPr>
          <p:cNvSpPr>
            <a:spLocks noGrp="1"/>
          </p:cNvSpPr>
          <p:nvPr>
            <p:ph type="subTitle" idx="1"/>
          </p:nvPr>
        </p:nvSpPr>
        <p:spPr/>
        <p:txBody>
          <a:bodyPr/>
          <a:lstStyle/>
          <a:p>
            <a:endParaRPr lang="en-GB"/>
          </a:p>
        </p:txBody>
      </p:sp>
    </p:spTree>
    <p:extLst>
      <p:ext uri="{BB962C8B-B14F-4D97-AF65-F5344CB8AC3E}">
        <p14:creationId xmlns:p14="http://schemas.microsoft.com/office/powerpoint/2010/main" val="250798999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B3882F-78FD-6A9E-9FC7-D8256C8049F2}"/>
              </a:ext>
            </a:extLst>
          </p:cNvPr>
          <p:cNvSpPr>
            <a:spLocks noGrp="1"/>
          </p:cNvSpPr>
          <p:nvPr>
            <p:ph type="title"/>
          </p:nvPr>
        </p:nvSpPr>
        <p:spPr/>
        <p:txBody>
          <a:bodyPr/>
          <a:lstStyle/>
          <a:p>
            <a:r>
              <a:rPr lang="en-GB" dirty="0"/>
              <a:t>Course Summary</a:t>
            </a:r>
          </a:p>
        </p:txBody>
      </p:sp>
      <p:sp>
        <p:nvSpPr>
          <p:cNvPr id="8" name="Content Placeholder 7">
            <a:extLst>
              <a:ext uri="{FF2B5EF4-FFF2-40B4-BE49-F238E27FC236}">
                <a16:creationId xmlns:a16="http://schemas.microsoft.com/office/drawing/2014/main" id="{542BCA84-A954-2C61-A88D-253467BB33B0}"/>
              </a:ext>
            </a:extLst>
          </p:cNvPr>
          <p:cNvSpPr>
            <a:spLocks noGrp="1"/>
          </p:cNvSpPr>
          <p:nvPr>
            <p:ph idx="1"/>
          </p:nvPr>
        </p:nvSpPr>
        <p:spPr/>
        <p:txBody>
          <a:bodyPr>
            <a:normAutofit fontScale="55000" lnSpcReduction="20000"/>
          </a:bodyPr>
          <a:lstStyle/>
          <a:p>
            <a:pPr marL="0" indent="0">
              <a:buNone/>
            </a:pPr>
            <a:r>
              <a:rPr lang="en-GB" sz="2900" b="1" dirty="0"/>
              <a:t>Session Aim</a:t>
            </a:r>
          </a:p>
          <a:p>
            <a:pPr>
              <a:lnSpc>
                <a:spcPct val="120000"/>
              </a:lnSpc>
            </a:pPr>
            <a:r>
              <a:rPr lang="en-US" dirty="0"/>
              <a:t>Identify the legislation and laws within Software Development and relate them to your work (D8, D10, D19, D21)</a:t>
            </a:r>
          </a:p>
          <a:p>
            <a:pPr marL="0" indent="0">
              <a:buNone/>
            </a:pPr>
            <a:endParaRPr lang="en-GB" dirty="0"/>
          </a:p>
          <a:p>
            <a:pPr marL="0" indent="0">
              <a:buNone/>
            </a:pPr>
            <a:r>
              <a:rPr lang="en-GB" sz="2900" b="1" dirty="0"/>
              <a:t>Objectives</a:t>
            </a:r>
          </a:p>
        </p:txBody>
      </p:sp>
      <p:graphicFrame>
        <p:nvGraphicFramePr>
          <p:cNvPr id="5" name="Content Placeholder 4">
            <a:extLst>
              <a:ext uri="{FF2B5EF4-FFF2-40B4-BE49-F238E27FC236}">
                <a16:creationId xmlns:a16="http://schemas.microsoft.com/office/drawing/2014/main" id="{938B9B91-E137-5B2C-C70E-E4C48DC3595E}"/>
              </a:ext>
            </a:extLst>
          </p:cNvPr>
          <p:cNvGraphicFramePr>
            <a:graphicFrameLocks noGrp="1"/>
          </p:cNvGraphicFramePr>
          <p:nvPr>
            <p:ph sz="quarter" idx="11"/>
            <p:extLst>
              <p:ext uri="{D42A27DB-BD31-4B8C-83A1-F6EECF244321}">
                <p14:modId xmlns:p14="http://schemas.microsoft.com/office/powerpoint/2010/main" val="3894275060"/>
              </p:ext>
            </p:extLst>
          </p:nvPr>
        </p:nvGraphicFramePr>
        <p:xfrm>
          <a:off x="2251075" y="3038475"/>
          <a:ext cx="9801225" cy="36449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57499275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D27D2C-9DA5-8B0F-A9BA-C713B9E36CF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42EF2934-04C2-11C6-7FAA-A1F417211587}"/>
              </a:ext>
            </a:extLst>
          </p:cNvPr>
          <p:cNvSpPr>
            <a:spLocks noGrp="1"/>
          </p:cNvSpPr>
          <p:nvPr>
            <p:ph type="title"/>
          </p:nvPr>
        </p:nvSpPr>
        <p:spPr/>
        <p:txBody>
          <a:bodyPr>
            <a:normAutofit/>
          </a:bodyPr>
          <a:lstStyle/>
          <a:p>
            <a:r>
              <a:rPr lang="en-GB" dirty="0"/>
              <a:t>Competencies and Coverage</a:t>
            </a:r>
          </a:p>
        </p:txBody>
      </p:sp>
      <p:graphicFrame>
        <p:nvGraphicFramePr>
          <p:cNvPr id="2" name="Table 4">
            <a:extLst>
              <a:ext uri="{FF2B5EF4-FFF2-40B4-BE49-F238E27FC236}">
                <a16:creationId xmlns:a16="http://schemas.microsoft.com/office/drawing/2014/main" id="{74A1E387-9831-79F4-D04E-2948AED79C04}"/>
              </a:ext>
            </a:extLst>
          </p:cNvPr>
          <p:cNvGraphicFramePr>
            <a:graphicFrameLocks noGrp="1"/>
          </p:cNvGraphicFramePr>
          <p:nvPr>
            <p:extLst>
              <p:ext uri="{D42A27DB-BD31-4B8C-83A1-F6EECF244321}">
                <p14:modId xmlns:p14="http://schemas.microsoft.com/office/powerpoint/2010/main" val="2514340147"/>
              </p:ext>
            </p:extLst>
          </p:nvPr>
        </p:nvGraphicFramePr>
        <p:xfrm>
          <a:off x="264883" y="2498799"/>
          <a:ext cx="8127999" cy="1371600"/>
        </p:xfrm>
        <a:graphic>
          <a:graphicData uri="http://schemas.openxmlformats.org/drawingml/2006/table">
            <a:tbl>
              <a:tblPr firstRow="1" bandRow="1">
                <a:tableStyleId>{69012ECD-51FC-41F1-AA8D-1B2483CD663E}</a:tableStyleId>
              </a:tblPr>
              <a:tblGrid>
                <a:gridCol w="2709333">
                  <a:extLst>
                    <a:ext uri="{9D8B030D-6E8A-4147-A177-3AD203B41FA5}">
                      <a16:colId xmlns:a16="http://schemas.microsoft.com/office/drawing/2014/main" val="3030813770"/>
                    </a:ext>
                  </a:extLst>
                </a:gridCol>
                <a:gridCol w="2709333">
                  <a:extLst>
                    <a:ext uri="{9D8B030D-6E8A-4147-A177-3AD203B41FA5}">
                      <a16:colId xmlns:a16="http://schemas.microsoft.com/office/drawing/2014/main" val="79954557"/>
                    </a:ext>
                  </a:extLst>
                </a:gridCol>
                <a:gridCol w="2709333">
                  <a:extLst>
                    <a:ext uri="{9D8B030D-6E8A-4147-A177-3AD203B41FA5}">
                      <a16:colId xmlns:a16="http://schemas.microsoft.com/office/drawing/2014/main" val="1113414384"/>
                    </a:ext>
                  </a:extLst>
                </a:gridCol>
              </a:tblGrid>
              <a:tr h="238094">
                <a:tc gridSpan="3">
                  <a:txBody>
                    <a:bodyPr/>
                    <a:lstStyle/>
                    <a:p>
                      <a:pPr algn="ctr"/>
                      <a:r>
                        <a:rPr lang="en-GB" dirty="0"/>
                        <a:t>Professional Discussion underpinned by Portfolio</a:t>
                      </a:r>
                    </a:p>
                  </a:txBody>
                  <a:tcPr/>
                </a:tc>
                <a:tc hMerge="1">
                  <a:txBody>
                    <a:bodyPr/>
                    <a:lstStyle/>
                    <a:p>
                      <a:endParaRPr lang="en-GB" dirty="0"/>
                    </a:p>
                  </a:txBody>
                  <a:tcPr/>
                </a:tc>
                <a:tc hMerge="1">
                  <a:txBody>
                    <a:bodyPr/>
                    <a:lstStyle/>
                    <a:p>
                      <a:endParaRPr lang="en-GB" dirty="0"/>
                    </a:p>
                  </a:txBody>
                  <a:tcPr/>
                </a:tc>
                <a:extLst>
                  <a:ext uri="{0D108BD9-81ED-4DB2-BD59-A6C34878D82A}">
                    <a16:rowId xmlns:a16="http://schemas.microsoft.com/office/drawing/2014/main" val="432273095"/>
                  </a:ext>
                </a:extLst>
              </a:tr>
              <a:tr h="238094">
                <a:tc>
                  <a:txBody>
                    <a:bodyPr/>
                    <a:lstStyle/>
                    <a:p>
                      <a:pPr algn="ctr"/>
                      <a:r>
                        <a:rPr lang="en-GB" b="1" dirty="0">
                          <a:solidFill>
                            <a:schemeClr val="tx2"/>
                          </a:solidFill>
                        </a:rPr>
                        <a:t>Knowledge</a:t>
                      </a:r>
                    </a:p>
                  </a:txBody>
                  <a:tcPr/>
                </a:tc>
                <a:tc>
                  <a:txBody>
                    <a:bodyPr/>
                    <a:lstStyle/>
                    <a:p>
                      <a:pPr algn="ctr"/>
                      <a:r>
                        <a:rPr lang="en-GB" b="1" dirty="0">
                          <a:solidFill>
                            <a:schemeClr val="tx2"/>
                          </a:solidFill>
                        </a:rPr>
                        <a:t>Skills</a:t>
                      </a:r>
                    </a:p>
                  </a:txBody>
                  <a:tcPr/>
                </a:tc>
                <a:tc>
                  <a:txBody>
                    <a:bodyPr/>
                    <a:lstStyle/>
                    <a:p>
                      <a:pPr algn="ctr"/>
                      <a:r>
                        <a:rPr lang="en-GB" b="1" dirty="0">
                          <a:solidFill>
                            <a:schemeClr val="tx2"/>
                          </a:solidFill>
                        </a:rPr>
                        <a:t>Behaviours</a:t>
                      </a:r>
                    </a:p>
                  </a:txBody>
                  <a:tcPr/>
                </a:tc>
                <a:extLst>
                  <a:ext uri="{0D108BD9-81ED-4DB2-BD59-A6C34878D82A}">
                    <a16:rowId xmlns:a16="http://schemas.microsoft.com/office/drawing/2014/main" val="2345125783"/>
                  </a:ext>
                </a:extLst>
              </a:tr>
              <a:tr h="515930">
                <a:tc>
                  <a:txBody>
                    <a:bodyPr/>
                    <a:lstStyle/>
                    <a:p>
                      <a:pPr algn="ctr"/>
                      <a:r>
                        <a:rPr lang="en-GB" sz="1800" kern="1200" dirty="0">
                          <a:solidFill>
                            <a:schemeClr val="bg1">
                              <a:lumMod val="75000"/>
                            </a:schemeClr>
                          </a:solidFill>
                          <a:latin typeface="+mn-lt"/>
                          <a:ea typeface="+mn-ea"/>
                          <a:cs typeface="+mn-cs"/>
                        </a:rPr>
                        <a:t>K1, K3, K4, K5, K7, </a:t>
                      </a:r>
                      <a:r>
                        <a:rPr lang="en-GB" sz="1800" b="1" kern="1200" dirty="0">
                          <a:solidFill>
                            <a:schemeClr val="tx1"/>
                          </a:solidFill>
                          <a:latin typeface="+mn-lt"/>
                          <a:ea typeface="+mn-ea"/>
                          <a:cs typeface="+mn-cs"/>
                        </a:rPr>
                        <a:t>K8</a:t>
                      </a:r>
                      <a:r>
                        <a:rPr lang="en-GB" sz="1800" kern="1200" dirty="0">
                          <a:solidFill>
                            <a:schemeClr val="bg1">
                              <a:lumMod val="75000"/>
                            </a:schemeClr>
                          </a:solidFill>
                          <a:latin typeface="+mn-lt"/>
                          <a:ea typeface="+mn-ea"/>
                          <a:cs typeface="+mn-cs"/>
                        </a:rPr>
                        <a:t>, K10, K12</a:t>
                      </a:r>
                    </a:p>
                  </a:txBody>
                  <a:tcPr/>
                </a:tc>
                <a:tc>
                  <a:txBody>
                    <a:bodyPr/>
                    <a:lstStyle/>
                    <a:p>
                      <a:pPr algn="ctr"/>
                      <a:r>
                        <a:rPr lang="en-GB" sz="1800" kern="1200" dirty="0">
                          <a:solidFill>
                            <a:schemeClr val="bg1">
                              <a:lumMod val="75000"/>
                            </a:schemeClr>
                          </a:solidFill>
                          <a:latin typeface="+mn-lt"/>
                          <a:ea typeface="+mn-ea"/>
                          <a:cs typeface="+mn-cs"/>
                        </a:rPr>
                        <a:t>S2, S3, S5, S8, S9, S13, S14, S15, </a:t>
                      </a:r>
                      <a:r>
                        <a:rPr lang="en-GB" sz="1800" b="1" kern="1200" dirty="0">
                          <a:solidFill>
                            <a:schemeClr val="tx1"/>
                          </a:solidFill>
                          <a:latin typeface="+mn-lt"/>
                          <a:ea typeface="+mn-ea"/>
                          <a:cs typeface="+mn-cs"/>
                        </a:rPr>
                        <a:t>S17</a:t>
                      </a:r>
                    </a:p>
                  </a:txBody>
                  <a:tcPr/>
                </a:tc>
                <a:tc>
                  <a:txBody>
                    <a:bodyPr/>
                    <a:lstStyle/>
                    <a:p>
                      <a:pPr algn="ctr"/>
                      <a:r>
                        <a:rPr lang="en-GB" sz="1800" b="1" kern="1200" dirty="0">
                          <a:solidFill>
                            <a:schemeClr val="tx1"/>
                          </a:solidFill>
                          <a:latin typeface="+mn-lt"/>
                          <a:ea typeface="+mn-ea"/>
                          <a:cs typeface="+mn-cs"/>
                        </a:rPr>
                        <a:t>B1</a:t>
                      </a:r>
                      <a:r>
                        <a:rPr lang="en-GB" sz="1800" kern="1200" dirty="0">
                          <a:solidFill>
                            <a:schemeClr val="bg1">
                              <a:lumMod val="75000"/>
                            </a:schemeClr>
                          </a:solidFill>
                          <a:latin typeface="+mn-lt"/>
                          <a:ea typeface="+mn-ea"/>
                          <a:cs typeface="+mn-cs"/>
                        </a:rPr>
                        <a:t>, </a:t>
                      </a:r>
                      <a:r>
                        <a:rPr lang="en-GB" sz="1800" b="1" kern="1200" dirty="0">
                          <a:solidFill>
                            <a:schemeClr val="tx1"/>
                          </a:solidFill>
                          <a:latin typeface="+mn-lt"/>
                          <a:ea typeface="+mn-ea"/>
                          <a:cs typeface="+mn-cs"/>
                        </a:rPr>
                        <a:t>B4</a:t>
                      </a:r>
                      <a:r>
                        <a:rPr lang="en-GB" sz="1800" kern="1200" dirty="0">
                          <a:solidFill>
                            <a:schemeClr val="bg1">
                              <a:lumMod val="75000"/>
                            </a:schemeClr>
                          </a:solidFill>
                          <a:latin typeface="+mn-lt"/>
                          <a:ea typeface="+mn-ea"/>
                          <a:cs typeface="+mn-cs"/>
                        </a:rPr>
                        <a:t>, </a:t>
                      </a:r>
                      <a:r>
                        <a:rPr lang="en-GB" sz="1800" b="1" kern="1200" dirty="0">
                          <a:solidFill>
                            <a:schemeClr val="tx1"/>
                          </a:solidFill>
                          <a:latin typeface="+mn-lt"/>
                          <a:ea typeface="+mn-ea"/>
                          <a:cs typeface="+mn-cs"/>
                        </a:rPr>
                        <a:t>B5</a:t>
                      </a:r>
                      <a:r>
                        <a:rPr lang="en-GB" sz="1800" kern="1200" dirty="0">
                          <a:solidFill>
                            <a:schemeClr val="bg1">
                              <a:lumMod val="75000"/>
                            </a:schemeClr>
                          </a:solidFill>
                          <a:latin typeface="+mn-lt"/>
                          <a:ea typeface="+mn-ea"/>
                          <a:cs typeface="+mn-cs"/>
                        </a:rPr>
                        <a:t>, </a:t>
                      </a:r>
                      <a:r>
                        <a:rPr lang="en-GB" sz="1800" b="1" kern="1200" dirty="0">
                          <a:solidFill>
                            <a:schemeClr val="tx1"/>
                          </a:solidFill>
                          <a:latin typeface="+mn-lt"/>
                          <a:ea typeface="+mn-ea"/>
                          <a:cs typeface="+mn-cs"/>
                        </a:rPr>
                        <a:t>B6</a:t>
                      </a:r>
                      <a:r>
                        <a:rPr lang="en-GB" sz="1800" kern="1200" dirty="0">
                          <a:solidFill>
                            <a:schemeClr val="bg1">
                              <a:lumMod val="75000"/>
                            </a:schemeClr>
                          </a:solidFill>
                          <a:latin typeface="+mn-lt"/>
                          <a:ea typeface="+mn-ea"/>
                          <a:cs typeface="+mn-cs"/>
                        </a:rPr>
                        <a:t>, B7, B8, </a:t>
                      </a:r>
                      <a:r>
                        <a:rPr lang="en-GB" sz="1800" b="1" kern="1200" dirty="0">
                          <a:solidFill>
                            <a:schemeClr val="tx1"/>
                          </a:solidFill>
                          <a:latin typeface="+mn-lt"/>
                          <a:ea typeface="+mn-ea"/>
                          <a:cs typeface="+mn-cs"/>
                        </a:rPr>
                        <a:t>B9</a:t>
                      </a:r>
                    </a:p>
                  </a:txBody>
                  <a:tcPr/>
                </a:tc>
                <a:extLst>
                  <a:ext uri="{0D108BD9-81ED-4DB2-BD59-A6C34878D82A}">
                    <a16:rowId xmlns:a16="http://schemas.microsoft.com/office/drawing/2014/main" val="2058850495"/>
                  </a:ext>
                </a:extLst>
              </a:tr>
            </a:tbl>
          </a:graphicData>
        </a:graphic>
      </p:graphicFrame>
      <p:graphicFrame>
        <p:nvGraphicFramePr>
          <p:cNvPr id="5" name="Table 4">
            <a:extLst>
              <a:ext uri="{FF2B5EF4-FFF2-40B4-BE49-F238E27FC236}">
                <a16:creationId xmlns:a16="http://schemas.microsoft.com/office/drawing/2014/main" id="{7A5AFD3F-E2D6-B448-C70E-30D205E640DF}"/>
              </a:ext>
            </a:extLst>
          </p:cNvPr>
          <p:cNvGraphicFramePr>
            <a:graphicFrameLocks noGrp="1"/>
          </p:cNvGraphicFramePr>
          <p:nvPr/>
        </p:nvGraphicFramePr>
        <p:xfrm>
          <a:off x="3799118" y="4327941"/>
          <a:ext cx="8127999" cy="1371600"/>
        </p:xfrm>
        <a:graphic>
          <a:graphicData uri="http://schemas.openxmlformats.org/drawingml/2006/table">
            <a:tbl>
              <a:tblPr firstRow="1" bandRow="1">
                <a:tableStyleId>{72833802-FEF1-4C79-8D5D-14CF1EAF98D9}</a:tableStyleId>
              </a:tblPr>
              <a:tblGrid>
                <a:gridCol w="2709333">
                  <a:extLst>
                    <a:ext uri="{9D8B030D-6E8A-4147-A177-3AD203B41FA5}">
                      <a16:colId xmlns:a16="http://schemas.microsoft.com/office/drawing/2014/main" val="3030813770"/>
                    </a:ext>
                  </a:extLst>
                </a:gridCol>
                <a:gridCol w="2709333">
                  <a:extLst>
                    <a:ext uri="{9D8B030D-6E8A-4147-A177-3AD203B41FA5}">
                      <a16:colId xmlns:a16="http://schemas.microsoft.com/office/drawing/2014/main" val="79954557"/>
                    </a:ext>
                  </a:extLst>
                </a:gridCol>
                <a:gridCol w="2709333">
                  <a:extLst>
                    <a:ext uri="{9D8B030D-6E8A-4147-A177-3AD203B41FA5}">
                      <a16:colId xmlns:a16="http://schemas.microsoft.com/office/drawing/2014/main" val="1113414384"/>
                    </a:ext>
                  </a:extLst>
                </a:gridCol>
              </a:tblGrid>
              <a:tr h="186663">
                <a:tc gridSpan="3">
                  <a:txBody>
                    <a:bodyPr/>
                    <a:lstStyle/>
                    <a:p>
                      <a:pPr algn="ctr"/>
                      <a:r>
                        <a:rPr lang="en-GB" dirty="0"/>
                        <a:t>Work-based Project with Questioning</a:t>
                      </a:r>
                    </a:p>
                  </a:txBody>
                  <a:tcPr/>
                </a:tc>
                <a:tc hMerge="1">
                  <a:txBody>
                    <a:bodyPr/>
                    <a:lstStyle/>
                    <a:p>
                      <a:endParaRPr lang="en-GB" dirty="0"/>
                    </a:p>
                  </a:txBody>
                  <a:tcPr/>
                </a:tc>
                <a:tc hMerge="1">
                  <a:txBody>
                    <a:bodyPr/>
                    <a:lstStyle/>
                    <a:p>
                      <a:endParaRPr lang="en-GB" dirty="0"/>
                    </a:p>
                  </a:txBody>
                  <a:tcPr/>
                </a:tc>
                <a:extLst>
                  <a:ext uri="{0D108BD9-81ED-4DB2-BD59-A6C34878D82A}">
                    <a16:rowId xmlns:a16="http://schemas.microsoft.com/office/drawing/2014/main" val="432273095"/>
                  </a:ext>
                </a:extLst>
              </a:tr>
              <a:tr h="186663">
                <a:tc>
                  <a:txBody>
                    <a:bodyPr/>
                    <a:lstStyle/>
                    <a:p>
                      <a:pPr algn="ctr"/>
                      <a:r>
                        <a:rPr lang="en-GB" b="1" dirty="0">
                          <a:solidFill>
                            <a:schemeClr val="tx2"/>
                          </a:solidFill>
                        </a:rPr>
                        <a:t>Knowledge</a:t>
                      </a:r>
                    </a:p>
                  </a:txBody>
                  <a:tcPr/>
                </a:tc>
                <a:tc>
                  <a:txBody>
                    <a:bodyPr/>
                    <a:lstStyle/>
                    <a:p>
                      <a:pPr algn="ctr"/>
                      <a:r>
                        <a:rPr lang="en-GB" b="1" dirty="0">
                          <a:solidFill>
                            <a:schemeClr val="tx2"/>
                          </a:solidFill>
                        </a:rPr>
                        <a:t>Skills</a:t>
                      </a:r>
                    </a:p>
                  </a:txBody>
                  <a:tcPr/>
                </a:tc>
                <a:tc>
                  <a:txBody>
                    <a:bodyPr/>
                    <a:lstStyle/>
                    <a:p>
                      <a:pPr algn="ctr"/>
                      <a:r>
                        <a:rPr lang="en-GB" b="1" dirty="0">
                          <a:solidFill>
                            <a:schemeClr val="tx2"/>
                          </a:solidFill>
                        </a:rPr>
                        <a:t>Behaviours</a:t>
                      </a:r>
                    </a:p>
                  </a:txBody>
                  <a:tcPr/>
                </a:tc>
                <a:extLst>
                  <a:ext uri="{0D108BD9-81ED-4DB2-BD59-A6C34878D82A}">
                    <a16:rowId xmlns:a16="http://schemas.microsoft.com/office/drawing/2014/main" val="2345125783"/>
                  </a:ext>
                </a:extLst>
              </a:tr>
              <a:tr h="388410">
                <a:tc>
                  <a:txBody>
                    <a:bodyPr/>
                    <a:lstStyle/>
                    <a:p>
                      <a:pPr algn="ctr"/>
                      <a:r>
                        <a:rPr lang="en-GB" sz="1800" kern="1200" dirty="0">
                          <a:solidFill>
                            <a:schemeClr val="bg1">
                              <a:lumMod val="75000"/>
                            </a:schemeClr>
                          </a:solidFill>
                          <a:latin typeface="+mn-lt"/>
                          <a:ea typeface="+mn-ea"/>
                          <a:cs typeface="+mn-cs"/>
                        </a:rPr>
                        <a:t>K2, K6, K9, K11</a:t>
                      </a:r>
                    </a:p>
                  </a:txBody>
                  <a:tcPr/>
                </a:tc>
                <a:tc>
                  <a:txBody>
                    <a:bodyPr/>
                    <a:lstStyle/>
                    <a:p>
                      <a:pPr algn="ctr"/>
                      <a:r>
                        <a:rPr lang="en-GB" sz="1800" kern="1200" dirty="0">
                          <a:solidFill>
                            <a:schemeClr val="bg1">
                              <a:lumMod val="75000"/>
                            </a:schemeClr>
                          </a:solidFill>
                          <a:latin typeface="+mn-lt"/>
                          <a:ea typeface="+mn-ea"/>
                          <a:cs typeface="+mn-cs"/>
                        </a:rPr>
                        <a:t>S1, S4, S6, S7, S10, S11, S12, S16</a:t>
                      </a:r>
                    </a:p>
                  </a:txBody>
                  <a:tcPr/>
                </a:tc>
                <a:tc>
                  <a:txBody>
                    <a:bodyPr/>
                    <a:lstStyle/>
                    <a:p>
                      <a:pPr algn="ctr"/>
                      <a:r>
                        <a:rPr lang="en-GB" sz="1800" kern="1200" dirty="0">
                          <a:solidFill>
                            <a:schemeClr val="bg1">
                              <a:lumMod val="75000"/>
                            </a:schemeClr>
                          </a:solidFill>
                          <a:latin typeface="+mn-lt"/>
                          <a:ea typeface="+mn-ea"/>
                          <a:cs typeface="+mn-cs"/>
                        </a:rPr>
                        <a:t>B2, </a:t>
                      </a:r>
                      <a:r>
                        <a:rPr lang="en-GB" sz="1800" b="1" kern="1200" dirty="0">
                          <a:solidFill>
                            <a:schemeClr val="tx1"/>
                          </a:solidFill>
                          <a:latin typeface="+mn-lt"/>
                          <a:ea typeface="+mn-ea"/>
                          <a:cs typeface="+mn-cs"/>
                        </a:rPr>
                        <a:t>B3</a:t>
                      </a:r>
                    </a:p>
                  </a:txBody>
                  <a:tcPr/>
                </a:tc>
                <a:extLst>
                  <a:ext uri="{0D108BD9-81ED-4DB2-BD59-A6C34878D82A}">
                    <a16:rowId xmlns:a16="http://schemas.microsoft.com/office/drawing/2014/main" val="2058850495"/>
                  </a:ext>
                </a:extLst>
              </a:tr>
            </a:tbl>
          </a:graphicData>
        </a:graphic>
      </p:graphicFrame>
    </p:spTree>
    <p:custDataLst>
      <p:tags r:id="rId1"/>
    </p:custDataLst>
    <p:extLst>
      <p:ext uri="{BB962C8B-B14F-4D97-AF65-F5344CB8AC3E}">
        <p14:creationId xmlns:p14="http://schemas.microsoft.com/office/powerpoint/2010/main" val="424164533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E92F91-456C-7A83-3869-3712623534B9}"/>
              </a:ext>
            </a:extLst>
          </p:cNvPr>
          <p:cNvSpPr>
            <a:spLocks noGrp="1"/>
          </p:cNvSpPr>
          <p:nvPr>
            <p:ph type="body" sz="quarter" idx="10"/>
          </p:nvPr>
        </p:nvSpPr>
        <p:spPr/>
        <p:txBody>
          <a:bodyPr/>
          <a:lstStyle/>
          <a:p>
            <a:endParaRPr lang="en-GB"/>
          </a:p>
        </p:txBody>
      </p:sp>
      <p:sp>
        <p:nvSpPr>
          <p:cNvPr id="3" name="Title 2">
            <a:extLst>
              <a:ext uri="{FF2B5EF4-FFF2-40B4-BE49-F238E27FC236}">
                <a16:creationId xmlns:a16="http://schemas.microsoft.com/office/drawing/2014/main" id="{1CBAF9C0-7DB5-4966-DFE1-68E814A873A7}"/>
              </a:ext>
            </a:extLst>
          </p:cNvPr>
          <p:cNvSpPr>
            <a:spLocks noGrp="1"/>
          </p:cNvSpPr>
          <p:nvPr>
            <p:ph type="title"/>
          </p:nvPr>
        </p:nvSpPr>
        <p:spPr/>
        <p:txBody>
          <a:bodyPr/>
          <a:lstStyle/>
          <a:p>
            <a:endParaRPr lang="en-GB"/>
          </a:p>
        </p:txBody>
      </p:sp>
    </p:spTree>
    <p:extLst>
      <p:ext uri="{BB962C8B-B14F-4D97-AF65-F5344CB8AC3E}">
        <p14:creationId xmlns:p14="http://schemas.microsoft.com/office/powerpoint/2010/main" val="177413894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1_Office Theme">
  <a:themeElements>
    <a:clrScheme name="Firebrand">
      <a:dk1>
        <a:srgbClr val="111110"/>
      </a:dk1>
      <a:lt1>
        <a:srgbClr val="FFFFFF"/>
      </a:lt1>
      <a:dk2>
        <a:srgbClr val="3B3B3A"/>
      </a:dk2>
      <a:lt2>
        <a:srgbClr val="F9F7F7"/>
      </a:lt2>
      <a:accent1>
        <a:srgbClr val="D30047"/>
      </a:accent1>
      <a:accent2>
        <a:srgbClr val="FF6717"/>
      </a:accent2>
      <a:accent3>
        <a:srgbClr val="FFDB46"/>
      </a:accent3>
      <a:accent4>
        <a:srgbClr val="D30047"/>
      </a:accent4>
      <a:accent5>
        <a:srgbClr val="FF6717"/>
      </a:accent5>
      <a:accent6>
        <a:srgbClr val="FFDB46"/>
      </a:accent6>
      <a:hlink>
        <a:srgbClr val="00B0F0"/>
      </a:hlink>
      <a:folHlink>
        <a:srgbClr val="00CFBF"/>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5907E80B901FE44787F31FF6EE1E667A" ma:contentTypeVersion="12" ma:contentTypeDescription="Create a new document." ma:contentTypeScope="" ma:versionID="36f97bdd8a811af635b62d6528a9f31f">
  <xsd:schema xmlns:xsd="http://www.w3.org/2001/XMLSchema" xmlns:xs="http://www.w3.org/2001/XMLSchema" xmlns:p="http://schemas.microsoft.com/office/2006/metadata/properties" xmlns:ns2="30b87968-6865-4029-8dea-377bb56c67df" xmlns:ns3="07227ca3-12f4-4989-82a5-2752d4afcbb2" targetNamespace="http://schemas.microsoft.com/office/2006/metadata/properties" ma:root="true" ma:fieldsID="9a7b9cdf5da5d647bb3de7c041bfbd25" ns2:_="" ns3:_="">
    <xsd:import namespace="30b87968-6865-4029-8dea-377bb56c67df"/>
    <xsd:import namespace="07227ca3-12f4-4989-82a5-2752d4afcbb2"/>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0b87968-6865-4029-8dea-377bb56c67d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42764dbc-7309-45b3-8ffb-b5aa3fc55abb"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07227ca3-12f4-4989-82a5-2752d4afcbb2"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bf150ec1-2474-4b82-8252-cfef7524f9d2}" ma:internalName="TaxCatchAll" ma:showField="CatchAllData" ma:web="07227ca3-12f4-4989-82a5-2752d4afcbb2">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30b87968-6865-4029-8dea-377bb56c67df">
      <Terms xmlns="http://schemas.microsoft.com/office/infopath/2007/PartnerControls"/>
    </lcf76f155ced4ddcb4097134ff3c332f>
    <TaxCatchAll xmlns="07227ca3-12f4-4989-82a5-2752d4afcbb2" xsi:nil="true"/>
  </documentManagement>
</p:properties>
</file>

<file path=customXml/itemProps1.xml><?xml version="1.0" encoding="utf-8"?>
<ds:datastoreItem xmlns:ds="http://schemas.openxmlformats.org/officeDocument/2006/customXml" ds:itemID="{42238B2B-749C-442A-9899-6F2A92B3828C}">
  <ds:schemaRefs>
    <ds:schemaRef ds:uri="http://schemas.microsoft.com/sharepoint/v3/contenttype/forms"/>
  </ds:schemaRefs>
</ds:datastoreItem>
</file>

<file path=customXml/itemProps2.xml><?xml version="1.0" encoding="utf-8"?>
<ds:datastoreItem xmlns:ds="http://schemas.openxmlformats.org/officeDocument/2006/customXml" ds:itemID="{9D9BFD61-EB08-4D45-90FD-DE8BBD713B4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0b87968-6865-4029-8dea-377bb56c67df"/>
    <ds:schemaRef ds:uri="07227ca3-12f4-4989-82a5-2752d4afcbb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26831D08-0091-4FD6-BC61-A7A261C1F3EB}">
  <ds:schemaRefs>
    <ds:schemaRef ds:uri="http://purl.org/dc/terms/"/>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c69e57dd-4b01-4106-900e-f9a18139baff"/>
    <ds:schemaRef ds:uri="967f75fe-2e59-4dde-be94-0a8bfc312cf2"/>
    <ds:schemaRef ds:uri="http://schemas.microsoft.com/office/2006/metadata/properties"/>
    <ds:schemaRef ds:uri="http://www.w3.org/XML/1998/namespace"/>
    <ds:schemaRef ds:uri="http://purl.org/dc/dcmitype/"/>
    <ds:schemaRef ds:uri="ca7576cf-6e24-46cd-9834-137838317a61"/>
    <ds:schemaRef ds:uri="e7c3de4d-a658-4fb0-9e10-c4121cf93e9c"/>
    <ds:schemaRef ds:uri="30b87968-6865-4029-8dea-377bb56c67df"/>
    <ds:schemaRef ds:uri="07227ca3-12f4-4989-82a5-2752d4afcbb2"/>
  </ds:schemaRefs>
</ds:datastoreItem>
</file>

<file path=docMetadata/LabelInfo.xml><?xml version="1.0" encoding="utf-8"?>
<clbl:labelList xmlns:clbl="http://schemas.microsoft.com/office/2020/mipLabelMetadata">
  <clbl:label id="{3e2d752b-4bff-4307-bf29-f83cd9f18672}" enabled="0" method="" siteId="{3e2d752b-4bff-4307-bf29-f83cd9f18672}" removed="1"/>
</clbl:labelList>
</file>

<file path=docProps/app.xml><?xml version="1.0" encoding="utf-8"?>
<Properties xmlns="http://schemas.openxmlformats.org/officeDocument/2006/extended-properties" xmlns:vt="http://schemas.openxmlformats.org/officeDocument/2006/docPropsVTypes">
  <Template/>
  <TotalTime>5503</TotalTime>
  <Words>5422</Words>
  <Application>Microsoft Office PowerPoint</Application>
  <PresentationFormat>Widescreen</PresentationFormat>
  <Paragraphs>656</Paragraphs>
  <Slides>61</Slides>
  <Notes>11</Notes>
  <HiddenSlides>0</HiddenSlides>
  <MMClips>3</MMClips>
  <ScaleCrop>false</ScaleCrop>
  <HeadingPairs>
    <vt:vector size="4" baseType="variant">
      <vt:variant>
        <vt:lpstr>Theme</vt:lpstr>
      </vt:variant>
      <vt:variant>
        <vt:i4>1</vt:i4>
      </vt:variant>
      <vt:variant>
        <vt:lpstr>Slide Titles</vt:lpstr>
      </vt:variant>
      <vt:variant>
        <vt:i4>61</vt:i4>
      </vt:variant>
    </vt:vector>
  </HeadingPairs>
  <TitlesOfParts>
    <vt:vector size="62" baseType="lpstr">
      <vt:lpstr>1_Office Theme</vt:lpstr>
      <vt:lpstr>Recording</vt:lpstr>
      <vt:lpstr>Laws and Legislation</vt:lpstr>
      <vt:lpstr>PowerPoint Presentation</vt:lpstr>
      <vt:lpstr>PowerPoint Presentation</vt:lpstr>
      <vt:lpstr>Learning Aim and Objectives</vt:lpstr>
      <vt:lpstr>Competencies and Coverage</vt:lpstr>
      <vt:lpstr>Laws, Legislation and Standards</vt:lpstr>
      <vt:lpstr>Introduction</vt:lpstr>
      <vt:lpstr>Why?</vt:lpstr>
      <vt:lpstr>Computer Misuse Act</vt:lpstr>
      <vt:lpstr>Computer Misuse Act</vt:lpstr>
      <vt:lpstr>Computer Misuse Act</vt:lpstr>
      <vt:lpstr>Computer Misuse</vt:lpstr>
      <vt:lpstr>Health and Safety</vt:lpstr>
      <vt:lpstr>Health and Safety</vt:lpstr>
      <vt:lpstr>Health and Safety</vt:lpstr>
      <vt:lpstr>Health and Safety</vt:lpstr>
      <vt:lpstr>Privacy and Electronic Communication Regulations </vt:lpstr>
      <vt:lpstr>EU Cookie Directive</vt:lpstr>
      <vt:lpstr>EU Cookie Directive</vt:lpstr>
      <vt:lpstr>EU Anti-Spam Directive</vt:lpstr>
      <vt:lpstr>Data Protection Act</vt:lpstr>
      <vt:lpstr>Data Protection Act 2018 (UK GDPR)</vt:lpstr>
      <vt:lpstr>Data Protection Act 2018 (UK GDPR)</vt:lpstr>
      <vt:lpstr>UK GDPR vs EU GDPR</vt:lpstr>
      <vt:lpstr>Intellectual Property</vt:lpstr>
      <vt:lpstr>Intellectual Property</vt:lpstr>
      <vt:lpstr>Copyright</vt:lpstr>
      <vt:lpstr>Copyright</vt:lpstr>
      <vt:lpstr>Copyright</vt:lpstr>
      <vt:lpstr>Patents</vt:lpstr>
      <vt:lpstr>Patents</vt:lpstr>
      <vt:lpstr>Designs</vt:lpstr>
      <vt:lpstr>Designs</vt:lpstr>
      <vt:lpstr>Trademarks</vt:lpstr>
      <vt:lpstr>Trademarks</vt:lpstr>
      <vt:lpstr>Copyright, Public Domain and Fair Use</vt:lpstr>
      <vt:lpstr>IP, Copyright, Patents, Trade Marks</vt:lpstr>
      <vt:lpstr>Equality Act</vt:lpstr>
      <vt:lpstr>Accessibility, Equality, Diversity</vt:lpstr>
      <vt:lpstr>Accessibility, Equality, Diversity</vt:lpstr>
      <vt:lpstr>Accessibility, Equality, Diversity</vt:lpstr>
      <vt:lpstr>Standards</vt:lpstr>
      <vt:lpstr>Standards (ISO, IEEE, W3C etc.)</vt:lpstr>
      <vt:lpstr>Standards</vt:lpstr>
      <vt:lpstr>Licenses and Contracts</vt:lpstr>
      <vt:lpstr>Software Licenses</vt:lpstr>
      <vt:lpstr>Software Licenses</vt:lpstr>
      <vt:lpstr>Software Licenses</vt:lpstr>
      <vt:lpstr>Software Licenses</vt:lpstr>
      <vt:lpstr>Contracts and Confidentiality Agreements</vt:lpstr>
      <vt:lpstr>Contracts and Confidentiality Agreements</vt:lpstr>
      <vt:lpstr>Liability, Negligence and Defamation</vt:lpstr>
      <vt:lpstr>Product Liability and Negligence</vt:lpstr>
      <vt:lpstr>Product Liability and Negligence</vt:lpstr>
      <vt:lpstr>Product Liability and Negligence</vt:lpstr>
      <vt:lpstr>Libel and Defamation</vt:lpstr>
      <vt:lpstr>Summary</vt:lpstr>
      <vt:lpstr>Course Summary</vt:lpstr>
      <vt:lpstr>Competencies and Coverage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Phil Chapman</dc:creator>
  <cp:lastModifiedBy>Steph Ferguson</cp:lastModifiedBy>
  <cp:revision>18</cp:revision>
  <dcterms:created xsi:type="dcterms:W3CDTF">2025-07-24T10:07:49Z</dcterms:created>
  <dcterms:modified xsi:type="dcterms:W3CDTF">2026-08-04T12:42:08Z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0x0101005907E80B901FE44787F31FF6EE1E667A</vt:lpwstr>
  </property>
  <property fmtid="{D5CDD505-2E9C-101B-9397-08002B2CF9AE}" pid="3" name="MediaServiceImageTags">
    <vt:lpwstr/>
  </property>
  <property fmtid="{D5CDD505-2E9C-101B-9397-08002B2CF9AE}" pid="4" name="KSB">
    <vt:lpwstr/>
  </property>
  <property fmtid="{D5CDD505-2E9C-101B-9397-08002B2CF9AE}" pid="5" name="xd_ProgID">
    <vt:lpwstr/>
  </property>
  <property fmtid="{D5CDD505-2E9C-101B-9397-08002B2CF9AE}" pid="6" name="ComplianceAssetId">
    <vt:lpwstr/>
  </property>
  <property fmtid="{D5CDD505-2E9C-101B-9397-08002B2CF9AE}" pid="7" name="TemplateUrl">
    <vt:lpwstr/>
  </property>
  <property fmtid="{D5CDD505-2E9C-101B-9397-08002B2CF9AE}" pid="8" name="_ExtendedDescription">
    <vt:lpwstr/>
  </property>
  <property fmtid="{D5CDD505-2E9C-101B-9397-08002B2CF9AE}" pid="9" name="TriggerFlowInfo">
    <vt:lpwstr/>
  </property>
  <property fmtid="{D5CDD505-2E9C-101B-9397-08002B2CF9AE}" pid="10" name="xd_Signature">
    <vt:bool>false</vt:bool>
  </property>
  <property fmtid="{D5CDD505-2E9C-101B-9397-08002B2CF9AE}" pid="11" name="Competency">
    <vt:lpwstr/>
  </property>
</Properties>
</file>