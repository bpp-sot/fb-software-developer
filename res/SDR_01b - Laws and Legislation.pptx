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xml" ContentType="application/vnd.openxmlformats-officedocument.presentationml.tags+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8.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9.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0.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1.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2.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3.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4.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7.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20.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tags/tag3.xml" ContentType="application/vnd.openxmlformats-officedocument.presentationml.tags+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4"/>
  </p:sldMasterIdLst>
  <p:notesMasterIdLst>
    <p:notesMasterId r:id="rId35"/>
  </p:notesMasterIdLst>
  <p:handoutMasterIdLst>
    <p:handoutMasterId r:id="rId36"/>
  </p:handoutMasterIdLst>
  <p:sldIdLst>
    <p:sldId id="256" r:id="rId5"/>
    <p:sldId id="375" r:id="rId6"/>
    <p:sldId id="585" r:id="rId7"/>
    <p:sldId id="586" r:id="rId8"/>
    <p:sldId id="939" r:id="rId9"/>
    <p:sldId id="572" r:id="rId10"/>
    <p:sldId id="942" r:id="rId11"/>
    <p:sldId id="940" r:id="rId12"/>
    <p:sldId id="944" r:id="rId13"/>
    <p:sldId id="943" r:id="rId14"/>
    <p:sldId id="973" r:id="rId15"/>
    <p:sldId id="972" r:id="rId16"/>
    <p:sldId id="971" r:id="rId17"/>
    <p:sldId id="970" r:id="rId18"/>
    <p:sldId id="969" r:id="rId19"/>
    <p:sldId id="968" r:id="rId20"/>
    <p:sldId id="967" r:id="rId21"/>
    <p:sldId id="966" r:id="rId22"/>
    <p:sldId id="952" r:id="rId23"/>
    <p:sldId id="953" r:id="rId24"/>
    <p:sldId id="965" r:id="rId25"/>
    <p:sldId id="955" r:id="rId26"/>
    <p:sldId id="956" r:id="rId27"/>
    <p:sldId id="957" r:id="rId28"/>
    <p:sldId id="958" r:id="rId29"/>
    <p:sldId id="959" r:id="rId30"/>
    <p:sldId id="960" r:id="rId31"/>
    <p:sldId id="344" r:id="rId32"/>
    <p:sldId id="964" r:id="rId33"/>
    <p:sldId id="962"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0013A8F-88B8-42D4-8F20-24C9F2C72B4A}">
          <p14:sldIdLst>
            <p14:sldId id="256"/>
            <p14:sldId id="375"/>
            <p14:sldId id="585"/>
          </p14:sldIdLst>
        </p14:section>
        <p14:section name="Objectives" id="{58052AD5-B5F2-4043-9C33-3A427EAE037E}">
          <p14:sldIdLst>
            <p14:sldId id="586"/>
            <p14:sldId id="939"/>
            <p14:sldId id="572"/>
          </p14:sldIdLst>
        </p14:section>
        <p14:section name="Content" id="{01568920-2250-4F43-BC1F-AD43DE6CE5A6}">
          <p14:sldIdLst>
            <p14:sldId id="942"/>
            <p14:sldId id="940"/>
            <p14:sldId id="944"/>
            <p14:sldId id="943"/>
            <p14:sldId id="973"/>
            <p14:sldId id="972"/>
            <p14:sldId id="971"/>
            <p14:sldId id="970"/>
            <p14:sldId id="969"/>
            <p14:sldId id="968"/>
            <p14:sldId id="967"/>
            <p14:sldId id="966"/>
            <p14:sldId id="952"/>
            <p14:sldId id="953"/>
            <p14:sldId id="965"/>
            <p14:sldId id="955"/>
            <p14:sldId id="956"/>
            <p14:sldId id="957"/>
            <p14:sldId id="958"/>
            <p14:sldId id="959"/>
          </p14:sldIdLst>
        </p14:section>
        <p14:section name="Wrap-up" id="{71603E5A-30A7-48E3-A3B4-F039B3B467C5}">
          <p14:sldIdLst>
            <p14:sldId id="960"/>
            <p14:sldId id="344"/>
            <p14:sldId id="964"/>
            <p14:sldId id="96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A65CE"/>
    <a:srgbClr val="00CFBF"/>
    <a:srgbClr val="FFDB46"/>
    <a:srgbClr val="FF6717"/>
    <a:srgbClr val="D30047"/>
    <a:srgbClr val="D9D0C3"/>
    <a:srgbClr val="23CEFD"/>
    <a:srgbClr val="FA388E"/>
    <a:srgbClr val="7950D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FA8EFF-D342-75FF-6AA8-ED6280C408A4}" v="5" dt="2026-08-04T12:43:33.685"/>
  </p1510:revLst>
</p1510:revInfo>
</file>

<file path=ppt/tableStyles.xml><?xml version="1.0" encoding="utf-8"?>
<a:tblStyleLst xmlns:a="http://schemas.openxmlformats.org/drawingml/2006/main" def="{5C22544A-7EE6-4342-B048-85BDC9FD1C3A}">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1912" autoAdjust="0"/>
    <p:restoredTop sz="94660"/>
  </p:normalViewPr>
  <p:slideViewPr>
    <p:cSldViewPr snapToGrid="0">
      <p:cViewPr varScale="1">
        <p:scale>
          <a:sx n="109" d="100"/>
          <a:sy n="109" d="100"/>
        </p:scale>
        <p:origin x="768" y="78"/>
      </p:cViewPr>
      <p:guideLst/>
    </p:cSldViewPr>
  </p:slideViewPr>
  <p:notesTextViewPr>
    <p:cViewPr>
      <p:scale>
        <a:sx n="1" d="1"/>
        <a:sy n="1" d="1"/>
      </p:scale>
      <p:origin x="0" y="0"/>
    </p:cViewPr>
  </p:notesTextViewPr>
  <p:notesViewPr>
    <p:cSldViewPr snapToGrid="0">
      <p:cViewPr varScale="1">
        <p:scale>
          <a:sx n="170" d="100"/>
          <a:sy n="170" d="100"/>
        </p:scale>
        <p:origin x="5376" y="19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cott Kenyon" userId="S::scottkenyon@bpp.com::e0a4f75c-ff2f-4b47-b5b5-5accc1cea1d5" providerId="AD" clId="Web-{FEFA8EFF-D342-75FF-6AA8-ED6280C408A4}"/>
    <pc:docChg chg="addSld delSld modSection">
      <pc:chgData name="Scott Kenyon" userId="S::scottkenyon@bpp.com::e0a4f75c-ff2f-4b47-b5b5-5accc1cea1d5" providerId="AD" clId="Web-{FEFA8EFF-D342-75FF-6AA8-ED6280C408A4}" dt="2026-08-04T12:43:33.685" v="4"/>
      <pc:docMkLst>
        <pc:docMk/>
      </pc:docMkLst>
      <pc:sldChg chg="add">
        <pc:chgData name="Scott Kenyon" userId="S::scottkenyon@bpp.com::e0a4f75c-ff2f-4b47-b5b5-5accc1cea1d5" providerId="AD" clId="Web-{FEFA8EFF-D342-75FF-6AA8-ED6280C408A4}" dt="2026-08-04T12:36:16.700" v="0"/>
        <pc:sldMkLst>
          <pc:docMk/>
          <pc:sldMk cId="1329777431" sldId="375"/>
        </pc:sldMkLst>
      </pc:sldChg>
      <pc:sldChg chg="del">
        <pc:chgData name="Scott Kenyon" userId="S::scottkenyon@bpp.com::e0a4f75c-ff2f-4b47-b5b5-5accc1cea1d5" providerId="AD" clId="Web-{FEFA8EFF-D342-75FF-6AA8-ED6280C408A4}" dt="2026-08-04T12:36:27.623" v="2"/>
        <pc:sldMkLst>
          <pc:docMk/>
          <pc:sldMk cId="3459574300" sldId="581"/>
        </pc:sldMkLst>
      </pc:sldChg>
      <pc:sldChg chg="add">
        <pc:chgData name="Scott Kenyon" userId="S::scottkenyon@bpp.com::e0a4f75c-ff2f-4b47-b5b5-5accc1cea1d5" providerId="AD" clId="Web-{FEFA8EFF-D342-75FF-6AA8-ED6280C408A4}" dt="2026-08-04T12:36:17.044" v="1"/>
        <pc:sldMkLst>
          <pc:docMk/>
          <pc:sldMk cId="2777191371" sldId="585"/>
        </pc:sldMkLst>
      </pc:sldChg>
      <pc:sldChg chg="del">
        <pc:chgData name="Scott Kenyon" userId="S::scottkenyon@bpp.com::e0a4f75c-ff2f-4b47-b5b5-5accc1cea1d5" providerId="AD" clId="Web-{FEFA8EFF-D342-75FF-6AA8-ED6280C408A4}" dt="2026-08-04T12:43:33.685" v="4"/>
        <pc:sldMkLst>
          <pc:docMk/>
          <pc:sldMk cId="1707555576" sldId="974"/>
        </pc:sldMkLst>
      </pc:sldChg>
      <pc:sldChg chg="del">
        <pc:chgData name="Scott Kenyon" userId="S::scottkenyon@bpp.com::e0a4f75c-ff2f-4b47-b5b5-5accc1cea1d5" providerId="AD" clId="Web-{FEFA8EFF-D342-75FF-6AA8-ED6280C408A4}" dt="2026-08-04T12:36:28.763" v="3"/>
        <pc:sldMkLst>
          <pc:docMk/>
          <pc:sldMk cId="1768572548" sldId="975"/>
        </pc:sldMkLst>
      </pc:sldChg>
      <pc:sldMasterChg chg="addSldLayout">
        <pc:chgData name="Scott Kenyon" userId="S::scottkenyon@bpp.com::e0a4f75c-ff2f-4b47-b5b5-5accc1cea1d5" providerId="AD" clId="Web-{FEFA8EFF-D342-75FF-6AA8-ED6280C408A4}" dt="2026-08-04T12:36:16.700" v="0"/>
        <pc:sldMasterMkLst>
          <pc:docMk/>
          <pc:sldMasterMk cId="824584085" sldId="2147483686"/>
        </pc:sldMasterMkLst>
        <pc:sldLayoutChg chg="add">
          <pc:chgData name="Scott Kenyon" userId="S::scottkenyon@bpp.com::e0a4f75c-ff2f-4b47-b5b5-5accc1cea1d5" providerId="AD" clId="Web-{FEFA8EFF-D342-75FF-6AA8-ED6280C408A4}" dt="2026-08-04T12:36:16.700" v="0"/>
          <pc:sldLayoutMkLst>
            <pc:docMk/>
            <pc:sldMasterMk cId="824584085" sldId="2147483686"/>
            <pc:sldLayoutMk cId="3246356585" sldId="2147483714"/>
          </pc:sldLayoutMkLst>
        </pc:sldLayoutChg>
      </pc:sldMaster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hyperlink" Target="mailto:safeguarding@bpp.com" TargetMode="External"/><Relationship Id="rId4" Type="http://schemas.openxmlformats.org/officeDocument/2006/relationships/image" Target="../media/image17.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hyperlink" Target="mailto:safeguarding@bpp.com" TargetMode="External"/><Relationship Id="rId4" Type="http://schemas.openxmlformats.org/officeDocument/2006/relationships/image" Target="../media/image17.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F0FED63-0D31-44AB-B0E3-B071C589F1D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GB"/>
        </a:p>
      </dgm:t>
    </dgm:pt>
    <dgm:pt modelId="{FDE026C3-DA7A-46B1-ADA6-F5324AC79498}">
      <dgm:prSet/>
      <dgm:spPr/>
      <dgm:t>
        <a:bodyPr/>
        <a:lstStyle/>
        <a:p>
          <a:r>
            <a:rPr lang="en-GB" b="1"/>
            <a:t>Session Recording</a:t>
          </a:r>
          <a:endParaRPr lang="en-GB"/>
        </a:p>
      </dgm:t>
    </dgm:pt>
    <dgm:pt modelId="{0DCA9DE3-7D85-4555-8C69-E62982FBD879}" type="parTrans" cxnId="{E4164DC3-C02E-4186-9C1D-D73E7AE470E6}">
      <dgm:prSet/>
      <dgm:spPr/>
      <dgm:t>
        <a:bodyPr/>
        <a:lstStyle/>
        <a:p>
          <a:endParaRPr lang="en-GB"/>
        </a:p>
      </dgm:t>
    </dgm:pt>
    <dgm:pt modelId="{E249CE21-5B36-4D9E-99BF-2C2C51243FB0}" type="sibTrans" cxnId="{E4164DC3-C02E-4186-9C1D-D73E7AE470E6}">
      <dgm:prSet/>
      <dgm:spPr/>
      <dgm:t>
        <a:bodyPr/>
        <a:lstStyle/>
        <a:p>
          <a:endParaRPr lang="en-GB"/>
        </a:p>
      </dgm:t>
    </dgm:pt>
    <dgm:pt modelId="{917FCFB2-8C22-49C4-B6AC-6FB5E24C9FCF}">
      <dgm:prSet/>
      <dgm:spPr/>
      <dgm:t>
        <a:bodyPr/>
        <a:lstStyle/>
        <a:p>
          <a:r>
            <a:rPr lang="en-US" dirty="0"/>
            <a:t>All training sessions are recorded to:</a:t>
          </a:r>
          <a:endParaRPr lang="en-GB" dirty="0"/>
        </a:p>
      </dgm:t>
    </dgm:pt>
    <dgm:pt modelId="{158B5EAB-237D-4E83-AD92-80AE3FFB1A47}" type="parTrans" cxnId="{279BB417-90AF-435B-B67E-1C73A656E297}">
      <dgm:prSet/>
      <dgm:spPr/>
      <dgm:t>
        <a:bodyPr/>
        <a:lstStyle/>
        <a:p>
          <a:endParaRPr lang="en-GB"/>
        </a:p>
      </dgm:t>
    </dgm:pt>
    <dgm:pt modelId="{47ACA70B-DDBB-403B-AB1C-96862A3814D4}" type="sibTrans" cxnId="{279BB417-90AF-435B-B67E-1C73A656E297}">
      <dgm:prSet/>
      <dgm:spPr/>
      <dgm:t>
        <a:bodyPr/>
        <a:lstStyle/>
        <a:p>
          <a:endParaRPr lang="en-GB"/>
        </a:p>
      </dgm:t>
    </dgm:pt>
    <dgm:pt modelId="{9E0B245E-8AFB-4C99-8968-6B3DF1C512BF}">
      <dgm:prSet/>
      <dgm:spPr/>
      <dgm:t>
        <a:bodyPr/>
        <a:lstStyle/>
        <a:p>
          <a:r>
            <a:rPr lang="en-GB"/>
            <a:t>Support learner progress</a:t>
          </a:r>
        </a:p>
      </dgm:t>
    </dgm:pt>
    <dgm:pt modelId="{9CBAEC7D-27A6-4F40-9919-D6B0DFD648C6}" type="parTrans" cxnId="{68D683FC-0C55-4A71-8058-CC22813438EF}">
      <dgm:prSet/>
      <dgm:spPr/>
      <dgm:t>
        <a:bodyPr/>
        <a:lstStyle/>
        <a:p>
          <a:endParaRPr lang="en-GB"/>
        </a:p>
      </dgm:t>
    </dgm:pt>
    <dgm:pt modelId="{5C331BE5-4E19-4653-A709-5582998E5295}" type="sibTrans" cxnId="{68D683FC-0C55-4A71-8058-CC22813438EF}">
      <dgm:prSet/>
      <dgm:spPr/>
      <dgm:t>
        <a:bodyPr/>
        <a:lstStyle/>
        <a:p>
          <a:endParaRPr lang="en-GB"/>
        </a:p>
      </dgm:t>
    </dgm:pt>
    <dgm:pt modelId="{F9846799-A32E-4711-9248-5B718ADDEDD1}">
      <dgm:prSet/>
      <dgm:spPr/>
      <dgm:t>
        <a:bodyPr/>
        <a:lstStyle/>
        <a:p>
          <a:r>
            <a:rPr lang="en-GB"/>
            <a:t>Enable review of content</a:t>
          </a:r>
        </a:p>
      </dgm:t>
    </dgm:pt>
    <dgm:pt modelId="{6A677E30-C000-4D81-BADA-850A0AD46DD1}" type="parTrans" cxnId="{8ED22146-CFC8-4357-A7EE-4A27F4ED3BF5}">
      <dgm:prSet/>
      <dgm:spPr/>
      <dgm:t>
        <a:bodyPr/>
        <a:lstStyle/>
        <a:p>
          <a:endParaRPr lang="en-GB"/>
        </a:p>
      </dgm:t>
    </dgm:pt>
    <dgm:pt modelId="{65C169BF-3B94-48CC-949A-9547B5573E84}" type="sibTrans" cxnId="{8ED22146-CFC8-4357-A7EE-4A27F4ED3BF5}">
      <dgm:prSet/>
      <dgm:spPr/>
      <dgm:t>
        <a:bodyPr/>
        <a:lstStyle/>
        <a:p>
          <a:endParaRPr lang="en-GB"/>
        </a:p>
      </dgm:t>
    </dgm:pt>
    <dgm:pt modelId="{FA6519F2-CAA6-479A-96E0-DF3E984DDF09}">
      <dgm:prSet/>
      <dgm:spPr/>
      <dgm:t>
        <a:bodyPr/>
        <a:lstStyle/>
        <a:p>
          <a:r>
            <a:rPr lang="en-US"/>
            <a:t>Maintain quality and compliance standards</a:t>
          </a:r>
          <a:endParaRPr lang="en-GB"/>
        </a:p>
      </dgm:t>
    </dgm:pt>
    <dgm:pt modelId="{6F4A7DFC-9225-44EE-B9AE-EB2AC47FD332}" type="parTrans" cxnId="{11DE9207-0988-41B7-BAB5-EF1BC4AF0A8B}">
      <dgm:prSet/>
      <dgm:spPr/>
      <dgm:t>
        <a:bodyPr/>
        <a:lstStyle/>
        <a:p>
          <a:endParaRPr lang="en-GB"/>
        </a:p>
      </dgm:t>
    </dgm:pt>
    <dgm:pt modelId="{25FB8CE4-9C81-4399-8A2D-80BA9AD5C51D}" type="sibTrans" cxnId="{11DE9207-0988-41B7-BAB5-EF1BC4AF0A8B}">
      <dgm:prSet/>
      <dgm:spPr/>
      <dgm:t>
        <a:bodyPr/>
        <a:lstStyle/>
        <a:p>
          <a:endParaRPr lang="en-GB"/>
        </a:p>
      </dgm:t>
    </dgm:pt>
    <dgm:pt modelId="{57A9F304-0F1F-4B8E-A0DE-C626C8F5A85A}">
      <dgm:prSet/>
      <dgm:spPr/>
      <dgm:t>
        <a:bodyPr/>
        <a:lstStyle/>
        <a:p>
          <a:r>
            <a:rPr lang="en-US"/>
            <a:t>By attending this session, you acknowledge that recording is taking place.</a:t>
          </a:r>
          <a:endParaRPr lang="en-GB"/>
        </a:p>
      </dgm:t>
    </dgm:pt>
    <dgm:pt modelId="{3AE66EA6-B310-4D76-AD24-25CD3239FC92}" type="parTrans" cxnId="{7FFD092B-32F5-4FA0-8DE4-A0D63EC4FF66}">
      <dgm:prSet/>
      <dgm:spPr/>
      <dgm:t>
        <a:bodyPr/>
        <a:lstStyle/>
        <a:p>
          <a:endParaRPr lang="en-GB"/>
        </a:p>
      </dgm:t>
    </dgm:pt>
    <dgm:pt modelId="{45D623A2-E302-458E-96ED-4DB492BE6285}" type="sibTrans" cxnId="{7FFD092B-32F5-4FA0-8DE4-A0D63EC4FF66}">
      <dgm:prSet/>
      <dgm:spPr/>
      <dgm:t>
        <a:bodyPr/>
        <a:lstStyle/>
        <a:p>
          <a:endParaRPr lang="en-GB"/>
        </a:p>
      </dgm:t>
    </dgm:pt>
    <dgm:pt modelId="{870D59FD-9719-45F1-BC26-5123A77E2B00}">
      <dgm:prSet/>
      <dgm:spPr/>
      <dgm:t>
        <a:bodyPr/>
        <a:lstStyle/>
        <a:p>
          <a:r>
            <a:rPr lang="fr-FR" b="1"/>
            <a:t>Camera &amp; Participation Expectations</a:t>
          </a:r>
          <a:endParaRPr lang="en-GB"/>
        </a:p>
      </dgm:t>
    </dgm:pt>
    <dgm:pt modelId="{E6063C19-FFCD-4A80-B21E-7D1FD25F7715}" type="parTrans" cxnId="{BFF5A2A4-75A6-411A-BCCD-A1851111E553}">
      <dgm:prSet/>
      <dgm:spPr/>
      <dgm:t>
        <a:bodyPr/>
        <a:lstStyle/>
        <a:p>
          <a:endParaRPr lang="en-GB"/>
        </a:p>
      </dgm:t>
    </dgm:pt>
    <dgm:pt modelId="{601FA339-FE45-4BDD-BEA7-96F27F142A1B}" type="sibTrans" cxnId="{BFF5A2A4-75A6-411A-BCCD-A1851111E553}">
      <dgm:prSet/>
      <dgm:spPr/>
      <dgm:t>
        <a:bodyPr/>
        <a:lstStyle/>
        <a:p>
          <a:endParaRPr lang="en-GB"/>
        </a:p>
      </dgm:t>
    </dgm:pt>
    <dgm:pt modelId="{6221AEC9-C322-423A-86FF-2755BCAC9B14}">
      <dgm:prSet/>
      <dgm:spPr/>
      <dgm:t>
        <a:bodyPr/>
        <a:lstStyle/>
        <a:p>
          <a:r>
            <a:rPr lang="en-US"/>
            <a:t>To support engagement and attendance monitoring:</a:t>
          </a:r>
          <a:endParaRPr lang="en-GB"/>
        </a:p>
      </dgm:t>
    </dgm:pt>
    <dgm:pt modelId="{566C1C4E-A20E-453F-A7F5-2943C2FB4996}" type="parTrans" cxnId="{B56758A9-B3C9-48D2-A95D-F9C2F5E66046}">
      <dgm:prSet/>
      <dgm:spPr/>
      <dgm:t>
        <a:bodyPr/>
        <a:lstStyle/>
        <a:p>
          <a:endParaRPr lang="en-GB"/>
        </a:p>
      </dgm:t>
    </dgm:pt>
    <dgm:pt modelId="{EFA4CB43-AB67-4F1E-AC07-938417D2CD23}" type="sibTrans" cxnId="{B56758A9-B3C9-48D2-A95D-F9C2F5E66046}">
      <dgm:prSet/>
      <dgm:spPr/>
      <dgm:t>
        <a:bodyPr/>
        <a:lstStyle/>
        <a:p>
          <a:endParaRPr lang="en-GB"/>
        </a:p>
      </dgm:t>
    </dgm:pt>
    <dgm:pt modelId="{6BC9725C-8BED-499F-8E6D-C34F30E54D75}">
      <dgm:prSet/>
      <dgm:spPr/>
      <dgm:t>
        <a:bodyPr/>
        <a:lstStyle/>
        <a:p>
          <a:r>
            <a:rPr lang="en-US"/>
            <a:t>Cameras should remain on during the session</a:t>
          </a:r>
          <a:endParaRPr lang="en-GB"/>
        </a:p>
      </dgm:t>
    </dgm:pt>
    <dgm:pt modelId="{C8033E3E-83F8-42EB-A4F4-66041CBE8698}" type="parTrans" cxnId="{1EA6ADB1-A99E-4363-864A-C10AB97F886E}">
      <dgm:prSet/>
      <dgm:spPr/>
      <dgm:t>
        <a:bodyPr/>
        <a:lstStyle/>
        <a:p>
          <a:endParaRPr lang="en-GB"/>
        </a:p>
      </dgm:t>
    </dgm:pt>
    <dgm:pt modelId="{55F3EB25-25EF-4C87-A632-336AB8B98022}" type="sibTrans" cxnId="{1EA6ADB1-A99E-4363-864A-C10AB97F886E}">
      <dgm:prSet/>
      <dgm:spPr/>
      <dgm:t>
        <a:bodyPr/>
        <a:lstStyle/>
        <a:p>
          <a:endParaRPr lang="en-GB"/>
        </a:p>
      </dgm:t>
    </dgm:pt>
    <dgm:pt modelId="{D101DD14-E066-4CA9-8D40-8D4ED59799B5}">
      <dgm:prSet/>
      <dgm:spPr/>
      <dgm:t>
        <a:bodyPr/>
        <a:lstStyle/>
        <a:p>
          <a:r>
            <a:rPr lang="en-US"/>
            <a:t>Please participate actively in discussions and activities</a:t>
          </a:r>
          <a:endParaRPr lang="en-GB"/>
        </a:p>
      </dgm:t>
    </dgm:pt>
    <dgm:pt modelId="{507A8C9D-AF4F-410B-99C7-84C811EF1A6D}" type="parTrans" cxnId="{FA536F33-5ACB-4532-932E-D2DBD8CBB84F}">
      <dgm:prSet/>
      <dgm:spPr/>
      <dgm:t>
        <a:bodyPr/>
        <a:lstStyle/>
        <a:p>
          <a:endParaRPr lang="en-GB"/>
        </a:p>
      </dgm:t>
    </dgm:pt>
    <dgm:pt modelId="{E99A59C4-CC9C-457D-85C6-91BA064E4D19}" type="sibTrans" cxnId="{FA536F33-5ACB-4532-932E-D2DBD8CBB84F}">
      <dgm:prSet/>
      <dgm:spPr/>
      <dgm:t>
        <a:bodyPr/>
        <a:lstStyle/>
        <a:p>
          <a:endParaRPr lang="en-GB"/>
        </a:p>
      </dgm:t>
    </dgm:pt>
    <dgm:pt modelId="{3B7844BC-A322-4C85-8FFF-6C17C908885D}">
      <dgm:prSet/>
      <dgm:spPr/>
      <dgm:t>
        <a:bodyPr/>
        <a:lstStyle/>
        <a:p>
          <a:r>
            <a:rPr lang="en-US"/>
            <a:t>If you are unable to use your camera or microphone for any reason, please inform your tutor directly via chat or message.</a:t>
          </a:r>
          <a:endParaRPr lang="en-GB"/>
        </a:p>
      </dgm:t>
    </dgm:pt>
    <dgm:pt modelId="{2BF36C44-32D2-4955-AB8B-CA14141B8DF2}" type="parTrans" cxnId="{3DC61D1D-112A-461B-891F-2436D8692508}">
      <dgm:prSet/>
      <dgm:spPr/>
      <dgm:t>
        <a:bodyPr/>
        <a:lstStyle/>
        <a:p>
          <a:endParaRPr lang="en-GB"/>
        </a:p>
      </dgm:t>
    </dgm:pt>
    <dgm:pt modelId="{8121291A-77D9-461E-9884-DDD3DA0D8C11}" type="sibTrans" cxnId="{3DC61D1D-112A-461B-891F-2436D8692508}">
      <dgm:prSet/>
      <dgm:spPr/>
      <dgm:t>
        <a:bodyPr/>
        <a:lstStyle/>
        <a:p>
          <a:endParaRPr lang="en-GB"/>
        </a:p>
      </dgm:t>
    </dgm:pt>
    <dgm:pt modelId="{0CE66663-DD68-47A3-B4F7-F818A7096FF5}">
      <dgm:prSet/>
      <dgm:spPr/>
      <dgm:t>
        <a:bodyPr/>
        <a:lstStyle/>
        <a:p>
          <a:r>
            <a:rPr lang="en-US" dirty="0"/>
            <a:t>This session forms part of your professional apprenticeship experience. Please engage respectfully and professionally throughout.</a:t>
          </a:r>
          <a:endParaRPr lang="en-GB" dirty="0"/>
        </a:p>
      </dgm:t>
    </dgm:pt>
    <dgm:pt modelId="{C9A1C40A-4E27-4D8B-B87C-570AE0BA30E8}" type="parTrans" cxnId="{9444C23A-8C60-4CEA-8F56-FCFA14C360C6}">
      <dgm:prSet/>
      <dgm:spPr/>
      <dgm:t>
        <a:bodyPr/>
        <a:lstStyle/>
        <a:p>
          <a:endParaRPr lang="en-GB"/>
        </a:p>
      </dgm:t>
    </dgm:pt>
    <dgm:pt modelId="{C4465673-1F8F-4DCE-8B17-640A6786EDB2}" type="sibTrans" cxnId="{9444C23A-8C60-4CEA-8F56-FCFA14C360C6}">
      <dgm:prSet/>
      <dgm:spPr/>
      <dgm:t>
        <a:bodyPr/>
        <a:lstStyle/>
        <a:p>
          <a:endParaRPr lang="en-GB"/>
        </a:p>
      </dgm:t>
    </dgm:pt>
    <dgm:pt modelId="{DB6EAC83-30C0-4D95-8961-630B899B90AF}" type="pres">
      <dgm:prSet presAssocID="{9F0FED63-0D31-44AB-B0E3-B071C589F1D1}" presName="linear" presStyleCnt="0">
        <dgm:presLayoutVars>
          <dgm:animLvl val="lvl"/>
          <dgm:resizeHandles val="exact"/>
        </dgm:presLayoutVars>
      </dgm:prSet>
      <dgm:spPr/>
    </dgm:pt>
    <dgm:pt modelId="{5E71EAE4-B026-4525-85E3-C3615E6B8A43}" type="pres">
      <dgm:prSet presAssocID="{FDE026C3-DA7A-46B1-ADA6-F5324AC79498}" presName="parentText" presStyleLbl="node1" presStyleIdx="0" presStyleCnt="3">
        <dgm:presLayoutVars>
          <dgm:chMax val="0"/>
          <dgm:bulletEnabled val="1"/>
        </dgm:presLayoutVars>
      </dgm:prSet>
      <dgm:spPr/>
    </dgm:pt>
    <dgm:pt modelId="{7B846167-ADC9-464B-A39F-E462D3CA5C60}" type="pres">
      <dgm:prSet presAssocID="{FDE026C3-DA7A-46B1-ADA6-F5324AC79498}" presName="childText" presStyleLbl="revTx" presStyleIdx="0" presStyleCnt="2">
        <dgm:presLayoutVars>
          <dgm:bulletEnabled val="1"/>
        </dgm:presLayoutVars>
      </dgm:prSet>
      <dgm:spPr/>
    </dgm:pt>
    <dgm:pt modelId="{B572A4D5-6571-48AA-A905-6A06E4484385}" type="pres">
      <dgm:prSet presAssocID="{870D59FD-9719-45F1-BC26-5123A77E2B00}" presName="parentText" presStyleLbl="node1" presStyleIdx="1" presStyleCnt="3">
        <dgm:presLayoutVars>
          <dgm:chMax val="0"/>
          <dgm:bulletEnabled val="1"/>
        </dgm:presLayoutVars>
      </dgm:prSet>
      <dgm:spPr/>
    </dgm:pt>
    <dgm:pt modelId="{10B94E7B-15F2-4141-BB59-B3D4C03A9028}" type="pres">
      <dgm:prSet presAssocID="{870D59FD-9719-45F1-BC26-5123A77E2B00}" presName="childText" presStyleLbl="revTx" presStyleIdx="1" presStyleCnt="2">
        <dgm:presLayoutVars>
          <dgm:bulletEnabled val="1"/>
        </dgm:presLayoutVars>
      </dgm:prSet>
      <dgm:spPr/>
    </dgm:pt>
    <dgm:pt modelId="{6F6CB04F-68D2-4C5C-8D4A-3DE017DABFAE}" type="pres">
      <dgm:prSet presAssocID="{0CE66663-DD68-47A3-B4F7-F818A7096FF5}" presName="parentText" presStyleLbl="node1" presStyleIdx="2" presStyleCnt="3">
        <dgm:presLayoutVars>
          <dgm:chMax val="0"/>
          <dgm:bulletEnabled val="1"/>
        </dgm:presLayoutVars>
      </dgm:prSet>
      <dgm:spPr/>
    </dgm:pt>
  </dgm:ptLst>
  <dgm:cxnLst>
    <dgm:cxn modelId="{11DE9207-0988-41B7-BAB5-EF1BC4AF0A8B}" srcId="{917FCFB2-8C22-49C4-B6AC-6FB5E24C9FCF}" destId="{FA6519F2-CAA6-479A-96E0-DF3E984DDF09}" srcOrd="2" destOrd="0" parTransId="{6F4A7DFC-9225-44EE-B9AE-EB2AC47FD332}" sibTransId="{25FB8CE4-9C81-4399-8A2D-80BA9AD5C51D}"/>
    <dgm:cxn modelId="{4A690E08-879F-4E3A-AD68-5A45A0E98E0E}" type="presOf" srcId="{917FCFB2-8C22-49C4-B6AC-6FB5E24C9FCF}" destId="{7B846167-ADC9-464B-A39F-E462D3CA5C60}" srcOrd="0" destOrd="0" presId="urn:microsoft.com/office/officeart/2005/8/layout/vList2"/>
    <dgm:cxn modelId="{279BB417-90AF-435B-B67E-1C73A656E297}" srcId="{FDE026C3-DA7A-46B1-ADA6-F5324AC79498}" destId="{917FCFB2-8C22-49C4-B6AC-6FB5E24C9FCF}" srcOrd="0" destOrd="0" parTransId="{158B5EAB-237D-4E83-AD92-80AE3FFB1A47}" sibTransId="{47ACA70B-DDBB-403B-AB1C-96862A3814D4}"/>
    <dgm:cxn modelId="{3DC61D1D-112A-461B-891F-2436D8692508}" srcId="{6221AEC9-C322-423A-86FF-2755BCAC9B14}" destId="{3B7844BC-A322-4C85-8FFF-6C17C908885D}" srcOrd="2" destOrd="0" parTransId="{2BF36C44-32D2-4955-AB8B-CA14141B8DF2}" sibTransId="{8121291A-77D9-461E-9884-DDD3DA0D8C11}"/>
    <dgm:cxn modelId="{5FDD3221-CB8B-401D-B90B-A7206A44554F}" type="presOf" srcId="{9E0B245E-8AFB-4C99-8968-6B3DF1C512BF}" destId="{7B846167-ADC9-464B-A39F-E462D3CA5C60}" srcOrd="0" destOrd="1" presId="urn:microsoft.com/office/officeart/2005/8/layout/vList2"/>
    <dgm:cxn modelId="{7FFD092B-32F5-4FA0-8DE4-A0D63EC4FF66}" srcId="{FDE026C3-DA7A-46B1-ADA6-F5324AC79498}" destId="{57A9F304-0F1F-4B8E-A0DE-C626C8F5A85A}" srcOrd="1" destOrd="0" parTransId="{3AE66EA6-B310-4D76-AD24-25CD3239FC92}" sibTransId="{45D623A2-E302-458E-96ED-4DB492BE6285}"/>
    <dgm:cxn modelId="{FA536F33-5ACB-4532-932E-D2DBD8CBB84F}" srcId="{6221AEC9-C322-423A-86FF-2755BCAC9B14}" destId="{D101DD14-E066-4CA9-8D40-8D4ED59799B5}" srcOrd="1" destOrd="0" parTransId="{507A8C9D-AF4F-410B-99C7-84C811EF1A6D}" sibTransId="{E99A59C4-CC9C-457D-85C6-91BA064E4D19}"/>
    <dgm:cxn modelId="{9444C23A-8C60-4CEA-8F56-FCFA14C360C6}" srcId="{9F0FED63-0D31-44AB-B0E3-B071C589F1D1}" destId="{0CE66663-DD68-47A3-B4F7-F818A7096FF5}" srcOrd="2" destOrd="0" parTransId="{C9A1C40A-4E27-4D8B-B87C-570AE0BA30E8}" sibTransId="{C4465673-1F8F-4DCE-8B17-640A6786EDB2}"/>
    <dgm:cxn modelId="{4A541D5E-DDBA-4299-9E2E-640251371334}" type="presOf" srcId="{6BC9725C-8BED-499F-8E6D-C34F30E54D75}" destId="{10B94E7B-15F2-4141-BB59-B3D4C03A9028}" srcOrd="0" destOrd="1" presId="urn:microsoft.com/office/officeart/2005/8/layout/vList2"/>
    <dgm:cxn modelId="{8ED22146-CFC8-4357-A7EE-4A27F4ED3BF5}" srcId="{917FCFB2-8C22-49C4-B6AC-6FB5E24C9FCF}" destId="{F9846799-A32E-4711-9248-5B718ADDEDD1}" srcOrd="1" destOrd="0" parTransId="{6A677E30-C000-4D81-BADA-850A0AD46DD1}" sibTransId="{65C169BF-3B94-48CC-949A-9547B5573E84}"/>
    <dgm:cxn modelId="{F316E159-78E2-4DD7-8B7E-2CD12FD0C319}" type="presOf" srcId="{0CE66663-DD68-47A3-B4F7-F818A7096FF5}" destId="{6F6CB04F-68D2-4C5C-8D4A-3DE017DABFAE}" srcOrd="0" destOrd="0" presId="urn:microsoft.com/office/officeart/2005/8/layout/vList2"/>
    <dgm:cxn modelId="{89F41995-C0F7-498A-B393-6EFFA6D2C712}" type="presOf" srcId="{870D59FD-9719-45F1-BC26-5123A77E2B00}" destId="{B572A4D5-6571-48AA-A905-6A06E4484385}" srcOrd="0" destOrd="0" presId="urn:microsoft.com/office/officeart/2005/8/layout/vList2"/>
    <dgm:cxn modelId="{23244598-5301-48C8-BAFC-2EB2F327ACA4}" type="presOf" srcId="{6221AEC9-C322-423A-86FF-2755BCAC9B14}" destId="{10B94E7B-15F2-4141-BB59-B3D4C03A9028}" srcOrd="0" destOrd="0" presId="urn:microsoft.com/office/officeart/2005/8/layout/vList2"/>
    <dgm:cxn modelId="{1489D09B-DEB1-443B-85CD-2AAAEA71BD1C}" type="presOf" srcId="{9F0FED63-0D31-44AB-B0E3-B071C589F1D1}" destId="{DB6EAC83-30C0-4D95-8961-630B899B90AF}" srcOrd="0" destOrd="0" presId="urn:microsoft.com/office/officeart/2005/8/layout/vList2"/>
    <dgm:cxn modelId="{BFF5A2A4-75A6-411A-BCCD-A1851111E553}" srcId="{9F0FED63-0D31-44AB-B0E3-B071C589F1D1}" destId="{870D59FD-9719-45F1-BC26-5123A77E2B00}" srcOrd="1" destOrd="0" parTransId="{E6063C19-FFCD-4A80-B21E-7D1FD25F7715}" sibTransId="{601FA339-FE45-4BDD-BEA7-96F27F142A1B}"/>
    <dgm:cxn modelId="{B56758A9-B3C9-48D2-A95D-F9C2F5E66046}" srcId="{870D59FD-9719-45F1-BC26-5123A77E2B00}" destId="{6221AEC9-C322-423A-86FF-2755BCAC9B14}" srcOrd="0" destOrd="0" parTransId="{566C1C4E-A20E-453F-A7F5-2943C2FB4996}" sibTransId="{EFA4CB43-AB67-4F1E-AC07-938417D2CD23}"/>
    <dgm:cxn modelId="{6B9863AB-7E3A-40A5-8353-F18A55141E84}" type="presOf" srcId="{F9846799-A32E-4711-9248-5B718ADDEDD1}" destId="{7B846167-ADC9-464B-A39F-E462D3CA5C60}" srcOrd="0" destOrd="2" presId="urn:microsoft.com/office/officeart/2005/8/layout/vList2"/>
    <dgm:cxn modelId="{1EA6ADB1-A99E-4363-864A-C10AB97F886E}" srcId="{6221AEC9-C322-423A-86FF-2755BCAC9B14}" destId="{6BC9725C-8BED-499F-8E6D-C34F30E54D75}" srcOrd="0" destOrd="0" parTransId="{C8033E3E-83F8-42EB-A4F4-66041CBE8698}" sibTransId="{55F3EB25-25EF-4C87-A632-336AB8B98022}"/>
    <dgm:cxn modelId="{5527EDB4-6B8A-40AF-8FC8-A2095B02343E}" type="presOf" srcId="{FDE026C3-DA7A-46B1-ADA6-F5324AC79498}" destId="{5E71EAE4-B026-4525-85E3-C3615E6B8A43}" srcOrd="0" destOrd="0" presId="urn:microsoft.com/office/officeart/2005/8/layout/vList2"/>
    <dgm:cxn modelId="{C3F23FC3-0151-4793-876B-F2F336185607}" type="presOf" srcId="{D101DD14-E066-4CA9-8D40-8D4ED59799B5}" destId="{10B94E7B-15F2-4141-BB59-B3D4C03A9028}" srcOrd="0" destOrd="2" presId="urn:microsoft.com/office/officeart/2005/8/layout/vList2"/>
    <dgm:cxn modelId="{E4164DC3-C02E-4186-9C1D-D73E7AE470E6}" srcId="{9F0FED63-0D31-44AB-B0E3-B071C589F1D1}" destId="{FDE026C3-DA7A-46B1-ADA6-F5324AC79498}" srcOrd="0" destOrd="0" parTransId="{0DCA9DE3-7D85-4555-8C69-E62982FBD879}" sibTransId="{E249CE21-5B36-4D9E-99BF-2C2C51243FB0}"/>
    <dgm:cxn modelId="{645BD6E0-B520-4D1B-920A-E2EE8400DDB6}" type="presOf" srcId="{FA6519F2-CAA6-479A-96E0-DF3E984DDF09}" destId="{7B846167-ADC9-464B-A39F-E462D3CA5C60}" srcOrd="0" destOrd="3" presId="urn:microsoft.com/office/officeart/2005/8/layout/vList2"/>
    <dgm:cxn modelId="{DD23BAEB-37B3-4328-A361-DD9F1BE67AC1}" type="presOf" srcId="{3B7844BC-A322-4C85-8FFF-6C17C908885D}" destId="{10B94E7B-15F2-4141-BB59-B3D4C03A9028}" srcOrd="0" destOrd="3" presId="urn:microsoft.com/office/officeart/2005/8/layout/vList2"/>
    <dgm:cxn modelId="{68D683FC-0C55-4A71-8058-CC22813438EF}" srcId="{917FCFB2-8C22-49C4-B6AC-6FB5E24C9FCF}" destId="{9E0B245E-8AFB-4C99-8968-6B3DF1C512BF}" srcOrd="0" destOrd="0" parTransId="{9CBAEC7D-27A6-4F40-9919-D6B0DFD648C6}" sibTransId="{5C331BE5-4E19-4653-A709-5582998E5295}"/>
    <dgm:cxn modelId="{7B64F3FE-1F91-4E0F-8A62-FA4613005C66}" type="presOf" srcId="{57A9F304-0F1F-4B8E-A0DE-C626C8F5A85A}" destId="{7B846167-ADC9-464B-A39F-E462D3CA5C60}" srcOrd="0" destOrd="4" presId="urn:microsoft.com/office/officeart/2005/8/layout/vList2"/>
    <dgm:cxn modelId="{8415E6C0-29F2-4861-A546-3F411177160B}" type="presParOf" srcId="{DB6EAC83-30C0-4D95-8961-630B899B90AF}" destId="{5E71EAE4-B026-4525-85E3-C3615E6B8A43}" srcOrd="0" destOrd="0" presId="urn:microsoft.com/office/officeart/2005/8/layout/vList2"/>
    <dgm:cxn modelId="{60018189-9486-45F0-8666-74D059EBA252}" type="presParOf" srcId="{DB6EAC83-30C0-4D95-8961-630B899B90AF}" destId="{7B846167-ADC9-464B-A39F-E462D3CA5C60}" srcOrd="1" destOrd="0" presId="urn:microsoft.com/office/officeart/2005/8/layout/vList2"/>
    <dgm:cxn modelId="{937B6E2E-8491-45E1-804E-BE3A5635A9E0}" type="presParOf" srcId="{DB6EAC83-30C0-4D95-8961-630B899B90AF}" destId="{B572A4D5-6571-48AA-A905-6A06E4484385}" srcOrd="2" destOrd="0" presId="urn:microsoft.com/office/officeart/2005/8/layout/vList2"/>
    <dgm:cxn modelId="{9329A64E-9E6F-451C-896F-61E0899FEE35}" type="presParOf" srcId="{DB6EAC83-30C0-4D95-8961-630B899B90AF}" destId="{10B94E7B-15F2-4141-BB59-B3D4C03A9028}" srcOrd="3" destOrd="0" presId="urn:microsoft.com/office/officeart/2005/8/layout/vList2"/>
    <dgm:cxn modelId="{DBB50BB8-707F-4EB5-885F-ED07698246A5}" type="presParOf" srcId="{DB6EAC83-30C0-4D95-8961-630B899B90AF}" destId="{6F6CB04F-68D2-4C5C-8D4A-3DE017DABFAE}" srcOrd="4"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2B12767-4B81-4A96-891D-08E405B48EB1}" type="doc">
      <dgm:prSet loTypeId="urn:microsoft.com/office/officeart/2005/8/layout/bList2" loCatId="picture" qsTypeId="urn:microsoft.com/office/officeart/2005/8/quickstyle/simple1" qsCatId="simple" csTypeId="urn:microsoft.com/office/officeart/2005/8/colors/accent3_2" csCatId="accent3" phldr="1"/>
      <dgm:spPr/>
      <dgm:t>
        <a:bodyPr/>
        <a:lstStyle/>
        <a:p>
          <a:endParaRPr lang="en-GB"/>
        </a:p>
      </dgm:t>
    </dgm:pt>
    <dgm:pt modelId="{56D07340-75E1-4AD6-87B9-922F01533C6D}">
      <dgm:prSet phldrT="[Text]"/>
      <dgm:spPr/>
      <dgm:t>
        <a:bodyPr/>
        <a:lstStyle/>
        <a:p>
          <a:pPr>
            <a:buNone/>
          </a:pPr>
          <a:r>
            <a:rPr lang="en-GB" b="1" dirty="0"/>
            <a:t>Safeguarding</a:t>
          </a:r>
          <a:endParaRPr lang="en-GB" dirty="0"/>
        </a:p>
      </dgm:t>
    </dgm:pt>
    <dgm:pt modelId="{85D96B4E-1D91-44D5-92BD-5A8D61869AC9}" type="parTrans" cxnId="{915886FD-D4B5-4B22-BD74-AB441E0CE114}">
      <dgm:prSet/>
      <dgm:spPr/>
      <dgm:t>
        <a:bodyPr/>
        <a:lstStyle/>
        <a:p>
          <a:endParaRPr lang="en-GB"/>
        </a:p>
      </dgm:t>
    </dgm:pt>
    <dgm:pt modelId="{F50FB9DF-7138-4F48-A1CF-9268D5B21D43}" type="sibTrans" cxnId="{915886FD-D4B5-4B22-BD74-AB441E0CE114}">
      <dgm:prSet/>
      <dgm:spPr/>
      <dgm:t>
        <a:bodyPr/>
        <a:lstStyle/>
        <a:p>
          <a:endParaRPr lang="en-GB"/>
        </a:p>
      </dgm:t>
    </dgm:pt>
    <dgm:pt modelId="{EC470828-F188-40F1-9BAD-24DA8EC8498A}">
      <dgm:prSet phldrT="[Text]"/>
      <dgm:spPr/>
      <dgm:t>
        <a:bodyPr/>
        <a:lstStyle/>
        <a:p>
          <a:pPr>
            <a:buNone/>
          </a:pPr>
          <a:r>
            <a:rPr lang="en-GB" b="1" dirty="0"/>
            <a:t>British Values</a:t>
          </a:r>
          <a:endParaRPr lang="en-GB" dirty="0"/>
        </a:p>
      </dgm:t>
    </dgm:pt>
    <dgm:pt modelId="{AF7BAD48-7E45-4B61-A7BB-088538057FB1}" type="parTrans" cxnId="{92F38D82-1A53-436B-8F78-FBAC98C75696}">
      <dgm:prSet/>
      <dgm:spPr/>
      <dgm:t>
        <a:bodyPr/>
        <a:lstStyle/>
        <a:p>
          <a:endParaRPr lang="en-GB"/>
        </a:p>
      </dgm:t>
    </dgm:pt>
    <dgm:pt modelId="{FBB04D87-02F6-4CF5-9F5A-41A665659D9E}" type="sibTrans" cxnId="{92F38D82-1A53-436B-8F78-FBAC98C75696}">
      <dgm:prSet/>
      <dgm:spPr/>
      <dgm:t>
        <a:bodyPr/>
        <a:lstStyle/>
        <a:p>
          <a:endParaRPr lang="en-GB"/>
        </a:p>
      </dgm:t>
    </dgm:pt>
    <dgm:pt modelId="{CCCD779C-5571-4406-86BA-B93A56C0F092}">
      <dgm:prSet phldrT="[Text]"/>
      <dgm:spPr/>
      <dgm:t>
        <a:bodyPr/>
        <a:lstStyle/>
        <a:p>
          <a:pPr>
            <a:buNone/>
          </a:pPr>
          <a:r>
            <a:rPr lang="en-GB" b="1" dirty="0"/>
            <a:t>Prevent</a:t>
          </a:r>
          <a:endParaRPr lang="en-GB" dirty="0"/>
        </a:p>
      </dgm:t>
    </dgm:pt>
    <dgm:pt modelId="{0475E061-26B7-40EF-BFE3-7EAE14461042}" type="parTrans" cxnId="{E70337FA-EA0D-449D-A6EE-5C95931B9BF4}">
      <dgm:prSet/>
      <dgm:spPr/>
      <dgm:t>
        <a:bodyPr/>
        <a:lstStyle/>
        <a:p>
          <a:endParaRPr lang="en-GB"/>
        </a:p>
      </dgm:t>
    </dgm:pt>
    <dgm:pt modelId="{0FEA00F7-95D2-41FD-A093-A774F4D3CD18}" type="sibTrans" cxnId="{E70337FA-EA0D-449D-A6EE-5C95931B9BF4}">
      <dgm:prSet/>
      <dgm:spPr/>
      <dgm:t>
        <a:bodyPr/>
        <a:lstStyle/>
        <a:p>
          <a:endParaRPr lang="en-GB"/>
        </a:p>
      </dgm:t>
    </dgm:pt>
    <dgm:pt modelId="{DAB29B63-5C0F-4F8E-81F6-23C876AC6360}">
      <dgm:prSet custT="1"/>
      <dgm:spPr/>
      <dgm:t>
        <a:bodyPr/>
        <a:lstStyle/>
        <a:p>
          <a:pPr>
            <a:buNone/>
          </a:pPr>
          <a:r>
            <a:rPr lang="en-US" sz="1400" dirty="0"/>
            <a:t>Safeguarding protects individuals from harm, abuse, neglect, </a:t>
          </a:r>
          <a:r>
            <a:rPr lang="en-US" sz="1400" dirty="0" err="1"/>
            <a:t>radicalisation</a:t>
          </a:r>
          <a:r>
            <a:rPr lang="en-US" sz="1400" dirty="0"/>
            <a:t> and exploitation.</a:t>
          </a:r>
          <a:br>
            <a:rPr lang="en-US" sz="1400" dirty="0"/>
          </a:br>
          <a:endParaRPr lang="en-US" sz="1400" dirty="0"/>
        </a:p>
      </dgm:t>
    </dgm:pt>
    <dgm:pt modelId="{93FA374D-760E-41E6-A69C-826D26E6A5E7}" type="parTrans" cxnId="{391E11A1-9311-4F1E-94A3-6F33E3EA6217}">
      <dgm:prSet/>
      <dgm:spPr/>
      <dgm:t>
        <a:bodyPr/>
        <a:lstStyle/>
        <a:p>
          <a:endParaRPr lang="en-GB"/>
        </a:p>
      </dgm:t>
    </dgm:pt>
    <dgm:pt modelId="{C0E5BD99-0E51-48B2-81AA-50C939EA07D4}" type="sibTrans" cxnId="{391E11A1-9311-4F1E-94A3-6F33E3EA6217}">
      <dgm:prSet/>
      <dgm:spPr/>
      <dgm:t>
        <a:bodyPr/>
        <a:lstStyle/>
        <a:p>
          <a:endParaRPr lang="en-GB"/>
        </a:p>
      </dgm:t>
    </dgm:pt>
    <dgm:pt modelId="{863F5D25-B0A4-45A6-85E5-AE73281BB623}">
      <dgm:prSet custT="1"/>
      <dgm:spPr/>
      <dgm:t>
        <a:bodyPr/>
        <a:lstStyle/>
        <a:p>
          <a:pPr>
            <a:buNone/>
          </a:pPr>
          <a:r>
            <a:rPr lang="en-US" sz="1400" dirty="0"/>
            <a:t>If you have a concern about yourself or someone else, email:</a:t>
          </a:r>
        </a:p>
      </dgm:t>
    </dgm:pt>
    <dgm:pt modelId="{D469A54B-4E53-4FB2-9790-90B262FF3A64}" type="parTrans" cxnId="{62C84980-B1ED-4F43-A191-38AFFEC046C5}">
      <dgm:prSet/>
      <dgm:spPr/>
      <dgm:t>
        <a:bodyPr/>
        <a:lstStyle/>
        <a:p>
          <a:endParaRPr lang="en-GB"/>
        </a:p>
      </dgm:t>
    </dgm:pt>
    <dgm:pt modelId="{629F08C9-3514-41B0-A4A9-DB7488EB6A77}" type="sibTrans" cxnId="{62C84980-B1ED-4F43-A191-38AFFEC046C5}">
      <dgm:prSet/>
      <dgm:spPr/>
      <dgm:t>
        <a:bodyPr/>
        <a:lstStyle/>
        <a:p>
          <a:endParaRPr lang="en-GB"/>
        </a:p>
      </dgm:t>
    </dgm:pt>
    <dgm:pt modelId="{463032AE-3A43-47A3-8A25-32BC3C86FB5A}">
      <dgm:prSet custT="1"/>
      <dgm:spPr/>
      <dgm:t>
        <a:bodyPr/>
        <a:lstStyle/>
        <a:p>
          <a:pPr>
            <a:buNone/>
          </a:pPr>
          <a:r>
            <a:rPr lang="en-US" sz="1400" dirty="0"/>
            <a:t>We treat all concerns seriously and confidentially.</a:t>
          </a:r>
        </a:p>
      </dgm:t>
    </dgm:pt>
    <dgm:pt modelId="{4633167A-FC33-4561-81C8-185AEAB8DB8F}" type="parTrans" cxnId="{9B511289-C885-4D3F-9809-624FD77B230F}">
      <dgm:prSet/>
      <dgm:spPr/>
      <dgm:t>
        <a:bodyPr/>
        <a:lstStyle/>
        <a:p>
          <a:endParaRPr lang="en-GB"/>
        </a:p>
      </dgm:t>
    </dgm:pt>
    <dgm:pt modelId="{D0EB7A02-01FE-41F1-89B0-6A6753FB0ED6}" type="sibTrans" cxnId="{9B511289-C885-4D3F-9809-624FD77B230F}">
      <dgm:prSet/>
      <dgm:spPr/>
      <dgm:t>
        <a:bodyPr/>
        <a:lstStyle/>
        <a:p>
          <a:endParaRPr lang="en-GB"/>
        </a:p>
      </dgm:t>
    </dgm:pt>
    <dgm:pt modelId="{03451262-3EDA-42D8-8845-4A5EC165AF16}">
      <dgm:prSet custT="1"/>
      <dgm:spPr/>
      <dgm:t>
        <a:bodyPr/>
        <a:lstStyle/>
        <a:p>
          <a:pPr>
            <a:buNone/>
          </a:pPr>
          <a:r>
            <a:rPr lang="en-US" sz="1400" dirty="0"/>
            <a:t>These values underpin everything we do in professional and digital environments.</a:t>
          </a:r>
        </a:p>
      </dgm:t>
    </dgm:pt>
    <dgm:pt modelId="{5D4AA6F6-EEB2-4359-8B5F-C7D09C28B952}" type="parTrans" cxnId="{686D8691-1133-42DD-9896-6363F8746916}">
      <dgm:prSet/>
      <dgm:spPr/>
      <dgm:t>
        <a:bodyPr/>
        <a:lstStyle/>
        <a:p>
          <a:endParaRPr lang="en-GB"/>
        </a:p>
      </dgm:t>
    </dgm:pt>
    <dgm:pt modelId="{0A0CCB7E-300B-4173-A37F-7F5DE851BD11}" type="sibTrans" cxnId="{686D8691-1133-42DD-9896-6363F8746916}">
      <dgm:prSet/>
      <dgm:spPr/>
      <dgm:t>
        <a:bodyPr/>
        <a:lstStyle/>
        <a:p>
          <a:endParaRPr lang="en-GB"/>
        </a:p>
      </dgm:t>
    </dgm:pt>
    <dgm:pt modelId="{69025F71-BA54-42C9-B65F-B3A0D6819F03}">
      <dgm:prSet phldrT="[Text]" custT="1"/>
      <dgm:spPr/>
      <dgm:t>
        <a:bodyPr/>
        <a:lstStyle/>
        <a:p>
          <a:pPr>
            <a:buNone/>
          </a:pPr>
          <a:r>
            <a:rPr lang="en-US" sz="1400" dirty="0"/>
            <a:t>The British Values are:</a:t>
          </a:r>
          <a:br>
            <a:rPr lang="en-US" sz="1400" dirty="0"/>
          </a:br>
          <a:endParaRPr lang="en-GB" sz="1400" b="1" dirty="0"/>
        </a:p>
      </dgm:t>
    </dgm:pt>
    <dgm:pt modelId="{5BAA4E8D-3142-44FA-8BA8-D889713EE084}" type="parTrans" cxnId="{EEE3C980-0D82-4379-9DDE-E3DBC7A17B81}">
      <dgm:prSet/>
      <dgm:spPr/>
      <dgm:t>
        <a:bodyPr/>
        <a:lstStyle/>
        <a:p>
          <a:endParaRPr lang="en-GB"/>
        </a:p>
      </dgm:t>
    </dgm:pt>
    <dgm:pt modelId="{81F1F430-5508-4486-8CFC-5EF8E032006C}" type="sibTrans" cxnId="{EEE3C980-0D82-4379-9DDE-E3DBC7A17B81}">
      <dgm:prSet/>
      <dgm:spPr/>
      <dgm:t>
        <a:bodyPr/>
        <a:lstStyle/>
        <a:p>
          <a:endParaRPr lang="en-GB"/>
        </a:p>
      </dgm:t>
    </dgm:pt>
    <dgm:pt modelId="{22011C8F-8C8B-479E-86D9-FCDDD9058F05}">
      <dgm:prSet custT="1"/>
      <dgm:spPr/>
      <dgm:t>
        <a:bodyPr/>
        <a:lstStyle/>
        <a:p>
          <a:pPr>
            <a:buNone/>
          </a:pPr>
          <a:r>
            <a:rPr lang="en-US" sz="1400" dirty="0"/>
            <a:t>Prevent is about protecting people from being drawn into extremism or </a:t>
          </a:r>
          <a:r>
            <a:rPr lang="en-US" sz="1400" dirty="0" err="1"/>
            <a:t>radicalisation</a:t>
          </a:r>
          <a:r>
            <a:rPr lang="en-US" sz="1400" dirty="0"/>
            <a:t>.</a:t>
          </a:r>
          <a:br>
            <a:rPr lang="en-US" sz="1400" dirty="0"/>
          </a:br>
          <a:endParaRPr lang="en-US" sz="1400" dirty="0"/>
        </a:p>
      </dgm:t>
    </dgm:pt>
    <dgm:pt modelId="{EA598542-29C0-4C63-9692-B860F546AE9B}" type="parTrans" cxnId="{7B8918B8-0E38-4C18-A731-C2EBA22F3EA5}">
      <dgm:prSet/>
      <dgm:spPr/>
      <dgm:t>
        <a:bodyPr/>
        <a:lstStyle/>
        <a:p>
          <a:endParaRPr lang="en-GB"/>
        </a:p>
      </dgm:t>
    </dgm:pt>
    <dgm:pt modelId="{32F125C0-2F63-4B56-A05D-D98C65320181}" type="sibTrans" cxnId="{7B8918B8-0E38-4C18-A731-C2EBA22F3EA5}">
      <dgm:prSet/>
      <dgm:spPr/>
      <dgm:t>
        <a:bodyPr/>
        <a:lstStyle/>
        <a:p>
          <a:endParaRPr lang="en-GB"/>
        </a:p>
      </dgm:t>
    </dgm:pt>
    <dgm:pt modelId="{E722A7F8-D148-429E-B9D5-EEA038CC1821}">
      <dgm:prSet custT="1"/>
      <dgm:spPr/>
      <dgm:t>
        <a:bodyPr/>
        <a:lstStyle/>
        <a:p>
          <a:pPr>
            <a:buNone/>
          </a:pPr>
          <a:r>
            <a:rPr lang="en-US" sz="1400" dirty="0"/>
            <a:t>In our </a:t>
          </a:r>
          <a:r>
            <a:rPr lang="en-US" sz="1400" dirty="0" err="1"/>
            <a:t>programmes</a:t>
          </a:r>
          <a:r>
            <a:rPr lang="en-US" sz="1400" dirty="0"/>
            <a:t>, Prevent links to:</a:t>
          </a:r>
          <a:br>
            <a:rPr lang="en-US" sz="1400" dirty="0"/>
          </a:br>
          <a:br>
            <a:rPr lang="en-US" sz="1400" dirty="0"/>
          </a:br>
          <a:r>
            <a:rPr lang="en-US" sz="1400" b="1" dirty="0"/>
            <a:t>• Online safety</a:t>
          </a:r>
          <a:br>
            <a:rPr lang="en-US" sz="1400" b="1" dirty="0"/>
          </a:br>
          <a:r>
            <a:rPr lang="en-US" sz="1400" b="1" dirty="0"/>
            <a:t>• Digital responsibility</a:t>
          </a:r>
          <a:br>
            <a:rPr lang="en-US" sz="1400" b="1" dirty="0"/>
          </a:br>
          <a:r>
            <a:rPr lang="en-US" sz="1400" b="1" dirty="0"/>
            <a:t>• Critical thinking</a:t>
          </a:r>
          <a:br>
            <a:rPr lang="en-US" sz="1400" b="1" dirty="0"/>
          </a:br>
          <a:r>
            <a:rPr lang="en-US" sz="1400" b="1" dirty="0"/>
            <a:t>• Professional ethics</a:t>
          </a:r>
        </a:p>
      </dgm:t>
    </dgm:pt>
    <dgm:pt modelId="{29D8F00E-4EE7-43CD-AEE1-EEBE4D9345D9}" type="parTrans" cxnId="{E1414484-9238-4AFB-B77F-A6E76619BC63}">
      <dgm:prSet/>
      <dgm:spPr/>
      <dgm:t>
        <a:bodyPr/>
        <a:lstStyle/>
        <a:p>
          <a:endParaRPr lang="en-GB"/>
        </a:p>
      </dgm:t>
    </dgm:pt>
    <dgm:pt modelId="{C73C49A6-1F43-4277-80E9-74AC48648C96}" type="sibTrans" cxnId="{E1414484-9238-4AFB-B77F-A6E76619BC63}">
      <dgm:prSet/>
      <dgm:spPr/>
      <dgm:t>
        <a:bodyPr/>
        <a:lstStyle/>
        <a:p>
          <a:endParaRPr lang="en-GB"/>
        </a:p>
      </dgm:t>
    </dgm:pt>
    <dgm:pt modelId="{CD591B15-0AFB-427B-9D7F-5C5DBD255982}">
      <dgm:prSet custT="1"/>
      <dgm:spPr/>
      <dgm:t>
        <a:bodyPr/>
        <a:lstStyle/>
        <a:p>
          <a:pPr>
            <a:buNone/>
          </a:pPr>
          <a:r>
            <a:rPr lang="en-US" sz="1400" dirty="0">
              <a:hlinkClick xmlns:r="http://schemas.openxmlformats.org/officeDocument/2006/relationships" r:id="rId1"/>
            </a:rPr>
            <a:t>safeguarding@bpp.com</a:t>
          </a:r>
          <a:br>
            <a:rPr lang="en-US" sz="1400" dirty="0"/>
          </a:br>
          <a:br>
            <a:rPr lang="en-US" sz="1400" dirty="0"/>
          </a:br>
          <a:r>
            <a:rPr lang="en-US" sz="1400" dirty="0"/>
            <a:t>Or speak to your tutor privately.</a:t>
          </a:r>
          <a:br>
            <a:rPr lang="en-US" sz="1400" dirty="0"/>
          </a:br>
          <a:endParaRPr lang="en-US" sz="1400" dirty="0"/>
        </a:p>
      </dgm:t>
    </dgm:pt>
    <dgm:pt modelId="{1FB5DA67-104F-467A-B04D-EB05521F1FD3}" type="parTrans" cxnId="{B0D82476-838A-448A-A0BF-FC1F6F1293FC}">
      <dgm:prSet/>
      <dgm:spPr/>
      <dgm:t>
        <a:bodyPr/>
        <a:lstStyle/>
        <a:p>
          <a:endParaRPr lang="en-GB"/>
        </a:p>
      </dgm:t>
    </dgm:pt>
    <dgm:pt modelId="{C4238EDF-4C52-4145-86DD-8A682CFE3230}" type="sibTrans" cxnId="{B0D82476-838A-448A-A0BF-FC1F6F1293FC}">
      <dgm:prSet/>
      <dgm:spPr/>
      <dgm:t>
        <a:bodyPr/>
        <a:lstStyle/>
        <a:p>
          <a:endParaRPr lang="en-GB"/>
        </a:p>
      </dgm:t>
    </dgm:pt>
    <dgm:pt modelId="{75538982-FD70-4DC6-AAE0-159B168AB9D2}">
      <dgm:prSet phldrT="[Text]" custT="1"/>
      <dgm:spPr/>
      <dgm:t>
        <a:bodyPr/>
        <a:lstStyle/>
        <a:p>
          <a:pPr>
            <a:buNone/>
          </a:pPr>
          <a:r>
            <a:rPr lang="en-US" sz="1400" b="1" dirty="0"/>
            <a:t>1. Democracy</a:t>
          </a:r>
          <a:endParaRPr lang="en-GB" sz="1400" b="1" dirty="0"/>
        </a:p>
      </dgm:t>
    </dgm:pt>
    <dgm:pt modelId="{A0FE9843-57AE-430F-9125-011C60C7B7AB}" type="parTrans" cxnId="{87D04A37-6D2C-4950-ADB4-84440DCAA652}">
      <dgm:prSet/>
      <dgm:spPr/>
      <dgm:t>
        <a:bodyPr/>
        <a:lstStyle/>
        <a:p>
          <a:endParaRPr lang="en-GB"/>
        </a:p>
      </dgm:t>
    </dgm:pt>
    <dgm:pt modelId="{110EF384-963C-47EA-99D4-A45E59F5DB14}" type="sibTrans" cxnId="{87D04A37-6D2C-4950-ADB4-84440DCAA652}">
      <dgm:prSet/>
      <dgm:spPr/>
      <dgm:t>
        <a:bodyPr/>
        <a:lstStyle/>
        <a:p>
          <a:endParaRPr lang="en-GB"/>
        </a:p>
      </dgm:t>
    </dgm:pt>
    <dgm:pt modelId="{F8D7A63F-C565-4D8A-AE52-7E8946D59289}">
      <dgm:prSet phldrT="[Text]" custT="1"/>
      <dgm:spPr/>
      <dgm:t>
        <a:bodyPr/>
        <a:lstStyle/>
        <a:p>
          <a:pPr>
            <a:buNone/>
          </a:pPr>
          <a:r>
            <a:rPr lang="en-US" sz="1400" b="1" dirty="0"/>
            <a:t>2. Rule of Law</a:t>
          </a:r>
          <a:endParaRPr lang="en-GB" sz="1400" b="1" dirty="0"/>
        </a:p>
      </dgm:t>
    </dgm:pt>
    <dgm:pt modelId="{2732ED9F-4C65-4939-A9CB-EE6144D6E388}" type="parTrans" cxnId="{11F4EB43-205A-4426-8AB3-4A0CAFB3E418}">
      <dgm:prSet/>
      <dgm:spPr/>
      <dgm:t>
        <a:bodyPr/>
        <a:lstStyle/>
        <a:p>
          <a:endParaRPr lang="en-GB"/>
        </a:p>
      </dgm:t>
    </dgm:pt>
    <dgm:pt modelId="{FCDCEE1F-E4CC-4BF8-91F5-7CD11D70D40A}" type="sibTrans" cxnId="{11F4EB43-205A-4426-8AB3-4A0CAFB3E418}">
      <dgm:prSet/>
      <dgm:spPr/>
      <dgm:t>
        <a:bodyPr/>
        <a:lstStyle/>
        <a:p>
          <a:endParaRPr lang="en-GB"/>
        </a:p>
      </dgm:t>
    </dgm:pt>
    <dgm:pt modelId="{2433DF1C-7206-47F7-A12F-ABF6D6571963}">
      <dgm:prSet phldrT="[Text]" custT="1"/>
      <dgm:spPr/>
      <dgm:t>
        <a:bodyPr/>
        <a:lstStyle/>
        <a:p>
          <a:pPr>
            <a:buNone/>
          </a:pPr>
          <a:r>
            <a:rPr lang="en-US" sz="1400" b="1" dirty="0"/>
            <a:t>3. Individual Liberty</a:t>
          </a:r>
          <a:endParaRPr lang="en-GB" sz="1400" b="1" dirty="0"/>
        </a:p>
      </dgm:t>
    </dgm:pt>
    <dgm:pt modelId="{BFA8B94C-85F5-43DC-8BDC-A069343C8F69}" type="parTrans" cxnId="{0F3C4FD6-AA3D-4FD1-B611-9A0DF1F28882}">
      <dgm:prSet/>
      <dgm:spPr/>
      <dgm:t>
        <a:bodyPr/>
        <a:lstStyle/>
        <a:p>
          <a:endParaRPr lang="en-GB"/>
        </a:p>
      </dgm:t>
    </dgm:pt>
    <dgm:pt modelId="{B32537B1-DF7B-4E14-99A4-C9E87B10E8FB}" type="sibTrans" cxnId="{0F3C4FD6-AA3D-4FD1-B611-9A0DF1F28882}">
      <dgm:prSet/>
      <dgm:spPr/>
      <dgm:t>
        <a:bodyPr/>
        <a:lstStyle/>
        <a:p>
          <a:endParaRPr lang="en-GB"/>
        </a:p>
      </dgm:t>
    </dgm:pt>
    <dgm:pt modelId="{B86F58AF-23C9-4590-8B85-D0FD5BF63739}">
      <dgm:prSet phldrT="[Text]" custT="1"/>
      <dgm:spPr/>
      <dgm:t>
        <a:bodyPr/>
        <a:lstStyle/>
        <a:p>
          <a:pPr>
            <a:buNone/>
          </a:pPr>
          <a:r>
            <a:rPr lang="en-US" sz="1400" b="1" dirty="0"/>
            <a:t>4. Mutual Respect</a:t>
          </a:r>
          <a:endParaRPr lang="en-GB" sz="1400" b="1" dirty="0"/>
        </a:p>
      </dgm:t>
    </dgm:pt>
    <dgm:pt modelId="{99049DFF-F522-4CEE-86F1-3106A98D1228}" type="parTrans" cxnId="{13942C34-BE79-47E7-8C01-30B5C0440B82}">
      <dgm:prSet/>
      <dgm:spPr/>
      <dgm:t>
        <a:bodyPr/>
        <a:lstStyle/>
        <a:p>
          <a:endParaRPr lang="en-GB"/>
        </a:p>
      </dgm:t>
    </dgm:pt>
    <dgm:pt modelId="{D163573A-5663-4719-B727-A3413297E0EA}" type="sibTrans" cxnId="{13942C34-BE79-47E7-8C01-30B5C0440B82}">
      <dgm:prSet/>
      <dgm:spPr/>
      <dgm:t>
        <a:bodyPr/>
        <a:lstStyle/>
        <a:p>
          <a:endParaRPr lang="en-GB"/>
        </a:p>
      </dgm:t>
    </dgm:pt>
    <dgm:pt modelId="{19B6A5AA-0C05-4739-97C3-287820CEC391}">
      <dgm:prSet phldrT="[Text]" custT="1"/>
      <dgm:spPr/>
      <dgm:t>
        <a:bodyPr/>
        <a:lstStyle/>
        <a:p>
          <a:pPr>
            <a:buNone/>
          </a:pPr>
          <a:r>
            <a:rPr lang="en-US" sz="1400" b="1" dirty="0"/>
            <a:t>5. Tolerance of Different Faiths and Beliefs</a:t>
          </a:r>
          <a:br>
            <a:rPr lang="en-US" sz="1400" b="1" dirty="0"/>
          </a:br>
          <a:endParaRPr lang="en-GB" sz="1400" b="1" dirty="0"/>
        </a:p>
      </dgm:t>
    </dgm:pt>
    <dgm:pt modelId="{11941308-3490-47CC-8034-0D04F633D6A8}" type="parTrans" cxnId="{1D6A1129-C469-431A-BB8D-84ADA878481E}">
      <dgm:prSet/>
      <dgm:spPr/>
      <dgm:t>
        <a:bodyPr/>
        <a:lstStyle/>
        <a:p>
          <a:endParaRPr lang="en-GB"/>
        </a:p>
      </dgm:t>
    </dgm:pt>
    <dgm:pt modelId="{DA2AF159-8ADF-4D92-B329-D2336DC9575B}" type="sibTrans" cxnId="{1D6A1129-C469-431A-BB8D-84ADA878481E}">
      <dgm:prSet/>
      <dgm:spPr/>
      <dgm:t>
        <a:bodyPr/>
        <a:lstStyle/>
        <a:p>
          <a:endParaRPr lang="en-GB"/>
        </a:p>
      </dgm:t>
    </dgm:pt>
    <dgm:pt modelId="{47A33140-3A47-404F-8E7F-FD5872ED4C05}" type="pres">
      <dgm:prSet presAssocID="{E2B12767-4B81-4A96-891D-08E405B48EB1}" presName="diagram" presStyleCnt="0">
        <dgm:presLayoutVars>
          <dgm:dir/>
          <dgm:animLvl val="lvl"/>
          <dgm:resizeHandles val="exact"/>
        </dgm:presLayoutVars>
      </dgm:prSet>
      <dgm:spPr/>
    </dgm:pt>
    <dgm:pt modelId="{DD7CA9C7-FAAB-4752-93E6-DFEA2F0643E7}" type="pres">
      <dgm:prSet presAssocID="{56D07340-75E1-4AD6-87B9-922F01533C6D}" presName="compNode" presStyleCnt="0"/>
      <dgm:spPr/>
    </dgm:pt>
    <dgm:pt modelId="{D10EC809-8A62-4994-AFA3-5836513960D1}" type="pres">
      <dgm:prSet presAssocID="{56D07340-75E1-4AD6-87B9-922F01533C6D}" presName="childRect" presStyleLbl="bgAcc1" presStyleIdx="0" presStyleCnt="3">
        <dgm:presLayoutVars>
          <dgm:bulletEnabled val="1"/>
        </dgm:presLayoutVars>
      </dgm:prSet>
      <dgm:spPr/>
    </dgm:pt>
    <dgm:pt modelId="{1DE8D5CA-19FD-4C8F-9E6E-77530DBCA067}" type="pres">
      <dgm:prSet presAssocID="{56D07340-75E1-4AD6-87B9-922F01533C6D}" presName="parentText" presStyleLbl="node1" presStyleIdx="0" presStyleCnt="0">
        <dgm:presLayoutVars>
          <dgm:chMax val="0"/>
          <dgm:bulletEnabled val="1"/>
        </dgm:presLayoutVars>
      </dgm:prSet>
      <dgm:spPr/>
    </dgm:pt>
    <dgm:pt modelId="{48F786DA-DE1C-49AB-A9EC-F4B26E445636}" type="pres">
      <dgm:prSet presAssocID="{56D07340-75E1-4AD6-87B9-922F01533C6D}" presName="parentRect" presStyleLbl="alignNode1" presStyleIdx="0" presStyleCnt="3"/>
      <dgm:spPr/>
    </dgm:pt>
    <dgm:pt modelId="{D9ADFEC3-3FB9-439A-9A95-7FF03D05B279}" type="pres">
      <dgm:prSet presAssocID="{56D07340-75E1-4AD6-87B9-922F01533C6D}" presName="adorn" presStyleLbl="fgAccFollowNode1" presStyleIdx="0" presStyleCnt="3"/>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Shield Tick with solid fill"/>
        </a:ext>
      </dgm:extLst>
    </dgm:pt>
    <dgm:pt modelId="{A88A01B7-E93F-4801-992D-C8B8CF1A7AF2}" type="pres">
      <dgm:prSet presAssocID="{F50FB9DF-7138-4F48-A1CF-9268D5B21D43}" presName="sibTrans" presStyleLbl="sibTrans2D1" presStyleIdx="0" presStyleCnt="0"/>
      <dgm:spPr/>
    </dgm:pt>
    <dgm:pt modelId="{D672379D-7E2B-4AA2-9A7E-B53F125FEAA4}" type="pres">
      <dgm:prSet presAssocID="{EC470828-F188-40F1-9BAD-24DA8EC8498A}" presName="compNode" presStyleCnt="0"/>
      <dgm:spPr/>
    </dgm:pt>
    <dgm:pt modelId="{3ED92AB1-FC73-4B9A-8E1D-4ACFC692581E}" type="pres">
      <dgm:prSet presAssocID="{EC470828-F188-40F1-9BAD-24DA8EC8498A}" presName="childRect" presStyleLbl="bgAcc1" presStyleIdx="1" presStyleCnt="3">
        <dgm:presLayoutVars>
          <dgm:bulletEnabled val="1"/>
        </dgm:presLayoutVars>
      </dgm:prSet>
      <dgm:spPr/>
    </dgm:pt>
    <dgm:pt modelId="{2496D8E3-A063-4674-ABA5-D8719CAEF8BC}" type="pres">
      <dgm:prSet presAssocID="{EC470828-F188-40F1-9BAD-24DA8EC8498A}" presName="parentText" presStyleLbl="node1" presStyleIdx="0" presStyleCnt="0">
        <dgm:presLayoutVars>
          <dgm:chMax val="0"/>
          <dgm:bulletEnabled val="1"/>
        </dgm:presLayoutVars>
      </dgm:prSet>
      <dgm:spPr/>
    </dgm:pt>
    <dgm:pt modelId="{73228723-6C68-46A8-96CF-D4508B53BCEB}" type="pres">
      <dgm:prSet presAssocID="{EC470828-F188-40F1-9BAD-24DA8EC8498A}" presName="parentRect" presStyleLbl="alignNode1" presStyleIdx="1" presStyleCnt="3"/>
      <dgm:spPr/>
    </dgm:pt>
    <dgm:pt modelId="{B04E7D05-003F-4073-A2E0-8A6D05F1F5E9}" type="pres">
      <dgm:prSet presAssocID="{EC470828-F188-40F1-9BAD-24DA8EC8498A}" presName="adorn" presStyleLbl="fgAccFollowNode1" presStyleIdx="1" presStyleCnt="3"/>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dgm:spPr>
      <dgm:extLst>
        <a:ext uri="{E40237B7-FDA0-4F09-8148-C483321AD2D9}">
          <dgm14:cNvPr xmlns:dgm14="http://schemas.microsoft.com/office/drawing/2010/diagram" id="0" name="" descr="Scales of justice with solid fill"/>
        </a:ext>
      </dgm:extLst>
    </dgm:pt>
    <dgm:pt modelId="{D10565B5-B10E-43C3-B9E8-CB6B3F1FB19A}" type="pres">
      <dgm:prSet presAssocID="{FBB04D87-02F6-4CF5-9F5A-41A665659D9E}" presName="sibTrans" presStyleLbl="sibTrans2D1" presStyleIdx="0" presStyleCnt="0"/>
      <dgm:spPr/>
    </dgm:pt>
    <dgm:pt modelId="{3C061DF8-267F-40C0-BFE9-F3F9B8C81599}" type="pres">
      <dgm:prSet presAssocID="{CCCD779C-5571-4406-86BA-B93A56C0F092}" presName="compNode" presStyleCnt="0"/>
      <dgm:spPr/>
    </dgm:pt>
    <dgm:pt modelId="{846A71B0-4F5B-47B2-8980-46D3D2DDB15D}" type="pres">
      <dgm:prSet presAssocID="{CCCD779C-5571-4406-86BA-B93A56C0F092}" presName="childRect" presStyleLbl="bgAcc1" presStyleIdx="2" presStyleCnt="3">
        <dgm:presLayoutVars>
          <dgm:bulletEnabled val="1"/>
        </dgm:presLayoutVars>
      </dgm:prSet>
      <dgm:spPr/>
    </dgm:pt>
    <dgm:pt modelId="{74ADB85B-5AE7-4BE7-A2A7-FAEDFDBE0B8D}" type="pres">
      <dgm:prSet presAssocID="{CCCD779C-5571-4406-86BA-B93A56C0F092}" presName="parentText" presStyleLbl="node1" presStyleIdx="0" presStyleCnt="0">
        <dgm:presLayoutVars>
          <dgm:chMax val="0"/>
          <dgm:bulletEnabled val="1"/>
        </dgm:presLayoutVars>
      </dgm:prSet>
      <dgm:spPr/>
    </dgm:pt>
    <dgm:pt modelId="{A330D0D8-36E0-4D22-9693-859DCEFD00F6}" type="pres">
      <dgm:prSet presAssocID="{CCCD779C-5571-4406-86BA-B93A56C0F092}" presName="parentRect" presStyleLbl="alignNode1" presStyleIdx="2" presStyleCnt="3"/>
      <dgm:spPr/>
    </dgm:pt>
    <dgm:pt modelId="{C95D7B44-50D7-459C-A076-A823BE9D40B9}" type="pres">
      <dgm:prSet presAssocID="{CCCD779C-5571-4406-86BA-B93A56C0F092}" presName="adorn" presStyleLbl="fgAccFollowNode1" presStyleIdx="2" presStyleCnt="3"/>
      <dgm:spPr>
        <a:blipFill>
          <a:blip xmlns:r="http://schemas.openxmlformats.org/officeDocument/2006/relationships">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Flag with solid fill"/>
        </a:ext>
      </dgm:extLst>
    </dgm:pt>
  </dgm:ptLst>
  <dgm:cxnLst>
    <dgm:cxn modelId="{1D6A1129-C469-431A-BB8D-84ADA878481E}" srcId="{69025F71-BA54-42C9-B65F-B3A0D6819F03}" destId="{19B6A5AA-0C05-4739-97C3-287820CEC391}" srcOrd="4" destOrd="0" parTransId="{11941308-3490-47CC-8034-0D04F633D6A8}" sibTransId="{DA2AF159-8ADF-4D92-B329-D2336DC9575B}"/>
    <dgm:cxn modelId="{7BA9542E-9EDA-4EF2-AB9F-0A7A7BDE14CE}" type="presOf" srcId="{B86F58AF-23C9-4590-8B85-D0FD5BF63739}" destId="{3ED92AB1-FC73-4B9A-8E1D-4ACFC692581E}" srcOrd="0" destOrd="4" presId="urn:microsoft.com/office/officeart/2005/8/layout/bList2"/>
    <dgm:cxn modelId="{BB0FF52E-ABB8-4694-BFE3-9BC054767498}" type="presOf" srcId="{EC470828-F188-40F1-9BAD-24DA8EC8498A}" destId="{73228723-6C68-46A8-96CF-D4508B53BCEB}" srcOrd="1" destOrd="0" presId="urn:microsoft.com/office/officeart/2005/8/layout/bList2"/>
    <dgm:cxn modelId="{13942C34-BE79-47E7-8C01-30B5C0440B82}" srcId="{69025F71-BA54-42C9-B65F-B3A0D6819F03}" destId="{B86F58AF-23C9-4590-8B85-D0FD5BF63739}" srcOrd="3" destOrd="0" parTransId="{99049DFF-F522-4CEE-86F1-3106A98D1228}" sibTransId="{D163573A-5663-4719-B727-A3413297E0EA}"/>
    <dgm:cxn modelId="{87D04A37-6D2C-4950-ADB4-84440DCAA652}" srcId="{69025F71-BA54-42C9-B65F-B3A0D6819F03}" destId="{75538982-FD70-4DC6-AAE0-159B168AB9D2}" srcOrd="0" destOrd="0" parTransId="{A0FE9843-57AE-430F-9125-011C60C7B7AB}" sibTransId="{110EF384-963C-47EA-99D4-A45E59F5DB14}"/>
    <dgm:cxn modelId="{1A72075E-E878-4C81-8905-9803D8515758}" type="presOf" srcId="{2433DF1C-7206-47F7-A12F-ABF6D6571963}" destId="{3ED92AB1-FC73-4B9A-8E1D-4ACFC692581E}" srcOrd="0" destOrd="3" presId="urn:microsoft.com/office/officeart/2005/8/layout/bList2"/>
    <dgm:cxn modelId="{11F4EB43-205A-4426-8AB3-4A0CAFB3E418}" srcId="{69025F71-BA54-42C9-B65F-B3A0D6819F03}" destId="{F8D7A63F-C565-4D8A-AE52-7E8946D59289}" srcOrd="1" destOrd="0" parTransId="{2732ED9F-4C65-4939-A9CB-EE6144D6E388}" sibTransId="{FCDCEE1F-E4CC-4BF8-91F5-7CD11D70D40A}"/>
    <dgm:cxn modelId="{9CAEDA68-8701-49B1-8436-871507F34338}" type="presOf" srcId="{F8D7A63F-C565-4D8A-AE52-7E8946D59289}" destId="{3ED92AB1-FC73-4B9A-8E1D-4ACFC692581E}" srcOrd="0" destOrd="2" presId="urn:microsoft.com/office/officeart/2005/8/layout/bList2"/>
    <dgm:cxn modelId="{A0BE1E6D-4D4E-4BE8-A719-A27A4184554C}" type="presOf" srcId="{19B6A5AA-0C05-4739-97C3-287820CEC391}" destId="{3ED92AB1-FC73-4B9A-8E1D-4ACFC692581E}" srcOrd="0" destOrd="5" presId="urn:microsoft.com/office/officeart/2005/8/layout/bList2"/>
    <dgm:cxn modelId="{537FBF4E-0B29-4685-92F2-6BD1D93F6B22}" type="presOf" srcId="{CD591B15-0AFB-427B-9D7F-5C5DBD255982}" destId="{D10EC809-8A62-4994-AFA3-5836513960D1}" srcOrd="0" destOrd="2" presId="urn:microsoft.com/office/officeart/2005/8/layout/bList2"/>
    <dgm:cxn modelId="{E6E6F070-4BB4-4CB8-A110-6EA5A6E54106}" type="presOf" srcId="{F50FB9DF-7138-4F48-A1CF-9268D5B21D43}" destId="{A88A01B7-E93F-4801-992D-C8B8CF1A7AF2}" srcOrd="0" destOrd="0" presId="urn:microsoft.com/office/officeart/2005/8/layout/bList2"/>
    <dgm:cxn modelId="{45162076-5C99-4721-ACA7-BB5C236B2761}" type="presOf" srcId="{03451262-3EDA-42D8-8845-4A5EC165AF16}" destId="{3ED92AB1-FC73-4B9A-8E1D-4ACFC692581E}" srcOrd="0" destOrd="6" presId="urn:microsoft.com/office/officeart/2005/8/layout/bList2"/>
    <dgm:cxn modelId="{B0D82476-838A-448A-A0BF-FC1F6F1293FC}" srcId="{56D07340-75E1-4AD6-87B9-922F01533C6D}" destId="{CD591B15-0AFB-427B-9D7F-5C5DBD255982}" srcOrd="2" destOrd="0" parTransId="{1FB5DA67-104F-467A-B04D-EB05521F1FD3}" sibTransId="{C4238EDF-4C52-4145-86DD-8A682CFE3230}"/>
    <dgm:cxn modelId="{62C84980-B1ED-4F43-A191-38AFFEC046C5}" srcId="{56D07340-75E1-4AD6-87B9-922F01533C6D}" destId="{863F5D25-B0A4-45A6-85E5-AE73281BB623}" srcOrd="1" destOrd="0" parTransId="{D469A54B-4E53-4FB2-9790-90B262FF3A64}" sibTransId="{629F08C9-3514-41B0-A4A9-DB7488EB6A77}"/>
    <dgm:cxn modelId="{EEE3C980-0D82-4379-9DDE-E3DBC7A17B81}" srcId="{EC470828-F188-40F1-9BAD-24DA8EC8498A}" destId="{69025F71-BA54-42C9-B65F-B3A0D6819F03}" srcOrd="0" destOrd="0" parTransId="{5BAA4E8D-3142-44FA-8BA8-D889713EE084}" sibTransId="{81F1F430-5508-4486-8CFC-5EF8E032006C}"/>
    <dgm:cxn modelId="{92F38D82-1A53-436B-8F78-FBAC98C75696}" srcId="{E2B12767-4B81-4A96-891D-08E405B48EB1}" destId="{EC470828-F188-40F1-9BAD-24DA8EC8498A}" srcOrd="1" destOrd="0" parTransId="{AF7BAD48-7E45-4B61-A7BB-088538057FB1}" sibTransId="{FBB04D87-02F6-4CF5-9F5A-41A665659D9E}"/>
    <dgm:cxn modelId="{E1414484-9238-4AFB-B77F-A6E76619BC63}" srcId="{CCCD779C-5571-4406-86BA-B93A56C0F092}" destId="{E722A7F8-D148-429E-B9D5-EEA038CC1821}" srcOrd="1" destOrd="0" parTransId="{29D8F00E-4EE7-43CD-AEE1-EEBE4D9345D9}" sibTransId="{C73C49A6-1F43-4277-80E9-74AC48648C96}"/>
    <dgm:cxn modelId="{BD303988-C3B8-4638-BA91-FD71C8AA5BE6}" type="presOf" srcId="{E722A7F8-D148-429E-B9D5-EEA038CC1821}" destId="{846A71B0-4F5B-47B2-8980-46D3D2DDB15D}" srcOrd="0" destOrd="1" presId="urn:microsoft.com/office/officeart/2005/8/layout/bList2"/>
    <dgm:cxn modelId="{3228DE88-1665-4F2F-81DF-6C7B1DAF67CE}" type="presOf" srcId="{863F5D25-B0A4-45A6-85E5-AE73281BB623}" destId="{D10EC809-8A62-4994-AFA3-5836513960D1}" srcOrd="0" destOrd="1" presId="urn:microsoft.com/office/officeart/2005/8/layout/bList2"/>
    <dgm:cxn modelId="{9B511289-C885-4D3F-9809-624FD77B230F}" srcId="{56D07340-75E1-4AD6-87B9-922F01533C6D}" destId="{463032AE-3A43-47A3-8A25-32BC3C86FB5A}" srcOrd="3" destOrd="0" parTransId="{4633167A-FC33-4561-81C8-185AEAB8DB8F}" sibTransId="{D0EB7A02-01FE-41F1-89B0-6A6753FB0ED6}"/>
    <dgm:cxn modelId="{686D8691-1133-42DD-9896-6363F8746916}" srcId="{EC470828-F188-40F1-9BAD-24DA8EC8498A}" destId="{03451262-3EDA-42D8-8845-4A5EC165AF16}" srcOrd="1" destOrd="0" parTransId="{5D4AA6F6-EEB2-4359-8B5F-C7D09C28B952}" sibTransId="{0A0CCB7E-300B-4173-A37F-7F5DE851BD11}"/>
    <dgm:cxn modelId="{C31B6B9D-1A81-41BA-9C5C-A2AECA3E456B}" type="presOf" srcId="{56D07340-75E1-4AD6-87B9-922F01533C6D}" destId="{1DE8D5CA-19FD-4C8F-9E6E-77530DBCA067}" srcOrd="0" destOrd="0" presId="urn:microsoft.com/office/officeart/2005/8/layout/bList2"/>
    <dgm:cxn modelId="{391E11A1-9311-4F1E-94A3-6F33E3EA6217}" srcId="{56D07340-75E1-4AD6-87B9-922F01533C6D}" destId="{DAB29B63-5C0F-4F8E-81F6-23C876AC6360}" srcOrd="0" destOrd="0" parTransId="{93FA374D-760E-41E6-A69C-826D26E6A5E7}" sibTransId="{C0E5BD99-0E51-48B2-81AA-50C939EA07D4}"/>
    <dgm:cxn modelId="{9D75F0A7-8972-4C43-A4CF-4BDDBAB67150}" type="presOf" srcId="{75538982-FD70-4DC6-AAE0-159B168AB9D2}" destId="{3ED92AB1-FC73-4B9A-8E1D-4ACFC692581E}" srcOrd="0" destOrd="1" presId="urn:microsoft.com/office/officeart/2005/8/layout/bList2"/>
    <dgm:cxn modelId="{076AB7AB-4E4B-422C-AC00-E342265B6720}" type="presOf" srcId="{69025F71-BA54-42C9-B65F-B3A0D6819F03}" destId="{3ED92AB1-FC73-4B9A-8E1D-4ACFC692581E}" srcOrd="0" destOrd="0" presId="urn:microsoft.com/office/officeart/2005/8/layout/bList2"/>
    <dgm:cxn modelId="{CE8F6BB7-AD4B-417C-A8E7-483F7D747321}" type="presOf" srcId="{DAB29B63-5C0F-4F8E-81F6-23C876AC6360}" destId="{D10EC809-8A62-4994-AFA3-5836513960D1}" srcOrd="0" destOrd="0" presId="urn:microsoft.com/office/officeart/2005/8/layout/bList2"/>
    <dgm:cxn modelId="{7B8918B8-0E38-4C18-A731-C2EBA22F3EA5}" srcId="{CCCD779C-5571-4406-86BA-B93A56C0F092}" destId="{22011C8F-8C8B-479E-86D9-FCDDD9058F05}" srcOrd="0" destOrd="0" parTransId="{EA598542-29C0-4C63-9692-B860F546AE9B}" sibTransId="{32F125C0-2F63-4B56-A05D-D98C65320181}"/>
    <dgm:cxn modelId="{E5A1AEBE-CDF5-43F1-90D8-25B779FB08F0}" type="presOf" srcId="{463032AE-3A43-47A3-8A25-32BC3C86FB5A}" destId="{D10EC809-8A62-4994-AFA3-5836513960D1}" srcOrd="0" destOrd="3" presId="urn:microsoft.com/office/officeart/2005/8/layout/bList2"/>
    <dgm:cxn modelId="{F5F165C2-BAA7-4678-92A6-F4FA74A261DE}" type="presOf" srcId="{EC470828-F188-40F1-9BAD-24DA8EC8498A}" destId="{2496D8E3-A063-4674-ABA5-D8719CAEF8BC}" srcOrd="0" destOrd="0" presId="urn:microsoft.com/office/officeart/2005/8/layout/bList2"/>
    <dgm:cxn modelId="{2F074CCB-902F-44E9-86E2-EEC9AF43F744}" type="presOf" srcId="{FBB04D87-02F6-4CF5-9F5A-41A665659D9E}" destId="{D10565B5-B10E-43C3-B9E8-CB6B3F1FB19A}" srcOrd="0" destOrd="0" presId="urn:microsoft.com/office/officeart/2005/8/layout/bList2"/>
    <dgm:cxn modelId="{232BB7D4-77A6-434D-93A6-31FB55D8F1D3}" type="presOf" srcId="{E2B12767-4B81-4A96-891D-08E405B48EB1}" destId="{47A33140-3A47-404F-8E7F-FD5872ED4C05}" srcOrd="0" destOrd="0" presId="urn:microsoft.com/office/officeart/2005/8/layout/bList2"/>
    <dgm:cxn modelId="{0F3C4FD6-AA3D-4FD1-B611-9A0DF1F28882}" srcId="{69025F71-BA54-42C9-B65F-B3A0D6819F03}" destId="{2433DF1C-7206-47F7-A12F-ABF6D6571963}" srcOrd="2" destOrd="0" parTransId="{BFA8B94C-85F5-43DC-8BDC-A069343C8F69}" sibTransId="{B32537B1-DF7B-4E14-99A4-C9E87B10E8FB}"/>
    <dgm:cxn modelId="{7760EDDB-E8F1-4BA6-B11B-836958FFE3EA}" type="presOf" srcId="{CCCD779C-5571-4406-86BA-B93A56C0F092}" destId="{74ADB85B-5AE7-4BE7-A2A7-FAEDFDBE0B8D}" srcOrd="0" destOrd="0" presId="urn:microsoft.com/office/officeart/2005/8/layout/bList2"/>
    <dgm:cxn modelId="{27C2E3E0-90A3-43EE-997A-03EA77414A0C}" type="presOf" srcId="{56D07340-75E1-4AD6-87B9-922F01533C6D}" destId="{48F786DA-DE1C-49AB-A9EC-F4B26E445636}" srcOrd="1" destOrd="0" presId="urn:microsoft.com/office/officeart/2005/8/layout/bList2"/>
    <dgm:cxn modelId="{72845CED-67F3-4257-A6A2-715928E7B1A3}" type="presOf" srcId="{22011C8F-8C8B-479E-86D9-FCDDD9058F05}" destId="{846A71B0-4F5B-47B2-8980-46D3D2DDB15D}" srcOrd="0" destOrd="0" presId="urn:microsoft.com/office/officeart/2005/8/layout/bList2"/>
    <dgm:cxn modelId="{E70337FA-EA0D-449D-A6EE-5C95931B9BF4}" srcId="{E2B12767-4B81-4A96-891D-08E405B48EB1}" destId="{CCCD779C-5571-4406-86BA-B93A56C0F092}" srcOrd="2" destOrd="0" parTransId="{0475E061-26B7-40EF-BFE3-7EAE14461042}" sibTransId="{0FEA00F7-95D2-41FD-A093-A774F4D3CD18}"/>
    <dgm:cxn modelId="{915886FD-D4B5-4B22-BD74-AB441E0CE114}" srcId="{E2B12767-4B81-4A96-891D-08E405B48EB1}" destId="{56D07340-75E1-4AD6-87B9-922F01533C6D}" srcOrd="0" destOrd="0" parTransId="{85D96B4E-1D91-44D5-92BD-5A8D61869AC9}" sibTransId="{F50FB9DF-7138-4F48-A1CF-9268D5B21D43}"/>
    <dgm:cxn modelId="{0DA11FFE-B166-426A-B887-B9B620F6F0A2}" type="presOf" srcId="{CCCD779C-5571-4406-86BA-B93A56C0F092}" destId="{A330D0D8-36E0-4D22-9693-859DCEFD00F6}" srcOrd="1" destOrd="0" presId="urn:microsoft.com/office/officeart/2005/8/layout/bList2"/>
    <dgm:cxn modelId="{CA2185B3-EBFB-4B03-A426-BAFC48A57961}" type="presParOf" srcId="{47A33140-3A47-404F-8E7F-FD5872ED4C05}" destId="{DD7CA9C7-FAAB-4752-93E6-DFEA2F0643E7}" srcOrd="0" destOrd="0" presId="urn:microsoft.com/office/officeart/2005/8/layout/bList2"/>
    <dgm:cxn modelId="{02770F56-4A38-4BA8-841A-AD15A26ECD29}" type="presParOf" srcId="{DD7CA9C7-FAAB-4752-93E6-DFEA2F0643E7}" destId="{D10EC809-8A62-4994-AFA3-5836513960D1}" srcOrd="0" destOrd="0" presId="urn:microsoft.com/office/officeart/2005/8/layout/bList2"/>
    <dgm:cxn modelId="{148A886D-447B-45F3-BB44-4F152217D719}" type="presParOf" srcId="{DD7CA9C7-FAAB-4752-93E6-DFEA2F0643E7}" destId="{1DE8D5CA-19FD-4C8F-9E6E-77530DBCA067}" srcOrd="1" destOrd="0" presId="urn:microsoft.com/office/officeart/2005/8/layout/bList2"/>
    <dgm:cxn modelId="{164230C1-7B2D-457E-B657-61E7DF51A054}" type="presParOf" srcId="{DD7CA9C7-FAAB-4752-93E6-DFEA2F0643E7}" destId="{48F786DA-DE1C-49AB-A9EC-F4B26E445636}" srcOrd="2" destOrd="0" presId="urn:microsoft.com/office/officeart/2005/8/layout/bList2"/>
    <dgm:cxn modelId="{A6694382-EC76-4069-8E78-3F5D1BF925AC}" type="presParOf" srcId="{DD7CA9C7-FAAB-4752-93E6-DFEA2F0643E7}" destId="{D9ADFEC3-3FB9-439A-9A95-7FF03D05B279}" srcOrd="3" destOrd="0" presId="urn:microsoft.com/office/officeart/2005/8/layout/bList2"/>
    <dgm:cxn modelId="{FB90BDC0-D5E6-4A2D-A3BE-F6F9C0009D1C}" type="presParOf" srcId="{47A33140-3A47-404F-8E7F-FD5872ED4C05}" destId="{A88A01B7-E93F-4801-992D-C8B8CF1A7AF2}" srcOrd="1" destOrd="0" presId="urn:microsoft.com/office/officeart/2005/8/layout/bList2"/>
    <dgm:cxn modelId="{CF64BA5A-DCE9-412F-A339-08449379E776}" type="presParOf" srcId="{47A33140-3A47-404F-8E7F-FD5872ED4C05}" destId="{D672379D-7E2B-4AA2-9A7E-B53F125FEAA4}" srcOrd="2" destOrd="0" presId="urn:microsoft.com/office/officeart/2005/8/layout/bList2"/>
    <dgm:cxn modelId="{9B75E5B2-D3CB-4125-9450-82B0CD7E6023}" type="presParOf" srcId="{D672379D-7E2B-4AA2-9A7E-B53F125FEAA4}" destId="{3ED92AB1-FC73-4B9A-8E1D-4ACFC692581E}" srcOrd="0" destOrd="0" presId="urn:microsoft.com/office/officeart/2005/8/layout/bList2"/>
    <dgm:cxn modelId="{B01CFCAB-4CE0-4563-8463-8ED341997541}" type="presParOf" srcId="{D672379D-7E2B-4AA2-9A7E-B53F125FEAA4}" destId="{2496D8E3-A063-4674-ABA5-D8719CAEF8BC}" srcOrd="1" destOrd="0" presId="urn:microsoft.com/office/officeart/2005/8/layout/bList2"/>
    <dgm:cxn modelId="{5B7A64DB-7B84-4DE2-8276-E470ED2B2FF9}" type="presParOf" srcId="{D672379D-7E2B-4AA2-9A7E-B53F125FEAA4}" destId="{73228723-6C68-46A8-96CF-D4508B53BCEB}" srcOrd="2" destOrd="0" presId="urn:microsoft.com/office/officeart/2005/8/layout/bList2"/>
    <dgm:cxn modelId="{6150F38A-62F4-4AD8-B2C7-0305AA7395AB}" type="presParOf" srcId="{D672379D-7E2B-4AA2-9A7E-B53F125FEAA4}" destId="{B04E7D05-003F-4073-A2E0-8A6D05F1F5E9}" srcOrd="3" destOrd="0" presId="urn:microsoft.com/office/officeart/2005/8/layout/bList2"/>
    <dgm:cxn modelId="{A53F5ADB-4E01-4796-969F-334595B208BB}" type="presParOf" srcId="{47A33140-3A47-404F-8E7F-FD5872ED4C05}" destId="{D10565B5-B10E-43C3-B9E8-CB6B3F1FB19A}" srcOrd="3" destOrd="0" presId="urn:microsoft.com/office/officeart/2005/8/layout/bList2"/>
    <dgm:cxn modelId="{C092E915-C87D-467F-8E9C-0D2A44C7E9FF}" type="presParOf" srcId="{47A33140-3A47-404F-8E7F-FD5872ED4C05}" destId="{3C061DF8-267F-40C0-BFE9-F3F9B8C81599}" srcOrd="4" destOrd="0" presId="urn:microsoft.com/office/officeart/2005/8/layout/bList2"/>
    <dgm:cxn modelId="{37C785A4-89E3-4FA9-AFC8-7A281BFDBBD1}" type="presParOf" srcId="{3C061DF8-267F-40C0-BFE9-F3F9B8C81599}" destId="{846A71B0-4F5B-47B2-8980-46D3D2DDB15D}" srcOrd="0" destOrd="0" presId="urn:microsoft.com/office/officeart/2005/8/layout/bList2"/>
    <dgm:cxn modelId="{61D93D7D-2B80-44EE-B115-4AA29334CA69}" type="presParOf" srcId="{3C061DF8-267F-40C0-BFE9-F3F9B8C81599}" destId="{74ADB85B-5AE7-4BE7-A2A7-FAEDFDBE0B8D}" srcOrd="1" destOrd="0" presId="urn:microsoft.com/office/officeart/2005/8/layout/bList2"/>
    <dgm:cxn modelId="{1139507B-3954-4178-B6C6-3551AE2E1A08}" type="presParOf" srcId="{3C061DF8-267F-40C0-BFE9-F3F9B8C81599}" destId="{A330D0D8-36E0-4D22-9693-859DCEFD00F6}" srcOrd="2" destOrd="0" presId="urn:microsoft.com/office/officeart/2005/8/layout/bList2"/>
    <dgm:cxn modelId="{E273D7A7-A226-4FA0-9120-2CA2B9D661D0}" type="presParOf" srcId="{3C061DF8-267F-40C0-BFE9-F3F9B8C81599}" destId="{C95D7B44-50D7-459C-A076-A823BE9D40B9}" srcOrd="3" destOrd="0" presId="urn:microsoft.com/office/officeart/2005/8/layout/b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E121FB2-3A6E-4145-80A2-B369077BF1DB}" type="doc">
      <dgm:prSet loTypeId="urn:microsoft.com/office/officeart/2005/8/layout/list1" loCatId="list" qsTypeId="urn:microsoft.com/office/officeart/2005/8/quickstyle/simple1" qsCatId="simple" csTypeId="urn:microsoft.com/office/officeart/2005/8/colors/colorful1" csCatId="colorful" phldr="1"/>
      <dgm:spPr/>
      <dgm:t>
        <a:bodyPr/>
        <a:lstStyle/>
        <a:p>
          <a:endParaRPr lang="en-GB"/>
        </a:p>
      </dgm:t>
    </dgm:pt>
    <dgm:pt modelId="{31AA5ADF-B05B-4890-9ACD-E8CF4952D249}">
      <dgm:prSet phldrT="[Text]"/>
      <dgm:spPr/>
      <dgm:t>
        <a:bodyPr/>
        <a:lstStyle/>
        <a:p>
          <a:r>
            <a:rPr lang="en-GB"/>
            <a:t>Identify</a:t>
          </a:r>
          <a:endParaRPr lang="en-GB" dirty="0"/>
        </a:p>
      </dgm:t>
    </dgm:pt>
    <dgm:pt modelId="{99643743-D1A8-493A-920E-F89086DDD67D}" type="parTrans" cxnId="{919B0F7A-7DC1-4D43-9E62-904CF854693F}">
      <dgm:prSet/>
      <dgm:spPr/>
      <dgm:t>
        <a:bodyPr/>
        <a:lstStyle/>
        <a:p>
          <a:endParaRPr lang="en-GB"/>
        </a:p>
      </dgm:t>
    </dgm:pt>
    <dgm:pt modelId="{67A5C2C6-273A-4D39-9FC3-45E55950EF56}" type="sibTrans" cxnId="{919B0F7A-7DC1-4D43-9E62-904CF854693F}">
      <dgm:prSet/>
      <dgm:spPr/>
      <dgm:t>
        <a:bodyPr/>
        <a:lstStyle/>
        <a:p>
          <a:endParaRPr lang="en-GB"/>
        </a:p>
      </dgm:t>
    </dgm:pt>
    <dgm:pt modelId="{2B6885C9-0D10-4C08-BD56-DC65F30007F2}">
      <dgm:prSet phldrT="[Text]"/>
      <dgm:spPr/>
      <dgm:t>
        <a:bodyPr/>
        <a:lstStyle/>
        <a:p>
          <a:r>
            <a:rPr lang="en-GB" dirty="0">
              <a:solidFill>
                <a:schemeClr val="tx2"/>
              </a:solidFill>
            </a:rPr>
            <a:t>Describe</a:t>
          </a:r>
        </a:p>
      </dgm:t>
    </dgm:pt>
    <dgm:pt modelId="{265AAF3B-594B-4F4E-9F53-D7806F2ECAE2}" type="parTrans" cxnId="{1F9A1A02-E10D-480C-A4F9-EDADE7CA332D}">
      <dgm:prSet/>
      <dgm:spPr/>
      <dgm:t>
        <a:bodyPr/>
        <a:lstStyle/>
        <a:p>
          <a:endParaRPr lang="en-GB"/>
        </a:p>
      </dgm:t>
    </dgm:pt>
    <dgm:pt modelId="{92DA316E-C9F7-4A51-896B-1C92ACEA1537}" type="sibTrans" cxnId="{1F9A1A02-E10D-480C-A4F9-EDADE7CA332D}">
      <dgm:prSet/>
      <dgm:spPr/>
      <dgm:t>
        <a:bodyPr/>
        <a:lstStyle/>
        <a:p>
          <a:endParaRPr lang="en-GB"/>
        </a:p>
      </dgm:t>
    </dgm:pt>
    <dgm:pt modelId="{5067911A-1194-4C4F-BA70-6836A48C6251}">
      <dgm:prSet phldrT="[Text]"/>
      <dgm:spPr/>
      <dgm:t>
        <a:bodyPr/>
        <a:lstStyle/>
        <a:p>
          <a:r>
            <a:rPr lang="en-GB"/>
            <a:t>Discuss</a:t>
          </a:r>
          <a:endParaRPr lang="en-GB" dirty="0"/>
        </a:p>
      </dgm:t>
    </dgm:pt>
    <dgm:pt modelId="{E7A094D0-A8FB-497C-B9C7-C7AE4323C847}" type="parTrans" cxnId="{07A2081D-603E-43FF-A470-E76F708A8401}">
      <dgm:prSet/>
      <dgm:spPr/>
      <dgm:t>
        <a:bodyPr/>
        <a:lstStyle/>
        <a:p>
          <a:endParaRPr lang="en-GB"/>
        </a:p>
      </dgm:t>
    </dgm:pt>
    <dgm:pt modelId="{FA523A74-D2AC-4D1E-819B-46702A9D1E0F}" type="sibTrans" cxnId="{07A2081D-603E-43FF-A470-E76F708A8401}">
      <dgm:prSet/>
      <dgm:spPr/>
      <dgm:t>
        <a:bodyPr/>
        <a:lstStyle/>
        <a:p>
          <a:endParaRPr lang="en-GB"/>
        </a:p>
      </dgm:t>
    </dgm:pt>
    <dgm:pt modelId="{B6228E90-5313-4E40-B56E-090F9D905EE0}">
      <dgm:prSet phldrT="[Text]"/>
      <dgm:spPr/>
      <dgm:t>
        <a:bodyPr/>
        <a:lstStyle/>
        <a:p>
          <a:r>
            <a:rPr lang="en-GB" dirty="0"/>
            <a:t>Identify the roles within the software development lifecycle</a:t>
          </a:r>
        </a:p>
      </dgm:t>
    </dgm:pt>
    <dgm:pt modelId="{E3E5D6E8-DA8D-4126-90F0-0FB74665727D}" type="parTrans" cxnId="{A16D598E-3D6D-44BE-B0B4-DDD9C7108DBD}">
      <dgm:prSet/>
      <dgm:spPr/>
      <dgm:t>
        <a:bodyPr/>
        <a:lstStyle/>
        <a:p>
          <a:endParaRPr lang="en-GB"/>
        </a:p>
      </dgm:t>
    </dgm:pt>
    <dgm:pt modelId="{D5E92C66-639E-4951-9DF2-700FA969B6EB}" type="sibTrans" cxnId="{A16D598E-3D6D-44BE-B0B4-DDD9C7108DBD}">
      <dgm:prSet/>
      <dgm:spPr/>
      <dgm:t>
        <a:bodyPr/>
        <a:lstStyle/>
        <a:p>
          <a:endParaRPr lang="en-GB"/>
        </a:p>
      </dgm:t>
    </dgm:pt>
    <dgm:pt modelId="{582CD42D-6072-4A9A-B8B2-A9427ED1B8A1}">
      <dgm:prSet phldrT="[Text]"/>
      <dgm:spPr/>
      <dgm:t>
        <a:bodyPr/>
        <a:lstStyle/>
        <a:p>
          <a:r>
            <a:rPr lang="en-GB" dirty="0"/>
            <a:t>Describe the responsibilities of each role</a:t>
          </a:r>
        </a:p>
      </dgm:t>
    </dgm:pt>
    <dgm:pt modelId="{506E1501-D803-47D3-9564-8A6CAFDD3105}" type="parTrans" cxnId="{04F1EE18-3218-4D07-B486-F6A9F18D0D6E}">
      <dgm:prSet/>
      <dgm:spPr/>
      <dgm:t>
        <a:bodyPr/>
        <a:lstStyle/>
        <a:p>
          <a:endParaRPr lang="en-GB"/>
        </a:p>
      </dgm:t>
    </dgm:pt>
    <dgm:pt modelId="{AD9353EB-B28B-481A-9CA2-3B9BBB48BF68}" type="sibTrans" cxnId="{04F1EE18-3218-4D07-B486-F6A9F18D0D6E}">
      <dgm:prSet/>
      <dgm:spPr/>
      <dgm:t>
        <a:bodyPr/>
        <a:lstStyle/>
        <a:p>
          <a:endParaRPr lang="en-GB"/>
        </a:p>
      </dgm:t>
    </dgm:pt>
    <dgm:pt modelId="{FF1357FF-F527-4BD7-B566-1D5CF2277EE7}">
      <dgm:prSet phldrT="[Text]"/>
      <dgm:spPr/>
      <dgm:t>
        <a:bodyPr/>
        <a:lstStyle/>
        <a:p>
          <a:r>
            <a:rPr lang="en-GB" dirty="0"/>
            <a:t>Compare and Contrast theories related to making teams work effectively</a:t>
          </a:r>
        </a:p>
      </dgm:t>
    </dgm:pt>
    <dgm:pt modelId="{69F79F3C-885C-47D5-95EB-36FB87E47F2F}" type="parTrans" cxnId="{11F00E5D-85FC-45FA-B717-09A1A46FEE15}">
      <dgm:prSet/>
      <dgm:spPr/>
      <dgm:t>
        <a:bodyPr/>
        <a:lstStyle/>
        <a:p>
          <a:endParaRPr lang="en-GB"/>
        </a:p>
      </dgm:t>
    </dgm:pt>
    <dgm:pt modelId="{FB793D0C-806D-4CBA-B626-213CF1ACEE5D}" type="sibTrans" cxnId="{11F00E5D-85FC-45FA-B717-09A1A46FEE15}">
      <dgm:prSet/>
      <dgm:spPr/>
      <dgm:t>
        <a:bodyPr/>
        <a:lstStyle/>
        <a:p>
          <a:endParaRPr lang="en-GB"/>
        </a:p>
      </dgm:t>
    </dgm:pt>
    <dgm:pt modelId="{76DB70C2-F2B6-4029-87E1-1D896993E855}">
      <dgm:prSet phldrT="[Text]"/>
      <dgm:spPr/>
      <dgm:t>
        <a:bodyPr/>
        <a:lstStyle/>
        <a:p>
          <a:r>
            <a:rPr lang="en-GB" dirty="0"/>
            <a:t>Discuss how the different roles interact with each other</a:t>
          </a:r>
        </a:p>
      </dgm:t>
    </dgm:pt>
    <dgm:pt modelId="{E7E85E08-5823-4084-8E64-9ABF60D12A35}" type="parTrans" cxnId="{64CC7ACC-5C59-4DD3-B795-78EBC6BBF6F9}">
      <dgm:prSet/>
      <dgm:spPr/>
      <dgm:t>
        <a:bodyPr/>
        <a:lstStyle/>
        <a:p>
          <a:endParaRPr lang="en-GB"/>
        </a:p>
      </dgm:t>
    </dgm:pt>
    <dgm:pt modelId="{F2B3BF72-F741-493E-AB5B-46935CBED96F}" type="sibTrans" cxnId="{64CC7ACC-5C59-4DD3-B795-78EBC6BBF6F9}">
      <dgm:prSet/>
      <dgm:spPr/>
      <dgm:t>
        <a:bodyPr/>
        <a:lstStyle/>
        <a:p>
          <a:endParaRPr lang="en-GB"/>
        </a:p>
      </dgm:t>
    </dgm:pt>
    <dgm:pt modelId="{F38A396F-0FDD-4882-930B-BCB0F455F204}">
      <dgm:prSet phldrT="[Text]"/>
      <dgm:spPr/>
      <dgm:t>
        <a:bodyPr/>
        <a:lstStyle/>
        <a:p>
          <a:r>
            <a:rPr lang="en-GB"/>
            <a:t>Compare and Contrast</a:t>
          </a:r>
          <a:endParaRPr lang="en-GB" dirty="0"/>
        </a:p>
      </dgm:t>
    </dgm:pt>
    <dgm:pt modelId="{E73CD8C8-D0F2-483A-B322-3A09FF320662}" type="parTrans" cxnId="{1FAB0BB6-CA30-436C-8453-BC4D426ADA27}">
      <dgm:prSet/>
      <dgm:spPr/>
      <dgm:t>
        <a:bodyPr/>
        <a:lstStyle/>
        <a:p>
          <a:endParaRPr lang="en-GB"/>
        </a:p>
      </dgm:t>
    </dgm:pt>
    <dgm:pt modelId="{C7230508-9F50-42A1-AAE3-D65B9045501A}" type="sibTrans" cxnId="{1FAB0BB6-CA30-436C-8453-BC4D426ADA27}">
      <dgm:prSet/>
      <dgm:spPr/>
      <dgm:t>
        <a:bodyPr/>
        <a:lstStyle/>
        <a:p>
          <a:endParaRPr lang="en-GB"/>
        </a:p>
      </dgm:t>
    </dgm:pt>
    <dgm:pt modelId="{CF66E934-2AB6-471D-BA4E-BB579FDB5639}" type="pres">
      <dgm:prSet presAssocID="{DE121FB2-3A6E-4145-80A2-B369077BF1DB}" presName="linear" presStyleCnt="0">
        <dgm:presLayoutVars>
          <dgm:dir/>
          <dgm:animLvl val="lvl"/>
          <dgm:resizeHandles val="exact"/>
        </dgm:presLayoutVars>
      </dgm:prSet>
      <dgm:spPr/>
    </dgm:pt>
    <dgm:pt modelId="{BAF78E07-FE24-4024-B7DD-E35E50044F38}" type="pres">
      <dgm:prSet presAssocID="{31AA5ADF-B05B-4890-9ACD-E8CF4952D249}" presName="parentLin" presStyleCnt="0"/>
      <dgm:spPr/>
    </dgm:pt>
    <dgm:pt modelId="{EE9521F8-95C3-4BD5-BE50-42F97F001E71}" type="pres">
      <dgm:prSet presAssocID="{31AA5ADF-B05B-4890-9ACD-E8CF4952D249}" presName="parentLeftMargin" presStyleLbl="node1" presStyleIdx="0" presStyleCnt="4"/>
      <dgm:spPr/>
    </dgm:pt>
    <dgm:pt modelId="{A29992BC-CE79-45CF-91EE-10CAE2D0BA85}" type="pres">
      <dgm:prSet presAssocID="{31AA5ADF-B05B-4890-9ACD-E8CF4952D249}" presName="parentText" presStyleLbl="node1" presStyleIdx="0" presStyleCnt="4">
        <dgm:presLayoutVars>
          <dgm:chMax val="0"/>
          <dgm:bulletEnabled val="1"/>
        </dgm:presLayoutVars>
      </dgm:prSet>
      <dgm:spPr/>
    </dgm:pt>
    <dgm:pt modelId="{139D9FBD-A84F-498C-8F71-5A751664158D}" type="pres">
      <dgm:prSet presAssocID="{31AA5ADF-B05B-4890-9ACD-E8CF4952D249}" presName="negativeSpace" presStyleCnt="0"/>
      <dgm:spPr/>
    </dgm:pt>
    <dgm:pt modelId="{2D5362AD-1342-440E-B83B-4C38A569D1D0}" type="pres">
      <dgm:prSet presAssocID="{31AA5ADF-B05B-4890-9ACD-E8CF4952D249}" presName="childText" presStyleLbl="conFgAcc1" presStyleIdx="0" presStyleCnt="4">
        <dgm:presLayoutVars>
          <dgm:bulletEnabled val="1"/>
        </dgm:presLayoutVars>
      </dgm:prSet>
      <dgm:spPr/>
    </dgm:pt>
    <dgm:pt modelId="{BE093D11-F8C7-4AA6-BB01-C2DC64E15CF8}" type="pres">
      <dgm:prSet presAssocID="{67A5C2C6-273A-4D39-9FC3-45E55950EF56}" presName="spaceBetweenRectangles" presStyleCnt="0"/>
      <dgm:spPr/>
    </dgm:pt>
    <dgm:pt modelId="{908560E7-A946-4E01-B74A-6D1210C7BB06}" type="pres">
      <dgm:prSet presAssocID="{2B6885C9-0D10-4C08-BD56-DC65F30007F2}" presName="parentLin" presStyleCnt="0"/>
      <dgm:spPr/>
    </dgm:pt>
    <dgm:pt modelId="{C052C4DB-D2F2-4D45-A057-4B7B01656F02}" type="pres">
      <dgm:prSet presAssocID="{2B6885C9-0D10-4C08-BD56-DC65F30007F2}" presName="parentLeftMargin" presStyleLbl="node1" presStyleIdx="0" presStyleCnt="4"/>
      <dgm:spPr/>
    </dgm:pt>
    <dgm:pt modelId="{C0195C7D-1C4E-4579-A362-79C788B1FFE1}" type="pres">
      <dgm:prSet presAssocID="{2B6885C9-0D10-4C08-BD56-DC65F30007F2}" presName="parentText" presStyleLbl="node1" presStyleIdx="1" presStyleCnt="4">
        <dgm:presLayoutVars>
          <dgm:chMax val="0"/>
          <dgm:bulletEnabled val="1"/>
        </dgm:presLayoutVars>
      </dgm:prSet>
      <dgm:spPr/>
    </dgm:pt>
    <dgm:pt modelId="{B2412A12-47E7-454C-9168-E844E16864C6}" type="pres">
      <dgm:prSet presAssocID="{2B6885C9-0D10-4C08-BD56-DC65F30007F2}" presName="negativeSpace" presStyleCnt="0"/>
      <dgm:spPr/>
    </dgm:pt>
    <dgm:pt modelId="{74A84089-B907-4828-9650-8CD4E281D90D}" type="pres">
      <dgm:prSet presAssocID="{2B6885C9-0D10-4C08-BD56-DC65F30007F2}" presName="childText" presStyleLbl="conFgAcc1" presStyleIdx="1" presStyleCnt="4">
        <dgm:presLayoutVars>
          <dgm:bulletEnabled val="1"/>
        </dgm:presLayoutVars>
      </dgm:prSet>
      <dgm:spPr/>
    </dgm:pt>
    <dgm:pt modelId="{E1061CA9-27A4-4049-AD1F-4B0BAD5F9D7E}" type="pres">
      <dgm:prSet presAssocID="{92DA316E-C9F7-4A51-896B-1C92ACEA1537}" presName="spaceBetweenRectangles" presStyleCnt="0"/>
      <dgm:spPr/>
    </dgm:pt>
    <dgm:pt modelId="{273C48A1-E9CD-4427-A330-1131A7313F16}" type="pres">
      <dgm:prSet presAssocID="{5067911A-1194-4C4F-BA70-6836A48C6251}" presName="parentLin" presStyleCnt="0"/>
      <dgm:spPr/>
    </dgm:pt>
    <dgm:pt modelId="{3F83C369-1C04-4F8D-899D-DCDD7CA9D878}" type="pres">
      <dgm:prSet presAssocID="{5067911A-1194-4C4F-BA70-6836A48C6251}" presName="parentLeftMargin" presStyleLbl="node1" presStyleIdx="1" presStyleCnt="4"/>
      <dgm:spPr/>
    </dgm:pt>
    <dgm:pt modelId="{57DF4BC5-7C6F-44AB-9389-CB264130D7A7}" type="pres">
      <dgm:prSet presAssocID="{5067911A-1194-4C4F-BA70-6836A48C6251}" presName="parentText" presStyleLbl="node1" presStyleIdx="2" presStyleCnt="4">
        <dgm:presLayoutVars>
          <dgm:chMax val="0"/>
          <dgm:bulletEnabled val="1"/>
        </dgm:presLayoutVars>
      </dgm:prSet>
      <dgm:spPr/>
    </dgm:pt>
    <dgm:pt modelId="{DE7CA931-866C-40C3-8120-60B10178C666}" type="pres">
      <dgm:prSet presAssocID="{5067911A-1194-4C4F-BA70-6836A48C6251}" presName="negativeSpace" presStyleCnt="0"/>
      <dgm:spPr/>
    </dgm:pt>
    <dgm:pt modelId="{EC23C8E2-0FE5-4E55-B6AD-30A472D24649}" type="pres">
      <dgm:prSet presAssocID="{5067911A-1194-4C4F-BA70-6836A48C6251}" presName="childText" presStyleLbl="conFgAcc1" presStyleIdx="2" presStyleCnt="4">
        <dgm:presLayoutVars>
          <dgm:bulletEnabled val="1"/>
        </dgm:presLayoutVars>
      </dgm:prSet>
      <dgm:spPr/>
    </dgm:pt>
    <dgm:pt modelId="{C9A4E1C8-06AF-4867-B86C-0AB4E6199B05}" type="pres">
      <dgm:prSet presAssocID="{FA523A74-D2AC-4D1E-819B-46702A9D1E0F}" presName="spaceBetweenRectangles" presStyleCnt="0"/>
      <dgm:spPr/>
    </dgm:pt>
    <dgm:pt modelId="{74428176-CD5D-4CFB-A723-06BB9E68B4CB}" type="pres">
      <dgm:prSet presAssocID="{F38A396F-0FDD-4882-930B-BCB0F455F204}" presName="parentLin" presStyleCnt="0"/>
      <dgm:spPr/>
    </dgm:pt>
    <dgm:pt modelId="{3F344F00-70E6-4BF2-88EC-4E97679A8687}" type="pres">
      <dgm:prSet presAssocID="{F38A396F-0FDD-4882-930B-BCB0F455F204}" presName="parentLeftMargin" presStyleLbl="node1" presStyleIdx="2" presStyleCnt="4"/>
      <dgm:spPr/>
    </dgm:pt>
    <dgm:pt modelId="{D52E2F00-4165-4B3D-9322-590CA8FE3340}" type="pres">
      <dgm:prSet presAssocID="{F38A396F-0FDD-4882-930B-BCB0F455F204}" presName="parentText" presStyleLbl="node1" presStyleIdx="3" presStyleCnt="4">
        <dgm:presLayoutVars>
          <dgm:chMax val="0"/>
          <dgm:bulletEnabled val="1"/>
        </dgm:presLayoutVars>
      </dgm:prSet>
      <dgm:spPr/>
    </dgm:pt>
    <dgm:pt modelId="{44215AEF-4915-47C2-8D83-2FA17471F1AA}" type="pres">
      <dgm:prSet presAssocID="{F38A396F-0FDD-4882-930B-BCB0F455F204}" presName="negativeSpace" presStyleCnt="0"/>
      <dgm:spPr/>
    </dgm:pt>
    <dgm:pt modelId="{66E6236C-B0DD-4B5F-88BD-48A25F5F1FE8}" type="pres">
      <dgm:prSet presAssocID="{F38A396F-0FDD-4882-930B-BCB0F455F204}" presName="childText" presStyleLbl="conFgAcc1" presStyleIdx="3" presStyleCnt="4">
        <dgm:presLayoutVars>
          <dgm:bulletEnabled val="1"/>
        </dgm:presLayoutVars>
      </dgm:prSet>
      <dgm:spPr/>
    </dgm:pt>
  </dgm:ptLst>
  <dgm:cxnLst>
    <dgm:cxn modelId="{1F9A1A02-E10D-480C-A4F9-EDADE7CA332D}" srcId="{DE121FB2-3A6E-4145-80A2-B369077BF1DB}" destId="{2B6885C9-0D10-4C08-BD56-DC65F30007F2}" srcOrd="1" destOrd="0" parTransId="{265AAF3B-594B-4F4E-9F53-D7806F2ECAE2}" sibTransId="{92DA316E-C9F7-4A51-896B-1C92ACEA1537}"/>
    <dgm:cxn modelId="{04F1EE18-3218-4D07-B486-F6A9F18D0D6E}" srcId="{2B6885C9-0D10-4C08-BD56-DC65F30007F2}" destId="{582CD42D-6072-4A9A-B8B2-A9427ED1B8A1}" srcOrd="0" destOrd="0" parTransId="{506E1501-D803-47D3-9564-8A6CAFDD3105}" sibTransId="{AD9353EB-B28B-481A-9CA2-3B9BBB48BF68}"/>
    <dgm:cxn modelId="{07A2081D-603E-43FF-A470-E76F708A8401}" srcId="{DE121FB2-3A6E-4145-80A2-B369077BF1DB}" destId="{5067911A-1194-4C4F-BA70-6836A48C6251}" srcOrd="2" destOrd="0" parTransId="{E7A094D0-A8FB-497C-B9C7-C7AE4323C847}" sibTransId="{FA523A74-D2AC-4D1E-819B-46702A9D1E0F}"/>
    <dgm:cxn modelId="{1ECDD231-702F-44EE-900B-BFBCBA526D44}" type="presOf" srcId="{F38A396F-0FDD-4882-930B-BCB0F455F204}" destId="{3F344F00-70E6-4BF2-88EC-4E97679A8687}" srcOrd="0" destOrd="0" presId="urn:microsoft.com/office/officeart/2005/8/layout/list1"/>
    <dgm:cxn modelId="{4290F338-8F32-4397-BD50-CAE6E543FEAE}" type="presOf" srcId="{5067911A-1194-4C4F-BA70-6836A48C6251}" destId="{57DF4BC5-7C6F-44AB-9389-CB264130D7A7}" srcOrd="1" destOrd="0" presId="urn:microsoft.com/office/officeart/2005/8/layout/list1"/>
    <dgm:cxn modelId="{11F00E5D-85FC-45FA-B717-09A1A46FEE15}" srcId="{F38A396F-0FDD-4882-930B-BCB0F455F204}" destId="{FF1357FF-F527-4BD7-B566-1D5CF2277EE7}" srcOrd="0" destOrd="0" parTransId="{69F79F3C-885C-47D5-95EB-36FB87E47F2F}" sibTransId="{FB793D0C-806D-4CBA-B626-213CF1ACEE5D}"/>
    <dgm:cxn modelId="{5F9BD25E-DAA4-420B-BD72-2841514327DD}" type="presOf" srcId="{31AA5ADF-B05B-4890-9ACD-E8CF4952D249}" destId="{EE9521F8-95C3-4BD5-BE50-42F97F001E71}" srcOrd="0" destOrd="0" presId="urn:microsoft.com/office/officeart/2005/8/layout/list1"/>
    <dgm:cxn modelId="{B248FE63-EC45-487F-BBE1-383095D124F6}" type="presOf" srcId="{5067911A-1194-4C4F-BA70-6836A48C6251}" destId="{3F83C369-1C04-4F8D-899D-DCDD7CA9D878}" srcOrd="0" destOrd="0" presId="urn:microsoft.com/office/officeart/2005/8/layout/list1"/>
    <dgm:cxn modelId="{F3981668-E93D-4410-98BC-65B3F11EBDB4}" type="presOf" srcId="{2B6885C9-0D10-4C08-BD56-DC65F30007F2}" destId="{C0195C7D-1C4E-4579-A362-79C788B1FFE1}" srcOrd="1" destOrd="0" presId="urn:microsoft.com/office/officeart/2005/8/layout/list1"/>
    <dgm:cxn modelId="{919B0F7A-7DC1-4D43-9E62-904CF854693F}" srcId="{DE121FB2-3A6E-4145-80A2-B369077BF1DB}" destId="{31AA5ADF-B05B-4890-9ACD-E8CF4952D249}" srcOrd="0" destOrd="0" parTransId="{99643743-D1A8-493A-920E-F89086DDD67D}" sibTransId="{67A5C2C6-273A-4D39-9FC3-45E55950EF56}"/>
    <dgm:cxn modelId="{64D9807D-F6E1-419A-991D-D0281AE865F1}" type="presOf" srcId="{76DB70C2-F2B6-4029-87E1-1D896993E855}" destId="{EC23C8E2-0FE5-4E55-B6AD-30A472D24649}" srcOrd="0" destOrd="0" presId="urn:microsoft.com/office/officeart/2005/8/layout/list1"/>
    <dgm:cxn modelId="{A16D598E-3D6D-44BE-B0B4-DDD9C7108DBD}" srcId="{31AA5ADF-B05B-4890-9ACD-E8CF4952D249}" destId="{B6228E90-5313-4E40-B56E-090F9D905EE0}" srcOrd="0" destOrd="0" parTransId="{E3E5D6E8-DA8D-4126-90F0-0FB74665727D}" sibTransId="{D5E92C66-639E-4951-9DF2-700FA969B6EB}"/>
    <dgm:cxn modelId="{87DD8092-4077-4C38-922B-43E0F8471A67}" type="presOf" srcId="{31AA5ADF-B05B-4890-9ACD-E8CF4952D249}" destId="{A29992BC-CE79-45CF-91EE-10CAE2D0BA85}" srcOrd="1" destOrd="0" presId="urn:microsoft.com/office/officeart/2005/8/layout/list1"/>
    <dgm:cxn modelId="{F6AE599F-B4AA-4F9A-961F-FCCF666E8951}" type="presOf" srcId="{2B6885C9-0D10-4C08-BD56-DC65F30007F2}" destId="{C052C4DB-D2F2-4D45-A057-4B7B01656F02}" srcOrd="0" destOrd="0" presId="urn:microsoft.com/office/officeart/2005/8/layout/list1"/>
    <dgm:cxn modelId="{A80FFAB1-8603-4B74-8F09-FFE6A2173E3E}" type="presOf" srcId="{DE121FB2-3A6E-4145-80A2-B369077BF1DB}" destId="{CF66E934-2AB6-471D-BA4E-BB579FDB5639}" srcOrd="0" destOrd="0" presId="urn:microsoft.com/office/officeart/2005/8/layout/list1"/>
    <dgm:cxn modelId="{223DB9B5-3A26-41DF-8D49-91A76BC9E17C}" type="presOf" srcId="{B6228E90-5313-4E40-B56E-090F9D905EE0}" destId="{2D5362AD-1342-440E-B83B-4C38A569D1D0}" srcOrd="0" destOrd="0" presId="urn:microsoft.com/office/officeart/2005/8/layout/list1"/>
    <dgm:cxn modelId="{1FAB0BB6-CA30-436C-8453-BC4D426ADA27}" srcId="{DE121FB2-3A6E-4145-80A2-B369077BF1DB}" destId="{F38A396F-0FDD-4882-930B-BCB0F455F204}" srcOrd="3" destOrd="0" parTransId="{E73CD8C8-D0F2-483A-B322-3A09FF320662}" sibTransId="{C7230508-9F50-42A1-AAE3-D65B9045501A}"/>
    <dgm:cxn modelId="{2BEC39B8-F08D-4E37-ACD0-D26330992F9A}" type="presOf" srcId="{FF1357FF-F527-4BD7-B566-1D5CF2277EE7}" destId="{66E6236C-B0DD-4B5F-88BD-48A25F5F1FE8}" srcOrd="0" destOrd="0" presId="urn:microsoft.com/office/officeart/2005/8/layout/list1"/>
    <dgm:cxn modelId="{4DEC9DC0-A911-43AE-A43C-E30A8760136F}" type="presOf" srcId="{582CD42D-6072-4A9A-B8B2-A9427ED1B8A1}" destId="{74A84089-B907-4828-9650-8CD4E281D90D}" srcOrd="0" destOrd="0" presId="urn:microsoft.com/office/officeart/2005/8/layout/list1"/>
    <dgm:cxn modelId="{64CC7ACC-5C59-4DD3-B795-78EBC6BBF6F9}" srcId="{5067911A-1194-4C4F-BA70-6836A48C6251}" destId="{76DB70C2-F2B6-4029-87E1-1D896993E855}" srcOrd="0" destOrd="0" parTransId="{E7E85E08-5823-4084-8E64-9ABF60D12A35}" sibTransId="{F2B3BF72-F741-493E-AB5B-46935CBED96F}"/>
    <dgm:cxn modelId="{03BA83D2-272E-4213-A412-C02B6A5BA8AA}" type="presOf" srcId="{F38A396F-0FDD-4882-930B-BCB0F455F204}" destId="{D52E2F00-4165-4B3D-9322-590CA8FE3340}" srcOrd="1" destOrd="0" presId="urn:microsoft.com/office/officeart/2005/8/layout/list1"/>
    <dgm:cxn modelId="{3DB75BA6-77A1-4FAD-8BD0-FF665B8EC0FA}" type="presParOf" srcId="{CF66E934-2AB6-471D-BA4E-BB579FDB5639}" destId="{BAF78E07-FE24-4024-B7DD-E35E50044F38}" srcOrd="0" destOrd="0" presId="urn:microsoft.com/office/officeart/2005/8/layout/list1"/>
    <dgm:cxn modelId="{147F8F90-910D-4EE2-B6AA-0C2E5A4FB305}" type="presParOf" srcId="{BAF78E07-FE24-4024-B7DD-E35E50044F38}" destId="{EE9521F8-95C3-4BD5-BE50-42F97F001E71}" srcOrd="0" destOrd="0" presId="urn:microsoft.com/office/officeart/2005/8/layout/list1"/>
    <dgm:cxn modelId="{AB8CCE01-0B80-428D-BFF7-DB709D13B691}" type="presParOf" srcId="{BAF78E07-FE24-4024-B7DD-E35E50044F38}" destId="{A29992BC-CE79-45CF-91EE-10CAE2D0BA85}" srcOrd="1" destOrd="0" presId="urn:microsoft.com/office/officeart/2005/8/layout/list1"/>
    <dgm:cxn modelId="{AA73FDFA-D901-42DE-9A6C-44789C225D0A}" type="presParOf" srcId="{CF66E934-2AB6-471D-BA4E-BB579FDB5639}" destId="{139D9FBD-A84F-498C-8F71-5A751664158D}" srcOrd="1" destOrd="0" presId="urn:microsoft.com/office/officeart/2005/8/layout/list1"/>
    <dgm:cxn modelId="{764A2485-8B4B-424B-AAE1-ED477D350BC2}" type="presParOf" srcId="{CF66E934-2AB6-471D-BA4E-BB579FDB5639}" destId="{2D5362AD-1342-440E-B83B-4C38A569D1D0}" srcOrd="2" destOrd="0" presId="urn:microsoft.com/office/officeart/2005/8/layout/list1"/>
    <dgm:cxn modelId="{09554FDE-A68D-47B1-808D-2006CEB3B244}" type="presParOf" srcId="{CF66E934-2AB6-471D-BA4E-BB579FDB5639}" destId="{BE093D11-F8C7-4AA6-BB01-C2DC64E15CF8}" srcOrd="3" destOrd="0" presId="urn:microsoft.com/office/officeart/2005/8/layout/list1"/>
    <dgm:cxn modelId="{1B147F7C-CDB8-43EB-8177-3015140249F4}" type="presParOf" srcId="{CF66E934-2AB6-471D-BA4E-BB579FDB5639}" destId="{908560E7-A946-4E01-B74A-6D1210C7BB06}" srcOrd="4" destOrd="0" presId="urn:microsoft.com/office/officeart/2005/8/layout/list1"/>
    <dgm:cxn modelId="{D5BD43D3-B3C2-4691-B58B-C294374AE14E}" type="presParOf" srcId="{908560E7-A946-4E01-B74A-6D1210C7BB06}" destId="{C052C4DB-D2F2-4D45-A057-4B7B01656F02}" srcOrd="0" destOrd="0" presId="urn:microsoft.com/office/officeart/2005/8/layout/list1"/>
    <dgm:cxn modelId="{A62578FE-AD73-413F-BBB0-F3E4515F97E1}" type="presParOf" srcId="{908560E7-A946-4E01-B74A-6D1210C7BB06}" destId="{C0195C7D-1C4E-4579-A362-79C788B1FFE1}" srcOrd="1" destOrd="0" presId="urn:microsoft.com/office/officeart/2005/8/layout/list1"/>
    <dgm:cxn modelId="{9092C7F1-D888-4104-8DB7-CF9341F8871C}" type="presParOf" srcId="{CF66E934-2AB6-471D-BA4E-BB579FDB5639}" destId="{B2412A12-47E7-454C-9168-E844E16864C6}" srcOrd="5" destOrd="0" presId="urn:microsoft.com/office/officeart/2005/8/layout/list1"/>
    <dgm:cxn modelId="{D5D9226C-482D-4118-B9AB-D56DEFC74972}" type="presParOf" srcId="{CF66E934-2AB6-471D-BA4E-BB579FDB5639}" destId="{74A84089-B907-4828-9650-8CD4E281D90D}" srcOrd="6" destOrd="0" presId="urn:microsoft.com/office/officeart/2005/8/layout/list1"/>
    <dgm:cxn modelId="{201E770B-38CB-478F-AE26-5D18247B024D}" type="presParOf" srcId="{CF66E934-2AB6-471D-BA4E-BB579FDB5639}" destId="{E1061CA9-27A4-4049-AD1F-4B0BAD5F9D7E}" srcOrd="7" destOrd="0" presId="urn:microsoft.com/office/officeart/2005/8/layout/list1"/>
    <dgm:cxn modelId="{C6822552-8E73-4541-A86E-7ACEA90A9ADF}" type="presParOf" srcId="{CF66E934-2AB6-471D-BA4E-BB579FDB5639}" destId="{273C48A1-E9CD-4427-A330-1131A7313F16}" srcOrd="8" destOrd="0" presId="urn:microsoft.com/office/officeart/2005/8/layout/list1"/>
    <dgm:cxn modelId="{ABE203B0-3755-4404-8B48-D7730A837930}" type="presParOf" srcId="{273C48A1-E9CD-4427-A330-1131A7313F16}" destId="{3F83C369-1C04-4F8D-899D-DCDD7CA9D878}" srcOrd="0" destOrd="0" presId="urn:microsoft.com/office/officeart/2005/8/layout/list1"/>
    <dgm:cxn modelId="{78EFACDF-79D3-4C61-BA38-E00DABB86B36}" type="presParOf" srcId="{273C48A1-E9CD-4427-A330-1131A7313F16}" destId="{57DF4BC5-7C6F-44AB-9389-CB264130D7A7}" srcOrd="1" destOrd="0" presId="urn:microsoft.com/office/officeart/2005/8/layout/list1"/>
    <dgm:cxn modelId="{1E1A3AC0-FDEA-4B39-9E02-8EF8B77C5D0E}" type="presParOf" srcId="{CF66E934-2AB6-471D-BA4E-BB579FDB5639}" destId="{DE7CA931-866C-40C3-8120-60B10178C666}" srcOrd="9" destOrd="0" presId="urn:microsoft.com/office/officeart/2005/8/layout/list1"/>
    <dgm:cxn modelId="{107BFC69-F49E-4597-B65C-D71240BB617F}" type="presParOf" srcId="{CF66E934-2AB6-471D-BA4E-BB579FDB5639}" destId="{EC23C8E2-0FE5-4E55-B6AD-30A472D24649}" srcOrd="10" destOrd="0" presId="urn:microsoft.com/office/officeart/2005/8/layout/list1"/>
    <dgm:cxn modelId="{3C8CB64E-AF8C-43F4-A403-DDE873A4C5E2}" type="presParOf" srcId="{CF66E934-2AB6-471D-BA4E-BB579FDB5639}" destId="{C9A4E1C8-06AF-4867-B86C-0AB4E6199B05}" srcOrd="11" destOrd="0" presId="urn:microsoft.com/office/officeart/2005/8/layout/list1"/>
    <dgm:cxn modelId="{883F81FD-30A0-42BF-9D86-86072E31FEAB}" type="presParOf" srcId="{CF66E934-2AB6-471D-BA4E-BB579FDB5639}" destId="{74428176-CD5D-4CFB-A723-06BB9E68B4CB}" srcOrd="12" destOrd="0" presId="urn:microsoft.com/office/officeart/2005/8/layout/list1"/>
    <dgm:cxn modelId="{77368F6A-BFFE-4C81-A9C8-9D950128C365}" type="presParOf" srcId="{74428176-CD5D-4CFB-A723-06BB9E68B4CB}" destId="{3F344F00-70E6-4BF2-88EC-4E97679A8687}" srcOrd="0" destOrd="0" presId="urn:microsoft.com/office/officeart/2005/8/layout/list1"/>
    <dgm:cxn modelId="{037F5C90-A6C6-40CD-8062-7B58CFC020D6}" type="presParOf" srcId="{74428176-CD5D-4CFB-A723-06BB9E68B4CB}" destId="{D52E2F00-4165-4B3D-9322-590CA8FE3340}" srcOrd="1" destOrd="0" presId="urn:microsoft.com/office/officeart/2005/8/layout/list1"/>
    <dgm:cxn modelId="{657212D0-B37E-4600-9E0F-E8ABBC8DC576}" type="presParOf" srcId="{CF66E934-2AB6-471D-BA4E-BB579FDB5639}" destId="{44215AEF-4915-47C2-8D83-2FA17471F1AA}" srcOrd="13" destOrd="0" presId="urn:microsoft.com/office/officeart/2005/8/layout/list1"/>
    <dgm:cxn modelId="{A5275DC6-AD67-48BC-9D7D-9B035FCF1AC9}" type="presParOf" srcId="{CF66E934-2AB6-471D-BA4E-BB579FDB5639}" destId="{66E6236C-B0DD-4B5F-88BD-48A25F5F1FE8}"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39A48E5-7960-4A6E-A31B-29E2C9069632}" type="doc">
      <dgm:prSet loTypeId="urn:microsoft.com/office/officeart/2005/8/layout/hierarchy4" loCatId="list" qsTypeId="urn:microsoft.com/office/officeart/2005/8/quickstyle/simple1" qsCatId="simple" csTypeId="urn:microsoft.com/office/officeart/2005/8/colors/colorful1" csCatId="colorful" phldr="1"/>
      <dgm:spPr/>
      <dgm:t>
        <a:bodyPr/>
        <a:lstStyle/>
        <a:p>
          <a:endParaRPr lang="en-GB"/>
        </a:p>
      </dgm:t>
    </dgm:pt>
    <dgm:pt modelId="{7ACEC9B1-35B3-4673-958A-82F1C5175097}">
      <dgm:prSet phldrT="[Text]" custT="1"/>
      <dgm:spPr/>
      <dgm:t>
        <a:bodyPr/>
        <a:lstStyle/>
        <a:p>
          <a:r>
            <a:rPr lang="en-GB" sz="2400" dirty="0"/>
            <a:t>Takes the business needs and converts them into requirements making sure documentation is correctly completed</a:t>
          </a:r>
        </a:p>
      </dgm:t>
    </dgm:pt>
    <dgm:pt modelId="{675E3F6D-AC4F-4B0D-B1A2-F0C1BDEA35D9}" type="parTrans" cxnId="{18064E91-7E6B-48AF-9D44-C4331FE10075}">
      <dgm:prSet/>
      <dgm:spPr/>
      <dgm:t>
        <a:bodyPr/>
        <a:lstStyle/>
        <a:p>
          <a:endParaRPr lang="en-GB"/>
        </a:p>
      </dgm:t>
    </dgm:pt>
    <dgm:pt modelId="{F3112DC3-8394-4D41-AD07-25076AE9224A}" type="sibTrans" cxnId="{18064E91-7E6B-48AF-9D44-C4331FE10075}">
      <dgm:prSet/>
      <dgm:spPr/>
      <dgm:t>
        <a:bodyPr/>
        <a:lstStyle/>
        <a:p>
          <a:endParaRPr lang="en-GB"/>
        </a:p>
      </dgm:t>
    </dgm:pt>
    <dgm:pt modelId="{093485EB-3529-494A-BA98-6B084FBAC10C}">
      <dgm:prSet phldrT="[Text]"/>
      <dgm:spPr/>
      <dgm:t>
        <a:bodyPr/>
        <a:lstStyle/>
        <a:p>
          <a:r>
            <a:rPr lang="en-GB" dirty="0"/>
            <a:t>Define the scope and prioritise it providing technological solutions</a:t>
          </a:r>
        </a:p>
      </dgm:t>
    </dgm:pt>
    <dgm:pt modelId="{0B6975B1-C73A-4F8B-B98C-5078C8C9AF1C}" type="parTrans" cxnId="{3B03B51D-2BB4-4125-B7AE-FBC6C70C2391}">
      <dgm:prSet/>
      <dgm:spPr/>
      <dgm:t>
        <a:bodyPr/>
        <a:lstStyle/>
        <a:p>
          <a:endParaRPr lang="en-GB"/>
        </a:p>
      </dgm:t>
    </dgm:pt>
    <dgm:pt modelId="{5FD247BA-173F-4231-B295-92FF1CE14F17}" type="sibTrans" cxnId="{3B03B51D-2BB4-4125-B7AE-FBC6C70C2391}">
      <dgm:prSet/>
      <dgm:spPr/>
      <dgm:t>
        <a:bodyPr/>
        <a:lstStyle/>
        <a:p>
          <a:endParaRPr lang="en-GB"/>
        </a:p>
      </dgm:t>
    </dgm:pt>
    <dgm:pt modelId="{7108AA73-A5A4-4905-B600-B38856DE6FE9}">
      <dgm:prSet phldrT="[Text]"/>
      <dgm:spPr/>
      <dgm:t>
        <a:bodyPr/>
        <a:lstStyle/>
        <a:p>
          <a:r>
            <a:rPr lang="en-GB" dirty="0"/>
            <a:t>Define, analyse and manage the technical and business requirements</a:t>
          </a:r>
        </a:p>
      </dgm:t>
    </dgm:pt>
    <dgm:pt modelId="{E17F29D8-DD72-49A0-AE27-85F0FADDE0E3}" type="parTrans" cxnId="{FEC106B3-E676-4050-8FAE-9973AFCDA2BF}">
      <dgm:prSet/>
      <dgm:spPr/>
      <dgm:t>
        <a:bodyPr/>
        <a:lstStyle/>
        <a:p>
          <a:endParaRPr lang="en-GB"/>
        </a:p>
      </dgm:t>
    </dgm:pt>
    <dgm:pt modelId="{7973F857-184C-4EB4-B926-32CF43C22EE2}" type="sibTrans" cxnId="{FEC106B3-E676-4050-8FAE-9973AFCDA2BF}">
      <dgm:prSet/>
      <dgm:spPr/>
      <dgm:t>
        <a:bodyPr/>
        <a:lstStyle/>
        <a:p>
          <a:endParaRPr lang="en-GB"/>
        </a:p>
      </dgm:t>
    </dgm:pt>
    <dgm:pt modelId="{854E1109-2E5E-4259-B4F9-D160A5B4FA76}">
      <dgm:prSet phldrT="[Text]"/>
      <dgm:spPr/>
      <dgm:t>
        <a:bodyPr/>
        <a:lstStyle/>
        <a:p>
          <a:r>
            <a:rPr lang="en-GB" dirty="0"/>
            <a:t>Verify that project deliverables meet the requirements</a:t>
          </a:r>
        </a:p>
      </dgm:t>
    </dgm:pt>
    <dgm:pt modelId="{0A3F3783-EF13-4DB7-B694-0933F075405C}" type="parTrans" cxnId="{0754465C-EF21-4679-B147-F4BEDA9380B7}">
      <dgm:prSet/>
      <dgm:spPr/>
      <dgm:t>
        <a:bodyPr/>
        <a:lstStyle/>
        <a:p>
          <a:endParaRPr lang="en-GB"/>
        </a:p>
      </dgm:t>
    </dgm:pt>
    <dgm:pt modelId="{5B5CF8AE-A6E7-4E9F-9B80-7F9B6ABC9E1D}" type="sibTrans" cxnId="{0754465C-EF21-4679-B147-F4BEDA9380B7}">
      <dgm:prSet/>
      <dgm:spPr/>
      <dgm:t>
        <a:bodyPr/>
        <a:lstStyle/>
        <a:p>
          <a:endParaRPr lang="en-GB"/>
        </a:p>
      </dgm:t>
    </dgm:pt>
    <dgm:pt modelId="{7394FC0F-3AEA-48C0-8C55-8B0D4640CBD3}" type="pres">
      <dgm:prSet presAssocID="{E39A48E5-7960-4A6E-A31B-29E2C9069632}" presName="Name0" presStyleCnt="0">
        <dgm:presLayoutVars>
          <dgm:chPref val="1"/>
          <dgm:dir/>
          <dgm:animOne val="branch"/>
          <dgm:animLvl val="lvl"/>
          <dgm:resizeHandles/>
        </dgm:presLayoutVars>
      </dgm:prSet>
      <dgm:spPr/>
    </dgm:pt>
    <dgm:pt modelId="{652E57E3-77A2-44C5-B074-46A3056D6F90}" type="pres">
      <dgm:prSet presAssocID="{7ACEC9B1-35B3-4673-958A-82F1C5175097}" presName="vertOne" presStyleCnt="0"/>
      <dgm:spPr/>
    </dgm:pt>
    <dgm:pt modelId="{6FC92FEE-9F73-4199-8A9C-D257787AC3A6}" type="pres">
      <dgm:prSet presAssocID="{7ACEC9B1-35B3-4673-958A-82F1C5175097}" presName="txOne" presStyleLbl="node0" presStyleIdx="0" presStyleCnt="1" custLinFactNeighborX="0" custLinFactNeighborY="-63424">
        <dgm:presLayoutVars>
          <dgm:chPref val="3"/>
        </dgm:presLayoutVars>
      </dgm:prSet>
      <dgm:spPr/>
    </dgm:pt>
    <dgm:pt modelId="{C8170006-2587-4075-B0DF-BB6A731687C7}" type="pres">
      <dgm:prSet presAssocID="{7ACEC9B1-35B3-4673-958A-82F1C5175097}" presName="parTransOne" presStyleCnt="0"/>
      <dgm:spPr/>
    </dgm:pt>
    <dgm:pt modelId="{F15DEFC2-937C-4DCF-B642-886F904DFA5F}" type="pres">
      <dgm:prSet presAssocID="{7ACEC9B1-35B3-4673-958A-82F1C5175097}" presName="horzOne" presStyleCnt="0"/>
      <dgm:spPr/>
    </dgm:pt>
    <dgm:pt modelId="{66564351-185F-4135-8286-9461C342FD43}" type="pres">
      <dgm:prSet presAssocID="{093485EB-3529-494A-BA98-6B084FBAC10C}" presName="vertTwo" presStyleCnt="0"/>
      <dgm:spPr/>
    </dgm:pt>
    <dgm:pt modelId="{4542B2A6-2208-4E81-9C1E-3FE518047EB0}" type="pres">
      <dgm:prSet presAssocID="{093485EB-3529-494A-BA98-6B084FBAC10C}" presName="txTwo" presStyleLbl="node2" presStyleIdx="0" presStyleCnt="3">
        <dgm:presLayoutVars>
          <dgm:chPref val="3"/>
        </dgm:presLayoutVars>
      </dgm:prSet>
      <dgm:spPr/>
    </dgm:pt>
    <dgm:pt modelId="{0B760069-FFA7-4F2F-AE76-1AD3FC66FBAA}" type="pres">
      <dgm:prSet presAssocID="{093485EB-3529-494A-BA98-6B084FBAC10C}" presName="horzTwo" presStyleCnt="0"/>
      <dgm:spPr/>
    </dgm:pt>
    <dgm:pt modelId="{B01BEC24-D2DD-45E5-A2FC-6C8C7592DB91}" type="pres">
      <dgm:prSet presAssocID="{5FD247BA-173F-4231-B295-92FF1CE14F17}" presName="sibSpaceTwo" presStyleCnt="0"/>
      <dgm:spPr/>
    </dgm:pt>
    <dgm:pt modelId="{D9AB20DA-04C6-43A1-BBCE-5516ACEF46CE}" type="pres">
      <dgm:prSet presAssocID="{7108AA73-A5A4-4905-B600-B38856DE6FE9}" presName="vertTwo" presStyleCnt="0"/>
      <dgm:spPr/>
    </dgm:pt>
    <dgm:pt modelId="{D271AB36-0306-41A0-9FA5-DFDBBDCD799F}" type="pres">
      <dgm:prSet presAssocID="{7108AA73-A5A4-4905-B600-B38856DE6FE9}" presName="txTwo" presStyleLbl="node2" presStyleIdx="1" presStyleCnt="3">
        <dgm:presLayoutVars>
          <dgm:chPref val="3"/>
        </dgm:presLayoutVars>
      </dgm:prSet>
      <dgm:spPr/>
    </dgm:pt>
    <dgm:pt modelId="{6981A340-3FFE-464A-9CA4-E24418D79981}" type="pres">
      <dgm:prSet presAssocID="{7108AA73-A5A4-4905-B600-B38856DE6FE9}" presName="horzTwo" presStyleCnt="0"/>
      <dgm:spPr/>
    </dgm:pt>
    <dgm:pt modelId="{548C69D9-B5A5-4105-BD8D-899160C7A1A5}" type="pres">
      <dgm:prSet presAssocID="{7973F857-184C-4EB4-B926-32CF43C22EE2}" presName="sibSpaceTwo" presStyleCnt="0"/>
      <dgm:spPr/>
    </dgm:pt>
    <dgm:pt modelId="{B28E004F-DC6F-4934-AF31-0441DB1F040E}" type="pres">
      <dgm:prSet presAssocID="{854E1109-2E5E-4259-B4F9-D160A5B4FA76}" presName="vertTwo" presStyleCnt="0"/>
      <dgm:spPr/>
    </dgm:pt>
    <dgm:pt modelId="{3EC55727-A436-454C-ACB0-6CA58FB320DE}" type="pres">
      <dgm:prSet presAssocID="{854E1109-2E5E-4259-B4F9-D160A5B4FA76}" presName="txTwo" presStyleLbl="node2" presStyleIdx="2" presStyleCnt="3">
        <dgm:presLayoutVars>
          <dgm:chPref val="3"/>
        </dgm:presLayoutVars>
      </dgm:prSet>
      <dgm:spPr/>
    </dgm:pt>
    <dgm:pt modelId="{78C3B81F-D206-49A1-8FEF-5EF3D8B046E6}" type="pres">
      <dgm:prSet presAssocID="{854E1109-2E5E-4259-B4F9-D160A5B4FA76}" presName="horzTwo" presStyleCnt="0"/>
      <dgm:spPr/>
    </dgm:pt>
  </dgm:ptLst>
  <dgm:cxnLst>
    <dgm:cxn modelId="{9005871B-8115-41B5-9E22-4A260F10A429}" type="presOf" srcId="{854E1109-2E5E-4259-B4F9-D160A5B4FA76}" destId="{3EC55727-A436-454C-ACB0-6CA58FB320DE}" srcOrd="0" destOrd="0" presId="urn:microsoft.com/office/officeart/2005/8/layout/hierarchy4"/>
    <dgm:cxn modelId="{3B03B51D-2BB4-4125-B7AE-FBC6C70C2391}" srcId="{7ACEC9B1-35B3-4673-958A-82F1C5175097}" destId="{093485EB-3529-494A-BA98-6B084FBAC10C}" srcOrd="0" destOrd="0" parTransId="{0B6975B1-C73A-4F8B-B98C-5078C8C9AF1C}" sibTransId="{5FD247BA-173F-4231-B295-92FF1CE14F17}"/>
    <dgm:cxn modelId="{7653992E-2059-450A-BCA5-96997D6A5E80}" type="presOf" srcId="{7108AA73-A5A4-4905-B600-B38856DE6FE9}" destId="{D271AB36-0306-41A0-9FA5-DFDBBDCD799F}" srcOrd="0" destOrd="0" presId="urn:microsoft.com/office/officeart/2005/8/layout/hierarchy4"/>
    <dgm:cxn modelId="{0754465C-EF21-4679-B147-F4BEDA9380B7}" srcId="{7ACEC9B1-35B3-4673-958A-82F1C5175097}" destId="{854E1109-2E5E-4259-B4F9-D160A5B4FA76}" srcOrd="2" destOrd="0" parTransId="{0A3F3783-EF13-4DB7-B694-0933F075405C}" sibTransId="{5B5CF8AE-A6E7-4E9F-9B80-7F9B6ABC9E1D}"/>
    <dgm:cxn modelId="{C80C174B-7DB4-4561-85A6-BDF1E0898604}" type="presOf" srcId="{E39A48E5-7960-4A6E-A31B-29E2C9069632}" destId="{7394FC0F-3AEA-48C0-8C55-8B0D4640CBD3}" srcOrd="0" destOrd="0" presId="urn:microsoft.com/office/officeart/2005/8/layout/hierarchy4"/>
    <dgm:cxn modelId="{18064E91-7E6B-48AF-9D44-C4331FE10075}" srcId="{E39A48E5-7960-4A6E-A31B-29E2C9069632}" destId="{7ACEC9B1-35B3-4673-958A-82F1C5175097}" srcOrd="0" destOrd="0" parTransId="{675E3F6D-AC4F-4B0D-B1A2-F0C1BDEA35D9}" sibTransId="{F3112DC3-8394-4D41-AD07-25076AE9224A}"/>
    <dgm:cxn modelId="{05AECB9A-3A89-4179-90A2-168F0EC7F65B}" type="presOf" srcId="{7ACEC9B1-35B3-4673-958A-82F1C5175097}" destId="{6FC92FEE-9F73-4199-8A9C-D257787AC3A6}" srcOrd="0" destOrd="0" presId="urn:microsoft.com/office/officeart/2005/8/layout/hierarchy4"/>
    <dgm:cxn modelId="{FEC106B3-E676-4050-8FAE-9973AFCDA2BF}" srcId="{7ACEC9B1-35B3-4673-958A-82F1C5175097}" destId="{7108AA73-A5A4-4905-B600-B38856DE6FE9}" srcOrd="1" destOrd="0" parTransId="{E17F29D8-DD72-49A0-AE27-85F0FADDE0E3}" sibTransId="{7973F857-184C-4EB4-B926-32CF43C22EE2}"/>
    <dgm:cxn modelId="{2C325AD7-7B8F-4BCD-A8FE-48CA7D835F3B}" type="presOf" srcId="{093485EB-3529-494A-BA98-6B084FBAC10C}" destId="{4542B2A6-2208-4E81-9C1E-3FE518047EB0}" srcOrd="0" destOrd="0" presId="urn:microsoft.com/office/officeart/2005/8/layout/hierarchy4"/>
    <dgm:cxn modelId="{0945FA4C-A642-445E-92C7-17A54699E68C}" type="presParOf" srcId="{7394FC0F-3AEA-48C0-8C55-8B0D4640CBD3}" destId="{652E57E3-77A2-44C5-B074-46A3056D6F90}" srcOrd="0" destOrd="0" presId="urn:microsoft.com/office/officeart/2005/8/layout/hierarchy4"/>
    <dgm:cxn modelId="{F7964A8D-5329-4AC3-9412-C8AF6D75069C}" type="presParOf" srcId="{652E57E3-77A2-44C5-B074-46A3056D6F90}" destId="{6FC92FEE-9F73-4199-8A9C-D257787AC3A6}" srcOrd="0" destOrd="0" presId="urn:microsoft.com/office/officeart/2005/8/layout/hierarchy4"/>
    <dgm:cxn modelId="{40BF7D36-23D3-4868-8433-A44EEECA1A17}" type="presParOf" srcId="{652E57E3-77A2-44C5-B074-46A3056D6F90}" destId="{C8170006-2587-4075-B0DF-BB6A731687C7}" srcOrd="1" destOrd="0" presId="urn:microsoft.com/office/officeart/2005/8/layout/hierarchy4"/>
    <dgm:cxn modelId="{C60ED9CF-3028-4055-A61E-9949ECC6CC1A}" type="presParOf" srcId="{652E57E3-77A2-44C5-B074-46A3056D6F90}" destId="{F15DEFC2-937C-4DCF-B642-886F904DFA5F}" srcOrd="2" destOrd="0" presId="urn:microsoft.com/office/officeart/2005/8/layout/hierarchy4"/>
    <dgm:cxn modelId="{0561D147-0B2F-4B7F-971E-BC9E4062C9B9}" type="presParOf" srcId="{F15DEFC2-937C-4DCF-B642-886F904DFA5F}" destId="{66564351-185F-4135-8286-9461C342FD43}" srcOrd="0" destOrd="0" presId="urn:microsoft.com/office/officeart/2005/8/layout/hierarchy4"/>
    <dgm:cxn modelId="{495A9B82-BACA-4068-8F95-ADEC180B3BA4}" type="presParOf" srcId="{66564351-185F-4135-8286-9461C342FD43}" destId="{4542B2A6-2208-4E81-9C1E-3FE518047EB0}" srcOrd="0" destOrd="0" presId="urn:microsoft.com/office/officeart/2005/8/layout/hierarchy4"/>
    <dgm:cxn modelId="{13B42B90-C155-4C4F-BB6E-B66CCDD7490F}" type="presParOf" srcId="{66564351-185F-4135-8286-9461C342FD43}" destId="{0B760069-FFA7-4F2F-AE76-1AD3FC66FBAA}" srcOrd="1" destOrd="0" presId="urn:microsoft.com/office/officeart/2005/8/layout/hierarchy4"/>
    <dgm:cxn modelId="{AB93D829-0AC4-4BD7-A383-5FCF99F6278B}" type="presParOf" srcId="{F15DEFC2-937C-4DCF-B642-886F904DFA5F}" destId="{B01BEC24-D2DD-45E5-A2FC-6C8C7592DB91}" srcOrd="1" destOrd="0" presId="urn:microsoft.com/office/officeart/2005/8/layout/hierarchy4"/>
    <dgm:cxn modelId="{76F7456C-4BBB-4B60-837E-E3195F1734BA}" type="presParOf" srcId="{F15DEFC2-937C-4DCF-B642-886F904DFA5F}" destId="{D9AB20DA-04C6-43A1-BBCE-5516ACEF46CE}" srcOrd="2" destOrd="0" presId="urn:microsoft.com/office/officeart/2005/8/layout/hierarchy4"/>
    <dgm:cxn modelId="{9E70C942-BC13-4CCB-851A-F94C20AAB3CE}" type="presParOf" srcId="{D9AB20DA-04C6-43A1-BBCE-5516ACEF46CE}" destId="{D271AB36-0306-41A0-9FA5-DFDBBDCD799F}" srcOrd="0" destOrd="0" presId="urn:microsoft.com/office/officeart/2005/8/layout/hierarchy4"/>
    <dgm:cxn modelId="{AD01E20C-D53B-40DF-81BA-4FBDCCE92C99}" type="presParOf" srcId="{D9AB20DA-04C6-43A1-BBCE-5516ACEF46CE}" destId="{6981A340-3FFE-464A-9CA4-E24418D79981}" srcOrd="1" destOrd="0" presId="urn:microsoft.com/office/officeart/2005/8/layout/hierarchy4"/>
    <dgm:cxn modelId="{F2A64C2E-269F-452E-964D-3308A2EF45AA}" type="presParOf" srcId="{F15DEFC2-937C-4DCF-B642-886F904DFA5F}" destId="{548C69D9-B5A5-4105-BD8D-899160C7A1A5}" srcOrd="3" destOrd="0" presId="urn:microsoft.com/office/officeart/2005/8/layout/hierarchy4"/>
    <dgm:cxn modelId="{8C46A9E8-6173-4024-9E10-A425F6B7231E}" type="presParOf" srcId="{F15DEFC2-937C-4DCF-B642-886F904DFA5F}" destId="{B28E004F-DC6F-4934-AF31-0441DB1F040E}" srcOrd="4" destOrd="0" presId="urn:microsoft.com/office/officeart/2005/8/layout/hierarchy4"/>
    <dgm:cxn modelId="{C1F77BA2-5DB1-4317-BE03-5BE2A0BE696E}" type="presParOf" srcId="{B28E004F-DC6F-4934-AF31-0441DB1F040E}" destId="{3EC55727-A436-454C-ACB0-6CA58FB320DE}" srcOrd="0" destOrd="0" presId="urn:microsoft.com/office/officeart/2005/8/layout/hierarchy4"/>
    <dgm:cxn modelId="{A78E2375-4448-4D7E-90A8-E1CDC63CAE10}" type="presParOf" srcId="{B28E004F-DC6F-4934-AF31-0441DB1F040E}" destId="{78C3B81F-D206-49A1-8FEF-5EF3D8B046E6}" srcOrd="1" destOrd="0" presId="urn:microsoft.com/office/officeart/2005/8/layout/hierarchy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39A48E5-7960-4A6E-A31B-29E2C9069632}" type="doc">
      <dgm:prSet loTypeId="urn:microsoft.com/office/officeart/2005/8/layout/hierarchy4" loCatId="list" qsTypeId="urn:microsoft.com/office/officeart/2005/8/quickstyle/simple1" qsCatId="simple" csTypeId="urn:microsoft.com/office/officeart/2005/8/colors/colorful1" csCatId="colorful" phldr="1"/>
      <dgm:spPr/>
      <dgm:t>
        <a:bodyPr/>
        <a:lstStyle/>
        <a:p>
          <a:endParaRPr lang="en-GB"/>
        </a:p>
      </dgm:t>
    </dgm:pt>
    <dgm:pt modelId="{7ACEC9B1-35B3-4673-958A-82F1C5175097}">
      <dgm:prSet phldrT="[Text]" custT="1"/>
      <dgm:spPr/>
      <dgm:t>
        <a:bodyPr/>
        <a:lstStyle/>
        <a:p>
          <a:r>
            <a:rPr lang="en-GB" sz="2400"/>
            <a:t>Controls the software project. Focuses on the ‘who, what, where, when and how’ of the plan and makes sure the project achieves its goals</a:t>
          </a:r>
          <a:endParaRPr lang="en-GB" sz="2400" dirty="0"/>
        </a:p>
      </dgm:t>
    </dgm:pt>
    <dgm:pt modelId="{675E3F6D-AC4F-4B0D-B1A2-F0C1BDEA35D9}" type="parTrans" cxnId="{18064E91-7E6B-48AF-9D44-C4331FE10075}">
      <dgm:prSet/>
      <dgm:spPr/>
      <dgm:t>
        <a:bodyPr/>
        <a:lstStyle/>
        <a:p>
          <a:endParaRPr lang="en-GB"/>
        </a:p>
      </dgm:t>
    </dgm:pt>
    <dgm:pt modelId="{F3112DC3-8394-4D41-AD07-25076AE9224A}" type="sibTrans" cxnId="{18064E91-7E6B-48AF-9D44-C4331FE10075}">
      <dgm:prSet/>
      <dgm:spPr/>
      <dgm:t>
        <a:bodyPr/>
        <a:lstStyle/>
        <a:p>
          <a:endParaRPr lang="en-GB"/>
        </a:p>
      </dgm:t>
    </dgm:pt>
    <dgm:pt modelId="{93B8AF2E-9EC1-4576-BD89-1F21E1D3D2F7}">
      <dgm:prSet phldrT="[Text]"/>
      <dgm:spPr/>
      <dgm:t>
        <a:bodyPr/>
        <a:lstStyle/>
        <a:p>
          <a:r>
            <a:rPr lang="en-GB" dirty="0"/>
            <a:t>Develop a project plan</a:t>
          </a:r>
        </a:p>
      </dgm:t>
    </dgm:pt>
    <dgm:pt modelId="{24D6112A-ABA2-4B79-B1A8-2F06900550A4}" type="parTrans" cxnId="{394D36CA-789F-435F-8AB6-AA8AC30E232A}">
      <dgm:prSet/>
      <dgm:spPr/>
      <dgm:t>
        <a:bodyPr/>
        <a:lstStyle/>
        <a:p>
          <a:endParaRPr lang="en-GB"/>
        </a:p>
      </dgm:t>
    </dgm:pt>
    <dgm:pt modelId="{BB292A29-56D7-4465-8F80-FA80FE9CF334}" type="sibTrans" cxnId="{394D36CA-789F-435F-8AB6-AA8AC30E232A}">
      <dgm:prSet/>
      <dgm:spPr/>
      <dgm:t>
        <a:bodyPr/>
        <a:lstStyle/>
        <a:p>
          <a:endParaRPr lang="en-GB"/>
        </a:p>
      </dgm:t>
    </dgm:pt>
    <dgm:pt modelId="{BC4577F1-1271-4A32-A9B9-5B446AB92929}">
      <dgm:prSet phldrT="[Text]"/>
      <dgm:spPr/>
      <dgm:t>
        <a:bodyPr/>
        <a:lstStyle/>
        <a:p>
          <a:r>
            <a:rPr lang="en-GB" dirty="0"/>
            <a:t>Plan, estimate and manage resources and budget</a:t>
          </a:r>
        </a:p>
      </dgm:t>
    </dgm:pt>
    <dgm:pt modelId="{80270B8F-1916-454B-A67E-6DF7778F558D}" type="parTrans" cxnId="{F8DDAEF3-255E-4C73-ABEF-73D8F719C926}">
      <dgm:prSet/>
      <dgm:spPr/>
      <dgm:t>
        <a:bodyPr/>
        <a:lstStyle/>
        <a:p>
          <a:endParaRPr lang="en-GB"/>
        </a:p>
      </dgm:t>
    </dgm:pt>
    <dgm:pt modelId="{B08465B6-F690-4CDD-A8B8-62549F745ABC}" type="sibTrans" cxnId="{F8DDAEF3-255E-4C73-ABEF-73D8F719C926}">
      <dgm:prSet/>
      <dgm:spPr/>
      <dgm:t>
        <a:bodyPr/>
        <a:lstStyle/>
        <a:p>
          <a:endParaRPr lang="en-GB"/>
        </a:p>
      </dgm:t>
    </dgm:pt>
    <dgm:pt modelId="{BC9E8083-6E1E-41AA-A94C-2B7345DECFA9}">
      <dgm:prSet phldrT="[Text]"/>
      <dgm:spPr/>
      <dgm:t>
        <a:bodyPr/>
        <a:lstStyle/>
        <a:p>
          <a:r>
            <a:rPr lang="en-GB" dirty="0"/>
            <a:t>Provide regular updates to senior management and stakeholders</a:t>
          </a:r>
        </a:p>
      </dgm:t>
    </dgm:pt>
    <dgm:pt modelId="{DA56000C-D1F4-4CB9-9638-AB88A8AD67D1}" type="parTrans" cxnId="{856BC3AB-C34D-485E-97BF-A386E934D084}">
      <dgm:prSet/>
      <dgm:spPr/>
      <dgm:t>
        <a:bodyPr/>
        <a:lstStyle/>
        <a:p>
          <a:endParaRPr lang="en-GB"/>
        </a:p>
      </dgm:t>
    </dgm:pt>
    <dgm:pt modelId="{6186B453-A286-4A2B-8CC8-391A0E9802D3}" type="sibTrans" cxnId="{856BC3AB-C34D-485E-97BF-A386E934D084}">
      <dgm:prSet/>
      <dgm:spPr/>
      <dgm:t>
        <a:bodyPr/>
        <a:lstStyle/>
        <a:p>
          <a:endParaRPr lang="en-GB"/>
        </a:p>
      </dgm:t>
    </dgm:pt>
    <dgm:pt modelId="{7394FC0F-3AEA-48C0-8C55-8B0D4640CBD3}" type="pres">
      <dgm:prSet presAssocID="{E39A48E5-7960-4A6E-A31B-29E2C9069632}" presName="Name0" presStyleCnt="0">
        <dgm:presLayoutVars>
          <dgm:chPref val="1"/>
          <dgm:dir/>
          <dgm:animOne val="branch"/>
          <dgm:animLvl val="lvl"/>
          <dgm:resizeHandles/>
        </dgm:presLayoutVars>
      </dgm:prSet>
      <dgm:spPr/>
    </dgm:pt>
    <dgm:pt modelId="{652E57E3-77A2-44C5-B074-46A3056D6F90}" type="pres">
      <dgm:prSet presAssocID="{7ACEC9B1-35B3-4673-958A-82F1C5175097}" presName="vertOne" presStyleCnt="0"/>
      <dgm:spPr/>
    </dgm:pt>
    <dgm:pt modelId="{6FC92FEE-9F73-4199-8A9C-D257787AC3A6}" type="pres">
      <dgm:prSet presAssocID="{7ACEC9B1-35B3-4673-958A-82F1C5175097}" presName="txOne" presStyleLbl="node0" presStyleIdx="0" presStyleCnt="1" custLinFactNeighborX="0" custLinFactNeighborY="-63424">
        <dgm:presLayoutVars>
          <dgm:chPref val="3"/>
        </dgm:presLayoutVars>
      </dgm:prSet>
      <dgm:spPr/>
    </dgm:pt>
    <dgm:pt modelId="{C8170006-2587-4075-B0DF-BB6A731687C7}" type="pres">
      <dgm:prSet presAssocID="{7ACEC9B1-35B3-4673-958A-82F1C5175097}" presName="parTransOne" presStyleCnt="0"/>
      <dgm:spPr/>
    </dgm:pt>
    <dgm:pt modelId="{F15DEFC2-937C-4DCF-B642-886F904DFA5F}" type="pres">
      <dgm:prSet presAssocID="{7ACEC9B1-35B3-4673-958A-82F1C5175097}" presName="horzOne" presStyleCnt="0"/>
      <dgm:spPr/>
    </dgm:pt>
    <dgm:pt modelId="{CC8D8005-8633-457E-83C3-61F146CFAB88}" type="pres">
      <dgm:prSet presAssocID="{93B8AF2E-9EC1-4576-BD89-1F21E1D3D2F7}" presName="vertTwo" presStyleCnt="0"/>
      <dgm:spPr/>
    </dgm:pt>
    <dgm:pt modelId="{095A58E8-F66A-4E29-A558-01E2E28CA878}" type="pres">
      <dgm:prSet presAssocID="{93B8AF2E-9EC1-4576-BD89-1F21E1D3D2F7}" presName="txTwo" presStyleLbl="node2" presStyleIdx="0" presStyleCnt="3">
        <dgm:presLayoutVars>
          <dgm:chPref val="3"/>
        </dgm:presLayoutVars>
      </dgm:prSet>
      <dgm:spPr/>
    </dgm:pt>
    <dgm:pt modelId="{F86D9947-D3F5-4305-B8A7-7FC0810D233D}" type="pres">
      <dgm:prSet presAssocID="{93B8AF2E-9EC1-4576-BD89-1F21E1D3D2F7}" presName="horzTwo" presStyleCnt="0"/>
      <dgm:spPr/>
    </dgm:pt>
    <dgm:pt modelId="{5ECE3365-CE70-4F51-86B2-BD550984E757}" type="pres">
      <dgm:prSet presAssocID="{BB292A29-56D7-4465-8F80-FA80FE9CF334}" presName="sibSpaceTwo" presStyleCnt="0"/>
      <dgm:spPr/>
    </dgm:pt>
    <dgm:pt modelId="{22B4DBC4-D5CF-4E86-86FF-E837BCB6F4A2}" type="pres">
      <dgm:prSet presAssocID="{BC4577F1-1271-4A32-A9B9-5B446AB92929}" presName="vertTwo" presStyleCnt="0"/>
      <dgm:spPr/>
    </dgm:pt>
    <dgm:pt modelId="{76D142E2-1BDD-474C-9B9E-B0D64CABBE56}" type="pres">
      <dgm:prSet presAssocID="{BC4577F1-1271-4A32-A9B9-5B446AB92929}" presName="txTwo" presStyleLbl="node2" presStyleIdx="1" presStyleCnt="3">
        <dgm:presLayoutVars>
          <dgm:chPref val="3"/>
        </dgm:presLayoutVars>
      </dgm:prSet>
      <dgm:spPr/>
    </dgm:pt>
    <dgm:pt modelId="{48EC6202-FAF3-483B-A372-084D8B69EE4B}" type="pres">
      <dgm:prSet presAssocID="{BC4577F1-1271-4A32-A9B9-5B446AB92929}" presName="horzTwo" presStyleCnt="0"/>
      <dgm:spPr/>
    </dgm:pt>
    <dgm:pt modelId="{190E84EA-A6EA-4D2E-ABC2-28CE3D1A836B}" type="pres">
      <dgm:prSet presAssocID="{B08465B6-F690-4CDD-A8B8-62549F745ABC}" presName="sibSpaceTwo" presStyleCnt="0"/>
      <dgm:spPr/>
    </dgm:pt>
    <dgm:pt modelId="{57CFC51E-52CD-4FC4-B639-EE41B05251EE}" type="pres">
      <dgm:prSet presAssocID="{BC9E8083-6E1E-41AA-A94C-2B7345DECFA9}" presName="vertTwo" presStyleCnt="0"/>
      <dgm:spPr/>
    </dgm:pt>
    <dgm:pt modelId="{D0D22C50-467E-4818-8511-05BCB29F5EAE}" type="pres">
      <dgm:prSet presAssocID="{BC9E8083-6E1E-41AA-A94C-2B7345DECFA9}" presName="txTwo" presStyleLbl="node2" presStyleIdx="2" presStyleCnt="3">
        <dgm:presLayoutVars>
          <dgm:chPref val="3"/>
        </dgm:presLayoutVars>
      </dgm:prSet>
      <dgm:spPr/>
    </dgm:pt>
    <dgm:pt modelId="{664878E1-A845-4C20-B490-6105059C8B9B}" type="pres">
      <dgm:prSet presAssocID="{BC9E8083-6E1E-41AA-A94C-2B7345DECFA9}" presName="horzTwo" presStyleCnt="0"/>
      <dgm:spPr/>
    </dgm:pt>
  </dgm:ptLst>
  <dgm:cxnLst>
    <dgm:cxn modelId="{C80C174B-7DB4-4561-85A6-BDF1E0898604}" type="presOf" srcId="{E39A48E5-7960-4A6E-A31B-29E2C9069632}" destId="{7394FC0F-3AEA-48C0-8C55-8B0D4640CBD3}" srcOrd="0" destOrd="0" presId="urn:microsoft.com/office/officeart/2005/8/layout/hierarchy4"/>
    <dgm:cxn modelId="{18064E91-7E6B-48AF-9D44-C4331FE10075}" srcId="{E39A48E5-7960-4A6E-A31B-29E2C9069632}" destId="{7ACEC9B1-35B3-4673-958A-82F1C5175097}" srcOrd="0" destOrd="0" parTransId="{675E3F6D-AC4F-4B0D-B1A2-F0C1BDEA35D9}" sibTransId="{F3112DC3-8394-4D41-AD07-25076AE9224A}"/>
    <dgm:cxn modelId="{79899296-94F4-438C-849D-927BE4127320}" type="presOf" srcId="{93B8AF2E-9EC1-4576-BD89-1F21E1D3D2F7}" destId="{095A58E8-F66A-4E29-A558-01E2E28CA878}" srcOrd="0" destOrd="0" presId="urn:microsoft.com/office/officeart/2005/8/layout/hierarchy4"/>
    <dgm:cxn modelId="{05AECB9A-3A89-4179-90A2-168F0EC7F65B}" type="presOf" srcId="{7ACEC9B1-35B3-4673-958A-82F1C5175097}" destId="{6FC92FEE-9F73-4199-8A9C-D257787AC3A6}" srcOrd="0" destOrd="0" presId="urn:microsoft.com/office/officeart/2005/8/layout/hierarchy4"/>
    <dgm:cxn modelId="{856BC3AB-C34D-485E-97BF-A386E934D084}" srcId="{7ACEC9B1-35B3-4673-958A-82F1C5175097}" destId="{BC9E8083-6E1E-41AA-A94C-2B7345DECFA9}" srcOrd="2" destOrd="0" parTransId="{DA56000C-D1F4-4CB9-9638-AB88A8AD67D1}" sibTransId="{6186B453-A286-4A2B-8CC8-391A0E9802D3}"/>
    <dgm:cxn modelId="{394D36CA-789F-435F-8AB6-AA8AC30E232A}" srcId="{7ACEC9B1-35B3-4673-958A-82F1C5175097}" destId="{93B8AF2E-9EC1-4576-BD89-1F21E1D3D2F7}" srcOrd="0" destOrd="0" parTransId="{24D6112A-ABA2-4B79-B1A8-2F06900550A4}" sibTransId="{BB292A29-56D7-4465-8F80-FA80FE9CF334}"/>
    <dgm:cxn modelId="{60D6F1DD-32E4-4D1E-B197-1FF1FDDCAF6B}" type="presOf" srcId="{BC4577F1-1271-4A32-A9B9-5B446AB92929}" destId="{76D142E2-1BDD-474C-9B9E-B0D64CABBE56}" srcOrd="0" destOrd="0" presId="urn:microsoft.com/office/officeart/2005/8/layout/hierarchy4"/>
    <dgm:cxn modelId="{FDA0F8E8-7954-468D-AC1F-D4CA06641B98}" type="presOf" srcId="{BC9E8083-6E1E-41AA-A94C-2B7345DECFA9}" destId="{D0D22C50-467E-4818-8511-05BCB29F5EAE}" srcOrd="0" destOrd="0" presId="urn:microsoft.com/office/officeart/2005/8/layout/hierarchy4"/>
    <dgm:cxn modelId="{F8DDAEF3-255E-4C73-ABEF-73D8F719C926}" srcId="{7ACEC9B1-35B3-4673-958A-82F1C5175097}" destId="{BC4577F1-1271-4A32-A9B9-5B446AB92929}" srcOrd="1" destOrd="0" parTransId="{80270B8F-1916-454B-A67E-6DF7778F558D}" sibTransId="{B08465B6-F690-4CDD-A8B8-62549F745ABC}"/>
    <dgm:cxn modelId="{0945FA4C-A642-445E-92C7-17A54699E68C}" type="presParOf" srcId="{7394FC0F-3AEA-48C0-8C55-8B0D4640CBD3}" destId="{652E57E3-77A2-44C5-B074-46A3056D6F90}" srcOrd="0" destOrd="0" presId="urn:microsoft.com/office/officeart/2005/8/layout/hierarchy4"/>
    <dgm:cxn modelId="{F7964A8D-5329-4AC3-9412-C8AF6D75069C}" type="presParOf" srcId="{652E57E3-77A2-44C5-B074-46A3056D6F90}" destId="{6FC92FEE-9F73-4199-8A9C-D257787AC3A6}" srcOrd="0" destOrd="0" presId="urn:microsoft.com/office/officeart/2005/8/layout/hierarchy4"/>
    <dgm:cxn modelId="{40BF7D36-23D3-4868-8433-A44EEECA1A17}" type="presParOf" srcId="{652E57E3-77A2-44C5-B074-46A3056D6F90}" destId="{C8170006-2587-4075-B0DF-BB6A731687C7}" srcOrd="1" destOrd="0" presId="urn:microsoft.com/office/officeart/2005/8/layout/hierarchy4"/>
    <dgm:cxn modelId="{C60ED9CF-3028-4055-A61E-9949ECC6CC1A}" type="presParOf" srcId="{652E57E3-77A2-44C5-B074-46A3056D6F90}" destId="{F15DEFC2-937C-4DCF-B642-886F904DFA5F}" srcOrd="2" destOrd="0" presId="urn:microsoft.com/office/officeart/2005/8/layout/hierarchy4"/>
    <dgm:cxn modelId="{FA660B2E-2D9E-453F-948E-FB3CDDD08745}" type="presParOf" srcId="{F15DEFC2-937C-4DCF-B642-886F904DFA5F}" destId="{CC8D8005-8633-457E-83C3-61F146CFAB88}" srcOrd="0" destOrd="0" presId="urn:microsoft.com/office/officeart/2005/8/layout/hierarchy4"/>
    <dgm:cxn modelId="{0BFAA127-2380-4669-B81F-B8639CBFC05E}" type="presParOf" srcId="{CC8D8005-8633-457E-83C3-61F146CFAB88}" destId="{095A58E8-F66A-4E29-A558-01E2E28CA878}" srcOrd="0" destOrd="0" presId="urn:microsoft.com/office/officeart/2005/8/layout/hierarchy4"/>
    <dgm:cxn modelId="{4A629A57-44B1-40B9-A383-51CF38368151}" type="presParOf" srcId="{CC8D8005-8633-457E-83C3-61F146CFAB88}" destId="{F86D9947-D3F5-4305-B8A7-7FC0810D233D}" srcOrd="1" destOrd="0" presId="urn:microsoft.com/office/officeart/2005/8/layout/hierarchy4"/>
    <dgm:cxn modelId="{B1E487F8-432A-4938-8C07-B18785E08994}" type="presParOf" srcId="{F15DEFC2-937C-4DCF-B642-886F904DFA5F}" destId="{5ECE3365-CE70-4F51-86B2-BD550984E757}" srcOrd="1" destOrd="0" presId="urn:microsoft.com/office/officeart/2005/8/layout/hierarchy4"/>
    <dgm:cxn modelId="{89A2E224-1980-46FD-9FF9-D364A2DF2C0E}" type="presParOf" srcId="{F15DEFC2-937C-4DCF-B642-886F904DFA5F}" destId="{22B4DBC4-D5CF-4E86-86FF-E837BCB6F4A2}" srcOrd="2" destOrd="0" presId="urn:microsoft.com/office/officeart/2005/8/layout/hierarchy4"/>
    <dgm:cxn modelId="{409CF205-EB37-4194-8B25-3F31912BAC6E}" type="presParOf" srcId="{22B4DBC4-D5CF-4E86-86FF-E837BCB6F4A2}" destId="{76D142E2-1BDD-474C-9B9E-B0D64CABBE56}" srcOrd="0" destOrd="0" presId="urn:microsoft.com/office/officeart/2005/8/layout/hierarchy4"/>
    <dgm:cxn modelId="{27686FDF-1186-4871-9316-83E933C79DD4}" type="presParOf" srcId="{22B4DBC4-D5CF-4E86-86FF-E837BCB6F4A2}" destId="{48EC6202-FAF3-483B-A372-084D8B69EE4B}" srcOrd="1" destOrd="0" presId="urn:microsoft.com/office/officeart/2005/8/layout/hierarchy4"/>
    <dgm:cxn modelId="{A21F69AE-FC57-4996-9227-8F3B0CF5B9C4}" type="presParOf" srcId="{F15DEFC2-937C-4DCF-B642-886F904DFA5F}" destId="{190E84EA-A6EA-4D2E-ABC2-28CE3D1A836B}" srcOrd="3" destOrd="0" presId="urn:microsoft.com/office/officeart/2005/8/layout/hierarchy4"/>
    <dgm:cxn modelId="{64F3924F-927F-44A9-B682-685E153F4BE0}" type="presParOf" srcId="{F15DEFC2-937C-4DCF-B642-886F904DFA5F}" destId="{57CFC51E-52CD-4FC4-B639-EE41B05251EE}" srcOrd="4" destOrd="0" presId="urn:microsoft.com/office/officeart/2005/8/layout/hierarchy4"/>
    <dgm:cxn modelId="{0AF4F508-284E-4C2F-80A5-B95D7EB12255}" type="presParOf" srcId="{57CFC51E-52CD-4FC4-B639-EE41B05251EE}" destId="{D0D22C50-467E-4818-8511-05BCB29F5EAE}" srcOrd="0" destOrd="0" presId="urn:microsoft.com/office/officeart/2005/8/layout/hierarchy4"/>
    <dgm:cxn modelId="{13F7C006-83DF-4D50-BD57-F5774B7DA81F}" type="presParOf" srcId="{57CFC51E-52CD-4FC4-B639-EE41B05251EE}" destId="{664878E1-A845-4C20-B490-6105059C8B9B}" srcOrd="1" destOrd="0" presId="urn:microsoft.com/office/officeart/2005/8/layout/hierarchy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39A48E5-7960-4A6E-A31B-29E2C9069632}" type="doc">
      <dgm:prSet loTypeId="urn:microsoft.com/office/officeart/2005/8/layout/hierarchy4" loCatId="list" qsTypeId="urn:microsoft.com/office/officeart/2005/8/quickstyle/simple1" qsCatId="simple" csTypeId="urn:microsoft.com/office/officeart/2005/8/colors/colorful1" csCatId="colorful" phldr="1"/>
      <dgm:spPr/>
      <dgm:t>
        <a:bodyPr/>
        <a:lstStyle/>
        <a:p>
          <a:endParaRPr lang="en-GB"/>
        </a:p>
      </dgm:t>
    </dgm:pt>
    <dgm:pt modelId="{7ACEC9B1-35B3-4673-958A-82F1C5175097}">
      <dgm:prSet phldrT="[Text]" custT="1"/>
      <dgm:spPr/>
      <dgm:t>
        <a:bodyPr/>
        <a:lstStyle/>
        <a:p>
          <a:r>
            <a:rPr lang="en-US" sz="2400" dirty="0"/>
            <a:t>Act as a mentor to help keep the team focused on their tasks, to ensure work is delivered on time and that the project meets its goals</a:t>
          </a:r>
          <a:endParaRPr lang="en-GB" sz="2400" dirty="0"/>
        </a:p>
      </dgm:t>
    </dgm:pt>
    <dgm:pt modelId="{675E3F6D-AC4F-4B0D-B1A2-F0C1BDEA35D9}" type="parTrans" cxnId="{18064E91-7E6B-48AF-9D44-C4331FE10075}">
      <dgm:prSet/>
      <dgm:spPr/>
      <dgm:t>
        <a:bodyPr/>
        <a:lstStyle/>
        <a:p>
          <a:endParaRPr lang="en-GB"/>
        </a:p>
      </dgm:t>
    </dgm:pt>
    <dgm:pt modelId="{F3112DC3-8394-4D41-AD07-25076AE9224A}" type="sibTrans" cxnId="{18064E91-7E6B-48AF-9D44-C4331FE10075}">
      <dgm:prSet/>
      <dgm:spPr/>
      <dgm:t>
        <a:bodyPr/>
        <a:lstStyle/>
        <a:p>
          <a:endParaRPr lang="en-GB"/>
        </a:p>
      </dgm:t>
    </dgm:pt>
    <dgm:pt modelId="{BAB9745D-DAC1-4ACC-AE7B-996BBC7DCCFD}">
      <dgm:prSet phldrT="[Text]"/>
      <dgm:spPr/>
      <dgm:t>
        <a:bodyPr/>
        <a:lstStyle/>
        <a:p>
          <a:r>
            <a:rPr lang="en-US" dirty="0"/>
            <a:t>Guide the team towards successful project delivery</a:t>
          </a:r>
          <a:endParaRPr lang="en-GB" dirty="0"/>
        </a:p>
      </dgm:t>
    </dgm:pt>
    <dgm:pt modelId="{72ED7D34-A7EB-4B41-B368-2BB500BED332}" type="parTrans" cxnId="{C4777BEA-2DC5-4AE0-93DC-4A297B577BC5}">
      <dgm:prSet/>
      <dgm:spPr/>
      <dgm:t>
        <a:bodyPr/>
        <a:lstStyle/>
        <a:p>
          <a:endParaRPr lang="en-GB"/>
        </a:p>
      </dgm:t>
    </dgm:pt>
    <dgm:pt modelId="{2B7FB7DD-C4BA-443B-93D5-913CB5EF8FBD}" type="sibTrans" cxnId="{C4777BEA-2DC5-4AE0-93DC-4A297B577BC5}">
      <dgm:prSet/>
      <dgm:spPr/>
      <dgm:t>
        <a:bodyPr/>
        <a:lstStyle/>
        <a:p>
          <a:endParaRPr lang="en-GB"/>
        </a:p>
      </dgm:t>
    </dgm:pt>
    <dgm:pt modelId="{4A669D80-FBD2-487E-BEEB-36F9D2D3C5D7}">
      <dgm:prSet phldrT="[Text]"/>
      <dgm:spPr/>
      <dgm:t>
        <a:bodyPr/>
        <a:lstStyle/>
        <a:p>
          <a:r>
            <a:rPr lang="en-US" dirty="0"/>
            <a:t>Prevent and solve any conflict or issues that may arise</a:t>
          </a:r>
          <a:endParaRPr lang="en-GB" dirty="0"/>
        </a:p>
      </dgm:t>
    </dgm:pt>
    <dgm:pt modelId="{8FFCAE2E-4FEA-47E2-A004-8A264B0362AB}" type="parTrans" cxnId="{1BA44DDC-E9CC-4F48-AF05-2FB101A38178}">
      <dgm:prSet/>
      <dgm:spPr/>
      <dgm:t>
        <a:bodyPr/>
        <a:lstStyle/>
        <a:p>
          <a:endParaRPr lang="en-GB"/>
        </a:p>
      </dgm:t>
    </dgm:pt>
    <dgm:pt modelId="{9661248B-2844-4753-9A96-046B9A049D35}" type="sibTrans" cxnId="{1BA44DDC-E9CC-4F48-AF05-2FB101A38178}">
      <dgm:prSet/>
      <dgm:spPr/>
      <dgm:t>
        <a:bodyPr/>
        <a:lstStyle/>
        <a:p>
          <a:endParaRPr lang="en-GB"/>
        </a:p>
      </dgm:t>
    </dgm:pt>
    <dgm:pt modelId="{6B9A2AAF-042A-4A5A-AD25-12415A84B920}">
      <dgm:prSet phldrT="[Text]"/>
      <dgm:spPr/>
      <dgm:t>
        <a:bodyPr/>
        <a:lstStyle/>
        <a:p>
          <a:r>
            <a:rPr lang="en-US" dirty="0"/>
            <a:t>Provide coaching and mentoring to team members</a:t>
          </a:r>
          <a:endParaRPr lang="en-GB" dirty="0"/>
        </a:p>
      </dgm:t>
    </dgm:pt>
    <dgm:pt modelId="{3CBA511D-F577-4612-9B33-5F6A47EB7B3B}" type="parTrans" cxnId="{27D648F0-2B5F-4843-A093-AA6F51F9C5E3}">
      <dgm:prSet/>
      <dgm:spPr/>
      <dgm:t>
        <a:bodyPr/>
        <a:lstStyle/>
        <a:p>
          <a:endParaRPr lang="en-GB"/>
        </a:p>
      </dgm:t>
    </dgm:pt>
    <dgm:pt modelId="{0F9FF334-1623-4A29-8EF4-C816E2FB0B55}" type="sibTrans" cxnId="{27D648F0-2B5F-4843-A093-AA6F51F9C5E3}">
      <dgm:prSet/>
      <dgm:spPr/>
      <dgm:t>
        <a:bodyPr/>
        <a:lstStyle/>
        <a:p>
          <a:endParaRPr lang="en-GB"/>
        </a:p>
      </dgm:t>
    </dgm:pt>
    <dgm:pt modelId="{7394FC0F-3AEA-48C0-8C55-8B0D4640CBD3}" type="pres">
      <dgm:prSet presAssocID="{E39A48E5-7960-4A6E-A31B-29E2C9069632}" presName="Name0" presStyleCnt="0">
        <dgm:presLayoutVars>
          <dgm:chPref val="1"/>
          <dgm:dir/>
          <dgm:animOne val="branch"/>
          <dgm:animLvl val="lvl"/>
          <dgm:resizeHandles/>
        </dgm:presLayoutVars>
      </dgm:prSet>
      <dgm:spPr/>
    </dgm:pt>
    <dgm:pt modelId="{652E57E3-77A2-44C5-B074-46A3056D6F90}" type="pres">
      <dgm:prSet presAssocID="{7ACEC9B1-35B3-4673-958A-82F1C5175097}" presName="vertOne" presStyleCnt="0"/>
      <dgm:spPr/>
    </dgm:pt>
    <dgm:pt modelId="{6FC92FEE-9F73-4199-8A9C-D257787AC3A6}" type="pres">
      <dgm:prSet presAssocID="{7ACEC9B1-35B3-4673-958A-82F1C5175097}" presName="txOne" presStyleLbl="node0" presStyleIdx="0" presStyleCnt="1" custLinFactNeighborX="0" custLinFactNeighborY="-63424">
        <dgm:presLayoutVars>
          <dgm:chPref val="3"/>
        </dgm:presLayoutVars>
      </dgm:prSet>
      <dgm:spPr/>
    </dgm:pt>
    <dgm:pt modelId="{C8170006-2587-4075-B0DF-BB6A731687C7}" type="pres">
      <dgm:prSet presAssocID="{7ACEC9B1-35B3-4673-958A-82F1C5175097}" presName="parTransOne" presStyleCnt="0"/>
      <dgm:spPr/>
    </dgm:pt>
    <dgm:pt modelId="{F15DEFC2-937C-4DCF-B642-886F904DFA5F}" type="pres">
      <dgm:prSet presAssocID="{7ACEC9B1-35B3-4673-958A-82F1C5175097}" presName="horzOne" presStyleCnt="0"/>
      <dgm:spPr/>
    </dgm:pt>
    <dgm:pt modelId="{B8E50FD3-E187-455F-841D-CB35CD4CC0ED}" type="pres">
      <dgm:prSet presAssocID="{BAB9745D-DAC1-4ACC-AE7B-996BBC7DCCFD}" presName="vertTwo" presStyleCnt="0"/>
      <dgm:spPr/>
    </dgm:pt>
    <dgm:pt modelId="{0343A77E-E0B3-416A-978F-600A8B9CA4D5}" type="pres">
      <dgm:prSet presAssocID="{BAB9745D-DAC1-4ACC-AE7B-996BBC7DCCFD}" presName="txTwo" presStyleLbl="node2" presStyleIdx="0" presStyleCnt="3">
        <dgm:presLayoutVars>
          <dgm:chPref val="3"/>
        </dgm:presLayoutVars>
      </dgm:prSet>
      <dgm:spPr/>
    </dgm:pt>
    <dgm:pt modelId="{C0A2EBA5-C7B6-40CF-8524-88001E58441B}" type="pres">
      <dgm:prSet presAssocID="{BAB9745D-DAC1-4ACC-AE7B-996BBC7DCCFD}" presName="horzTwo" presStyleCnt="0"/>
      <dgm:spPr/>
    </dgm:pt>
    <dgm:pt modelId="{C3D81A10-5EA2-4934-8E11-C0D1784CC6D2}" type="pres">
      <dgm:prSet presAssocID="{2B7FB7DD-C4BA-443B-93D5-913CB5EF8FBD}" presName="sibSpaceTwo" presStyleCnt="0"/>
      <dgm:spPr/>
    </dgm:pt>
    <dgm:pt modelId="{F27C4F3C-CC89-4995-A96A-E9773909A638}" type="pres">
      <dgm:prSet presAssocID="{4A669D80-FBD2-487E-BEEB-36F9D2D3C5D7}" presName="vertTwo" presStyleCnt="0"/>
      <dgm:spPr/>
    </dgm:pt>
    <dgm:pt modelId="{A5DA0ED9-0269-4FCA-816D-8B519FF1223C}" type="pres">
      <dgm:prSet presAssocID="{4A669D80-FBD2-487E-BEEB-36F9D2D3C5D7}" presName="txTwo" presStyleLbl="node2" presStyleIdx="1" presStyleCnt="3">
        <dgm:presLayoutVars>
          <dgm:chPref val="3"/>
        </dgm:presLayoutVars>
      </dgm:prSet>
      <dgm:spPr/>
    </dgm:pt>
    <dgm:pt modelId="{6DA166DC-1BD3-4B9A-BB3B-F342794D5A57}" type="pres">
      <dgm:prSet presAssocID="{4A669D80-FBD2-487E-BEEB-36F9D2D3C5D7}" presName="horzTwo" presStyleCnt="0"/>
      <dgm:spPr/>
    </dgm:pt>
    <dgm:pt modelId="{DB914161-2118-48A7-A979-C005C5D298A9}" type="pres">
      <dgm:prSet presAssocID="{9661248B-2844-4753-9A96-046B9A049D35}" presName="sibSpaceTwo" presStyleCnt="0"/>
      <dgm:spPr/>
    </dgm:pt>
    <dgm:pt modelId="{F234C664-EFD8-4A2E-9E2D-47DCA58B437D}" type="pres">
      <dgm:prSet presAssocID="{6B9A2AAF-042A-4A5A-AD25-12415A84B920}" presName="vertTwo" presStyleCnt="0"/>
      <dgm:spPr/>
    </dgm:pt>
    <dgm:pt modelId="{29DA5F2C-CC37-4E6E-9A2F-5BE3F70F1FEE}" type="pres">
      <dgm:prSet presAssocID="{6B9A2AAF-042A-4A5A-AD25-12415A84B920}" presName="txTwo" presStyleLbl="node2" presStyleIdx="2" presStyleCnt="3">
        <dgm:presLayoutVars>
          <dgm:chPref val="3"/>
        </dgm:presLayoutVars>
      </dgm:prSet>
      <dgm:spPr/>
    </dgm:pt>
    <dgm:pt modelId="{E1D70891-D672-484C-979F-FCA47A6B13B9}" type="pres">
      <dgm:prSet presAssocID="{6B9A2AAF-042A-4A5A-AD25-12415A84B920}" presName="horzTwo" presStyleCnt="0"/>
      <dgm:spPr/>
    </dgm:pt>
  </dgm:ptLst>
  <dgm:cxnLst>
    <dgm:cxn modelId="{C80C174B-7DB4-4561-85A6-BDF1E0898604}" type="presOf" srcId="{E39A48E5-7960-4A6E-A31B-29E2C9069632}" destId="{7394FC0F-3AEA-48C0-8C55-8B0D4640CBD3}" srcOrd="0" destOrd="0" presId="urn:microsoft.com/office/officeart/2005/8/layout/hierarchy4"/>
    <dgm:cxn modelId="{18064E91-7E6B-48AF-9D44-C4331FE10075}" srcId="{E39A48E5-7960-4A6E-A31B-29E2C9069632}" destId="{7ACEC9B1-35B3-4673-958A-82F1C5175097}" srcOrd="0" destOrd="0" parTransId="{675E3F6D-AC4F-4B0D-B1A2-F0C1BDEA35D9}" sibTransId="{F3112DC3-8394-4D41-AD07-25076AE9224A}"/>
    <dgm:cxn modelId="{05AECB9A-3A89-4179-90A2-168F0EC7F65B}" type="presOf" srcId="{7ACEC9B1-35B3-4673-958A-82F1C5175097}" destId="{6FC92FEE-9F73-4199-8A9C-D257787AC3A6}" srcOrd="0" destOrd="0" presId="urn:microsoft.com/office/officeart/2005/8/layout/hierarchy4"/>
    <dgm:cxn modelId="{1BA44DDC-E9CC-4F48-AF05-2FB101A38178}" srcId="{7ACEC9B1-35B3-4673-958A-82F1C5175097}" destId="{4A669D80-FBD2-487E-BEEB-36F9D2D3C5D7}" srcOrd="1" destOrd="0" parTransId="{8FFCAE2E-4FEA-47E2-A004-8A264B0362AB}" sibTransId="{9661248B-2844-4753-9A96-046B9A049D35}"/>
    <dgm:cxn modelId="{DDF464E6-F4E0-41EF-9A42-F5C19541CA84}" type="presOf" srcId="{BAB9745D-DAC1-4ACC-AE7B-996BBC7DCCFD}" destId="{0343A77E-E0B3-416A-978F-600A8B9CA4D5}" srcOrd="0" destOrd="0" presId="urn:microsoft.com/office/officeart/2005/8/layout/hierarchy4"/>
    <dgm:cxn modelId="{C4777BEA-2DC5-4AE0-93DC-4A297B577BC5}" srcId="{7ACEC9B1-35B3-4673-958A-82F1C5175097}" destId="{BAB9745D-DAC1-4ACC-AE7B-996BBC7DCCFD}" srcOrd="0" destOrd="0" parTransId="{72ED7D34-A7EB-4B41-B368-2BB500BED332}" sibTransId="{2B7FB7DD-C4BA-443B-93D5-913CB5EF8FBD}"/>
    <dgm:cxn modelId="{27D648F0-2B5F-4843-A093-AA6F51F9C5E3}" srcId="{7ACEC9B1-35B3-4673-958A-82F1C5175097}" destId="{6B9A2AAF-042A-4A5A-AD25-12415A84B920}" srcOrd="2" destOrd="0" parTransId="{3CBA511D-F577-4612-9B33-5F6A47EB7B3B}" sibTransId="{0F9FF334-1623-4A29-8EF4-C816E2FB0B55}"/>
    <dgm:cxn modelId="{09B85EFC-86E3-4D78-9C07-2AF296242FDA}" type="presOf" srcId="{6B9A2AAF-042A-4A5A-AD25-12415A84B920}" destId="{29DA5F2C-CC37-4E6E-9A2F-5BE3F70F1FEE}" srcOrd="0" destOrd="0" presId="urn:microsoft.com/office/officeart/2005/8/layout/hierarchy4"/>
    <dgm:cxn modelId="{021D37FF-BBDC-47B8-8BDA-B95E75D27E19}" type="presOf" srcId="{4A669D80-FBD2-487E-BEEB-36F9D2D3C5D7}" destId="{A5DA0ED9-0269-4FCA-816D-8B519FF1223C}" srcOrd="0" destOrd="0" presId="urn:microsoft.com/office/officeart/2005/8/layout/hierarchy4"/>
    <dgm:cxn modelId="{0945FA4C-A642-445E-92C7-17A54699E68C}" type="presParOf" srcId="{7394FC0F-3AEA-48C0-8C55-8B0D4640CBD3}" destId="{652E57E3-77A2-44C5-B074-46A3056D6F90}" srcOrd="0" destOrd="0" presId="urn:microsoft.com/office/officeart/2005/8/layout/hierarchy4"/>
    <dgm:cxn modelId="{F7964A8D-5329-4AC3-9412-C8AF6D75069C}" type="presParOf" srcId="{652E57E3-77A2-44C5-B074-46A3056D6F90}" destId="{6FC92FEE-9F73-4199-8A9C-D257787AC3A6}" srcOrd="0" destOrd="0" presId="urn:microsoft.com/office/officeart/2005/8/layout/hierarchy4"/>
    <dgm:cxn modelId="{40BF7D36-23D3-4868-8433-A44EEECA1A17}" type="presParOf" srcId="{652E57E3-77A2-44C5-B074-46A3056D6F90}" destId="{C8170006-2587-4075-B0DF-BB6A731687C7}" srcOrd="1" destOrd="0" presId="urn:microsoft.com/office/officeart/2005/8/layout/hierarchy4"/>
    <dgm:cxn modelId="{C60ED9CF-3028-4055-A61E-9949ECC6CC1A}" type="presParOf" srcId="{652E57E3-77A2-44C5-B074-46A3056D6F90}" destId="{F15DEFC2-937C-4DCF-B642-886F904DFA5F}" srcOrd="2" destOrd="0" presId="urn:microsoft.com/office/officeart/2005/8/layout/hierarchy4"/>
    <dgm:cxn modelId="{7F8B4507-C75E-4982-80F5-9FB998F4E3B1}" type="presParOf" srcId="{F15DEFC2-937C-4DCF-B642-886F904DFA5F}" destId="{B8E50FD3-E187-455F-841D-CB35CD4CC0ED}" srcOrd="0" destOrd="0" presId="urn:microsoft.com/office/officeart/2005/8/layout/hierarchy4"/>
    <dgm:cxn modelId="{297B7A75-ED0D-4191-8D85-8207A3A12522}" type="presParOf" srcId="{B8E50FD3-E187-455F-841D-CB35CD4CC0ED}" destId="{0343A77E-E0B3-416A-978F-600A8B9CA4D5}" srcOrd="0" destOrd="0" presId="urn:microsoft.com/office/officeart/2005/8/layout/hierarchy4"/>
    <dgm:cxn modelId="{BE84AD3D-4616-4939-BF95-4586E3323172}" type="presParOf" srcId="{B8E50FD3-E187-455F-841D-CB35CD4CC0ED}" destId="{C0A2EBA5-C7B6-40CF-8524-88001E58441B}" srcOrd="1" destOrd="0" presId="urn:microsoft.com/office/officeart/2005/8/layout/hierarchy4"/>
    <dgm:cxn modelId="{29E4EB76-ED59-4E0D-ADB8-C3F88FCBA998}" type="presParOf" srcId="{F15DEFC2-937C-4DCF-B642-886F904DFA5F}" destId="{C3D81A10-5EA2-4934-8E11-C0D1784CC6D2}" srcOrd="1" destOrd="0" presId="urn:microsoft.com/office/officeart/2005/8/layout/hierarchy4"/>
    <dgm:cxn modelId="{8B971939-67C1-4F8F-8326-4552C1AC49F4}" type="presParOf" srcId="{F15DEFC2-937C-4DCF-B642-886F904DFA5F}" destId="{F27C4F3C-CC89-4995-A96A-E9773909A638}" srcOrd="2" destOrd="0" presId="urn:microsoft.com/office/officeart/2005/8/layout/hierarchy4"/>
    <dgm:cxn modelId="{DD3C248A-9C96-4A41-A95C-AFAA74C4177E}" type="presParOf" srcId="{F27C4F3C-CC89-4995-A96A-E9773909A638}" destId="{A5DA0ED9-0269-4FCA-816D-8B519FF1223C}" srcOrd="0" destOrd="0" presId="urn:microsoft.com/office/officeart/2005/8/layout/hierarchy4"/>
    <dgm:cxn modelId="{83CC5467-DD49-497B-B816-2473F7B2290A}" type="presParOf" srcId="{F27C4F3C-CC89-4995-A96A-E9773909A638}" destId="{6DA166DC-1BD3-4B9A-BB3B-F342794D5A57}" srcOrd="1" destOrd="0" presId="urn:microsoft.com/office/officeart/2005/8/layout/hierarchy4"/>
    <dgm:cxn modelId="{17BB917F-CC50-4839-929F-8EFBD0CCCFD4}" type="presParOf" srcId="{F15DEFC2-937C-4DCF-B642-886F904DFA5F}" destId="{DB914161-2118-48A7-A979-C005C5D298A9}" srcOrd="3" destOrd="0" presId="urn:microsoft.com/office/officeart/2005/8/layout/hierarchy4"/>
    <dgm:cxn modelId="{2F6EB695-7961-4F33-9D20-DD2FD3F70271}" type="presParOf" srcId="{F15DEFC2-937C-4DCF-B642-886F904DFA5F}" destId="{F234C664-EFD8-4A2E-9E2D-47DCA58B437D}" srcOrd="4" destOrd="0" presId="urn:microsoft.com/office/officeart/2005/8/layout/hierarchy4"/>
    <dgm:cxn modelId="{95BC5919-E7CB-42AF-BC9B-CDEC7893560E}" type="presParOf" srcId="{F234C664-EFD8-4A2E-9E2D-47DCA58B437D}" destId="{29DA5F2C-CC37-4E6E-9A2F-5BE3F70F1FEE}" srcOrd="0" destOrd="0" presId="urn:microsoft.com/office/officeart/2005/8/layout/hierarchy4"/>
    <dgm:cxn modelId="{931C3953-8E47-43F2-B836-A784D0BEFB20}" type="presParOf" srcId="{F234C664-EFD8-4A2E-9E2D-47DCA58B437D}" destId="{E1D70891-D672-484C-979F-FCA47A6B13B9}" srcOrd="1" destOrd="0" presId="urn:microsoft.com/office/officeart/2005/8/layout/hierarchy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39A48E5-7960-4A6E-A31B-29E2C9069632}" type="doc">
      <dgm:prSet loTypeId="urn:microsoft.com/office/officeart/2005/8/layout/hierarchy4" loCatId="list" qsTypeId="urn:microsoft.com/office/officeart/2005/8/quickstyle/simple1" qsCatId="simple" csTypeId="urn:microsoft.com/office/officeart/2005/8/colors/colorful1" csCatId="colorful" phldr="1"/>
      <dgm:spPr/>
      <dgm:t>
        <a:bodyPr/>
        <a:lstStyle/>
        <a:p>
          <a:endParaRPr lang="en-GB"/>
        </a:p>
      </dgm:t>
    </dgm:pt>
    <dgm:pt modelId="{7ACEC9B1-35B3-4673-958A-82F1C5175097}">
      <dgm:prSet phldrT="[Text]" custT="1"/>
      <dgm:spPr/>
      <dgm:t>
        <a:bodyPr/>
        <a:lstStyle/>
        <a:p>
          <a:r>
            <a:rPr lang="en-US" sz="2400"/>
            <a:t>Defines the overall architectural system and makes high-level design choices based on non-functional requirements</a:t>
          </a:r>
          <a:endParaRPr lang="en-GB" sz="2400" dirty="0"/>
        </a:p>
      </dgm:t>
    </dgm:pt>
    <dgm:pt modelId="{675E3F6D-AC4F-4B0D-B1A2-F0C1BDEA35D9}" type="parTrans" cxnId="{18064E91-7E6B-48AF-9D44-C4331FE10075}">
      <dgm:prSet/>
      <dgm:spPr/>
      <dgm:t>
        <a:bodyPr/>
        <a:lstStyle/>
        <a:p>
          <a:endParaRPr lang="en-GB"/>
        </a:p>
      </dgm:t>
    </dgm:pt>
    <dgm:pt modelId="{F3112DC3-8394-4D41-AD07-25076AE9224A}" type="sibTrans" cxnId="{18064E91-7E6B-48AF-9D44-C4331FE10075}">
      <dgm:prSet/>
      <dgm:spPr/>
      <dgm:t>
        <a:bodyPr/>
        <a:lstStyle/>
        <a:p>
          <a:endParaRPr lang="en-GB"/>
        </a:p>
      </dgm:t>
    </dgm:pt>
    <dgm:pt modelId="{D1938567-C57C-4D77-A307-0F38A32917E8}">
      <dgm:prSet phldrT="[Text]"/>
      <dgm:spPr/>
      <dgm:t>
        <a:bodyPr/>
        <a:lstStyle/>
        <a:p>
          <a:r>
            <a:rPr lang="en-US" dirty="0"/>
            <a:t>Define the technical and functional architecture of the system</a:t>
          </a:r>
          <a:endParaRPr lang="en-GB" dirty="0"/>
        </a:p>
      </dgm:t>
    </dgm:pt>
    <dgm:pt modelId="{0A94555D-0599-4B67-8B95-7DB71A3CF157}" type="parTrans" cxnId="{7C86D45C-4E65-4240-9F8C-CEE712D7F5E3}">
      <dgm:prSet/>
      <dgm:spPr/>
      <dgm:t>
        <a:bodyPr/>
        <a:lstStyle/>
        <a:p>
          <a:endParaRPr lang="en-GB"/>
        </a:p>
      </dgm:t>
    </dgm:pt>
    <dgm:pt modelId="{CA469FF2-C8B0-4B82-AF7B-F615784640B2}" type="sibTrans" cxnId="{7C86D45C-4E65-4240-9F8C-CEE712D7F5E3}">
      <dgm:prSet/>
      <dgm:spPr/>
      <dgm:t>
        <a:bodyPr/>
        <a:lstStyle/>
        <a:p>
          <a:endParaRPr lang="en-GB"/>
        </a:p>
      </dgm:t>
    </dgm:pt>
    <dgm:pt modelId="{EB2B8481-0B8B-42C0-9F69-1DA73A206833}">
      <dgm:prSet phldrT="[Text]"/>
      <dgm:spPr/>
      <dgm:t>
        <a:bodyPr/>
        <a:lstStyle/>
        <a:p>
          <a:r>
            <a:rPr lang="en-US" dirty="0"/>
            <a:t>Develop the most critical components of the system</a:t>
          </a:r>
          <a:endParaRPr lang="en-GB" dirty="0"/>
        </a:p>
      </dgm:t>
    </dgm:pt>
    <dgm:pt modelId="{D912C326-2C41-4DDF-9306-961F7B288212}" type="parTrans" cxnId="{BD1B5405-8DB1-4005-A9DA-C8136277DC55}">
      <dgm:prSet/>
      <dgm:spPr/>
      <dgm:t>
        <a:bodyPr/>
        <a:lstStyle/>
        <a:p>
          <a:endParaRPr lang="en-GB"/>
        </a:p>
      </dgm:t>
    </dgm:pt>
    <dgm:pt modelId="{0789F3E4-7B69-4A59-8D3A-96EFFD9C0508}" type="sibTrans" cxnId="{BD1B5405-8DB1-4005-A9DA-C8136277DC55}">
      <dgm:prSet/>
      <dgm:spPr/>
      <dgm:t>
        <a:bodyPr/>
        <a:lstStyle/>
        <a:p>
          <a:endParaRPr lang="en-GB"/>
        </a:p>
      </dgm:t>
    </dgm:pt>
    <dgm:pt modelId="{0F33ECDC-36E9-4581-90E6-9C2849F8FFEB}">
      <dgm:prSet phldrT="[Text]"/>
      <dgm:spPr/>
      <dgm:t>
        <a:bodyPr/>
        <a:lstStyle/>
        <a:p>
          <a:r>
            <a:rPr lang="en-GB" dirty="0"/>
            <a:t>Makes suggestions about the best alternatives considering engineering and business aspects</a:t>
          </a:r>
        </a:p>
      </dgm:t>
    </dgm:pt>
    <dgm:pt modelId="{63D1A28F-67E1-43E0-84BA-BD34AA43B30A}" type="parTrans" cxnId="{E87B3A61-AC04-424D-8454-4702D6FF6CAF}">
      <dgm:prSet/>
      <dgm:spPr/>
      <dgm:t>
        <a:bodyPr/>
        <a:lstStyle/>
        <a:p>
          <a:endParaRPr lang="en-GB"/>
        </a:p>
      </dgm:t>
    </dgm:pt>
    <dgm:pt modelId="{367DA355-F2EA-43DF-AF8E-8D690EFECA48}" type="sibTrans" cxnId="{E87B3A61-AC04-424D-8454-4702D6FF6CAF}">
      <dgm:prSet/>
      <dgm:spPr/>
      <dgm:t>
        <a:bodyPr/>
        <a:lstStyle/>
        <a:p>
          <a:endParaRPr lang="en-GB"/>
        </a:p>
      </dgm:t>
    </dgm:pt>
    <dgm:pt modelId="{7394FC0F-3AEA-48C0-8C55-8B0D4640CBD3}" type="pres">
      <dgm:prSet presAssocID="{E39A48E5-7960-4A6E-A31B-29E2C9069632}" presName="Name0" presStyleCnt="0">
        <dgm:presLayoutVars>
          <dgm:chPref val="1"/>
          <dgm:dir/>
          <dgm:animOne val="branch"/>
          <dgm:animLvl val="lvl"/>
          <dgm:resizeHandles/>
        </dgm:presLayoutVars>
      </dgm:prSet>
      <dgm:spPr/>
    </dgm:pt>
    <dgm:pt modelId="{652E57E3-77A2-44C5-B074-46A3056D6F90}" type="pres">
      <dgm:prSet presAssocID="{7ACEC9B1-35B3-4673-958A-82F1C5175097}" presName="vertOne" presStyleCnt="0"/>
      <dgm:spPr/>
    </dgm:pt>
    <dgm:pt modelId="{6FC92FEE-9F73-4199-8A9C-D257787AC3A6}" type="pres">
      <dgm:prSet presAssocID="{7ACEC9B1-35B3-4673-958A-82F1C5175097}" presName="txOne" presStyleLbl="node0" presStyleIdx="0" presStyleCnt="1" custLinFactNeighborX="0" custLinFactNeighborY="-63424">
        <dgm:presLayoutVars>
          <dgm:chPref val="3"/>
        </dgm:presLayoutVars>
      </dgm:prSet>
      <dgm:spPr/>
    </dgm:pt>
    <dgm:pt modelId="{C8170006-2587-4075-B0DF-BB6A731687C7}" type="pres">
      <dgm:prSet presAssocID="{7ACEC9B1-35B3-4673-958A-82F1C5175097}" presName="parTransOne" presStyleCnt="0"/>
      <dgm:spPr/>
    </dgm:pt>
    <dgm:pt modelId="{F15DEFC2-937C-4DCF-B642-886F904DFA5F}" type="pres">
      <dgm:prSet presAssocID="{7ACEC9B1-35B3-4673-958A-82F1C5175097}" presName="horzOne" presStyleCnt="0"/>
      <dgm:spPr/>
    </dgm:pt>
    <dgm:pt modelId="{64D6F472-DD04-4FBE-88F5-F34E77C73637}" type="pres">
      <dgm:prSet presAssocID="{D1938567-C57C-4D77-A307-0F38A32917E8}" presName="vertTwo" presStyleCnt="0"/>
      <dgm:spPr/>
    </dgm:pt>
    <dgm:pt modelId="{24A5E25D-7C86-4F19-B660-90BD414794AA}" type="pres">
      <dgm:prSet presAssocID="{D1938567-C57C-4D77-A307-0F38A32917E8}" presName="txTwo" presStyleLbl="node2" presStyleIdx="0" presStyleCnt="3">
        <dgm:presLayoutVars>
          <dgm:chPref val="3"/>
        </dgm:presLayoutVars>
      </dgm:prSet>
      <dgm:spPr/>
    </dgm:pt>
    <dgm:pt modelId="{AF7F1C3E-0CC8-4BE5-A83E-D2C4C5B7E748}" type="pres">
      <dgm:prSet presAssocID="{D1938567-C57C-4D77-A307-0F38A32917E8}" presName="horzTwo" presStyleCnt="0"/>
      <dgm:spPr/>
    </dgm:pt>
    <dgm:pt modelId="{33F559DB-BC54-49E1-BB3A-99CCF740B4C8}" type="pres">
      <dgm:prSet presAssocID="{CA469FF2-C8B0-4B82-AF7B-F615784640B2}" presName="sibSpaceTwo" presStyleCnt="0"/>
      <dgm:spPr/>
    </dgm:pt>
    <dgm:pt modelId="{6F5EF5B2-50AE-4555-B698-E621D6597DE9}" type="pres">
      <dgm:prSet presAssocID="{EB2B8481-0B8B-42C0-9F69-1DA73A206833}" presName="vertTwo" presStyleCnt="0"/>
      <dgm:spPr/>
    </dgm:pt>
    <dgm:pt modelId="{72BC1CE1-ACCD-48AD-86D4-D0314628005E}" type="pres">
      <dgm:prSet presAssocID="{EB2B8481-0B8B-42C0-9F69-1DA73A206833}" presName="txTwo" presStyleLbl="node2" presStyleIdx="1" presStyleCnt="3">
        <dgm:presLayoutVars>
          <dgm:chPref val="3"/>
        </dgm:presLayoutVars>
      </dgm:prSet>
      <dgm:spPr/>
    </dgm:pt>
    <dgm:pt modelId="{505D71C5-5DBD-445B-8678-699E7C8AE9F0}" type="pres">
      <dgm:prSet presAssocID="{EB2B8481-0B8B-42C0-9F69-1DA73A206833}" presName="horzTwo" presStyleCnt="0"/>
      <dgm:spPr/>
    </dgm:pt>
    <dgm:pt modelId="{EA56C0F9-8537-420E-9A8A-65CE0F21E512}" type="pres">
      <dgm:prSet presAssocID="{0789F3E4-7B69-4A59-8D3A-96EFFD9C0508}" presName="sibSpaceTwo" presStyleCnt="0"/>
      <dgm:spPr/>
    </dgm:pt>
    <dgm:pt modelId="{F028BA1F-72ED-49C2-9FFF-57CD8C7CE7D2}" type="pres">
      <dgm:prSet presAssocID="{0F33ECDC-36E9-4581-90E6-9C2849F8FFEB}" presName="vertTwo" presStyleCnt="0"/>
      <dgm:spPr/>
    </dgm:pt>
    <dgm:pt modelId="{3393B4C2-3DC4-40D7-83BD-2C3DA949FF6D}" type="pres">
      <dgm:prSet presAssocID="{0F33ECDC-36E9-4581-90E6-9C2849F8FFEB}" presName="txTwo" presStyleLbl="node2" presStyleIdx="2" presStyleCnt="3">
        <dgm:presLayoutVars>
          <dgm:chPref val="3"/>
        </dgm:presLayoutVars>
      </dgm:prSet>
      <dgm:spPr/>
    </dgm:pt>
    <dgm:pt modelId="{3BA9D8D7-E361-4EB6-A8FE-45F585C7DCE3}" type="pres">
      <dgm:prSet presAssocID="{0F33ECDC-36E9-4581-90E6-9C2849F8FFEB}" presName="horzTwo" presStyleCnt="0"/>
      <dgm:spPr/>
    </dgm:pt>
  </dgm:ptLst>
  <dgm:cxnLst>
    <dgm:cxn modelId="{BD1B5405-8DB1-4005-A9DA-C8136277DC55}" srcId="{7ACEC9B1-35B3-4673-958A-82F1C5175097}" destId="{EB2B8481-0B8B-42C0-9F69-1DA73A206833}" srcOrd="1" destOrd="0" parTransId="{D912C326-2C41-4DDF-9306-961F7B288212}" sibTransId="{0789F3E4-7B69-4A59-8D3A-96EFFD9C0508}"/>
    <dgm:cxn modelId="{7C86D45C-4E65-4240-9F8C-CEE712D7F5E3}" srcId="{7ACEC9B1-35B3-4673-958A-82F1C5175097}" destId="{D1938567-C57C-4D77-A307-0F38A32917E8}" srcOrd="0" destOrd="0" parTransId="{0A94555D-0599-4B67-8B95-7DB71A3CF157}" sibTransId="{CA469FF2-C8B0-4B82-AF7B-F615784640B2}"/>
    <dgm:cxn modelId="{E87B3A61-AC04-424D-8454-4702D6FF6CAF}" srcId="{7ACEC9B1-35B3-4673-958A-82F1C5175097}" destId="{0F33ECDC-36E9-4581-90E6-9C2849F8FFEB}" srcOrd="2" destOrd="0" parTransId="{63D1A28F-67E1-43E0-84BA-BD34AA43B30A}" sibTransId="{367DA355-F2EA-43DF-AF8E-8D690EFECA48}"/>
    <dgm:cxn modelId="{C80C174B-7DB4-4561-85A6-BDF1E0898604}" type="presOf" srcId="{E39A48E5-7960-4A6E-A31B-29E2C9069632}" destId="{7394FC0F-3AEA-48C0-8C55-8B0D4640CBD3}" srcOrd="0" destOrd="0" presId="urn:microsoft.com/office/officeart/2005/8/layout/hierarchy4"/>
    <dgm:cxn modelId="{DB1BC578-37E4-4F80-8A11-15D05CB534FC}" type="presOf" srcId="{D1938567-C57C-4D77-A307-0F38A32917E8}" destId="{24A5E25D-7C86-4F19-B660-90BD414794AA}" srcOrd="0" destOrd="0" presId="urn:microsoft.com/office/officeart/2005/8/layout/hierarchy4"/>
    <dgm:cxn modelId="{7B145589-6834-41BB-845A-8CAB5D6D0578}" type="presOf" srcId="{0F33ECDC-36E9-4581-90E6-9C2849F8FFEB}" destId="{3393B4C2-3DC4-40D7-83BD-2C3DA949FF6D}" srcOrd="0" destOrd="0" presId="urn:microsoft.com/office/officeart/2005/8/layout/hierarchy4"/>
    <dgm:cxn modelId="{18064E91-7E6B-48AF-9D44-C4331FE10075}" srcId="{E39A48E5-7960-4A6E-A31B-29E2C9069632}" destId="{7ACEC9B1-35B3-4673-958A-82F1C5175097}" srcOrd="0" destOrd="0" parTransId="{675E3F6D-AC4F-4B0D-B1A2-F0C1BDEA35D9}" sibTransId="{F3112DC3-8394-4D41-AD07-25076AE9224A}"/>
    <dgm:cxn modelId="{05AECB9A-3A89-4179-90A2-168F0EC7F65B}" type="presOf" srcId="{7ACEC9B1-35B3-4673-958A-82F1C5175097}" destId="{6FC92FEE-9F73-4199-8A9C-D257787AC3A6}" srcOrd="0" destOrd="0" presId="urn:microsoft.com/office/officeart/2005/8/layout/hierarchy4"/>
    <dgm:cxn modelId="{4405FEA2-5C79-45E3-9BD4-6F2B69F4D5BB}" type="presOf" srcId="{EB2B8481-0B8B-42C0-9F69-1DA73A206833}" destId="{72BC1CE1-ACCD-48AD-86D4-D0314628005E}" srcOrd="0" destOrd="0" presId="urn:microsoft.com/office/officeart/2005/8/layout/hierarchy4"/>
    <dgm:cxn modelId="{0945FA4C-A642-445E-92C7-17A54699E68C}" type="presParOf" srcId="{7394FC0F-3AEA-48C0-8C55-8B0D4640CBD3}" destId="{652E57E3-77A2-44C5-B074-46A3056D6F90}" srcOrd="0" destOrd="0" presId="urn:microsoft.com/office/officeart/2005/8/layout/hierarchy4"/>
    <dgm:cxn modelId="{F7964A8D-5329-4AC3-9412-C8AF6D75069C}" type="presParOf" srcId="{652E57E3-77A2-44C5-B074-46A3056D6F90}" destId="{6FC92FEE-9F73-4199-8A9C-D257787AC3A6}" srcOrd="0" destOrd="0" presId="urn:microsoft.com/office/officeart/2005/8/layout/hierarchy4"/>
    <dgm:cxn modelId="{40BF7D36-23D3-4868-8433-A44EEECA1A17}" type="presParOf" srcId="{652E57E3-77A2-44C5-B074-46A3056D6F90}" destId="{C8170006-2587-4075-B0DF-BB6A731687C7}" srcOrd="1" destOrd="0" presId="urn:microsoft.com/office/officeart/2005/8/layout/hierarchy4"/>
    <dgm:cxn modelId="{C60ED9CF-3028-4055-A61E-9949ECC6CC1A}" type="presParOf" srcId="{652E57E3-77A2-44C5-B074-46A3056D6F90}" destId="{F15DEFC2-937C-4DCF-B642-886F904DFA5F}" srcOrd="2" destOrd="0" presId="urn:microsoft.com/office/officeart/2005/8/layout/hierarchy4"/>
    <dgm:cxn modelId="{376E97BC-4F6B-481E-8758-CFCB55965165}" type="presParOf" srcId="{F15DEFC2-937C-4DCF-B642-886F904DFA5F}" destId="{64D6F472-DD04-4FBE-88F5-F34E77C73637}" srcOrd="0" destOrd="0" presId="urn:microsoft.com/office/officeart/2005/8/layout/hierarchy4"/>
    <dgm:cxn modelId="{42DDD24D-746B-451B-99F9-F5F19A1571D6}" type="presParOf" srcId="{64D6F472-DD04-4FBE-88F5-F34E77C73637}" destId="{24A5E25D-7C86-4F19-B660-90BD414794AA}" srcOrd="0" destOrd="0" presId="urn:microsoft.com/office/officeart/2005/8/layout/hierarchy4"/>
    <dgm:cxn modelId="{330F957D-2141-47D3-9CA0-D2E4037B072E}" type="presParOf" srcId="{64D6F472-DD04-4FBE-88F5-F34E77C73637}" destId="{AF7F1C3E-0CC8-4BE5-A83E-D2C4C5B7E748}" srcOrd="1" destOrd="0" presId="urn:microsoft.com/office/officeart/2005/8/layout/hierarchy4"/>
    <dgm:cxn modelId="{D181FA9B-B3BC-4368-AD68-8F186CC04D6C}" type="presParOf" srcId="{F15DEFC2-937C-4DCF-B642-886F904DFA5F}" destId="{33F559DB-BC54-49E1-BB3A-99CCF740B4C8}" srcOrd="1" destOrd="0" presId="urn:microsoft.com/office/officeart/2005/8/layout/hierarchy4"/>
    <dgm:cxn modelId="{FABBB8AF-C19C-41E3-AB31-7D5B2A3A085F}" type="presParOf" srcId="{F15DEFC2-937C-4DCF-B642-886F904DFA5F}" destId="{6F5EF5B2-50AE-4555-B698-E621D6597DE9}" srcOrd="2" destOrd="0" presId="urn:microsoft.com/office/officeart/2005/8/layout/hierarchy4"/>
    <dgm:cxn modelId="{A4617B92-0B18-4199-81A0-253D3151BE0A}" type="presParOf" srcId="{6F5EF5B2-50AE-4555-B698-E621D6597DE9}" destId="{72BC1CE1-ACCD-48AD-86D4-D0314628005E}" srcOrd="0" destOrd="0" presId="urn:microsoft.com/office/officeart/2005/8/layout/hierarchy4"/>
    <dgm:cxn modelId="{D2FF19F2-C22C-4042-BDAC-90F77D024B52}" type="presParOf" srcId="{6F5EF5B2-50AE-4555-B698-E621D6597DE9}" destId="{505D71C5-5DBD-445B-8678-699E7C8AE9F0}" srcOrd="1" destOrd="0" presId="urn:microsoft.com/office/officeart/2005/8/layout/hierarchy4"/>
    <dgm:cxn modelId="{5C302A71-6B15-49C5-A907-C9A85C7BA518}" type="presParOf" srcId="{F15DEFC2-937C-4DCF-B642-886F904DFA5F}" destId="{EA56C0F9-8537-420E-9A8A-65CE0F21E512}" srcOrd="3" destOrd="0" presId="urn:microsoft.com/office/officeart/2005/8/layout/hierarchy4"/>
    <dgm:cxn modelId="{D8A238AF-6F5C-4C2C-B985-9114093076FD}" type="presParOf" srcId="{F15DEFC2-937C-4DCF-B642-886F904DFA5F}" destId="{F028BA1F-72ED-49C2-9FFF-57CD8C7CE7D2}" srcOrd="4" destOrd="0" presId="urn:microsoft.com/office/officeart/2005/8/layout/hierarchy4"/>
    <dgm:cxn modelId="{37C14769-05E5-4361-A330-CEF56F8A6565}" type="presParOf" srcId="{F028BA1F-72ED-49C2-9FFF-57CD8C7CE7D2}" destId="{3393B4C2-3DC4-40D7-83BD-2C3DA949FF6D}" srcOrd="0" destOrd="0" presId="urn:microsoft.com/office/officeart/2005/8/layout/hierarchy4"/>
    <dgm:cxn modelId="{75D67E30-05A7-4343-A947-5B921571CBF3}" type="presParOf" srcId="{F028BA1F-72ED-49C2-9FFF-57CD8C7CE7D2}" destId="{3BA9D8D7-E361-4EB6-A8FE-45F585C7DCE3}" srcOrd="1" destOrd="0" presId="urn:microsoft.com/office/officeart/2005/8/layout/hierarchy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E39A48E5-7960-4A6E-A31B-29E2C9069632}" type="doc">
      <dgm:prSet loTypeId="urn:microsoft.com/office/officeart/2005/8/layout/hierarchy4" loCatId="list" qsTypeId="urn:microsoft.com/office/officeart/2005/8/quickstyle/simple1" qsCatId="simple" csTypeId="urn:microsoft.com/office/officeart/2005/8/colors/colorful1" csCatId="colorful" phldr="1"/>
      <dgm:spPr/>
      <dgm:t>
        <a:bodyPr/>
        <a:lstStyle/>
        <a:p>
          <a:endParaRPr lang="en-GB"/>
        </a:p>
      </dgm:t>
    </dgm:pt>
    <dgm:pt modelId="{7ACEC9B1-35B3-4673-958A-82F1C5175097}">
      <dgm:prSet phldrT="[Text]" custT="1"/>
      <dgm:spPr/>
      <dgm:t>
        <a:bodyPr/>
        <a:lstStyle/>
        <a:p>
          <a:r>
            <a:rPr lang="en-GB" sz="2400" dirty="0"/>
            <a:t>In charge of writing code and developing the software products</a:t>
          </a:r>
        </a:p>
      </dgm:t>
    </dgm:pt>
    <dgm:pt modelId="{675E3F6D-AC4F-4B0D-B1A2-F0C1BDEA35D9}" type="parTrans" cxnId="{18064E91-7E6B-48AF-9D44-C4331FE10075}">
      <dgm:prSet/>
      <dgm:spPr/>
      <dgm:t>
        <a:bodyPr/>
        <a:lstStyle/>
        <a:p>
          <a:endParaRPr lang="en-GB"/>
        </a:p>
      </dgm:t>
    </dgm:pt>
    <dgm:pt modelId="{F3112DC3-8394-4D41-AD07-25076AE9224A}" type="sibTrans" cxnId="{18064E91-7E6B-48AF-9D44-C4331FE10075}">
      <dgm:prSet/>
      <dgm:spPr/>
      <dgm:t>
        <a:bodyPr/>
        <a:lstStyle/>
        <a:p>
          <a:endParaRPr lang="en-GB"/>
        </a:p>
      </dgm:t>
    </dgm:pt>
    <dgm:pt modelId="{83D3C2E0-8A1A-42C3-BA33-13F08284CAE1}">
      <dgm:prSet phldrT="[Text]"/>
      <dgm:spPr/>
      <dgm:t>
        <a:bodyPr/>
        <a:lstStyle/>
        <a:p>
          <a:r>
            <a:rPr lang="en-GB" dirty="0"/>
            <a:t>Develop the features in the tasks allocated to them or selected for the sprint</a:t>
          </a:r>
        </a:p>
      </dgm:t>
    </dgm:pt>
    <dgm:pt modelId="{A7F6EE3C-F3FF-4C21-B3F1-8EA56DBDC424}" type="parTrans" cxnId="{547EBAFC-324F-42EE-A3FE-F4D4D74B67C3}">
      <dgm:prSet/>
      <dgm:spPr/>
      <dgm:t>
        <a:bodyPr/>
        <a:lstStyle/>
        <a:p>
          <a:endParaRPr lang="en-GB"/>
        </a:p>
      </dgm:t>
    </dgm:pt>
    <dgm:pt modelId="{FEB6B75B-4FD2-4AF3-9916-927D6C926C96}" type="sibTrans" cxnId="{547EBAFC-324F-42EE-A3FE-F4D4D74B67C3}">
      <dgm:prSet/>
      <dgm:spPr/>
      <dgm:t>
        <a:bodyPr/>
        <a:lstStyle/>
        <a:p>
          <a:endParaRPr lang="en-GB"/>
        </a:p>
      </dgm:t>
    </dgm:pt>
    <dgm:pt modelId="{D9E58C91-03E6-4979-B198-51A2F42FF116}">
      <dgm:prSet phldrT="[Text]"/>
      <dgm:spPr/>
      <dgm:t>
        <a:bodyPr/>
        <a:lstStyle/>
        <a:p>
          <a:r>
            <a:rPr lang="en-US" dirty="0"/>
            <a:t>Update the status of the software project to the project manager</a:t>
          </a:r>
          <a:endParaRPr lang="en-GB" dirty="0"/>
        </a:p>
      </dgm:t>
    </dgm:pt>
    <dgm:pt modelId="{734905D9-654F-41F9-8EFF-05A0C4EE3C5B}" type="parTrans" cxnId="{6480A9DD-9440-44F3-A8EB-333CA5717CC7}">
      <dgm:prSet/>
      <dgm:spPr/>
      <dgm:t>
        <a:bodyPr/>
        <a:lstStyle/>
        <a:p>
          <a:endParaRPr lang="en-GB"/>
        </a:p>
      </dgm:t>
    </dgm:pt>
    <dgm:pt modelId="{164BCA87-CDF3-4248-AEAA-20B64F7D9ECF}" type="sibTrans" cxnId="{6480A9DD-9440-44F3-A8EB-333CA5717CC7}">
      <dgm:prSet/>
      <dgm:spPr/>
      <dgm:t>
        <a:bodyPr/>
        <a:lstStyle/>
        <a:p>
          <a:endParaRPr lang="en-GB"/>
        </a:p>
      </dgm:t>
    </dgm:pt>
    <dgm:pt modelId="{54EA8416-E19D-4C13-8B1A-D145407634A0}">
      <dgm:prSet phldrT="[Text]"/>
      <dgm:spPr/>
      <dgm:t>
        <a:bodyPr/>
        <a:lstStyle/>
        <a:p>
          <a:r>
            <a:rPr lang="en-US" dirty="0"/>
            <a:t>Estimate the amount of time required to deliver a given task</a:t>
          </a:r>
          <a:endParaRPr lang="en-GB" dirty="0"/>
        </a:p>
      </dgm:t>
    </dgm:pt>
    <dgm:pt modelId="{07B0CF58-FBDB-4503-98D4-11B2D40778B3}" type="parTrans" cxnId="{32091ABA-F739-4800-8008-B02EDF672391}">
      <dgm:prSet/>
      <dgm:spPr/>
      <dgm:t>
        <a:bodyPr/>
        <a:lstStyle/>
        <a:p>
          <a:endParaRPr lang="en-GB"/>
        </a:p>
      </dgm:t>
    </dgm:pt>
    <dgm:pt modelId="{BF978BB4-D1E0-446C-B61F-11168C8016AE}" type="sibTrans" cxnId="{32091ABA-F739-4800-8008-B02EDF672391}">
      <dgm:prSet/>
      <dgm:spPr/>
      <dgm:t>
        <a:bodyPr/>
        <a:lstStyle/>
        <a:p>
          <a:endParaRPr lang="en-GB"/>
        </a:p>
      </dgm:t>
    </dgm:pt>
    <dgm:pt modelId="{7394FC0F-3AEA-48C0-8C55-8B0D4640CBD3}" type="pres">
      <dgm:prSet presAssocID="{E39A48E5-7960-4A6E-A31B-29E2C9069632}" presName="Name0" presStyleCnt="0">
        <dgm:presLayoutVars>
          <dgm:chPref val="1"/>
          <dgm:dir/>
          <dgm:animOne val="branch"/>
          <dgm:animLvl val="lvl"/>
          <dgm:resizeHandles/>
        </dgm:presLayoutVars>
      </dgm:prSet>
      <dgm:spPr/>
    </dgm:pt>
    <dgm:pt modelId="{652E57E3-77A2-44C5-B074-46A3056D6F90}" type="pres">
      <dgm:prSet presAssocID="{7ACEC9B1-35B3-4673-958A-82F1C5175097}" presName="vertOne" presStyleCnt="0"/>
      <dgm:spPr/>
    </dgm:pt>
    <dgm:pt modelId="{6FC92FEE-9F73-4199-8A9C-D257787AC3A6}" type="pres">
      <dgm:prSet presAssocID="{7ACEC9B1-35B3-4673-958A-82F1C5175097}" presName="txOne" presStyleLbl="node0" presStyleIdx="0" presStyleCnt="1" custLinFactNeighborX="0" custLinFactNeighborY="-63424">
        <dgm:presLayoutVars>
          <dgm:chPref val="3"/>
        </dgm:presLayoutVars>
      </dgm:prSet>
      <dgm:spPr/>
    </dgm:pt>
    <dgm:pt modelId="{C8170006-2587-4075-B0DF-BB6A731687C7}" type="pres">
      <dgm:prSet presAssocID="{7ACEC9B1-35B3-4673-958A-82F1C5175097}" presName="parTransOne" presStyleCnt="0"/>
      <dgm:spPr/>
    </dgm:pt>
    <dgm:pt modelId="{F15DEFC2-937C-4DCF-B642-886F904DFA5F}" type="pres">
      <dgm:prSet presAssocID="{7ACEC9B1-35B3-4673-958A-82F1C5175097}" presName="horzOne" presStyleCnt="0"/>
      <dgm:spPr/>
    </dgm:pt>
    <dgm:pt modelId="{DD49D0BA-A0B8-4C78-84F8-CCF4C2354D36}" type="pres">
      <dgm:prSet presAssocID="{83D3C2E0-8A1A-42C3-BA33-13F08284CAE1}" presName="vertTwo" presStyleCnt="0"/>
      <dgm:spPr/>
    </dgm:pt>
    <dgm:pt modelId="{376DEF55-E402-400C-9BDD-3D10F1612F22}" type="pres">
      <dgm:prSet presAssocID="{83D3C2E0-8A1A-42C3-BA33-13F08284CAE1}" presName="txTwo" presStyleLbl="node2" presStyleIdx="0" presStyleCnt="3">
        <dgm:presLayoutVars>
          <dgm:chPref val="3"/>
        </dgm:presLayoutVars>
      </dgm:prSet>
      <dgm:spPr/>
    </dgm:pt>
    <dgm:pt modelId="{826B1938-CBAF-43FB-B424-81C55F388647}" type="pres">
      <dgm:prSet presAssocID="{83D3C2E0-8A1A-42C3-BA33-13F08284CAE1}" presName="horzTwo" presStyleCnt="0"/>
      <dgm:spPr/>
    </dgm:pt>
    <dgm:pt modelId="{FDCB3D8F-A754-4BB0-B2A2-0507C319148A}" type="pres">
      <dgm:prSet presAssocID="{FEB6B75B-4FD2-4AF3-9916-927D6C926C96}" presName="sibSpaceTwo" presStyleCnt="0"/>
      <dgm:spPr/>
    </dgm:pt>
    <dgm:pt modelId="{E1487E05-EF4D-4F91-9112-6016AD31790C}" type="pres">
      <dgm:prSet presAssocID="{D9E58C91-03E6-4979-B198-51A2F42FF116}" presName="vertTwo" presStyleCnt="0"/>
      <dgm:spPr/>
    </dgm:pt>
    <dgm:pt modelId="{6ADE1E4D-7095-4E2E-A28F-CEFE353C6E14}" type="pres">
      <dgm:prSet presAssocID="{D9E58C91-03E6-4979-B198-51A2F42FF116}" presName="txTwo" presStyleLbl="node2" presStyleIdx="1" presStyleCnt="3">
        <dgm:presLayoutVars>
          <dgm:chPref val="3"/>
        </dgm:presLayoutVars>
      </dgm:prSet>
      <dgm:spPr/>
    </dgm:pt>
    <dgm:pt modelId="{F2E5B224-7D19-4D81-8789-EAEE98022CC5}" type="pres">
      <dgm:prSet presAssocID="{D9E58C91-03E6-4979-B198-51A2F42FF116}" presName="horzTwo" presStyleCnt="0"/>
      <dgm:spPr/>
    </dgm:pt>
    <dgm:pt modelId="{81263E2D-3CB9-47EC-86AC-7466B8402AF1}" type="pres">
      <dgm:prSet presAssocID="{164BCA87-CDF3-4248-AEAA-20B64F7D9ECF}" presName="sibSpaceTwo" presStyleCnt="0"/>
      <dgm:spPr/>
    </dgm:pt>
    <dgm:pt modelId="{3B5E0254-AB1B-48B8-BD61-0E1AF26C60BC}" type="pres">
      <dgm:prSet presAssocID="{54EA8416-E19D-4C13-8B1A-D145407634A0}" presName="vertTwo" presStyleCnt="0"/>
      <dgm:spPr/>
    </dgm:pt>
    <dgm:pt modelId="{1A48613A-BCBE-4BE6-99DF-A619CF288DE1}" type="pres">
      <dgm:prSet presAssocID="{54EA8416-E19D-4C13-8B1A-D145407634A0}" presName="txTwo" presStyleLbl="node2" presStyleIdx="2" presStyleCnt="3">
        <dgm:presLayoutVars>
          <dgm:chPref val="3"/>
        </dgm:presLayoutVars>
      </dgm:prSet>
      <dgm:spPr/>
    </dgm:pt>
    <dgm:pt modelId="{FAC0DAC6-0EBE-488F-8BED-A04F18264126}" type="pres">
      <dgm:prSet presAssocID="{54EA8416-E19D-4C13-8B1A-D145407634A0}" presName="horzTwo" presStyleCnt="0"/>
      <dgm:spPr/>
    </dgm:pt>
  </dgm:ptLst>
  <dgm:cxnLst>
    <dgm:cxn modelId="{7BAAA036-631C-4E28-8CA4-656C7A2DB92C}" type="presOf" srcId="{54EA8416-E19D-4C13-8B1A-D145407634A0}" destId="{1A48613A-BCBE-4BE6-99DF-A619CF288DE1}" srcOrd="0" destOrd="0" presId="urn:microsoft.com/office/officeart/2005/8/layout/hierarchy4"/>
    <dgm:cxn modelId="{10ACC540-24C3-48B8-8833-AD00875FB4D3}" type="presOf" srcId="{83D3C2E0-8A1A-42C3-BA33-13F08284CAE1}" destId="{376DEF55-E402-400C-9BDD-3D10F1612F22}" srcOrd="0" destOrd="0" presId="urn:microsoft.com/office/officeart/2005/8/layout/hierarchy4"/>
    <dgm:cxn modelId="{C80C174B-7DB4-4561-85A6-BDF1E0898604}" type="presOf" srcId="{E39A48E5-7960-4A6E-A31B-29E2C9069632}" destId="{7394FC0F-3AEA-48C0-8C55-8B0D4640CBD3}" srcOrd="0" destOrd="0" presId="urn:microsoft.com/office/officeart/2005/8/layout/hierarchy4"/>
    <dgm:cxn modelId="{604E0F7E-E720-4A37-B846-6594DA80917A}" type="presOf" srcId="{D9E58C91-03E6-4979-B198-51A2F42FF116}" destId="{6ADE1E4D-7095-4E2E-A28F-CEFE353C6E14}" srcOrd="0" destOrd="0" presId="urn:microsoft.com/office/officeart/2005/8/layout/hierarchy4"/>
    <dgm:cxn modelId="{18064E91-7E6B-48AF-9D44-C4331FE10075}" srcId="{E39A48E5-7960-4A6E-A31B-29E2C9069632}" destId="{7ACEC9B1-35B3-4673-958A-82F1C5175097}" srcOrd="0" destOrd="0" parTransId="{675E3F6D-AC4F-4B0D-B1A2-F0C1BDEA35D9}" sibTransId="{F3112DC3-8394-4D41-AD07-25076AE9224A}"/>
    <dgm:cxn modelId="{05AECB9A-3A89-4179-90A2-168F0EC7F65B}" type="presOf" srcId="{7ACEC9B1-35B3-4673-958A-82F1C5175097}" destId="{6FC92FEE-9F73-4199-8A9C-D257787AC3A6}" srcOrd="0" destOrd="0" presId="urn:microsoft.com/office/officeart/2005/8/layout/hierarchy4"/>
    <dgm:cxn modelId="{32091ABA-F739-4800-8008-B02EDF672391}" srcId="{7ACEC9B1-35B3-4673-958A-82F1C5175097}" destId="{54EA8416-E19D-4C13-8B1A-D145407634A0}" srcOrd="2" destOrd="0" parTransId="{07B0CF58-FBDB-4503-98D4-11B2D40778B3}" sibTransId="{BF978BB4-D1E0-446C-B61F-11168C8016AE}"/>
    <dgm:cxn modelId="{6480A9DD-9440-44F3-A8EB-333CA5717CC7}" srcId="{7ACEC9B1-35B3-4673-958A-82F1C5175097}" destId="{D9E58C91-03E6-4979-B198-51A2F42FF116}" srcOrd="1" destOrd="0" parTransId="{734905D9-654F-41F9-8EFF-05A0C4EE3C5B}" sibTransId="{164BCA87-CDF3-4248-AEAA-20B64F7D9ECF}"/>
    <dgm:cxn modelId="{547EBAFC-324F-42EE-A3FE-F4D4D74B67C3}" srcId="{7ACEC9B1-35B3-4673-958A-82F1C5175097}" destId="{83D3C2E0-8A1A-42C3-BA33-13F08284CAE1}" srcOrd="0" destOrd="0" parTransId="{A7F6EE3C-F3FF-4C21-B3F1-8EA56DBDC424}" sibTransId="{FEB6B75B-4FD2-4AF3-9916-927D6C926C96}"/>
    <dgm:cxn modelId="{0945FA4C-A642-445E-92C7-17A54699E68C}" type="presParOf" srcId="{7394FC0F-3AEA-48C0-8C55-8B0D4640CBD3}" destId="{652E57E3-77A2-44C5-B074-46A3056D6F90}" srcOrd="0" destOrd="0" presId="urn:microsoft.com/office/officeart/2005/8/layout/hierarchy4"/>
    <dgm:cxn modelId="{F7964A8D-5329-4AC3-9412-C8AF6D75069C}" type="presParOf" srcId="{652E57E3-77A2-44C5-B074-46A3056D6F90}" destId="{6FC92FEE-9F73-4199-8A9C-D257787AC3A6}" srcOrd="0" destOrd="0" presId="urn:microsoft.com/office/officeart/2005/8/layout/hierarchy4"/>
    <dgm:cxn modelId="{40BF7D36-23D3-4868-8433-A44EEECA1A17}" type="presParOf" srcId="{652E57E3-77A2-44C5-B074-46A3056D6F90}" destId="{C8170006-2587-4075-B0DF-BB6A731687C7}" srcOrd="1" destOrd="0" presId="urn:microsoft.com/office/officeart/2005/8/layout/hierarchy4"/>
    <dgm:cxn modelId="{C60ED9CF-3028-4055-A61E-9949ECC6CC1A}" type="presParOf" srcId="{652E57E3-77A2-44C5-B074-46A3056D6F90}" destId="{F15DEFC2-937C-4DCF-B642-886F904DFA5F}" srcOrd="2" destOrd="0" presId="urn:microsoft.com/office/officeart/2005/8/layout/hierarchy4"/>
    <dgm:cxn modelId="{2CF86EAB-5428-4CF8-83EF-9A5C1A0F3182}" type="presParOf" srcId="{F15DEFC2-937C-4DCF-B642-886F904DFA5F}" destId="{DD49D0BA-A0B8-4C78-84F8-CCF4C2354D36}" srcOrd="0" destOrd="0" presId="urn:microsoft.com/office/officeart/2005/8/layout/hierarchy4"/>
    <dgm:cxn modelId="{A23A7240-B9FC-40C5-B8B3-C9F30638EB8B}" type="presParOf" srcId="{DD49D0BA-A0B8-4C78-84F8-CCF4C2354D36}" destId="{376DEF55-E402-400C-9BDD-3D10F1612F22}" srcOrd="0" destOrd="0" presId="urn:microsoft.com/office/officeart/2005/8/layout/hierarchy4"/>
    <dgm:cxn modelId="{E15157FB-4AB5-4467-AF1F-F49BE6C1EF7F}" type="presParOf" srcId="{DD49D0BA-A0B8-4C78-84F8-CCF4C2354D36}" destId="{826B1938-CBAF-43FB-B424-81C55F388647}" srcOrd="1" destOrd="0" presId="urn:microsoft.com/office/officeart/2005/8/layout/hierarchy4"/>
    <dgm:cxn modelId="{7383DD41-65E6-4BF8-A5C9-E49830438BBC}" type="presParOf" srcId="{F15DEFC2-937C-4DCF-B642-886F904DFA5F}" destId="{FDCB3D8F-A754-4BB0-B2A2-0507C319148A}" srcOrd="1" destOrd="0" presId="urn:microsoft.com/office/officeart/2005/8/layout/hierarchy4"/>
    <dgm:cxn modelId="{6B7F2363-5898-49CA-82CA-0C706CDD6916}" type="presParOf" srcId="{F15DEFC2-937C-4DCF-B642-886F904DFA5F}" destId="{E1487E05-EF4D-4F91-9112-6016AD31790C}" srcOrd="2" destOrd="0" presId="urn:microsoft.com/office/officeart/2005/8/layout/hierarchy4"/>
    <dgm:cxn modelId="{2C16ACB9-D324-4B05-A054-328F1F59E938}" type="presParOf" srcId="{E1487E05-EF4D-4F91-9112-6016AD31790C}" destId="{6ADE1E4D-7095-4E2E-A28F-CEFE353C6E14}" srcOrd="0" destOrd="0" presId="urn:microsoft.com/office/officeart/2005/8/layout/hierarchy4"/>
    <dgm:cxn modelId="{3D4DB376-D010-4768-A4C7-BF8576F58C26}" type="presParOf" srcId="{E1487E05-EF4D-4F91-9112-6016AD31790C}" destId="{F2E5B224-7D19-4D81-8789-EAEE98022CC5}" srcOrd="1" destOrd="0" presId="urn:microsoft.com/office/officeart/2005/8/layout/hierarchy4"/>
    <dgm:cxn modelId="{EB874C1F-EC1A-4073-BED4-3C7952D2D51D}" type="presParOf" srcId="{F15DEFC2-937C-4DCF-B642-886F904DFA5F}" destId="{81263E2D-3CB9-47EC-86AC-7466B8402AF1}" srcOrd="3" destOrd="0" presId="urn:microsoft.com/office/officeart/2005/8/layout/hierarchy4"/>
    <dgm:cxn modelId="{D3127411-90D7-4589-A1FA-EB76C75AA26A}" type="presParOf" srcId="{F15DEFC2-937C-4DCF-B642-886F904DFA5F}" destId="{3B5E0254-AB1B-48B8-BD61-0E1AF26C60BC}" srcOrd="4" destOrd="0" presId="urn:microsoft.com/office/officeart/2005/8/layout/hierarchy4"/>
    <dgm:cxn modelId="{D9824627-3AD4-4C0B-9625-BF7DED676DB5}" type="presParOf" srcId="{3B5E0254-AB1B-48B8-BD61-0E1AF26C60BC}" destId="{1A48613A-BCBE-4BE6-99DF-A619CF288DE1}" srcOrd="0" destOrd="0" presId="urn:microsoft.com/office/officeart/2005/8/layout/hierarchy4"/>
    <dgm:cxn modelId="{80501229-ECA0-455E-B90E-9B74737CCE48}" type="presParOf" srcId="{3B5E0254-AB1B-48B8-BD61-0E1AF26C60BC}" destId="{FAC0DAC6-0EBE-488F-8BED-A04F18264126}" srcOrd="1" destOrd="0" presId="urn:microsoft.com/office/officeart/2005/8/layout/hierarchy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E39A48E5-7960-4A6E-A31B-29E2C9069632}" type="doc">
      <dgm:prSet loTypeId="urn:microsoft.com/office/officeart/2005/8/layout/hierarchy4" loCatId="list" qsTypeId="urn:microsoft.com/office/officeart/2005/8/quickstyle/simple1" qsCatId="simple" csTypeId="urn:microsoft.com/office/officeart/2005/8/colors/colorful1" csCatId="colorful" phldr="1"/>
      <dgm:spPr/>
      <dgm:t>
        <a:bodyPr/>
        <a:lstStyle/>
        <a:p>
          <a:endParaRPr lang="en-GB"/>
        </a:p>
      </dgm:t>
    </dgm:pt>
    <dgm:pt modelId="{7ACEC9B1-35B3-4673-958A-82F1C5175097}">
      <dgm:prSet phldrT="[Text]" custT="1"/>
      <dgm:spPr/>
      <dgm:t>
        <a:bodyPr/>
        <a:lstStyle/>
        <a:p>
          <a:r>
            <a:rPr lang="en-GB" sz="2400"/>
            <a:t>Provide support to projects to ensure that standard practices and standards are being followed during the development process to ensure high quality software</a:t>
          </a:r>
          <a:endParaRPr lang="en-GB" sz="2400" dirty="0"/>
        </a:p>
      </dgm:t>
    </dgm:pt>
    <dgm:pt modelId="{675E3F6D-AC4F-4B0D-B1A2-F0C1BDEA35D9}" type="parTrans" cxnId="{18064E91-7E6B-48AF-9D44-C4331FE10075}">
      <dgm:prSet/>
      <dgm:spPr/>
      <dgm:t>
        <a:bodyPr/>
        <a:lstStyle/>
        <a:p>
          <a:endParaRPr lang="en-GB"/>
        </a:p>
      </dgm:t>
    </dgm:pt>
    <dgm:pt modelId="{F3112DC3-8394-4D41-AD07-25076AE9224A}" type="sibTrans" cxnId="{18064E91-7E6B-48AF-9D44-C4331FE10075}">
      <dgm:prSet/>
      <dgm:spPr/>
      <dgm:t>
        <a:bodyPr/>
        <a:lstStyle/>
        <a:p>
          <a:endParaRPr lang="en-GB"/>
        </a:p>
      </dgm:t>
    </dgm:pt>
    <dgm:pt modelId="{0A31E87D-B503-4D88-89AB-4F110FDE4B92}">
      <dgm:prSet phldrT="[Text]"/>
      <dgm:spPr/>
      <dgm:t>
        <a:bodyPr/>
        <a:lstStyle/>
        <a:p>
          <a:r>
            <a:rPr lang="en-GB" dirty="0"/>
            <a:t>Evaluate how processes are being executed and how deliverables are being produced</a:t>
          </a:r>
        </a:p>
      </dgm:t>
    </dgm:pt>
    <dgm:pt modelId="{82FB313C-D611-4674-86B2-F2F94C2A9937}" type="parTrans" cxnId="{60B6E85C-EDE0-41EC-87E0-316DB1079EF1}">
      <dgm:prSet/>
      <dgm:spPr/>
      <dgm:t>
        <a:bodyPr/>
        <a:lstStyle/>
        <a:p>
          <a:endParaRPr lang="en-GB"/>
        </a:p>
      </dgm:t>
    </dgm:pt>
    <dgm:pt modelId="{402EE50D-8119-4063-89F3-F3D0C236FBDB}" type="sibTrans" cxnId="{60B6E85C-EDE0-41EC-87E0-316DB1079EF1}">
      <dgm:prSet/>
      <dgm:spPr/>
      <dgm:t>
        <a:bodyPr/>
        <a:lstStyle/>
        <a:p>
          <a:endParaRPr lang="en-GB"/>
        </a:p>
      </dgm:t>
    </dgm:pt>
    <dgm:pt modelId="{E72B3EC2-08FC-411E-AD8B-06F139FD8E4D}">
      <dgm:prSet phldrT="[Text]"/>
      <dgm:spPr/>
      <dgm:t>
        <a:bodyPr/>
        <a:lstStyle/>
        <a:p>
          <a:r>
            <a:rPr lang="en-US" dirty="0"/>
            <a:t>Identify and document deviations in the use of standards</a:t>
          </a:r>
          <a:endParaRPr lang="en-GB" dirty="0"/>
        </a:p>
      </dgm:t>
    </dgm:pt>
    <dgm:pt modelId="{1BC8D355-1F4A-4421-B5A8-E29763005C8F}" type="parTrans" cxnId="{236A1A48-8FA2-48B7-A9F0-CCF0D373D950}">
      <dgm:prSet/>
      <dgm:spPr/>
      <dgm:t>
        <a:bodyPr/>
        <a:lstStyle/>
        <a:p>
          <a:endParaRPr lang="en-GB"/>
        </a:p>
      </dgm:t>
    </dgm:pt>
    <dgm:pt modelId="{BE337F68-7678-4138-8C28-4EF43726AC07}" type="sibTrans" cxnId="{236A1A48-8FA2-48B7-A9F0-CCF0D373D950}">
      <dgm:prSet/>
      <dgm:spPr/>
      <dgm:t>
        <a:bodyPr/>
        <a:lstStyle/>
        <a:p>
          <a:endParaRPr lang="en-GB"/>
        </a:p>
      </dgm:t>
    </dgm:pt>
    <dgm:pt modelId="{67028965-AE78-4DB2-8094-1A283189EE53}">
      <dgm:prSet phldrT="[Text]"/>
      <dgm:spPr/>
      <dgm:t>
        <a:bodyPr/>
        <a:lstStyle/>
        <a:p>
          <a:r>
            <a:rPr lang="en-US" dirty="0"/>
            <a:t>Provide feedback about the quality assurance tasks to allow corrective action to take place</a:t>
          </a:r>
          <a:endParaRPr lang="en-GB" dirty="0"/>
        </a:p>
      </dgm:t>
    </dgm:pt>
    <dgm:pt modelId="{87749433-CB35-4361-8672-B41D0EEEFB26}" type="parTrans" cxnId="{2132347F-A8A1-4FAE-A18E-3E577603C3E0}">
      <dgm:prSet/>
      <dgm:spPr/>
      <dgm:t>
        <a:bodyPr/>
        <a:lstStyle/>
        <a:p>
          <a:endParaRPr lang="en-GB"/>
        </a:p>
      </dgm:t>
    </dgm:pt>
    <dgm:pt modelId="{0A0357EB-D8F9-4590-B0B1-82A84955A72B}" type="sibTrans" cxnId="{2132347F-A8A1-4FAE-A18E-3E577603C3E0}">
      <dgm:prSet/>
      <dgm:spPr/>
      <dgm:t>
        <a:bodyPr/>
        <a:lstStyle/>
        <a:p>
          <a:endParaRPr lang="en-GB"/>
        </a:p>
      </dgm:t>
    </dgm:pt>
    <dgm:pt modelId="{7394FC0F-3AEA-48C0-8C55-8B0D4640CBD3}" type="pres">
      <dgm:prSet presAssocID="{E39A48E5-7960-4A6E-A31B-29E2C9069632}" presName="Name0" presStyleCnt="0">
        <dgm:presLayoutVars>
          <dgm:chPref val="1"/>
          <dgm:dir/>
          <dgm:animOne val="branch"/>
          <dgm:animLvl val="lvl"/>
          <dgm:resizeHandles/>
        </dgm:presLayoutVars>
      </dgm:prSet>
      <dgm:spPr/>
    </dgm:pt>
    <dgm:pt modelId="{652E57E3-77A2-44C5-B074-46A3056D6F90}" type="pres">
      <dgm:prSet presAssocID="{7ACEC9B1-35B3-4673-958A-82F1C5175097}" presName="vertOne" presStyleCnt="0"/>
      <dgm:spPr/>
    </dgm:pt>
    <dgm:pt modelId="{6FC92FEE-9F73-4199-8A9C-D257787AC3A6}" type="pres">
      <dgm:prSet presAssocID="{7ACEC9B1-35B3-4673-958A-82F1C5175097}" presName="txOne" presStyleLbl="node0" presStyleIdx="0" presStyleCnt="1" custLinFactNeighborX="0" custLinFactNeighborY="-63424">
        <dgm:presLayoutVars>
          <dgm:chPref val="3"/>
        </dgm:presLayoutVars>
      </dgm:prSet>
      <dgm:spPr/>
    </dgm:pt>
    <dgm:pt modelId="{C8170006-2587-4075-B0DF-BB6A731687C7}" type="pres">
      <dgm:prSet presAssocID="{7ACEC9B1-35B3-4673-958A-82F1C5175097}" presName="parTransOne" presStyleCnt="0"/>
      <dgm:spPr/>
    </dgm:pt>
    <dgm:pt modelId="{F15DEFC2-937C-4DCF-B642-886F904DFA5F}" type="pres">
      <dgm:prSet presAssocID="{7ACEC9B1-35B3-4673-958A-82F1C5175097}" presName="horzOne" presStyleCnt="0"/>
      <dgm:spPr/>
    </dgm:pt>
    <dgm:pt modelId="{39457800-6C4D-4B32-BC18-6BB5BE784024}" type="pres">
      <dgm:prSet presAssocID="{0A31E87D-B503-4D88-89AB-4F110FDE4B92}" presName="vertTwo" presStyleCnt="0"/>
      <dgm:spPr/>
    </dgm:pt>
    <dgm:pt modelId="{ADBF0F40-730A-433C-A2E8-A16881E007A8}" type="pres">
      <dgm:prSet presAssocID="{0A31E87D-B503-4D88-89AB-4F110FDE4B92}" presName="txTwo" presStyleLbl="node2" presStyleIdx="0" presStyleCnt="3">
        <dgm:presLayoutVars>
          <dgm:chPref val="3"/>
        </dgm:presLayoutVars>
      </dgm:prSet>
      <dgm:spPr/>
    </dgm:pt>
    <dgm:pt modelId="{0CE95A71-5398-4161-9D71-B44EE747529B}" type="pres">
      <dgm:prSet presAssocID="{0A31E87D-B503-4D88-89AB-4F110FDE4B92}" presName="horzTwo" presStyleCnt="0"/>
      <dgm:spPr/>
    </dgm:pt>
    <dgm:pt modelId="{7E02106E-5CD7-4B05-9CDC-6AD3E857B203}" type="pres">
      <dgm:prSet presAssocID="{402EE50D-8119-4063-89F3-F3D0C236FBDB}" presName="sibSpaceTwo" presStyleCnt="0"/>
      <dgm:spPr/>
    </dgm:pt>
    <dgm:pt modelId="{27235EEC-F727-41A8-9E9A-37FCB13756D3}" type="pres">
      <dgm:prSet presAssocID="{E72B3EC2-08FC-411E-AD8B-06F139FD8E4D}" presName="vertTwo" presStyleCnt="0"/>
      <dgm:spPr/>
    </dgm:pt>
    <dgm:pt modelId="{B17F6C61-AFF1-4F5B-870E-FAE25437EA13}" type="pres">
      <dgm:prSet presAssocID="{E72B3EC2-08FC-411E-AD8B-06F139FD8E4D}" presName="txTwo" presStyleLbl="node2" presStyleIdx="1" presStyleCnt="3">
        <dgm:presLayoutVars>
          <dgm:chPref val="3"/>
        </dgm:presLayoutVars>
      </dgm:prSet>
      <dgm:spPr/>
    </dgm:pt>
    <dgm:pt modelId="{914E9A2C-9391-494A-ACF2-13F90384DD7E}" type="pres">
      <dgm:prSet presAssocID="{E72B3EC2-08FC-411E-AD8B-06F139FD8E4D}" presName="horzTwo" presStyleCnt="0"/>
      <dgm:spPr/>
    </dgm:pt>
    <dgm:pt modelId="{172410EA-764C-4BF2-9AE5-7EE48E160509}" type="pres">
      <dgm:prSet presAssocID="{BE337F68-7678-4138-8C28-4EF43726AC07}" presName="sibSpaceTwo" presStyleCnt="0"/>
      <dgm:spPr/>
    </dgm:pt>
    <dgm:pt modelId="{DCD21836-84E2-4CDC-AF33-8B8AE645B2CD}" type="pres">
      <dgm:prSet presAssocID="{67028965-AE78-4DB2-8094-1A283189EE53}" presName="vertTwo" presStyleCnt="0"/>
      <dgm:spPr/>
    </dgm:pt>
    <dgm:pt modelId="{0C00F889-A8FC-47E9-838D-937027EC40AC}" type="pres">
      <dgm:prSet presAssocID="{67028965-AE78-4DB2-8094-1A283189EE53}" presName="txTwo" presStyleLbl="node2" presStyleIdx="2" presStyleCnt="3">
        <dgm:presLayoutVars>
          <dgm:chPref val="3"/>
        </dgm:presLayoutVars>
      </dgm:prSet>
      <dgm:spPr/>
    </dgm:pt>
    <dgm:pt modelId="{4BC73F48-DCB6-458D-822F-6ADF2EF29CA7}" type="pres">
      <dgm:prSet presAssocID="{67028965-AE78-4DB2-8094-1A283189EE53}" presName="horzTwo" presStyleCnt="0"/>
      <dgm:spPr/>
    </dgm:pt>
  </dgm:ptLst>
  <dgm:cxnLst>
    <dgm:cxn modelId="{60B6E85C-EDE0-41EC-87E0-316DB1079EF1}" srcId="{7ACEC9B1-35B3-4673-958A-82F1C5175097}" destId="{0A31E87D-B503-4D88-89AB-4F110FDE4B92}" srcOrd="0" destOrd="0" parTransId="{82FB313C-D611-4674-86B2-F2F94C2A9937}" sibTransId="{402EE50D-8119-4063-89F3-F3D0C236FBDB}"/>
    <dgm:cxn modelId="{CB46F242-BFE1-4497-A9BB-67A679D1F766}" type="presOf" srcId="{0A31E87D-B503-4D88-89AB-4F110FDE4B92}" destId="{ADBF0F40-730A-433C-A2E8-A16881E007A8}" srcOrd="0" destOrd="0" presId="urn:microsoft.com/office/officeart/2005/8/layout/hierarchy4"/>
    <dgm:cxn modelId="{236A1A48-8FA2-48B7-A9F0-CCF0D373D950}" srcId="{7ACEC9B1-35B3-4673-958A-82F1C5175097}" destId="{E72B3EC2-08FC-411E-AD8B-06F139FD8E4D}" srcOrd="1" destOrd="0" parTransId="{1BC8D355-1F4A-4421-B5A8-E29763005C8F}" sibTransId="{BE337F68-7678-4138-8C28-4EF43726AC07}"/>
    <dgm:cxn modelId="{C80C174B-7DB4-4561-85A6-BDF1E0898604}" type="presOf" srcId="{E39A48E5-7960-4A6E-A31B-29E2C9069632}" destId="{7394FC0F-3AEA-48C0-8C55-8B0D4640CBD3}" srcOrd="0" destOrd="0" presId="urn:microsoft.com/office/officeart/2005/8/layout/hierarchy4"/>
    <dgm:cxn modelId="{2132347F-A8A1-4FAE-A18E-3E577603C3E0}" srcId="{7ACEC9B1-35B3-4673-958A-82F1C5175097}" destId="{67028965-AE78-4DB2-8094-1A283189EE53}" srcOrd="2" destOrd="0" parTransId="{87749433-CB35-4361-8672-B41D0EEEFB26}" sibTransId="{0A0357EB-D8F9-4590-B0B1-82A84955A72B}"/>
    <dgm:cxn modelId="{18064E91-7E6B-48AF-9D44-C4331FE10075}" srcId="{E39A48E5-7960-4A6E-A31B-29E2C9069632}" destId="{7ACEC9B1-35B3-4673-958A-82F1C5175097}" srcOrd="0" destOrd="0" parTransId="{675E3F6D-AC4F-4B0D-B1A2-F0C1BDEA35D9}" sibTransId="{F3112DC3-8394-4D41-AD07-25076AE9224A}"/>
    <dgm:cxn modelId="{05AECB9A-3A89-4179-90A2-168F0EC7F65B}" type="presOf" srcId="{7ACEC9B1-35B3-4673-958A-82F1C5175097}" destId="{6FC92FEE-9F73-4199-8A9C-D257787AC3A6}" srcOrd="0" destOrd="0" presId="urn:microsoft.com/office/officeart/2005/8/layout/hierarchy4"/>
    <dgm:cxn modelId="{8FD99DE5-F5F9-4F14-834E-F0EDB45CD0F9}" type="presOf" srcId="{67028965-AE78-4DB2-8094-1A283189EE53}" destId="{0C00F889-A8FC-47E9-838D-937027EC40AC}" srcOrd="0" destOrd="0" presId="urn:microsoft.com/office/officeart/2005/8/layout/hierarchy4"/>
    <dgm:cxn modelId="{A54BE5E6-B912-49E9-9616-13B7599A4921}" type="presOf" srcId="{E72B3EC2-08FC-411E-AD8B-06F139FD8E4D}" destId="{B17F6C61-AFF1-4F5B-870E-FAE25437EA13}" srcOrd="0" destOrd="0" presId="urn:microsoft.com/office/officeart/2005/8/layout/hierarchy4"/>
    <dgm:cxn modelId="{0945FA4C-A642-445E-92C7-17A54699E68C}" type="presParOf" srcId="{7394FC0F-3AEA-48C0-8C55-8B0D4640CBD3}" destId="{652E57E3-77A2-44C5-B074-46A3056D6F90}" srcOrd="0" destOrd="0" presId="urn:microsoft.com/office/officeart/2005/8/layout/hierarchy4"/>
    <dgm:cxn modelId="{F7964A8D-5329-4AC3-9412-C8AF6D75069C}" type="presParOf" srcId="{652E57E3-77A2-44C5-B074-46A3056D6F90}" destId="{6FC92FEE-9F73-4199-8A9C-D257787AC3A6}" srcOrd="0" destOrd="0" presId="urn:microsoft.com/office/officeart/2005/8/layout/hierarchy4"/>
    <dgm:cxn modelId="{40BF7D36-23D3-4868-8433-A44EEECA1A17}" type="presParOf" srcId="{652E57E3-77A2-44C5-B074-46A3056D6F90}" destId="{C8170006-2587-4075-B0DF-BB6A731687C7}" srcOrd="1" destOrd="0" presId="urn:microsoft.com/office/officeart/2005/8/layout/hierarchy4"/>
    <dgm:cxn modelId="{C60ED9CF-3028-4055-A61E-9949ECC6CC1A}" type="presParOf" srcId="{652E57E3-77A2-44C5-B074-46A3056D6F90}" destId="{F15DEFC2-937C-4DCF-B642-886F904DFA5F}" srcOrd="2" destOrd="0" presId="urn:microsoft.com/office/officeart/2005/8/layout/hierarchy4"/>
    <dgm:cxn modelId="{B102433E-747D-403D-98F3-6600218A36C3}" type="presParOf" srcId="{F15DEFC2-937C-4DCF-B642-886F904DFA5F}" destId="{39457800-6C4D-4B32-BC18-6BB5BE784024}" srcOrd="0" destOrd="0" presId="urn:microsoft.com/office/officeart/2005/8/layout/hierarchy4"/>
    <dgm:cxn modelId="{C41EA781-9858-41B0-BD8E-D2DF41CD04DA}" type="presParOf" srcId="{39457800-6C4D-4B32-BC18-6BB5BE784024}" destId="{ADBF0F40-730A-433C-A2E8-A16881E007A8}" srcOrd="0" destOrd="0" presId="urn:microsoft.com/office/officeart/2005/8/layout/hierarchy4"/>
    <dgm:cxn modelId="{563135E8-3903-4F36-9255-9CF463D6E379}" type="presParOf" srcId="{39457800-6C4D-4B32-BC18-6BB5BE784024}" destId="{0CE95A71-5398-4161-9D71-B44EE747529B}" srcOrd="1" destOrd="0" presId="urn:microsoft.com/office/officeart/2005/8/layout/hierarchy4"/>
    <dgm:cxn modelId="{31BCE26F-1571-4582-B28C-3D6EC22A7C98}" type="presParOf" srcId="{F15DEFC2-937C-4DCF-B642-886F904DFA5F}" destId="{7E02106E-5CD7-4B05-9CDC-6AD3E857B203}" srcOrd="1" destOrd="0" presId="urn:microsoft.com/office/officeart/2005/8/layout/hierarchy4"/>
    <dgm:cxn modelId="{0F4E3F5B-27C8-492A-A0C8-C257079EEFBF}" type="presParOf" srcId="{F15DEFC2-937C-4DCF-B642-886F904DFA5F}" destId="{27235EEC-F727-41A8-9E9A-37FCB13756D3}" srcOrd="2" destOrd="0" presId="urn:microsoft.com/office/officeart/2005/8/layout/hierarchy4"/>
    <dgm:cxn modelId="{AB93CA79-1150-4EC4-AF42-241887EDA29E}" type="presParOf" srcId="{27235EEC-F727-41A8-9E9A-37FCB13756D3}" destId="{B17F6C61-AFF1-4F5B-870E-FAE25437EA13}" srcOrd="0" destOrd="0" presId="urn:microsoft.com/office/officeart/2005/8/layout/hierarchy4"/>
    <dgm:cxn modelId="{E0068025-8249-4617-98F0-FD59EA9758E7}" type="presParOf" srcId="{27235EEC-F727-41A8-9E9A-37FCB13756D3}" destId="{914E9A2C-9391-494A-ACF2-13F90384DD7E}" srcOrd="1" destOrd="0" presId="urn:microsoft.com/office/officeart/2005/8/layout/hierarchy4"/>
    <dgm:cxn modelId="{A9CDB6F7-730F-4B1D-AE14-2A51A1B55A86}" type="presParOf" srcId="{F15DEFC2-937C-4DCF-B642-886F904DFA5F}" destId="{172410EA-764C-4BF2-9AE5-7EE48E160509}" srcOrd="3" destOrd="0" presId="urn:microsoft.com/office/officeart/2005/8/layout/hierarchy4"/>
    <dgm:cxn modelId="{82CDF844-CF80-4F25-AE16-BD0231E3EA06}" type="presParOf" srcId="{F15DEFC2-937C-4DCF-B642-886F904DFA5F}" destId="{DCD21836-84E2-4CDC-AF33-8B8AE645B2CD}" srcOrd="4" destOrd="0" presId="urn:microsoft.com/office/officeart/2005/8/layout/hierarchy4"/>
    <dgm:cxn modelId="{0286D953-5DA2-45DE-9AA1-9F5AD0C835C0}" type="presParOf" srcId="{DCD21836-84E2-4CDC-AF33-8B8AE645B2CD}" destId="{0C00F889-A8FC-47E9-838D-937027EC40AC}" srcOrd="0" destOrd="0" presId="urn:microsoft.com/office/officeart/2005/8/layout/hierarchy4"/>
    <dgm:cxn modelId="{C554DE7F-1A4B-4579-931C-DFA6EC891F9D}" type="presParOf" srcId="{DCD21836-84E2-4CDC-AF33-8B8AE645B2CD}" destId="{4BC73F48-DCB6-458D-822F-6ADF2EF29CA7}" srcOrd="1" destOrd="0" presId="urn:microsoft.com/office/officeart/2005/8/layout/hierarchy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E39A48E5-7960-4A6E-A31B-29E2C9069632}" type="doc">
      <dgm:prSet loTypeId="urn:microsoft.com/office/officeart/2005/8/layout/hierarchy4" loCatId="list" qsTypeId="urn:microsoft.com/office/officeart/2005/8/quickstyle/simple1" qsCatId="simple" csTypeId="urn:microsoft.com/office/officeart/2005/8/colors/colorful1" csCatId="colorful" phldr="1"/>
      <dgm:spPr/>
      <dgm:t>
        <a:bodyPr/>
        <a:lstStyle/>
        <a:p>
          <a:endParaRPr lang="en-GB"/>
        </a:p>
      </dgm:t>
    </dgm:pt>
    <dgm:pt modelId="{7ACEC9B1-35B3-4673-958A-82F1C5175097}">
      <dgm:prSet phldrT="[Text]" custT="1"/>
      <dgm:spPr/>
      <dgm:t>
        <a:bodyPr/>
        <a:lstStyle/>
        <a:p>
          <a:r>
            <a:rPr lang="en-US" sz="2400" dirty="0"/>
            <a:t>Responsible for designing the UX/UIs for  applications or software products that need developing</a:t>
          </a:r>
          <a:endParaRPr lang="en-GB" sz="2400" dirty="0"/>
        </a:p>
      </dgm:t>
    </dgm:pt>
    <dgm:pt modelId="{675E3F6D-AC4F-4B0D-B1A2-F0C1BDEA35D9}" type="parTrans" cxnId="{18064E91-7E6B-48AF-9D44-C4331FE10075}">
      <dgm:prSet/>
      <dgm:spPr/>
      <dgm:t>
        <a:bodyPr/>
        <a:lstStyle/>
        <a:p>
          <a:endParaRPr lang="en-GB"/>
        </a:p>
      </dgm:t>
    </dgm:pt>
    <dgm:pt modelId="{F3112DC3-8394-4D41-AD07-25076AE9224A}" type="sibTrans" cxnId="{18064E91-7E6B-48AF-9D44-C4331FE10075}">
      <dgm:prSet/>
      <dgm:spPr/>
      <dgm:t>
        <a:bodyPr/>
        <a:lstStyle/>
        <a:p>
          <a:endParaRPr lang="en-GB"/>
        </a:p>
      </dgm:t>
    </dgm:pt>
    <dgm:pt modelId="{9DAAB263-A7BB-4CA1-B970-93C0F5AA6E9E}">
      <dgm:prSet phldrT="[Text]"/>
      <dgm:spPr/>
      <dgm:t>
        <a:bodyPr/>
        <a:lstStyle/>
        <a:p>
          <a:r>
            <a:rPr lang="en-GB" dirty="0"/>
            <a:t>Analyse functional requirements intended for the users</a:t>
          </a:r>
        </a:p>
      </dgm:t>
    </dgm:pt>
    <dgm:pt modelId="{6EEA373C-A24D-49CB-B9EE-0C0665630C4E}" type="parTrans" cxnId="{8FDBDFD6-20CF-4645-AF5C-8ACDF7082F45}">
      <dgm:prSet/>
      <dgm:spPr/>
      <dgm:t>
        <a:bodyPr/>
        <a:lstStyle/>
        <a:p>
          <a:endParaRPr lang="en-GB"/>
        </a:p>
      </dgm:t>
    </dgm:pt>
    <dgm:pt modelId="{E4C8B2BB-AF2B-487E-B11F-BCFB77143667}" type="sibTrans" cxnId="{8FDBDFD6-20CF-4645-AF5C-8ACDF7082F45}">
      <dgm:prSet/>
      <dgm:spPr/>
      <dgm:t>
        <a:bodyPr/>
        <a:lstStyle/>
        <a:p>
          <a:endParaRPr lang="en-GB"/>
        </a:p>
      </dgm:t>
    </dgm:pt>
    <dgm:pt modelId="{8A417A54-860E-410A-982C-9172188DB0E5}">
      <dgm:prSet phldrT="[Text]"/>
      <dgm:spPr/>
      <dgm:t>
        <a:bodyPr/>
        <a:lstStyle/>
        <a:p>
          <a:r>
            <a:rPr lang="en-US" dirty="0"/>
            <a:t>Define the information architecture and navigation model</a:t>
          </a:r>
          <a:endParaRPr lang="en-GB" dirty="0"/>
        </a:p>
      </dgm:t>
    </dgm:pt>
    <dgm:pt modelId="{6C83AA16-AF0E-4EFF-9BDC-801DC7ACAE8F}" type="parTrans" cxnId="{C209EAC3-8E4D-4E5C-B547-F0FE80E76DD6}">
      <dgm:prSet/>
      <dgm:spPr/>
      <dgm:t>
        <a:bodyPr/>
        <a:lstStyle/>
        <a:p>
          <a:endParaRPr lang="en-GB"/>
        </a:p>
      </dgm:t>
    </dgm:pt>
    <dgm:pt modelId="{295F7468-2092-4EA3-951C-FF799B885EF6}" type="sibTrans" cxnId="{C209EAC3-8E4D-4E5C-B547-F0FE80E76DD6}">
      <dgm:prSet/>
      <dgm:spPr/>
      <dgm:t>
        <a:bodyPr/>
        <a:lstStyle/>
        <a:p>
          <a:endParaRPr lang="en-GB"/>
        </a:p>
      </dgm:t>
    </dgm:pt>
    <dgm:pt modelId="{A8F856A1-608E-4A88-B824-8F6128485B8E}">
      <dgm:prSet phldrT="[Text]"/>
      <dgm:spPr/>
      <dgm:t>
        <a:bodyPr/>
        <a:lstStyle/>
        <a:p>
          <a:r>
            <a:rPr lang="en-US" dirty="0"/>
            <a:t>Document every interface design decision</a:t>
          </a:r>
          <a:endParaRPr lang="en-GB" dirty="0"/>
        </a:p>
      </dgm:t>
    </dgm:pt>
    <dgm:pt modelId="{BC18A4D3-C9E1-4839-8283-6F4C51C89A5F}" type="parTrans" cxnId="{E3FA1A38-7471-4447-A92B-EC20BC72743A}">
      <dgm:prSet/>
      <dgm:spPr/>
      <dgm:t>
        <a:bodyPr/>
        <a:lstStyle/>
        <a:p>
          <a:endParaRPr lang="en-GB"/>
        </a:p>
      </dgm:t>
    </dgm:pt>
    <dgm:pt modelId="{C96AB397-987F-4216-AAA3-A4E46DE62198}" type="sibTrans" cxnId="{E3FA1A38-7471-4447-A92B-EC20BC72743A}">
      <dgm:prSet/>
      <dgm:spPr/>
      <dgm:t>
        <a:bodyPr/>
        <a:lstStyle/>
        <a:p>
          <a:endParaRPr lang="en-GB"/>
        </a:p>
      </dgm:t>
    </dgm:pt>
    <dgm:pt modelId="{7394FC0F-3AEA-48C0-8C55-8B0D4640CBD3}" type="pres">
      <dgm:prSet presAssocID="{E39A48E5-7960-4A6E-A31B-29E2C9069632}" presName="Name0" presStyleCnt="0">
        <dgm:presLayoutVars>
          <dgm:chPref val="1"/>
          <dgm:dir/>
          <dgm:animOne val="branch"/>
          <dgm:animLvl val="lvl"/>
          <dgm:resizeHandles/>
        </dgm:presLayoutVars>
      </dgm:prSet>
      <dgm:spPr/>
    </dgm:pt>
    <dgm:pt modelId="{652E57E3-77A2-44C5-B074-46A3056D6F90}" type="pres">
      <dgm:prSet presAssocID="{7ACEC9B1-35B3-4673-958A-82F1C5175097}" presName="vertOne" presStyleCnt="0"/>
      <dgm:spPr/>
    </dgm:pt>
    <dgm:pt modelId="{6FC92FEE-9F73-4199-8A9C-D257787AC3A6}" type="pres">
      <dgm:prSet presAssocID="{7ACEC9B1-35B3-4673-958A-82F1C5175097}" presName="txOne" presStyleLbl="node0" presStyleIdx="0" presStyleCnt="1" custLinFactNeighborX="0" custLinFactNeighborY="-63424">
        <dgm:presLayoutVars>
          <dgm:chPref val="3"/>
        </dgm:presLayoutVars>
      </dgm:prSet>
      <dgm:spPr/>
    </dgm:pt>
    <dgm:pt modelId="{C8170006-2587-4075-B0DF-BB6A731687C7}" type="pres">
      <dgm:prSet presAssocID="{7ACEC9B1-35B3-4673-958A-82F1C5175097}" presName="parTransOne" presStyleCnt="0"/>
      <dgm:spPr/>
    </dgm:pt>
    <dgm:pt modelId="{F15DEFC2-937C-4DCF-B642-886F904DFA5F}" type="pres">
      <dgm:prSet presAssocID="{7ACEC9B1-35B3-4673-958A-82F1C5175097}" presName="horzOne" presStyleCnt="0"/>
      <dgm:spPr/>
    </dgm:pt>
    <dgm:pt modelId="{3D5668BD-60F0-4D7D-98BB-E692ED5860ED}" type="pres">
      <dgm:prSet presAssocID="{9DAAB263-A7BB-4CA1-B970-93C0F5AA6E9E}" presName="vertTwo" presStyleCnt="0"/>
      <dgm:spPr/>
    </dgm:pt>
    <dgm:pt modelId="{A185229C-D23A-457F-95BE-437B33294F00}" type="pres">
      <dgm:prSet presAssocID="{9DAAB263-A7BB-4CA1-B970-93C0F5AA6E9E}" presName="txTwo" presStyleLbl="node2" presStyleIdx="0" presStyleCnt="3">
        <dgm:presLayoutVars>
          <dgm:chPref val="3"/>
        </dgm:presLayoutVars>
      </dgm:prSet>
      <dgm:spPr/>
    </dgm:pt>
    <dgm:pt modelId="{73CDC3AA-86C3-4B9F-933B-7C723FC32D01}" type="pres">
      <dgm:prSet presAssocID="{9DAAB263-A7BB-4CA1-B970-93C0F5AA6E9E}" presName="horzTwo" presStyleCnt="0"/>
      <dgm:spPr/>
    </dgm:pt>
    <dgm:pt modelId="{021C04B5-98F9-4634-A314-2B5251F2F393}" type="pres">
      <dgm:prSet presAssocID="{E4C8B2BB-AF2B-487E-B11F-BCFB77143667}" presName="sibSpaceTwo" presStyleCnt="0"/>
      <dgm:spPr/>
    </dgm:pt>
    <dgm:pt modelId="{C2B05FF0-4C99-4295-9CDB-50CD9060BB2D}" type="pres">
      <dgm:prSet presAssocID="{8A417A54-860E-410A-982C-9172188DB0E5}" presName="vertTwo" presStyleCnt="0"/>
      <dgm:spPr/>
    </dgm:pt>
    <dgm:pt modelId="{607B772C-67E5-4291-9862-0E27795E5EEF}" type="pres">
      <dgm:prSet presAssocID="{8A417A54-860E-410A-982C-9172188DB0E5}" presName="txTwo" presStyleLbl="node2" presStyleIdx="1" presStyleCnt="3">
        <dgm:presLayoutVars>
          <dgm:chPref val="3"/>
        </dgm:presLayoutVars>
      </dgm:prSet>
      <dgm:spPr/>
    </dgm:pt>
    <dgm:pt modelId="{01FCEBE8-E8D7-4700-96B0-C576D4229C61}" type="pres">
      <dgm:prSet presAssocID="{8A417A54-860E-410A-982C-9172188DB0E5}" presName="horzTwo" presStyleCnt="0"/>
      <dgm:spPr/>
    </dgm:pt>
    <dgm:pt modelId="{851F0E62-26E7-4E77-9992-5C3EAE499A3A}" type="pres">
      <dgm:prSet presAssocID="{295F7468-2092-4EA3-951C-FF799B885EF6}" presName="sibSpaceTwo" presStyleCnt="0"/>
      <dgm:spPr/>
    </dgm:pt>
    <dgm:pt modelId="{C619C04A-2EC8-4926-B14E-6D568DA3041A}" type="pres">
      <dgm:prSet presAssocID="{A8F856A1-608E-4A88-B824-8F6128485B8E}" presName="vertTwo" presStyleCnt="0"/>
      <dgm:spPr/>
    </dgm:pt>
    <dgm:pt modelId="{2D18C2A3-8A4E-49A2-BA7B-793470255845}" type="pres">
      <dgm:prSet presAssocID="{A8F856A1-608E-4A88-B824-8F6128485B8E}" presName="txTwo" presStyleLbl="node2" presStyleIdx="2" presStyleCnt="3">
        <dgm:presLayoutVars>
          <dgm:chPref val="3"/>
        </dgm:presLayoutVars>
      </dgm:prSet>
      <dgm:spPr/>
    </dgm:pt>
    <dgm:pt modelId="{F225AEF3-4536-4B1C-AABD-102CDF4161D3}" type="pres">
      <dgm:prSet presAssocID="{A8F856A1-608E-4A88-B824-8F6128485B8E}" presName="horzTwo" presStyleCnt="0"/>
      <dgm:spPr/>
    </dgm:pt>
  </dgm:ptLst>
  <dgm:cxnLst>
    <dgm:cxn modelId="{E3FA1A38-7471-4447-A92B-EC20BC72743A}" srcId="{7ACEC9B1-35B3-4673-958A-82F1C5175097}" destId="{A8F856A1-608E-4A88-B824-8F6128485B8E}" srcOrd="2" destOrd="0" parTransId="{BC18A4D3-C9E1-4839-8283-6F4C51C89A5F}" sibTransId="{C96AB397-987F-4216-AAA3-A4E46DE62198}"/>
    <dgm:cxn modelId="{C80C174B-7DB4-4561-85A6-BDF1E0898604}" type="presOf" srcId="{E39A48E5-7960-4A6E-A31B-29E2C9069632}" destId="{7394FC0F-3AEA-48C0-8C55-8B0D4640CBD3}" srcOrd="0" destOrd="0" presId="urn:microsoft.com/office/officeart/2005/8/layout/hierarchy4"/>
    <dgm:cxn modelId="{75CB4753-A615-46C1-9FC9-B1C9703A05EF}" type="presOf" srcId="{A8F856A1-608E-4A88-B824-8F6128485B8E}" destId="{2D18C2A3-8A4E-49A2-BA7B-793470255845}" srcOrd="0" destOrd="0" presId="urn:microsoft.com/office/officeart/2005/8/layout/hierarchy4"/>
    <dgm:cxn modelId="{18064E91-7E6B-48AF-9D44-C4331FE10075}" srcId="{E39A48E5-7960-4A6E-A31B-29E2C9069632}" destId="{7ACEC9B1-35B3-4673-958A-82F1C5175097}" srcOrd="0" destOrd="0" parTransId="{675E3F6D-AC4F-4B0D-B1A2-F0C1BDEA35D9}" sibTransId="{F3112DC3-8394-4D41-AD07-25076AE9224A}"/>
    <dgm:cxn modelId="{05AECB9A-3A89-4179-90A2-168F0EC7F65B}" type="presOf" srcId="{7ACEC9B1-35B3-4673-958A-82F1C5175097}" destId="{6FC92FEE-9F73-4199-8A9C-D257787AC3A6}" srcOrd="0" destOrd="0" presId="urn:microsoft.com/office/officeart/2005/8/layout/hierarchy4"/>
    <dgm:cxn modelId="{966C41B9-5BC8-4DC7-BBBF-3ECBE90B19A5}" type="presOf" srcId="{9DAAB263-A7BB-4CA1-B970-93C0F5AA6E9E}" destId="{A185229C-D23A-457F-95BE-437B33294F00}" srcOrd="0" destOrd="0" presId="urn:microsoft.com/office/officeart/2005/8/layout/hierarchy4"/>
    <dgm:cxn modelId="{C209EAC3-8E4D-4E5C-B547-F0FE80E76DD6}" srcId="{7ACEC9B1-35B3-4673-958A-82F1C5175097}" destId="{8A417A54-860E-410A-982C-9172188DB0E5}" srcOrd="1" destOrd="0" parTransId="{6C83AA16-AF0E-4EFF-9BDC-801DC7ACAE8F}" sibTransId="{295F7468-2092-4EA3-951C-FF799B885EF6}"/>
    <dgm:cxn modelId="{8FDBDFD6-20CF-4645-AF5C-8ACDF7082F45}" srcId="{7ACEC9B1-35B3-4673-958A-82F1C5175097}" destId="{9DAAB263-A7BB-4CA1-B970-93C0F5AA6E9E}" srcOrd="0" destOrd="0" parTransId="{6EEA373C-A24D-49CB-B9EE-0C0665630C4E}" sibTransId="{E4C8B2BB-AF2B-487E-B11F-BCFB77143667}"/>
    <dgm:cxn modelId="{C301CEE8-5E07-4D6B-90B6-CFA16AC40285}" type="presOf" srcId="{8A417A54-860E-410A-982C-9172188DB0E5}" destId="{607B772C-67E5-4291-9862-0E27795E5EEF}" srcOrd="0" destOrd="0" presId="urn:microsoft.com/office/officeart/2005/8/layout/hierarchy4"/>
    <dgm:cxn modelId="{0945FA4C-A642-445E-92C7-17A54699E68C}" type="presParOf" srcId="{7394FC0F-3AEA-48C0-8C55-8B0D4640CBD3}" destId="{652E57E3-77A2-44C5-B074-46A3056D6F90}" srcOrd="0" destOrd="0" presId="urn:microsoft.com/office/officeart/2005/8/layout/hierarchy4"/>
    <dgm:cxn modelId="{F7964A8D-5329-4AC3-9412-C8AF6D75069C}" type="presParOf" srcId="{652E57E3-77A2-44C5-B074-46A3056D6F90}" destId="{6FC92FEE-9F73-4199-8A9C-D257787AC3A6}" srcOrd="0" destOrd="0" presId="urn:microsoft.com/office/officeart/2005/8/layout/hierarchy4"/>
    <dgm:cxn modelId="{40BF7D36-23D3-4868-8433-A44EEECA1A17}" type="presParOf" srcId="{652E57E3-77A2-44C5-B074-46A3056D6F90}" destId="{C8170006-2587-4075-B0DF-BB6A731687C7}" srcOrd="1" destOrd="0" presId="urn:microsoft.com/office/officeart/2005/8/layout/hierarchy4"/>
    <dgm:cxn modelId="{C60ED9CF-3028-4055-A61E-9949ECC6CC1A}" type="presParOf" srcId="{652E57E3-77A2-44C5-B074-46A3056D6F90}" destId="{F15DEFC2-937C-4DCF-B642-886F904DFA5F}" srcOrd="2" destOrd="0" presId="urn:microsoft.com/office/officeart/2005/8/layout/hierarchy4"/>
    <dgm:cxn modelId="{C770D0CF-2A94-4C98-B969-A018E1354FFC}" type="presParOf" srcId="{F15DEFC2-937C-4DCF-B642-886F904DFA5F}" destId="{3D5668BD-60F0-4D7D-98BB-E692ED5860ED}" srcOrd="0" destOrd="0" presId="urn:microsoft.com/office/officeart/2005/8/layout/hierarchy4"/>
    <dgm:cxn modelId="{1A50B6D3-46F1-4DA0-97C3-AC71DFA88D59}" type="presParOf" srcId="{3D5668BD-60F0-4D7D-98BB-E692ED5860ED}" destId="{A185229C-D23A-457F-95BE-437B33294F00}" srcOrd="0" destOrd="0" presId="urn:microsoft.com/office/officeart/2005/8/layout/hierarchy4"/>
    <dgm:cxn modelId="{1D1444E8-B8FA-4AAA-B1FB-3E36DEC11B95}" type="presParOf" srcId="{3D5668BD-60F0-4D7D-98BB-E692ED5860ED}" destId="{73CDC3AA-86C3-4B9F-933B-7C723FC32D01}" srcOrd="1" destOrd="0" presId="urn:microsoft.com/office/officeart/2005/8/layout/hierarchy4"/>
    <dgm:cxn modelId="{18246C53-E1A7-4137-A697-89A1E40BC33B}" type="presParOf" srcId="{F15DEFC2-937C-4DCF-B642-886F904DFA5F}" destId="{021C04B5-98F9-4634-A314-2B5251F2F393}" srcOrd="1" destOrd="0" presId="urn:microsoft.com/office/officeart/2005/8/layout/hierarchy4"/>
    <dgm:cxn modelId="{DD5C7A17-F193-4027-84C2-E127AA9D7E38}" type="presParOf" srcId="{F15DEFC2-937C-4DCF-B642-886F904DFA5F}" destId="{C2B05FF0-4C99-4295-9CDB-50CD9060BB2D}" srcOrd="2" destOrd="0" presId="urn:microsoft.com/office/officeart/2005/8/layout/hierarchy4"/>
    <dgm:cxn modelId="{6B92A788-D7B3-4787-AA96-D2975A10403A}" type="presParOf" srcId="{C2B05FF0-4C99-4295-9CDB-50CD9060BB2D}" destId="{607B772C-67E5-4291-9862-0E27795E5EEF}" srcOrd="0" destOrd="0" presId="urn:microsoft.com/office/officeart/2005/8/layout/hierarchy4"/>
    <dgm:cxn modelId="{CC900E44-F4BC-4C11-95F9-26F02354BE4D}" type="presParOf" srcId="{C2B05FF0-4C99-4295-9CDB-50CD9060BB2D}" destId="{01FCEBE8-E8D7-4700-96B0-C576D4229C61}" srcOrd="1" destOrd="0" presId="urn:microsoft.com/office/officeart/2005/8/layout/hierarchy4"/>
    <dgm:cxn modelId="{35835888-4AC7-4057-B3E5-394573779131}" type="presParOf" srcId="{F15DEFC2-937C-4DCF-B642-886F904DFA5F}" destId="{851F0E62-26E7-4E77-9992-5C3EAE499A3A}" srcOrd="3" destOrd="0" presId="urn:microsoft.com/office/officeart/2005/8/layout/hierarchy4"/>
    <dgm:cxn modelId="{9A6D4D83-6657-4F98-99F6-52EF7F9A1E39}" type="presParOf" srcId="{F15DEFC2-937C-4DCF-B642-886F904DFA5F}" destId="{C619C04A-2EC8-4926-B14E-6D568DA3041A}" srcOrd="4" destOrd="0" presId="urn:microsoft.com/office/officeart/2005/8/layout/hierarchy4"/>
    <dgm:cxn modelId="{9C1D6AAB-3B67-4015-A3B5-1D7F498CC2E7}" type="presParOf" srcId="{C619C04A-2EC8-4926-B14E-6D568DA3041A}" destId="{2D18C2A3-8A4E-49A2-BA7B-793470255845}" srcOrd="0" destOrd="0" presId="urn:microsoft.com/office/officeart/2005/8/layout/hierarchy4"/>
    <dgm:cxn modelId="{E29E02CE-0B12-4064-93D0-34C51E295F76}" type="presParOf" srcId="{C619C04A-2EC8-4926-B14E-6D568DA3041A}" destId="{F225AEF3-4536-4B1C-AABD-102CDF4161D3}" srcOrd="1" destOrd="0" presId="urn:microsoft.com/office/officeart/2005/8/layout/hierarchy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E39A48E5-7960-4A6E-A31B-29E2C9069632}" type="doc">
      <dgm:prSet loTypeId="urn:microsoft.com/office/officeart/2005/8/layout/hierarchy4" loCatId="list" qsTypeId="urn:microsoft.com/office/officeart/2005/8/quickstyle/simple1" qsCatId="simple" csTypeId="urn:microsoft.com/office/officeart/2005/8/colors/colorful1" csCatId="colorful" phldr="1"/>
      <dgm:spPr/>
      <dgm:t>
        <a:bodyPr/>
        <a:lstStyle/>
        <a:p>
          <a:endParaRPr lang="en-GB"/>
        </a:p>
      </dgm:t>
    </dgm:pt>
    <dgm:pt modelId="{7ACEC9B1-35B3-4673-958A-82F1C5175097}">
      <dgm:prSet phldrT="[Text]" custT="1"/>
      <dgm:spPr/>
      <dgm:t>
        <a:bodyPr/>
        <a:lstStyle/>
        <a:p>
          <a:r>
            <a:rPr lang="en-US" sz="2400" dirty="0"/>
            <a:t>Responsible for ensuring that the software solution meets the requirements and complies with the standards set by quality.</a:t>
          </a:r>
          <a:endParaRPr lang="en-GB" sz="2400" dirty="0"/>
        </a:p>
      </dgm:t>
    </dgm:pt>
    <dgm:pt modelId="{675E3F6D-AC4F-4B0D-B1A2-F0C1BDEA35D9}" type="parTrans" cxnId="{18064E91-7E6B-48AF-9D44-C4331FE10075}">
      <dgm:prSet/>
      <dgm:spPr/>
      <dgm:t>
        <a:bodyPr/>
        <a:lstStyle/>
        <a:p>
          <a:endParaRPr lang="en-GB"/>
        </a:p>
      </dgm:t>
    </dgm:pt>
    <dgm:pt modelId="{F3112DC3-8394-4D41-AD07-25076AE9224A}" type="sibTrans" cxnId="{18064E91-7E6B-48AF-9D44-C4331FE10075}">
      <dgm:prSet/>
      <dgm:spPr/>
      <dgm:t>
        <a:bodyPr/>
        <a:lstStyle/>
        <a:p>
          <a:endParaRPr lang="en-GB"/>
        </a:p>
      </dgm:t>
    </dgm:pt>
    <dgm:pt modelId="{D29FB921-4831-4DD0-8385-AC2B2C278DA4}">
      <dgm:prSet phldrT="[Text]"/>
      <dgm:spPr/>
      <dgm:t>
        <a:bodyPr/>
        <a:lstStyle/>
        <a:p>
          <a:r>
            <a:rPr lang="en-GB" dirty="0"/>
            <a:t>Understand what the system’s requirements are in order to create and review appropriate test cases</a:t>
          </a:r>
        </a:p>
      </dgm:t>
    </dgm:pt>
    <dgm:pt modelId="{0E744F53-9A2A-4317-8C8B-7BEE97C0F35F}" type="parTrans" cxnId="{9E6AFE49-E459-4F0D-8086-722BD3982159}">
      <dgm:prSet/>
      <dgm:spPr/>
      <dgm:t>
        <a:bodyPr/>
        <a:lstStyle/>
        <a:p>
          <a:endParaRPr lang="en-GB"/>
        </a:p>
      </dgm:t>
    </dgm:pt>
    <dgm:pt modelId="{D17A2A9A-33DB-4E22-BF8B-76F5A38B9D31}" type="sibTrans" cxnId="{9E6AFE49-E459-4F0D-8086-722BD3982159}">
      <dgm:prSet/>
      <dgm:spPr/>
      <dgm:t>
        <a:bodyPr/>
        <a:lstStyle/>
        <a:p>
          <a:endParaRPr lang="en-GB"/>
        </a:p>
      </dgm:t>
    </dgm:pt>
    <dgm:pt modelId="{55AFCDB6-642E-41B3-B774-9C56AF1EA564}">
      <dgm:prSet phldrT="[Text]"/>
      <dgm:spPr/>
      <dgm:t>
        <a:bodyPr/>
        <a:lstStyle/>
        <a:p>
          <a:r>
            <a:rPr lang="en-US" dirty="0"/>
            <a:t>Raise an alert regarding any inconsistencies in the specifications</a:t>
          </a:r>
          <a:endParaRPr lang="en-GB" dirty="0"/>
        </a:p>
      </dgm:t>
    </dgm:pt>
    <dgm:pt modelId="{3C0E38E1-2BEC-440C-BAAC-6A8ECD627541}" type="parTrans" cxnId="{5FAB90EC-E0A1-4BCA-A84F-BBE3D9AFEA75}">
      <dgm:prSet/>
      <dgm:spPr/>
      <dgm:t>
        <a:bodyPr/>
        <a:lstStyle/>
        <a:p>
          <a:endParaRPr lang="en-GB"/>
        </a:p>
      </dgm:t>
    </dgm:pt>
    <dgm:pt modelId="{124017FC-F50F-4034-AA34-DA25F5026E41}" type="sibTrans" cxnId="{5FAB90EC-E0A1-4BCA-A84F-BBE3D9AFEA75}">
      <dgm:prSet/>
      <dgm:spPr/>
      <dgm:t>
        <a:bodyPr/>
        <a:lstStyle/>
        <a:p>
          <a:endParaRPr lang="en-GB"/>
        </a:p>
      </dgm:t>
    </dgm:pt>
    <dgm:pt modelId="{81DE474E-6211-4D8B-968F-659AF4BF2F11}">
      <dgm:prSet phldrT="[Text]"/>
      <dgm:spPr/>
      <dgm:t>
        <a:bodyPr/>
        <a:lstStyle/>
        <a:p>
          <a:r>
            <a:rPr lang="en-US" dirty="0"/>
            <a:t>Create and execute test cases to detect bugs and report them in the tracking tool</a:t>
          </a:r>
          <a:endParaRPr lang="en-GB" dirty="0"/>
        </a:p>
      </dgm:t>
    </dgm:pt>
    <dgm:pt modelId="{5E61DC25-326A-4397-A808-E737DA513095}" type="parTrans" cxnId="{79E3361E-3FE3-4601-979D-78E37F254E3D}">
      <dgm:prSet/>
      <dgm:spPr/>
      <dgm:t>
        <a:bodyPr/>
        <a:lstStyle/>
        <a:p>
          <a:endParaRPr lang="en-GB"/>
        </a:p>
      </dgm:t>
    </dgm:pt>
    <dgm:pt modelId="{9FC84120-3AFA-4927-B754-4BA92ED63916}" type="sibTrans" cxnId="{79E3361E-3FE3-4601-979D-78E37F254E3D}">
      <dgm:prSet/>
      <dgm:spPr/>
      <dgm:t>
        <a:bodyPr/>
        <a:lstStyle/>
        <a:p>
          <a:endParaRPr lang="en-GB"/>
        </a:p>
      </dgm:t>
    </dgm:pt>
    <dgm:pt modelId="{7394FC0F-3AEA-48C0-8C55-8B0D4640CBD3}" type="pres">
      <dgm:prSet presAssocID="{E39A48E5-7960-4A6E-A31B-29E2C9069632}" presName="Name0" presStyleCnt="0">
        <dgm:presLayoutVars>
          <dgm:chPref val="1"/>
          <dgm:dir/>
          <dgm:animOne val="branch"/>
          <dgm:animLvl val="lvl"/>
          <dgm:resizeHandles/>
        </dgm:presLayoutVars>
      </dgm:prSet>
      <dgm:spPr/>
    </dgm:pt>
    <dgm:pt modelId="{652E57E3-77A2-44C5-B074-46A3056D6F90}" type="pres">
      <dgm:prSet presAssocID="{7ACEC9B1-35B3-4673-958A-82F1C5175097}" presName="vertOne" presStyleCnt="0"/>
      <dgm:spPr/>
    </dgm:pt>
    <dgm:pt modelId="{6FC92FEE-9F73-4199-8A9C-D257787AC3A6}" type="pres">
      <dgm:prSet presAssocID="{7ACEC9B1-35B3-4673-958A-82F1C5175097}" presName="txOne" presStyleLbl="node0" presStyleIdx="0" presStyleCnt="1" custLinFactNeighborX="0" custLinFactNeighborY="-63424">
        <dgm:presLayoutVars>
          <dgm:chPref val="3"/>
        </dgm:presLayoutVars>
      </dgm:prSet>
      <dgm:spPr/>
    </dgm:pt>
    <dgm:pt modelId="{C8170006-2587-4075-B0DF-BB6A731687C7}" type="pres">
      <dgm:prSet presAssocID="{7ACEC9B1-35B3-4673-958A-82F1C5175097}" presName="parTransOne" presStyleCnt="0"/>
      <dgm:spPr/>
    </dgm:pt>
    <dgm:pt modelId="{F15DEFC2-937C-4DCF-B642-886F904DFA5F}" type="pres">
      <dgm:prSet presAssocID="{7ACEC9B1-35B3-4673-958A-82F1C5175097}" presName="horzOne" presStyleCnt="0"/>
      <dgm:spPr/>
    </dgm:pt>
    <dgm:pt modelId="{903046D3-4180-4162-A315-E51D96716D53}" type="pres">
      <dgm:prSet presAssocID="{D29FB921-4831-4DD0-8385-AC2B2C278DA4}" presName="vertTwo" presStyleCnt="0"/>
      <dgm:spPr/>
    </dgm:pt>
    <dgm:pt modelId="{962D286D-7600-4D40-A955-C32404C6BC8C}" type="pres">
      <dgm:prSet presAssocID="{D29FB921-4831-4DD0-8385-AC2B2C278DA4}" presName="txTwo" presStyleLbl="node2" presStyleIdx="0" presStyleCnt="3">
        <dgm:presLayoutVars>
          <dgm:chPref val="3"/>
        </dgm:presLayoutVars>
      </dgm:prSet>
      <dgm:spPr/>
    </dgm:pt>
    <dgm:pt modelId="{1D6141AB-BD1B-4B38-A280-0AE740E6C20B}" type="pres">
      <dgm:prSet presAssocID="{D29FB921-4831-4DD0-8385-AC2B2C278DA4}" presName="horzTwo" presStyleCnt="0"/>
      <dgm:spPr/>
    </dgm:pt>
    <dgm:pt modelId="{2A7B9EEB-F888-45AE-B9AC-A60826ABE31C}" type="pres">
      <dgm:prSet presAssocID="{D17A2A9A-33DB-4E22-BF8B-76F5A38B9D31}" presName="sibSpaceTwo" presStyleCnt="0"/>
      <dgm:spPr/>
    </dgm:pt>
    <dgm:pt modelId="{59E68C9B-4302-4430-A092-02575AC59E89}" type="pres">
      <dgm:prSet presAssocID="{55AFCDB6-642E-41B3-B774-9C56AF1EA564}" presName="vertTwo" presStyleCnt="0"/>
      <dgm:spPr/>
    </dgm:pt>
    <dgm:pt modelId="{5C1AD0DF-8948-4723-8B22-2A34A5A6BB4E}" type="pres">
      <dgm:prSet presAssocID="{55AFCDB6-642E-41B3-B774-9C56AF1EA564}" presName="txTwo" presStyleLbl="node2" presStyleIdx="1" presStyleCnt="3">
        <dgm:presLayoutVars>
          <dgm:chPref val="3"/>
        </dgm:presLayoutVars>
      </dgm:prSet>
      <dgm:spPr/>
    </dgm:pt>
    <dgm:pt modelId="{56AED06B-A05D-46C0-B8ED-E13B9637C923}" type="pres">
      <dgm:prSet presAssocID="{55AFCDB6-642E-41B3-B774-9C56AF1EA564}" presName="horzTwo" presStyleCnt="0"/>
      <dgm:spPr/>
    </dgm:pt>
    <dgm:pt modelId="{3233C37A-1D1D-4B61-8434-9002A2879D74}" type="pres">
      <dgm:prSet presAssocID="{124017FC-F50F-4034-AA34-DA25F5026E41}" presName="sibSpaceTwo" presStyleCnt="0"/>
      <dgm:spPr/>
    </dgm:pt>
    <dgm:pt modelId="{3ECCB6A0-BEE1-4DBF-98EE-34ADD1B219B0}" type="pres">
      <dgm:prSet presAssocID="{81DE474E-6211-4D8B-968F-659AF4BF2F11}" presName="vertTwo" presStyleCnt="0"/>
      <dgm:spPr/>
    </dgm:pt>
    <dgm:pt modelId="{4415ED47-83AC-4579-9C4D-191E6837B86B}" type="pres">
      <dgm:prSet presAssocID="{81DE474E-6211-4D8B-968F-659AF4BF2F11}" presName="txTwo" presStyleLbl="node2" presStyleIdx="2" presStyleCnt="3">
        <dgm:presLayoutVars>
          <dgm:chPref val="3"/>
        </dgm:presLayoutVars>
      </dgm:prSet>
      <dgm:spPr/>
    </dgm:pt>
    <dgm:pt modelId="{D9C894B3-77D1-4052-945E-BD4E9F416339}" type="pres">
      <dgm:prSet presAssocID="{81DE474E-6211-4D8B-968F-659AF4BF2F11}" presName="horzTwo" presStyleCnt="0"/>
      <dgm:spPr/>
    </dgm:pt>
  </dgm:ptLst>
  <dgm:cxnLst>
    <dgm:cxn modelId="{79E3361E-3FE3-4601-979D-78E37F254E3D}" srcId="{7ACEC9B1-35B3-4673-958A-82F1C5175097}" destId="{81DE474E-6211-4D8B-968F-659AF4BF2F11}" srcOrd="2" destOrd="0" parTransId="{5E61DC25-326A-4397-A808-E737DA513095}" sibTransId="{9FC84120-3AFA-4927-B754-4BA92ED63916}"/>
    <dgm:cxn modelId="{E2D4CD1E-3DEC-4E72-AA73-129D9ADFEC53}" type="presOf" srcId="{D29FB921-4831-4DD0-8385-AC2B2C278DA4}" destId="{962D286D-7600-4D40-A955-C32404C6BC8C}" srcOrd="0" destOrd="0" presId="urn:microsoft.com/office/officeart/2005/8/layout/hierarchy4"/>
    <dgm:cxn modelId="{FFC8EE27-ECAD-442F-87B1-B359BD098634}" type="presOf" srcId="{81DE474E-6211-4D8B-968F-659AF4BF2F11}" destId="{4415ED47-83AC-4579-9C4D-191E6837B86B}" srcOrd="0" destOrd="0" presId="urn:microsoft.com/office/officeart/2005/8/layout/hierarchy4"/>
    <dgm:cxn modelId="{9E6AFE49-E459-4F0D-8086-722BD3982159}" srcId="{7ACEC9B1-35B3-4673-958A-82F1C5175097}" destId="{D29FB921-4831-4DD0-8385-AC2B2C278DA4}" srcOrd="0" destOrd="0" parTransId="{0E744F53-9A2A-4317-8C8B-7BEE97C0F35F}" sibTransId="{D17A2A9A-33DB-4E22-BF8B-76F5A38B9D31}"/>
    <dgm:cxn modelId="{C80C174B-7DB4-4561-85A6-BDF1E0898604}" type="presOf" srcId="{E39A48E5-7960-4A6E-A31B-29E2C9069632}" destId="{7394FC0F-3AEA-48C0-8C55-8B0D4640CBD3}" srcOrd="0" destOrd="0" presId="urn:microsoft.com/office/officeart/2005/8/layout/hierarchy4"/>
    <dgm:cxn modelId="{18064E91-7E6B-48AF-9D44-C4331FE10075}" srcId="{E39A48E5-7960-4A6E-A31B-29E2C9069632}" destId="{7ACEC9B1-35B3-4673-958A-82F1C5175097}" srcOrd="0" destOrd="0" parTransId="{675E3F6D-AC4F-4B0D-B1A2-F0C1BDEA35D9}" sibTransId="{F3112DC3-8394-4D41-AD07-25076AE9224A}"/>
    <dgm:cxn modelId="{05AECB9A-3A89-4179-90A2-168F0EC7F65B}" type="presOf" srcId="{7ACEC9B1-35B3-4673-958A-82F1C5175097}" destId="{6FC92FEE-9F73-4199-8A9C-D257787AC3A6}" srcOrd="0" destOrd="0" presId="urn:microsoft.com/office/officeart/2005/8/layout/hierarchy4"/>
    <dgm:cxn modelId="{8ECF86B4-9961-42E8-95E6-9F20555AD5C0}" type="presOf" srcId="{55AFCDB6-642E-41B3-B774-9C56AF1EA564}" destId="{5C1AD0DF-8948-4723-8B22-2A34A5A6BB4E}" srcOrd="0" destOrd="0" presId="urn:microsoft.com/office/officeart/2005/8/layout/hierarchy4"/>
    <dgm:cxn modelId="{5FAB90EC-E0A1-4BCA-A84F-BBE3D9AFEA75}" srcId="{7ACEC9B1-35B3-4673-958A-82F1C5175097}" destId="{55AFCDB6-642E-41B3-B774-9C56AF1EA564}" srcOrd="1" destOrd="0" parTransId="{3C0E38E1-2BEC-440C-BAAC-6A8ECD627541}" sibTransId="{124017FC-F50F-4034-AA34-DA25F5026E41}"/>
    <dgm:cxn modelId="{0945FA4C-A642-445E-92C7-17A54699E68C}" type="presParOf" srcId="{7394FC0F-3AEA-48C0-8C55-8B0D4640CBD3}" destId="{652E57E3-77A2-44C5-B074-46A3056D6F90}" srcOrd="0" destOrd="0" presId="urn:microsoft.com/office/officeart/2005/8/layout/hierarchy4"/>
    <dgm:cxn modelId="{F7964A8D-5329-4AC3-9412-C8AF6D75069C}" type="presParOf" srcId="{652E57E3-77A2-44C5-B074-46A3056D6F90}" destId="{6FC92FEE-9F73-4199-8A9C-D257787AC3A6}" srcOrd="0" destOrd="0" presId="urn:microsoft.com/office/officeart/2005/8/layout/hierarchy4"/>
    <dgm:cxn modelId="{40BF7D36-23D3-4868-8433-A44EEECA1A17}" type="presParOf" srcId="{652E57E3-77A2-44C5-B074-46A3056D6F90}" destId="{C8170006-2587-4075-B0DF-BB6A731687C7}" srcOrd="1" destOrd="0" presId="urn:microsoft.com/office/officeart/2005/8/layout/hierarchy4"/>
    <dgm:cxn modelId="{C60ED9CF-3028-4055-A61E-9949ECC6CC1A}" type="presParOf" srcId="{652E57E3-77A2-44C5-B074-46A3056D6F90}" destId="{F15DEFC2-937C-4DCF-B642-886F904DFA5F}" srcOrd="2" destOrd="0" presId="urn:microsoft.com/office/officeart/2005/8/layout/hierarchy4"/>
    <dgm:cxn modelId="{C134CDE9-D96E-4A5E-A5A8-77C2171D6EEB}" type="presParOf" srcId="{F15DEFC2-937C-4DCF-B642-886F904DFA5F}" destId="{903046D3-4180-4162-A315-E51D96716D53}" srcOrd="0" destOrd="0" presId="urn:microsoft.com/office/officeart/2005/8/layout/hierarchy4"/>
    <dgm:cxn modelId="{71A32770-B6DB-470B-A44B-4E47746754C1}" type="presParOf" srcId="{903046D3-4180-4162-A315-E51D96716D53}" destId="{962D286D-7600-4D40-A955-C32404C6BC8C}" srcOrd="0" destOrd="0" presId="urn:microsoft.com/office/officeart/2005/8/layout/hierarchy4"/>
    <dgm:cxn modelId="{115DCA13-98BC-4ABA-A7C8-C14D92281E60}" type="presParOf" srcId="{903046D3-4180-4162-A315-E51D96716D53}" destId="{1D6141AB-BD1B-4B38-A280-0AE740E6C20B}" srcOrd="1" destOrd="0" presId="urn:microsoft.com/office/officeart/2005/8/layout/hierarchy4"/>
    <dgm:cxn modelId="{79996F26-02B2-4033-BE53-AAB9C8FA34A0}" type="presParOf" srcId="{F15DEFC2-937C-4DCF-B642-886F904DFA5F}" destId="{2A7B9EEB-F888-45AE-B9AC-A60826ABE31C}" srcOrd="1" destOrd="0" presId="urn:microsoft.com/office/officeart/2005/8/layout/hierarchy4"/>
    <dgm:cxn modelId="{6587B135-D204-4612-B070-FC375AC1719B}" type="presParOf" srcId="{F15DEFC2-937C-4DCF-B642-886F904DFA5F}" destId="{59E68C9B-4302-4430-A092-02575AC59E89}" srcOrd="2" destOrd="0" presId="urn:microsoft.com/office/officeart/2005/8/layout/hierarchy4"/>
    <dgm:cxn modelId="{377C78A7-03EA-46BE-B45B-51329E0093EA}" type="presParOf" srcId="{59E68C9B-4302-4430-A092-02575AC59E89}" destId="{5C1AD0DF-8948-4723-8B22-2A34A5A6BB4E}" srcOrd="0" destOrd="0" presId="urn:microsoft.com/office/officeart/2005/8/layout/hierarchy4"/>
    <dgm:cxn modelId="{A92B3FF8-A050-4693-9BAA-3E51AE3D5ECD}" type="presParOf" srcId="{59E68C9B-4302-4430-A092-02575AC59E89}" destId="{56AED06B-A05D-46C0-B8ED-E13B9637C923}" srcOrd="1" destOrd="0" presId="urn:microsoft.com/office/officeart/2005/8/layout/hierarchy4"/>
    <dgm:cxn modelId="{2024BDF3-7F6E-486D-BA72-758E2B0DC17F}" type="presParOf" srcId="{F15DEFC2-937C-4DCF-B642-886F904DFA5F}" destId="{3233C37A-1D1D-4B61-8434-9002A2879D74}" srcOrd="3" destOrd="0" presId="urn:microsoft.com/office/officeart/2005/8/layout/hierarchy4"/>
    <dgm:cxn modelId="{D693AA54-F211-4592-AA28-9F13A6688EF9}" type="presParOf" srcId="{F15DEFC2-937C-4DCF-B642-886F904DFA5F}" destId="{3ECCB6A0-BEE1-4DBF-98EE-34ADD1B219B0}" srcOrd="4" destOrd="0" presId="urn:microsoft.com/office/officeart/2005/8/layout/hierarchy4"/>
    <dgm:cxn modelId="{C63922B2-A173-4186-B439-D92CE3C08189}" type="presParOf" srcId="{3ECCB6A0-BEE1-4DBF-98EE-34ADD1B219B0}" destId="{4415ED47-83AC-4579-9C4D-191E6837B86B}" srcOrd="0" destOrd="0" presId="urn:microsoft.com/office/officeart/2005/8/layout/hierarchy4"/>
    <dgm:cxn modelId="{77374ABB-47FC-4630-939B-730E371E4FC0}" type="presParOf" srcId="{3ECCB6A0-BEE1-4DBF-98EE-34ADD1B219B0}" destId="{D9C894B3-77D1-4052-945E-BD4E9F416339}" srcOrd="1" destOrd="0" presId="urn:microsoft.com/office/officeart/2005/8/layout/hierarchy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E39A48E5-7960-4A6E-A31B-29E2C9069632}" type="doc">
      <dgm:prSet loTypeId="urn:microsoft.com/office/officeart/2005/8/layout/hierarchy4" loCatId="list" qsTypeId="urn:microsoft.com/office/officeart/2005/8/quickstyle/simple1" qsCatId="simple" csTypeId="urn:microsoft.com/office/officeart/2005/8/colors/colorful1" csCatId="colorful" phldr="1"/>
      <dgm:spPr/>
      <dgm:t>
        <a:bodyPr/>
        <a:lstStyle/>
        <a:p>
          <a:endParaRPr lang="en-GB"/>
        </a:p>
      </dgm:t>
    </dgm:pt>
    <dgm:pt modelId="{7ACEC9B1-35B3-4673-958A-82F1C5175097}">
      <dgm:prSet phldrT="[Text]" custT="1"/>
      <dgm:spPr/>
      <dgm:t>
        <a:bodyPr/>
        <a:lstStyle/>
        <a:p>
          <a:r>
            <a:rPr lang="en-US" sz="2400" dirty="0"/>
            <a:t>Represent the client or end users and have a clear vision of the end-product</a:t>
          </a:r>
          <a:endParaRPr lang="en-GB" sz="2400" dirty="0"/>
        </a:p>
      </dgm:t>
    </dgm:pt>
    <dgm:pt modelId="{675E3F6D-AC4F-4B0D-B1A2-F0C1BDEA35D9}" type="parTrans" cxnId="{18064E91-7E6B-48AF-9D44-C4331FE10075}">
      <dgm:prSet/>
      <dgm:spPr/>
      <dgm:t>
        <a:bodyPr/>
        <a:lstStyle/>
        <a:p>
          <a:endParaRPr lang="en-GB"/>
        </a:p>
      </dgm:t>
    </dgm:pt>
    <dgm:pt modelId="{F3112DC3-8394-4D41-AD07-25076AE9224A}" type="sibTrans" cxnId="{18064E91-7E6B-48AF-9D44-C4331FE10075}">
      <dgm:prSet/>
      <dgm:spPr/>
      <dgm:t>
        <a:bodyPr/>
        <a:lstStyle/>
        <a:p>
          <a:endParaRPr lang="en-GB"/>
        </a:p>
      </dgm:t>
    </dgm:pt>
    <dgm:pt modelId="{AD936D35-3CD4-4D06-ADE3-B9FD9066B776}">
      <dgm:prSet phldrT="[Text]"/>
      <dgm:spPr/>
      <dgm:t>
        <a:bodyPr/>
        <a:lstStyle/>
        <a:p>
          <a:r>
            <a:rPr lang="en-GB" dirty="0"/>
            <a:t>Set and communicate the requirements of the product</a:t>
          </a:r>
        </a:p>
      </dgm:t>
    </dgm:pt>
    <dgm:pt modelId="{26686C50-1662-4B2E-B8B0-E5E20791938C}" type="parTrans" cxnId="{85E644B2-BC5C-4AFA-9481-42A268279C3C}">
      <dgm:prSet/>
      <dgm:spPr/>
      <dgm:t>
        <a:bodyPr/>
        <a:lstStyle/>
        <a:p>
          <a:endParaRPr lang="en-GB"/>
        </a:p>
      </dgm:t>
    </dgm:pt>
    <dgm:pt modelId="{EE673490-CBB4-48F1-8498-23B1869EC6E7}" type="sibTrans" cxnId="{85E644B2-BC5C-4AFA-9481-42A268279C3C}">
      <dgm:prSet/>
      <dgm:spPr/>
      <dgm:t>
        <a:bodyPr/>
        <a:lstStyle/>
        <a:p>
          <a:endParaRPr lang="en-GB"/>
        </a:p>
      </dgm:t>
    </dgm:pt>
    <dgm:pt modelId="{1356400F-E179-48A6-8884-2EE400C366A7}">
      <dgm:prSet phldrT="[Text]"/>
      <dgm:spPr/>
      <dgm:t>
        <a:bodyPr/>
        <a:lstStyle/>
        <a:p>
          <a:r>
            <a:rPr lang="en-US" dirty="0"/>
            <a:t>Maintain and update the product backlog</a:t>
          </a:r>
          <a:endParaRPr lang="en-GB" dirty="0"/>
        </a:p>
      </dgm:t>
    </dgm:pt>
    <dgm:pt modelId="{ACA4C332-47B4-4CD8-B357-64DF88595D20}" type="parTrans" cxnId="{A24DD848-A6B5-46E8-9A81-30EF246EF28A}">
      <dgm:prSet/>
      <dgm:spPr/>
      <dgm:t>
        <a:bodyPr/>
        <a:lstStyle/>
        <a:p>
          <a:endParaRPr lang="en-GB"/>
        </a:p>
      </dgm:t>
    </dgm:pt>
    <dgm:pt modelId="{486BEC93-EEAC-467F-8CDA-96485A030A0D}" type="sibTrans" cxnId="{A24DD848-A6B5-46E8-9A81-30EF246EF28A}">
      <dgm:prSet/>
      <dgm:spPr/>
      <dgm:t>
        <a:bodyPr/>
        <a:lstStyle/>
        <a:p>
          <a:endParaRPr lang="en-GB"/>
        </a:p>
      </dgm:t>
    </dgm:pt>
    <dgm:pt modelId="{87EA1F9D-1ADF-479F-901E-AD14E5506A03}">
      <dgm:prSet phldrT="[Text]"/>
      <dgm:spPr/>
      <dgm:t>
        <a:bodyPr/>
        <a:lstStyle/>
        <a:p>
          <a:r>
            <a:rPr lang="en-US" dirty="0"/>
            <a:t>Ensure effective communication between the client and the development team</a:t>
          </a:r>
          <a:endParaRPr lang="en-GB" dirty="0"/>
        </a:p>
      </dgm:t>
    </dgm:pt>
    <dgm:pt modelId="{6C93F4FD-F306-478F-A533-581B603AA2F0}" type="parTrans" cxnId="{22534F02-6153-4FB5-A1AC-2B08850A8E96}">
      <dgm:prSet/>
      <dgm:spPr/>
      <dgm:t>
        <a:bodyPr/>
        <a:lstStyle/>
        <a:p>
          <a:endParaRPr lang="en-GB"/>
        </a:p>
      </dgm:t>
    </dgm:pt>
    <dgm:pt modelId="{6464029C-D367-4557-AA07-238915D8241D}" type="sibTrans" cxnId="{22534F02-6153-4FB5-A1AC-2B08850A8E96}">
      <dgm:prSet/>
      <dgm:spPr/>
      <dgm:t>
        <a:bodyPr/>
        <a:lstStyle/>
        <a:p>
          <a:endParaRPr lang="en-GB"/>
        </a:p>
      </dgm:t>
    </dgm:pt>
    <dgm:pt modelId="{7394FC0F-3AEA-48C0-8C55-8B0D4640CBD3}" type="pres">
      <dgm:prSet presAssocID="{E39A48E5-7960-4A6E-A31B-29E2C9069632}" presName="Name0" presStyleCnt="0">
        <dgm:presLayoutVars>
          <dgm:chPref val="1"/>
          <dgm:dir/>
          <dgm:animOne val="branch"/>
          <dgm:animLvl val="lvl"/>
          <dgm:resizeHandles/>
        </dgm:presLayoutVars>
      </dgm:prSet>
      <dgm:spPr/>
    </dgm:pt>
    <dgm:pt modelId="{652E57E3-77A2-44C5-B074-46A3056D6F90}" type="pres">
      <dgm:prSet presAssocID="{7ACEC9B1-35B3-4673-958A-82F1C5175097}" presName="vertOne" presStyleCnt="0"/>
      <dgm:spPr/>
    </dgm:pt>
    <dgm:pt modelId="{6FC92FEE-9F73-4199-8A9C-D257787AC3A6}" type="pres">
      <dgm:prSet presAssocID="{7ACEC9B1-35B3-4673-958A-82F1C5175097}" presName="txOne" presStyleLbl="node0" presStyleIdx="0" presStyleCnt="1" custLinFactNeighborX="0" custLinFactNeighborY="-63424">
        <dgm:presLayoutVars>
          <dgm:chPref val="3"/>
        </dgm:presLayoutVars>
      </dgm:prSet>
      <dgm:spPr/>
    </dgm:pt>
    <dgm:pt modelId="{C8170006-2587-4075-B0DF-BB6A731687C7}" type="pres">
      <dgm:prSet presAssocID="{7ACEC9B1-35B3-4673-958A-82F1C5175097}" presName="parTransOne" presStyleCnt="0"/>
      <dgm:spPr/>
    </dgm:pt>
    <dgm:pt modelId="{F15DEFC2-937C-4DCF-B642-886F904DFA5F}" type="pres">
      <dgm:prSet presAssocID="{7ACEC9B1-35B3-4673-958A-82F1C5175097}" presName="horzOne" presStyleCnt="0"/>
      <dgm:spPr/>
    </dgm:pt>
    <dgm:pt modelId="{EDA5FB33-7992-4957-B48B-AF0D3ADA9517}" type="pres">
      <dgm:prSet presAssocID="{AD936D35-3CD4-4D06-ADE3-B9FD9066B776}" presName="vertTwo" presStyleCnt="0"/>
      <dgm:spPr/>
    </dgm:pt>
    <dgm:pt modelId="{490E73C1-A2B7-49E7-84B3-86C78216BC2F}" type="pres">
      <dgm:prSet presAssocID="{AD936D35-3CD4-4D06-ADE3-B9FD9066B776}" presName="txTwo" presStyleLbl="node2" presStyleIdx="0" presStyleCnt="3">
        <dgm:presLayoutVars>
          <dgm:chPref val="3"/>
        </dgm:presLayoutVars>
      </dgm:prSet>
      <dgm:spPr/>
    </dgm:pt>
    <dgm:pt modelId="{B2C3EDB9-8D61-409F-88B8-840F4D3A5064}" type="pres">
      <dgm:prSet presAssocID="{AD936D35-3CD4-4D06-ADE3-B9FD9066B776}" presName="horzTwo" presStyleCnt="0"/>
      <dgm:spPr/>
    </dgm:pt>
    <dgm:pt modelId="{CE909894-F415-4A1E-B341-EE762411990C}" type="pres">
      <dgm:prSet presAssocID="{EE673490-CBB4-48F1-8498-23B1869EC6E7}" presName="sibSpaceTwo" presStyleCnt="0"/>
      <dgm:spPr/>
    </dgm:pt>
    <dgm:pt modelId="{6DAF4C49-68B3-4F5D-86BF-48CD65F2EEF3}" type="pres">
      <dgm:prSet presAssocID="{1356400F-E179-48A6-8884-2EE400C366A7}" presName="vertTwo" presStyleCnt="0"/>
      <dgm:spPr/>
    </dgm:pt>
    <dgm:pt modelId="{870F32D0-1695-4EF2-8EF8-2FD5017AA29C}" type="pres">
      <dgm:prSet presAssocID="{1356400F-E179-48A6-8884-2EE400C366A7}" presName="txTwo" presStyleLbl="node2" presStyleIdx="1" presStyleCnt="3">
        <dgm:presLayoutVars>
          <dgm:chPref val="3"/>
        </dgm:presLayoutVars>
      </dgm:prSet>
      <dgm:spPr/>
    </dgm:pt>
    <dgm:pt modelId="{1F91C8B2-1815-45F4-9ABA-7581384C1159}" type="pres">
      <dgm:prSet presAssocID="{1356400F-E179-48A6-8884-2EE400C366A7}" presName="horzTwo" presStyleCnt="0"/>
      <dgm:spPr/>
    </dgm:pt>
    <dgm:pt modelId="{BFF72613-875B-4995-8BD0-544185681988}" type="pres">
      <dgm:prSet presAssocID="{486BEC93-EEAC-467F-8CDA-96485A030A0D}" presName="sibSpaceTwo" presStyleCnt="0"/>
      <dgm:spPr/>
    </dgm:pt>
    <dgm:pt modelId="{2398A47D-506E-401B-8811-E66EFF4FA923}" type="pres">
      <dgm:prSet presAssocID="{87EA1F9D-1ADF-479F-901E-AD14E5506A03}" presName="vertTwo" presStyleCnt="0"/>
      <dgm:spPr/>
    </dgm:pt>
    <dgm:pt modelId="{0FD7A640-3685-4748-8FB3-1C1EE23EA216}" type="pres">
      <dgm:prSet presAssocID="{87EA1F9D-1ADF-479F-901E-AD14E5506A03}" presName="txTwo" presStyleLbl="node2" presStyleIdx="2" presStyleCnt="3">
        <dgm:presLayoutVars>
          <dgm:chPref val="3"/>
        </dgm:presLayoutVars>
      </dgm:prSet>
      <dgm:spPr/>
    </dgm:pt>
    <dgm:pt modelId="{11690867-2544-4638-90DD-31043E0D5FF5}" type="pres">
      <dgm:prSet presAssocID="{87EA1F9D-1ADF-479F-901E-AD14E5506A03}" presName="horzTwo" presStyleCnt="0"/>
      <dgm:spPr/>
    </dgm:pt>
  </dgm:ptLst>
  <dgm:cxnLst>
    <dgm:cxn modelId="{22534F02-6153-4FB5-A1AC-2B08850A8E96}" srcId="{7ACEC9B1-35B3-4673-958A-82F1C5175097}" destId="{87EA1F9D-1ADF-479F-901E-AD14E5506A03}" srcOrd="2" destOrd="0" parTransId="{6C93F4FD-F306-478F-A533-581B603AA2F0}" sibTransId="{6464029C-D367-4557-AA07-238915D8241D}"/>
    <dgm:cxn modelId="{6731A20D-2AD1-4034-80A2-E538DCD140B9}" type="presOf" srcId="{1356400F-E179-48A6-8884-2EE400C366A7}" destId="{870F32D0-1695-4EF2-8EF8-2FD5017AA29C}" srcOrd="0" destOrd="0" presId="urn:microsoft.com/office/officeart/2005/8/layout/hierarchy4"/>
    <dgm:cxn modelId="{A24DD848-A6B5-46E8-9A81-30EF246EF28A}" srcId="{7ACEC9B1-35B3-4673-958A-82F1C5175097}" destId="{1356400F-E179-48A6-8884-2EE400C366A7}" srcOrd="1" destOrd="0" parTransId="{ACA4C332-47B4-4CD8-B357-64DF88595D20}" sibTransId="{486BEC93-EEAC-467F-8CDA-96485A030A0D}"/>
    <dgm:cxn modelId="{C80C174B-7DB4-4561-85A6-BDF1E0898604}" type="presOf" srcId="{E39A48E5-7960-4A6E-A31B-29E2C9069632}" destId="{7394FC0F-3AEA-48C0-8C55-8B0D4640CBD3}" srcOrd="0" destOrd="0" presId="urn:microsoft.com/office/officeart/2005/8/layout/hierarchy4"/>
    <dgm:cxn modelId="{777A8D58-4A49-411C-92D8-37C3ACF21948}" type="presOf" srcId="{87EA1F9D-1ADF-479F-901E-AD14E5506A03}" destId="{0FD7A640-3685-4748-8FB3-1C1EE23EA216}" srcOrd="0" destOrd="0" presId="urn:microsoft.com/office/officeart/2005/8/layout/hierarchy4"/>
    <dgm:cxn modelId="{18064E91-7E6B-48AF-9D44-C4331FE10075}" srcId="{E39A48E5-7960-4A6E-A31B-29E2C9069632}" destId="{7ACEC9B1-35B3-4673-958A-82F1C5175097}" srcOrd="0" destOrd="0" parTransId="{675E3F6D-AC4F-4B0D-B1A2-F0C1BDEA35D9}" sibTransId="{F3112DC3-8394-4D41-AD07-25076AE9224A}"/>
    <dgm:cxn modelId="{05AECB9A-3A89-4179-90A2-168F0EC7F65B}" type="presOf" srcId="{7ACEC9B1-35B3-4673-958A-82F1C5175097}" destId="{6FC92FEE-9F73-4199-8A9C-D257787AC3A6}" srcOrd="0" destOrd="0" presId="urn:microsoft.com/office/officeart/2005/8/layout/hierarchy4"/>
    <dgm:cxn modelId="{85E644B2-BC5C-4AFA-9481-42A268279C3C}" srcId="{7ACEC9B1-35B3-4673-958A-82F1C5175097}" destId="{AD936D35-3CD4-4D06-ADE3-B9FD9066B776}" srcOrd="0" destOrd="0" parTransId="{26686C50-1662-4B2E-B8B0-E5E20791938C}" sibTransId="{EE673490-CBB4-48F1-8498-23B1869EC6E7}"/>
    <dgm:cxn modelId="{F95932FB-48F0-4251-BE7D-92F6134A8837}" type="presOf" srcId="{AD936D35-3CD4-4D06-ADE3-B9FD9066B776}" destId="{490E73C1-A2B7-49E7-84B3-86C78216BC2F}" srcOrd="0" destOrd="0" presId="urn:microsoft.com/office/officeart/2005/8/layout/hierarchy4"/>
    <dgm:cxn modelId="{0945FA4C-A642-445E-92C7-17A54699E68C}" type="presParOf" srcId="{7394FC0F-3AEA-48C0-8C55-8B0D4640CBD3}" destId="{652E57E3-77A2-44C5-B074-46A3056D6F90}" srcOrd="0" destOrd="0" presId="urn:microsoft.com/office/officeart/2005/8/layout/hierarchy4"/>
    <dgm:cxn modelId="{F7964A8D-5329-4AC3-9412-C8AF6D75069C}" type="presParOf" srcId="{652E57E3-77A2-44C5-B074-46A3056D6F90}" destId="{6FC92FEE-9F73-4199-8A9C-D257787AC3A6}" srcOrd="0" destOrd="0" presId="urn:microsoft.com/office/officeart/2005/8/layout/hierarchy4"/>
    <dgm:cxn modelId="{40BF7D36-23D3-4868-8433-A44EEECA1A17}" type="presParOf" srcId="{652E57E3-77A2-44C5-B074-46A3056D6F90}" destId="{C8170006-2587-4075-B0DF-BB6A731687C7}" srcOrd="1" destOrd="0" presId="urn:microsoft.com/office/officeart/2005/8/layout/hierarchy4"/>
    <dgm:cxn modelId="{C60ED9CF-3028-4055-A61E-9949ECC6CC1A}" type="presParOf" srcId="{652E57E3-77A2-44C5-B074-46A3056D6F90}" destId="{F15DEFC2-937C-4DCF-B642-886F904DFA5F}" srcOrd="2" destOrd="0" presId="urn:microsoft.com/office/officeart/2005/8/layout/hierarchy4"/>
    <dgm:cxn modelId="{AB4317DB-D4B8-4B85-9E09-8B6016A51483}" type="presParOf" srcId="{F15DEFC2-937C-4DCF-B642-886F904DFA5F}" destId="{EDA5FB33-7992-4957-B48B-AF0D3ADA9517}" srcOrd="0" destOrd="0" presId="urn:microsoft.com/office/officeart/2005/8/layout/hierarchy4"/>
    <dgm:cxn modelId="{1BC7BFB1-31F2-4765-BD81-FA4A0E06095F}" type="presParOf" srcId="{EDA5FB33-7992-4957-B48B-AF0D3ADA9517}" destId="{490E73C1-A2B7-49E7-84B3-86C78216BC2F}" srcOrd="0" destOrd="0" presId="urn:microsoft.com/office/officeart/2005/8/layout/hierarchy4"/>
    <dgm:cxn modelId="{C8FE7FA7-879D-4536-811A-7A2D40C6F82F}" type="presParOf" srcId="{EDA5FB33-7992-4957-B48B-AF0D3ADA9517}" destId="{B2C3EDB9-8D61-409F-88B8-840F4D3A5064}" srcOrd="1" destOrd="0" presId="urn:microsoft.com/office/officeart/2005/8/layout/hierarchy4"/>
    <dgm:cxn modelId="{452DCA56-8442-48A3-89BC-4B0AFA28DDD5}" type="presParOf" srcId="{F15DEFC2-937C-4DCF-B642-886F904DFA5F}" destId="{CE909894-F415-4A1E-B341-EE762411990C}" srcOrd="1" destOrd="0" presId="urn:microsoft.com/office/officeart/2005/8/layout/hierarchy4"/>
    <dgm:cxn modelId="{A163C60C-4E09-4893-9F1F-E219429F6930}" type="presParOf" srcId="{F15DEFC2-937C-4DCF-B642-886F904DFA5F}" destId="{6DAF4C49-68B3-4F5D-86BF-48CD65F2EEF3}" srcOrd="2" destOrd="0" presId="urn:microsoft.com/office/officeart/2005/8/layout/hierarchy4"/>
    <dgm:cxn modelId="{35F88D5D-1AB4-4887-BED2-1797C13AA79C}" type="presParOf" srcId="{6DAF4C49-68B3-4F5D-86BF-48CD65F2EEF3}" destId="{870F32D0-1695-4EF2-8EF8-2FD5017AA29C}" srcOrd="0" destOrd="0" presId="urn:microsoft.com/office/officeart/2005/8/layout/hierarchy4"/>
    <dgm:cxn modelId="{BDAA3042-08C8-497A-B154-611D1B486EDF}" type="presParOf" srcId="{6DAF4C49-68B3-4F5D-86BF-48CD65F2EEF3}" destId="{1F91C8B2-1815-45F4-9ABA-7581384C1159}" srcOrd="1" destOrd="0" presId="urn:microsoft.com/office/officeart/2005/8/layout/hierarchy4"/>
    <dgm:cxn modelId="{208E3108-E3FA-4DEC-A827-28442BA6D446}" type="presParOf" srcId="{F15DEFC2-937C-4DCF-B642-886F904DFA5F}" destId="{BFF72613-875B-4995-8BD0-544185681988}" srcOrd="3" destOrd="0" presId="urn:microsoft.com/office/officeart/2005/8/layout/hierarchy4"/>
    <dgm:cxn modelId="{DAF8B651-EB51-4640-8AD2-636783434280}" type="presParOf" srcId="{F15DEFC2-937C-4DCF-B642-886F904DFA5F}" destId="{2398A47D-506E-401B-8811-E66EFF4FA923}" srcOrd="4" destOrd="0" presId="urn:microsoft.com/office/officeart/2005/8/layout/hierarchy4"/>
    <dgm:cxn modelId="{CE2F8987-73F0-422E-8F58-B70C7C0E3ADA}" type="presParOf" srcId="{2398A47D-506E-401B-8811-E66EFF4FA923}" destId="{0FD7A640-3685-4748-8FB3-1C1EE23EA216}" srcOrd="0" destOrd="0" presId="urn:microsoft.com/office/officeart/2005/8/layout/hierarchy4"/>
    <dgm:cxn modelId="{57EDB325-919B-4332-9AED-5EA7C6BEE27A}" type="presParOf" srcId="{2398A47D-506E-401B-8811-E66EFF4FA923}" destId="{11690867-2544-4638-90DD-31043E0D5FF5}" srcOrd="1" destOrd="0" presId="urn:microsoft.com/office/officeart/2005/8/layout/hierarchy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E39A48E5-7960-4A6E-A31B-29E2C9069632}" type="doc">
      <dgm:prSet loTypeId="urn:microsoft.com/office/officeart/2005/8/layout/hierarchy4" loCatId="list" qsTypeId="urn:microsoft.com/office/officeart/2005/8/quickstyle/simple1" qsCatId="simple" csTypeId="urn:microsoft.com/office/officeart/2005/8/colors/colorful1" csCatId="colorful" phldr="1"/>
      <dgm:spPr/>
      <dgm:t>
        <a:bodyPr/>
        <a:lstStyle/>
        <a:p>
          <a:endParaRPr lang="en-GB"/>
        </a:p>
      </dgm:t>
    </dgm:pt>
    <dgm:pt modelId="{7ACEC9B1-35B3-4673-958A-82F1C5175097}">
      <dgm:prSet phldrT="[Text]" custT="1"/>
      <dgm:spPr/>
      <dgm:t>
        <a:bodyPr/>
        <a:lstStyle/>
        <a:p>
          <a:r>
            <a:rPr lang="en-GB" sz="2400" dirty="0"/>
            <a:t>Team facilitator responsible for addressing any blockers or impediments and ensuring that the scrum methodology is being followed</a:t>
          </a:r>
        </a:p>
      </dgm:t>
    </dgm:pt>
    <dgm:pt modelId="{675E3F6D-AC4F-4B0D-B1A2-F0C1BDEA35D9}" type="parTrans" cxnId="{18064E91-7E6B-48AF-9D44-C4331FE10075}">
      <dgm:prSet/>
      <dgm:spPr/>
      <dgm:t>
        <a:bodyPr/>
        <a:lstStyle/>
        <a:p>
          <a:endParaRPr lang="en-GB"/>
        </a:p>
      </dgm:t>
    </dgm:pt>
    <dgm:pt modelId="{F3112DC3-8394-4D41-AD07-25076AE9224A}" type="sibTrans" cxnId="{18064E91-7E6B-48AF-9D44-C4331FE10075}">
      <dgm:prSet/>
      <dgm:spPr/>
      <dgm:t>
        <a:bodyPr/>
        <a:lstStyle/>
        <a:p>
          <a:endParaRPr lang="en-GB"/>
        </a:p>
      </dgm:t>
    </dgm:pt>
    <dgm:pt modelId="{C2FC4C9F-1042-4CCA-8E6C-BE308917A362}">
      <dgm:prSet phldrT="[Text]" custT="1"/>
      <dgm:spPr/>
      <dgm:t>
        <a:bodyPr/>
        <a:lstStyle/>
        <a:p>
          <a:r>
            <a:rPr lang="en-US" sz="2000" dirty="0"/>
            <a:t>Ensure that agile values are being followed</a:t>
          </a:r>
          <a:endParaRPr lang="en-GB" sz="2000" dirty="0"/>
        </a:p>
      </dgm:t>
    </dgm:pt>
    <dgm:pt modelId="{ADB1BB2A-AEDE-4AA8-97D9-7D109B5C235B}" type="parTrans" cxnId="{740BB9E0-7E05-40C4-9A5C-C586DAADD5D0}">
      <dgm:prSet/>
      <dgm:spPr/>
      <dgm:t>
        <a:bodyPr/>
        <a:lstStyle/>
        <a:p>
          <a:endParaRPr lang="en-GB"/>
        </a:p>
      </dgm:t>
    </dgm:pt>
    <dgm:pt modelId="{8475385E-1FDE-4099-9A4F-F01986B3A5C5}" type="sibTrans" cxnId="{740BB9E0-7E05-40C4-9A5C-C586DAADD5D0}">
      <dgm:prSet/>
      <dgm:spPr/>
      <dgm:t>
        <a:bodyPr/>
        <a:lstStyle/>
        <a:p>
          <a:endParaRPr lang="en-GB"/>
        </a:p>
      </dgm:t>
    </dgm:pt>
    <dgm:pt modelId="{5A242586-5199-4B63-9734-4397A224A53A}">
      <dgm:prSet phldrT="[Text]" custT="1"/>
      <dgm:spPr/>
      <dgm:t>
        <a:bodyPr/>
        <a:lstStyle/>
        <a:p>
          <a:r>
            <a:rPr lang="en-US" sz="2000" dirty="0"/>
            <a:t>Follow up on and clear team blockers and impediments to progress</a:t>
          </a:r>
          <a:endParaRPr lang="en-GB" sz="2000" dirty="0"/>
        </a:p>
      </dgm:t>
    </dgm:pt>
    <dgm:pt modelId="{98AE9EE6-A78D-480D-A68E-806CBBEE196A}" type="parTrans" cxnId="{07D842B3-4BEC-4F3F-B514-9313EC3E4732}">
      <dgm:prSet/>
      <dgm:spPr/>
      <dgm:t>
        <a:bodyPr/>
        <a:lstStyle/>
        <a:p>
          <a:endParaRPr lang="en-GB"/>
        </a:p>
      </dgm:t>
    </dgm:pt>
    <dgm:pt modelId="{48D988DA-C6C3-404F-8F64-297B9C7E01DD}" type="sibTrans" cxnId="{07D842B3-4BEC-4F3F-B514-9313EC3E4732}">
      <dgm:prSet/>
      <dgm:spPr/>
      <dgm:t>
        <a:bodyPr/>
        <a:lstStyle/>
        <a:p>
          <a:endParaRPr lang="en-GB"/>
        </a:p>
      </dgm:t>
    </dgm:pt>
    <dgm:pt modelId="{E8957478-CEEF-453F-9B83-A62392998715}">
      <dgm:prSet phldrT="[Text]" custT="1"/>
      <dgm:spPr/>
      <dgm:t>
        <a:bodyPr/>
        <a:lstStyle/>
        <a:p>
          <a:r>
            <a:rPr lang="en-US" sz="2000" dirty="0"/>
            <a:t>Ensure that the Scrum methodology is being implemented correctly</a:t>
          </a:r>
          <a:endParaRPr lang="en-GB" sz="2000" dirty="0"/>
        </a:p>
      </dgm:t>
    </dgm:pt>
    <dgm:pt modelId="{4E521672-273D-4D84-A02B-900A3B80DB3D}" type="parTrans" cxnId="{96B79F80-169D-4029-B08D-A8C7FBB99201}">
      <dgm:prSet/>
      <dgm:spPr/>
      <dgm:t>
        <a:bodyPr/>
        <a:lstStyle/>
        <a:p>
          <a:endParaRPr lang="en-GB"/>
        </a:p>
      </dgm:t>
    </dgm:pt>
    <dgm:pt modelId="{A0837B2B-B84A-4408-80FD-00F25152BB39}" type="sibTrans" cxnId="{96B79F80-169D-4029-B08D-A8C7FBB99201}">
      <dgm:prSet/>
      <dgm:spPr/>
      <dgm:t>
        <a:bodyPr/>
        <a:lstStyle/>
        <a:p>
          <a:endParaRPr lang="en-GB"/>
        </a:p>
      </dgm:t>
    </dgm:pt>
    <dgm:pt modelId="{7394FC0F-3AEA-48C0-8C55-8B0D4640CBD3}" type="pres">
      <dgm:prSet presAssocID="{E39A48E5-7960-4A6E-A31B-29E2C9069632}" presName="Name0" presStyleCnt="0">
        <dgm:presLayoutVars>
          <dgm:chPref val="1"/>
          <dgm:dir/>
          <dgm:animOne val="branch"/>
          <dgm:animLvl val="lvl"/>
          <dgm:resizeHandles/>
        </dgm:presLayoutVars>
      </dgm:prSet>
      <dgm:spPr/>
    </dgm:pt>
    <dgm:pt modelId="{652E57E3-77A2-44C5-B074-46A3056D6F90}" type="pres">
      <dgm:prSet presAssocID="{7ACEC9B1-35B3-4673-958A-82F1C5175097}" presName="vertOne" presStyleCnt="0"/>
      <dgm:spPr/>
    </dgm:pt>
    <dgm:pt modelId="{6FC92FEE-9F73-4199-8A9C-D257787AC3A6}" type="pres">
      <dgm:prSet presAssocID="{7ACEC9B1-35B3-4673-958A-82F1C5175097}" presName="txOne" presStyleLbl="node0" presStyleIdx="0" presStyleCnt="1" custLinFactNeighborX="0" custLinFactNeighborY="-63424">
        <dgm:presLayoutVars>
          <dgm:chPref val="3"/>
        </dgm:presLayoutVars>
      </dgm:prSet>
      <dgm:spPr/>
    </dgm:pt>
    <dgm:pt modelId="{C8170006-2587-4075-B0DF-BB6A731687C7}" type="pres">
      <dgm:prSet presAssocID="{7ACEC9B1-35B3-4673-958A-82F1C5175097}" presName="parTransOne" presStyleCnt="0"/>
      <dgm:spPr/>
    </dgm:pt>
    <dgm:pt modelId="{F15DEFC2-937C-4DCF-B642-886F904DFA5F}" type="pres">
      <dgm:prSet presAssocID="{7ACEC9B1-35B3-4673-958A-82F1C5175097}" presName="horzOne" presStyleCnt="0"/>
      <dgm:spPr/>
    </dgm:pt>
    <dgm:pt modelId="{D1514AD7-0E29-4AD4-90A9-626831D1BE82}" type="pres">
      <dgm:prSet presAssocID="{C2FC4C9F-1042-4CCA-8E6C-BE308917A362}" presName="vertTwo" presStyleCnt="0"/>
      <dgm:spPr/>
    </dgm:pt>
    <dgm:pt modelId="{C1EA4C5D-AE46-4324-BC9B-E8C3763CADA1}" type="pres">
      <dgm:prSet presAssocID="{C2FC4C9F-1042-4CCA-8E6C-BE308917A362}" presName="txTwo" presStyleLbl="node2" presStyleIdx="0" presStyleCnt="3">
        <dgm:presLayoutVars>
          <dgm:chPref val="3"/>
        </dgm:presLayoutVars>
      </dgm:prSet>
      <dgm:spPr/>
    </dgm:pt>
    <dgm:pt modelId="{5EB33579-6A56-41A1-83B2-1EC42F5E6489}" type="pres">
      <dgm:prSet presAssocID="{C2FC4C9F-1042-4CCA-8E6C-BE308917A362}" presName="horzTwo" presStyleCnt="0"/>
      <dgm:spPr/>
    </dgm:pt>
    <dgm:pt modelId="{AF13C805-4A6F-4B11-9867-6F6C3944A3E8}" type="pres">
      <dgm:prSet presAssocID="{8475385E-1FDE-4099-9A4F-F01986B3A5C5}" presName="sibSpaceTwo" presStyleCnt="0"/>
      <dgm:spPr/>
    </dgm:pt>
    <dgm:pt modelId="{7942E4E7-A2D1-49BD-A450-9C4F45A64CE5}" type="pres">
      <dgm:prSet presAssocID="{E8957478-CEEF-453F-9B83-A62392998715}" presName="vertTwo" presStyleCnt="0"/>
      <dgm:spPr/>
    </dgm:pt>
    <dgm:pt modelId="{A43A0BAA-6B1A-4871-B025-4B4A3BA5F71A}" type="pres">
      <dgm:prSet presAssocID="{E8957478-CEEF-453F-9B83-A62392998715}" presName="txTwo" presStyleLbl="node2" presStyleIdx="1" presStyleCnt="3">
        <dgm:presLayoutVars>
          <dgm:chPref val="3"/>
        </dgm:presLayoutVars>
      </dgm:prSet>
      <dgm:spPr/>
    </dgm:pt>
    <dgm:pt modelId="{54FA7423-69AE-4EAA-B346-24B52289288E}" type="pres">
      <dgm:prSet presAssocID="{E8957478-CEEF-453F-9B83-A62392998715}" presName="horzTwo" presStyleCnt="0"/>
      <dgm:spPr/>
    </dgm:pt>
    <dgm:pt modelId="{DAC7088B-108F-46CA-A7F3-743249FD8C73}" type="pres">
      <dgm:prSet presAssocID="{A0837B2B-B84A-4408-80FD-00F25152BB39}" presName="sibSpaceTwo" presStyleCnt="0"/>
      <dgm:spPr/>
    </dgm:pt>
    <dgm:pt modelId="{E973F315-43A0-427B-B758-ACA36C7A7329}" type="pres">
      <dgm:prSet presAssocID="{5A242586-5199-4B63-9734-4397A224A53A}" presName="vertTwo" presStyleCnt="0"/>
      <dgm:spPr/>
    </dgm:pt>
    <dgm:pt modelId="{EDE494EF-B4B2-46BB-A137-937AC4D8F3D3}" type="pres">
      <dgm:prSet presAssocID="{5A242586-5199-4B63-9734-4397A224A53A}" presName="txTwo" presStyleLbl="node2" presStyleIdx="2" presStyleCnt="3">
        <dgm:presLayoutVars>
          <dgm:chPref val="3"/>
        </dgm:presLayoutVars>
      </dgm:prSet>
      <dgm:spPr/>
    </dgm:pt>
    <dgm:pt modelId="{EB06C3E5-0EC6-426F-821B-A0E48402EBE5}" type="pres">
      <dgm:prSet presAssocID="{5A242586-5199-4B63-9734-4397A224A53A}" presName="horzTwo" presStyleCnt="0"/>
      <dgm:spPr/>
    </dgm:pt>
  </dgm:ptLst>
  <dgm:cxnLst>
    <dgm:cxn modelId="{899A2C07-B0F1-4A25-A049-4383501B5551}" type="presOf" srcId="{5A242586-5199-4B63-9734-4397A224A53A}" destId="{EDE494EF-B4B2-46BB-A137-937AC4D8F3D3}" srcOrd="0" destOrd="0" presId="urn:microsoft.com/office/officeart/2005/8/layout/hierarchy4"/>
    <dgm:cxn modelId="{C80C174B-7DB4-4561-85A6-BDF1E0898604}" type="presOf" srcId="{E39A48E5-7960-4A6E-A31B-29E2C9069632}" destId="{7394FC0F-3AEA-48C0-8C55-8B0D4640CBD3}" srcOrd="0" destOrd="0" presId="urn:microsoft.com/office/officeart/2005/8/layout/hierarchy4"/>
    <dgm:cxn modelId="{96B79F80-169D-4029-B08D-A8C7FBB99201}" srcId="{7ACEC9B1-35B3-4673-958A-82F1C5175097}" destId="{E8957478-CEEF-453F-9B83-A62392998715}" srcOrd="1" destOrd="0" parTransId="{4E521672-273D-4D84-A02B-900A3B80DB3D}" sibTransId="{A0837B2B-B84A-4408-80FD-00F25152BB39}"/>
    <dgm:cxn modelId="{18064E91-7E6B-48AF-9D44-C4331FE10075}" srcId="{E39A48E5-7960-4A6E-A31B-29E2C9069632}" destId="{7ACEC9B1-35B3-4673-958A-82F1C5175097}" srcOrd="0" destOrd="0" parTransId="{675E3F6D-AC4F-4B0D-B1A2-F0C1BDEA35D9}" sibTransId="{F3112DC3-8394-4D41-AD07-25076AE9224A}"/>
    <dgm:cxn modelId="{05AECB9A-3A89-4179-90A2-168F0EC7F65B}" type="presOf" srcId="{7ACEC9B1-35B3-4673-958A-82F1C5175097}" destId="{6FC92FEE-9F73-4199-8A9C-D257787AC3A6}" srcOrd="0" destOrd="0" presId="urn:microsoft.com/office/officeart/2005/8/layout/hierarchy4"/>
    <dgm:cxn modelId="{07D842B3-4BEC-4F3F-B514-9313EC3E4732}" srcId="{7ACEC9B1-35B3-4673-958A-82F1C5175097}" destId="{5A242586-5199-4B63-9734-4397A224A53A}" srcOrd="2" destOrd="0" parTransId="{98AE9EE6-A78D-480D-A68E-806CBBEE196A}" sibTransId="{48D988DA-C6C3-404F-8F64-297B9C7E01DD}"/>
    <dgm:cxn modelId="{92D959D8-F9C2-40E9-90EC-A58FC5BFEF21}" type="presOf" srcId="{E8957478-CEEF-453F-9B83-A62392998715}" destId="{A43A0BAA-6B1A-4871-B025-4B4A3BA5F71A}" srcOrd="0" destOrd="0" presId="urn:microsoft.com/office/officeart/2005/8/layout/hierarchy4"/>
    <dgm:cxn modelId="{3D13C2D9-A8A6-47CB-8E03-E8D59F0D116F}" type="presOf" srcId="{C2FC4C9F-1042-4CCA-8E6C-BE308917A362}" destId="{C1EA4C5D-AE46-4324-BC9B-E8C3763CADA1}" srcOrd="0" destOrd="0" presId="urn:microsoft.com/office/officeart/2005/8/layout/hierarchy4"/>
    <dgm:cxn modelId="{740BB9E0-7E05-40C4-9A5C-C586DAADD5D0}" srcId="{7ACEC9B1-35B3-4673-958A-82F1C5175097}" destId="{C2FC4C9F-1042-4CCA-8E6C-BE308917A362}" srcOrd="0" destOrd="0" parTransId="{ADB1BB2A-AEDE-4AA8-97D9-7D109B5C235B}" sibTransId="{8475385E-1FDE-4099-9A4F-F01986B3A5C5}"/>
    <dgm:cxn modelId="{0945FA4C-A642-445E-92C7-17A54699E68C}" type="presParOf" srcId="{7394FC0F-3AEA-48C0-8C55-8B0D4640CBD3}" destId="{652E57E3-77A2-44C5-B074-46A3056D6F90}" srcOrd="0" destOrd="0" presId="urn:microsoft.com/office/officeart/2005/8/layout/hierarchy4"/>
    <dgm:cxn modelId="{F7964A8D-5329-4AC3-9412-C8AF6D75069C}" type="presParOf" srcId="{652E57E3-77A2-44C5-B074-46A3056D6F90}" destId="{6FC92FEE-9F73-4199-8A9C-D257787AC3A6}" srcOrd="0" destOrd="0" presId="urn:microsoft.com/office/officeart/2005/8/layout/hierarchy4"/>
    <dgm:cxn modelId="{40BF7D36-23D3-4868-8433-A44EEECA1A17}" type="presParOf" srcId="{652E57E3-77A2-44C5-B074-46A3056D6F90}" destId="{C8170006-2587-4075-B0DF-BB6A731687C7}" srcOrd="1" destOrd="0" presId="urn:microsoft.com/office/officeart/2005/8/layout/hierarchy4"/>
    <dgm:cxn modelId="{C60ED9CF-3028-4055-A61E-9949ECC6CC1A}" type="presParOf" srcId="{652E57E3-77A2-44C5-B074-46A3056D6F90}" destId="{F15DEFC2-937C-4DCF-B642-886F904DFA5F}" srcOrd="2" destOrd="0" presId="urn:microsoft.com/office/officeart/2005/8/layout/hierarchy4"/>
    <dgm:cxn modelId="{0D2604BC-CFB4-4BD2-B431-D00E438CCF78}" type="presParOf" srcId="{F15DEFC2-937C-4DCF-B642-886F904DFA5F}" destId="{D1514AD7-0E29-4AD4-90A9-626831D1BE82}" srcOrd="0" destOrd="0" presId="urn:microsoft.com/office/officeart/2005/8/layout/hierarchy4"/>
    <dgm:cxn modelId="{33F77BA0-818B-4DCC-BC7C-6A568A21ECBC}" type="presParOf" srcId="{D1514AD7-0E29-4AD4-90A9-626831D1BE82}" destId="{C1EA4C5D-AE46-4324-BC9B-E8C3763CADA1}" srcOrd="0" destOrd="0" presId="urn:microsoft.com/office/officeart/2005/8/layout/hierarchy4"/>
    <dgm:cxn modelId="{3D49A7BC-7F86-4965-A915-98F7F5F80247}" type="presParOf" srcId="{D1514AD7-0E29-4AD4-90A9-626831D1BE82}" destId="{5EB33579-6A56-41A1-83B2-1EC42F5E6489}" srcOrd="1" destOrd="0" presId="urn:microsoft.com/office/officeart/2005/8/layout/hierarchy4"/>
    <dgm:cxn modelId="{00EA7316-CF55-41D5-BDE3-2B9AFCDE095F}" type="presParOf" srcId="{F15DEFC2-937C-4DCF-B642-886F904DFA5F}" destId="{AF13C805-4A6F-4B11-9867-6F6C3944A3E8}" srcOrd="1" destOrd="0" presId="urn:microsoft.com/office/officeart/2005/8/layout/hierarchy4"/>
    <dgm:cxn modelId="{91C6DC14-A4AA-4A2A-87AD-588D9E24E2FF}" type="presParOf" srcId="{F15DEFC2-937C-4DCF-B642-886F904DFA5F}" destId="{7942E4E7-A2D1-49BD-A450-9C4F45A64CE5}" srcOrd="2" destOrd="0" presId="urn:microsoft.com/office/officeart/2005/8/layout/hierarchy4"/>
    <dgm:cxn modelId="{B658FF81-8158-4051-9556-9E4E048211A9}" type="presParOf" srcId="{7942E4E7-A2D1-49BD-A450-9C4F45A64CE5}" destId="{A43A0BAA-6B1A-4871-B025-4B4A3BA5F71A}" srcOrd="0" destOrd="0" presId="urn:microsoft.com/office/officeart/2005/8/layout/hierarchy4"/>
    <dgm:cxn modelId="{2172E6A3-059B-4FF2-BE1B-A8F970BB966F}" type="presParOf" srcId="{7942E4E7-A2D1-49BD-A450-9C4F45A64CE5}" destId="{54FA7423-69AE-4EAA-B346-24B52289288E}" srcOrd="1" destOrd="0" presId="urn:microsoft.com/office/officeart/2005/8/layout/hierarchy4"/>
    <dgm:cxn modelId="{3D140503-FE81-4C42-AEC2-632B1BDA7460}" type="presParOf" srcId="{F15DEFC2-937C-4DCF-B642-886F904DFA5F}" destId="{DAC7088B-108F-46CA-A7F3-743249FD8C73}" srcOrd="3" destOrd="0" presId="urn:microsoft.com/office/officeart/2005/8/layout/hierarchy4"/>
    <dgm:cxn modelId="{C7568C5D-4CCA-4E97-AD51-C983E9CED06C}" type="presParOf" srcId="{F15DEFC2-937C-4DCF-B642-886F904DFA5F}" destId="{E973F315-43A0-427B-B758-ACA36C7A7329}" srcOrd="4" destOrd="0" presId="urn:microsoft.com/office/officeart/2005/8/layout/hierarchy4"/>
    <dgm:cxn modelId="{104784B0-D887-4A85-881E-45FC984AB143}" type="presParOf" srcId="{E973F315-43A0-427B-B758-ACA36C7A7329}" destId="{EDE494EF-B4B2-46BB-A137-937AC4D8F3D3}" srcOrd="0" destOrd="0" presId="urn:microsoft.com/office/officeart/2005/8/layout/hierarchy4"/>
    <dgm:cxn modelId="{AB09DA53-3867-44A8-923C-88044AD015C1}" type="presParOf" srcId="{E973F315-43A0-427B-B758-ACA36C7A7329}" destId="{EB06C3E5-0EC6-426F-821B-A0E48402EBE5}" srcOrd="1" destOrd="0" presId="urn:microsoft.com/office/officeart/2005/8/layout/hierarchy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084100D3-16FE-4DD1-A790-94800D5A7F85}" type="doc">
      <dgm:prSet loTypeId="urn:microsoft.com/office/officeart/2005/8/layout/default" loCatId="list" qsTypeId="urn:microsoft.com/office/officeart/2005/8/quickstyle/simple1" qsCatId="simple" csTypeId="urn:microsoft.com/office/officeart/2005/8/colors/colorful1" csCatId="colorful" phldr="1"/>
      <dgm:spPr/>
    </dgm:pt>
    <dgm:pt modelId="{D4B12779-D029-4DDA-B89A-FF354786DEA7}">
      <dgm:prSet phldrT="[Text]"/>
      <dgm:spPr/>
      <dgm:t>
        <a:bodyPr/>
        <a:lstStyle/>
        <a:p>
          <a:r>
            <a:rPr lang="en-US" dirty="0"/>
            <a:t>Psychological Safety</a:t>
          </a:r>
          <a:endParaRPr lang="en-GB" dirty="0"/>
        </a:p>
      </dgm:t>
    </dgm:pt>
    <dgm:pt modelId="{8C8D0AD3-0AF3-4412-98D9-9C2D97993223}" type="parTrans" cxnId="{88969F60-0A79-45FE-A611-32FB4B460FBE}">
      <dgm:prSet/>
      <dgm:spPr/>
      <dgm:t>
        <a:bodyPr/>
        <a:lstStyle/>
        <a:p>
          <a:endParaRPr lang="en-GB"/>
        </a:p>
      </dgm:t>
    </dgm:pt>
    <dgm:pt modelId="{6FACDFF9-55FE-4E09-9734-E2F3C3E2320C}" type="sibTrans" cxnId="{88969F60-0A79-45FE-A611-32FB4B460FBE}">
      <dgm:prSet/>
      <dgm:spPr/>
      <dgm:t>
        <a:bodyPr/>
        <a:lstStyle/>
        <a:p>
          <a:endParaRPr lang="en-GB"/>
        </a:p>
      </dgm:t>
    </dgm:pt>
    <dgm:pt modelId="{9750E7D0-3ACE-40A2-B52A-478A737A16E3}">
      <dgm:prSet/>
      <dgm:spPr/>
      <dgm:t>
        <a:bodyPr/>
        <a:lstStyle/>
        <a:p>
          <a:r>
            <a:rPr lang="en-US" dirty="0"/>
            <a:t>Team members feel safe to take risks and be vulnerable in front of each other</a:t>
          </a:r>
        </a:p>
      </dgm:t>
    </dgm:pt>
    <dgm:pt modelId="{1E42F0D9-A464-4408-9A17-5C9DF91196DE}" type="parTrans" cxnId="{39880289-149A-4B23-A851-8206A7097084}">
      <dgm:prSet/>
      <dgm:spPr/>
      <dgm:t>
        <a:bodyPr/>
        <a:lstStyle/>
        <a:p>
          <a:endParaRPr lang="en-GB"/>
        </a:p>
      </dgm:t>
    </dgm:pt>
    <dgm:pt modelId="{E83EECAD-3D6A-4982-916C-F01F11CE0B11}" type="sibTrans" cxnId="{39880289-149A-4B23-A851-8206A7097084}">
      <dgm:prSet/>
      <dgm:spPr/>
      <dgm:t>
        <a:bodyPr/>
        <a:lstStyle/>
        <a:p>
          <a:endParaRPr lang="en-GB"/>
        </a:p>
      </dgm:t>
    </dgm:pt>
    <dgm:pt modelId="{D3C9E365-7822-4178-8609-244221438542}">
      <dgm:prSet/>
      <dgm:spPr/>
      <dgm:t>
        <a:bodyPr/>
        <a:lstStyle/>
        <a:p>
          <a:r>
            <a:rPr lang="en-US" dirty="0">
              <a:solidFill>
                <a:schemeClr val="tx2"/>
              </a:solidFill>
            </a:rPr>
            <a:t>Dependability</a:t>
          </a:r>
        </a:p>
      </dgm:t>
    </dgm:pt>
    <dgm:pt modelId="{4336ABCA-2BDD-43CD-8837-0D7E19119724}" type="parTrans" cxnId="{C546FDA9-F518-49F3-AFA8-FE723C92E585}">
      <dgm:prSet/>
      <dgm:spPr/>
      <dgm:t>
        <a:bodyPr/>
        <a:lstStyle/>
        <a:p>
          <a:endParaRPr lang="en-GB"/>
        </a:p>
      </dgm:t>
    </dgm:pt>
    <dgm:pt modelId="{BE967BDB-7868-4786-A324-6E86E0B8D539}" type="sibTrans" cxnId="{C546FDA9-F518-49F3-AFA8-FE723C92E585}">
      <dgm:prSet/>
      <dgm:spPr/>
      <dgm:t>
        <a:bodyPr/>
        <a:lstStyle/>
        <a:p>
          <a:endParaRPr lang="en-GB"/>
        </a:p>
      </dgm:t>
    </dgm:pt>
    <dgm:pt modelId="{128B368F-EAD8-47B4-AB1E-9B881D37989F}">
      <dgm:prSet/>
      <dgm:spPr/>
      <dgm:t>
        <a:bodyPr/>
        <a:lstStyle/>
        <a:p>
          <a:r>
            <a:rPr lang="en-US" dirty="0">
              <a:solidFill>
                <a:schemeClr val="tx2"/>
              </a:solidFill>
            </a:rPr>
            <a:t>Team members get things done on time and meet quality standards</a:t>
          </a:r>
        </a:p>
      </dgm:t>
    </dgm:pt>
    <dgm:pt modelId="{8C27AB14-95D1-42CC-AAA6-A044AA71DFB0}" type="parTrans" cxnId="{B21A80B5-CD9A-4C80-8E43-98320C8B41CA}">
      <dgm:prSet/>
      <dgm:spPr/>
      <dgm:t>
        <a:bodyPr/>
        <a:lstStyle/>
        <a:p>
          <a:endParaRPr lang="en-GB"/>
        </a:p>
      </dgm:t>
    </dgm:pt>
    <dgm:pt modelId="{73498DB0-4028-47C2-9A84-5A9B45265C6D}" type="sibTrans" cxnId="{B21A80B5-CD9A-4C80-8E43-98320C8B41CA}">
      <dgm:prSet/>
      <dgm:spPr/>
      <dgm:t>
        <a:bodyPr/>
        <a:lstStyle/>
        <a:p>
          <a:endParaRPr lang="en-GB"/>
        </a:p>
      </dgm:t>
    </dgm:pt>
    <dgm:pt modelId="{3C7AE384-EA12-4B4C-A676-F5256D32A6B2}">
      <dgm:prSet/>
      <dgm:spPr/>
      <dgm:t>
        <a:bodyPr/>
        <a:lstStyle/>
        <a:p>
          <a:r>
            <a:rPr lang="en-US"/>
            <a:t>Structure &amp; Clarity</a:t>
          </a:r>
          <a:endParaRPr lang="en-US" dirty="0"/>
        </a:p>
      </dgm:t>
    </dgm:pt>
    <dgm:pt modelId="{BFC5295E-9291-43AF-809A-9778DAA735A8}" type="parTrans" cxnId="{58FF4CEF-E1D8-45A6-A5DF-809312DB6389}">
      <dgm:prSet/>
      <dgm:spPr/>
      <dgm:t>
        <a:bodyPr/>
        <a:lstStyle/>
        <a:p>
          <a:endParaRPr lang="en-GB"/>
        </a:p>
      </dgm:t>
    </dgm:pt>
    <dgm:pt modelId="{2400EB33-476B-419B-8CE0-6403D71E2E94}" type="sibTrans" cxnId="{58FF4CEF-E1D8-45A6-A5DF-809312DB6389}">
      <dgm:prSet/>
      <dgm:spPr/>
      <dgm:t>
        <a:bodyPr/>
        <a:lstStyle/>
        <a:p>
          <a:endParaRPr lang="en-GB"/>
        </a:p>
      </dgm:t>
    </dgm:pt>
    <dgm:pt modelId="{82059562-9CD3-4E2A-9A49-D1A332E50906}">
      <dgm:prSet/>
      <dgm:spPr/>
      <dgm:t>
        <a:bodyPr/>
        <a:lstStyle/>
        <a:p>
          <a:r>
            <a:rPr lang="en-US"/>
            <a:t>Team members have clear roles, plans, and goals</a:t>
          </a:r>
          <a:endParaRPr lang="en-US" dirty="0"/>
        </a:p>
      </dgm:t>
    </dgm:pt>
    <dgm:pt modelId="{A3B4FE4F-CAC9-4B9B-8AC1-CE8FE72BCB91}" type="parTrans" cxnId="{79DA8FBC-5A2C-46B9-8E0D-242373ACEFBA}">
      <dgm:prSet/>
      <dgm:spPr/>
      <dgm:t>
        <a:bodyPr/>
        <a:lstStyle/>
        <a:p>
          <a:endParaRPr lang="en-GB"/>
        </a:p>
      </dgm:t>
    </dgm:pt>
    <dgm:pt modelId="{CE6FAE47-25DF-41E0-8A60-68D86D08FB3E}" type="sibTrans" cxnId="{79DA8FBC-5A2C-46B9-8E0D-242373ACEFBA}">
      <dgm:prSet/>
      <dgm:spPr/>
      <dgm:t>
        <a:bodyPr/>
        <a:lstStyle/>
        <a:p>
          <a:endParaRPr lang="en-GB"/>
        </a:p>
      </dgm:t>
    </dgm:pt>
    <dgm:pt modelId="{556F08A2-C525-40CD-B8BD-7BD33463B171}">
      <dgm:prSet/>
      <dgm:spPr/>
      <dgm:t>
        <a:bodyPr/>
        <a:lstStyle/>
        <a:p>
          <a:r>
            <a:rPr lang="en-US"/>
            <a:t>Meaning</a:t>
          </a:r>
          <a:endParaRPr lang="en-US" dirty="0"/>
        </a:p>
      </dgm:t>
    </dgm:pt>
    <dgm:pt modelId="{E5B95983-76C0-406C-B61D-A0223D8963FE}" type="parTrans" cxnId="{71AD0E0D-8510-4C05-B0E5-550D7F1D91A2}">
      <dgm:prSet/>
      <dgm:spPr/>
      <dgm:t>
        <a:bodyPr/>
        <a:lstStyle/>
        <a:p>
          <a:endParaRPr lang="en-GB"/>
        </a:p>
      </dgm:t>
    </dgm:pt>
    <dgm:pt modelId="{4301EE48-1109-456A-AF2F-2347D325D444}" type="sibTrans" cxnId="{71AD0E0D-8510-4C05-B0E5-550D7F1D91A2}">
      <dgm:prSet/>
      <dgm:spPr/>
      <dgm:t>
        <a:bodyPr/>
        <a:lstStyle/>
        <a:p>
          <a:endParaRPr lang="en-GB"/>
        </a:p>
      </dgm:t>
    </dgm:pt>
    <dgm:pt modelId="{92F12069-4426-4A67-8363-C574EDCD6DE1}">
      <dgm:prSet/>
      <dgm:spPr/>
      <dgm:t>
        <a:bodyPr/>
        <a:lstStyle/>
        <a:p>
          <a:r>
            <a:rPr lang="en-US"/>
            <a:t>Work is personally important to team members</a:t>
          </a:r>
          <a:endParaRPr lang="en-US" dirty="0"/>
        </a:p>
      </dgm:t>
    </dgm:pt>
    <dgm:pt modelId="{69825A69-9487-4D84-98AA-E6C89419E4EB}" type="parTrans" cxnId="{109DB6E3-6E9C-4B38-B75A-5069B01A3236}">
      <dgm:prSet/>
      <dgm:spPr/>
      <dgm:t>
        <a:bodyPr/>
        <a:lstStyle/>
        <a:p>
          <a:endParaRPr lang="en-GB"/>
        </a:p>
      </dgm:t>
    </dgm:pt>
    <dgm:pt modelId="{B39272DD-74CB-4F17-A50F-7D2679839560}" type="sibTrans" cxnId="{109DB6E3-6E9C-4B38-B75A-5069B01A3236}">
      <dgm:prSet/>
      <dgm:spPr/>
      <dgm:t>
        <a:bodyPr/>
        <a:lstStyle/>
        <a:p>
          <a:endParaRPr lang="en-GB"/>
        </a:p>
      </dgm:t>
    </dgm:pt>
    <dgm:pt modelId="{FB919133-5D54-42F5-8E46-DA86D6720B2A}">
      <dgm:prSet/>
      <dgm:spPr/>
      <dgm:t>
        <a:bodyPr/>
        <a:lstStyle/>
        <a:p>
          <a:r>
            <a:rPr lang="en-US" dirty="0">
              <a:solidFill>
                <a:schemeClr val="tx2"/>
              </a:solidFill>
            </a:rPr>
            <a:t>Impact</a:t>
          </a:r>
        </a:p>
      </dgm:t>
    </dgm:pt>
    <dgm:pt modelId="{91B87F14-30CB-4F49-9068-556807BC31BA}" type="parTrans" cxnId="{E81C1174-69FD-4EF3-8B81-B51B9BFD4E62}">
      <dgm:prSet/>
      <dgm:spPr/>
      <dgm:t>
        <a:bodyPr/>
        <a:lstStyle/>
        <a:p>
          <a:endParaRPr lang="en-GB"/>
        </a:p>
      </dgm:t>
    </dgm:pt>
    <dgm:pt modelId="{1A2D5B66-6CE4-4B27-8CD0-6252AF8FC4A7}" type="sibTrans" cxnId="{E81C1174-69FD-4EF3-8B81-B51B9BFD4E62}">
      <dgm:prSet/>
      <dgm:spPr/>
      <dgm:t>
        <a:bodyPr/>
        <a:lstStyle/>
        <a:p>
          <a:endParaRPr lang="en-GB"/>
        </a:p>
      </dgm:t>
    </dgm:pt>
    <dgm:pt modelId="{004C318A-E875-4B56-A6D1-580ECEFBDE33}">
      <dgm:prSet/>
      <dgm:spPr/>
      <dgm:t>
        <a:bodyPr/>
        <a:lstStyle/>
        <a:p>
          <a:r>
            <a:rPr lang="en-US">
              <a:solidFill>
                <a:schemeClr val="tx2"/>
              </a:solidFill>
            </a:rPr>
            <a:t>Team members think their work matters and creates change</a:t>
          </a:r>
          <a:endParaRPr lang="en-US" dirty="0">
            <a:solidFill>
              <a:schemeClr val="tx2"/>
            </a:solidFill>
          </a:endParaRPr>
        </a:p>
      </dgm:t>
    </dgm:pt>
    <dgm:pt modelId="{1DDF6E3B-8A3D-4DDE-AC82-53831DA21D5D}" type="parTrans" cxnId="{103E33E7-981C-4992-A725-FBB262545D33}">
      <dgm:prSet/>
      <dgm:spPr/>
      <dgm:t>
        <a:bodyPr/>
        <a:lstStyle/>
        <a:p>
          <a:endParaRPr lang="en-GB"/>
        </a:p>
      </dgm:t>
    </dgm:pt>
    <dgm:pt modelId="{ED4844F3-1599-4025-9EE9-7282FBFBC222}" type="sibTrans" cxnId="{103E33E7-981C-4992-A725-FBB262545D33}">
      <dgm:prSet/>
      <dgm:spPr/>
      <dgm:t>
        <a:bodyPr/>
        <a:lstStyle/>
        <a:p>
          <a:endParaRPr lang="en-GB"/>
        </a:p>
      </dgm:t>
    </dgm:pt>
    <dgm:pt modelId="{31D7590D-B4E3-4DAA-BE03-D2FD40F5F8C9}" type="pres">
      <dgm:prSet presAssocID="{084100D3-16FE-4DD1-A790-94800D5A7F85}" presName="diagram" presStyleCnt="0">
        <dgm:presLayoutVars>
          <dgm:dir/>
          <dgm:resizeHandles val="exact"/>
        </dgm:presLayoutVars>
      </dgm:prSet>
      <dgm:spPr/>
    </dgm:pt>
    <dgm:pt modelId="{CE088B59-6310-43DD-8D2E-3CC1C4A58EE4}" type="pres">
      <dgm:prSet presAssocID="{D4B12779-D029-4DDA-B89A-FF354786DEA7}" presName="node" presStyleLbl="node1" presStyleIdx="0" presStyleCnt="5">
        <dgm:presLayoutVars>
          <dgm:bulletEnabled val="1"/>
        </dgm:presLayoutVars>
      </dgm:prSet>
      <dgm:spPr/>
    </dgm:pt>
    <dgm:pt modelId="{974DDA76-2D74-4AB7-8AFB-C4F9BD8AA995}" type="pres">
      <dgm:prSet presAssocID="{6FACDFF9-55FE-4E09-9734-E2F3C3E2320C}" presName="sibTrans" presStyleCnt="0"/>
      <dgm:spPr/>
    </dgm:pt>
    <dgm:pt modelId="{20F97F70-0AA0-486F-823C-6EEB2701CECF}" type="pres">
      <dgm:prSet presAssocID="{D3C9E365-7822-4178-8609-244221438542}" presName="node" presStyleLbl="node1" presStyleIdx="1" presStyleCnt="5">
        <dgm:presLayoutVars>
          <dgm:bulletEnabled val="1"/>
        </dgm:presLayoutVars>
      </dgm:prSet>
      <dgm:spPr/>
    </dgm:pt>
    <dgm:pt modelId="{8FE3975F-CCF6-479B-896B-0355097F3BD4}" type="pres">
      <dgm:prSet presAssocID="{BE967BDB-7868-4786-A324-6E86E0B8D539}" presName="sibTrans" presStyleCnt="0"/>
      <dgm:spPr/>
    </dgm:pt>
    <dgm:pt modelId="{68794F77-A6D9-4576-8E65-152E8641659D}" type="pres">
      <dgm:prSet presAssocID="{3C7AE384-EA12-4B4C-A676-F5256D32A6B2}" presName="node" presStyleLbl="node1" presStyleIdx="2" presStyleCnt="5">
        <dgm:presLayoutVars>
          <dgm:bulletEnabled val="1"/>
        </dgm:presLayoutVars>
      </dgm:prSet>
      <dgm:spPr/>
    </dgm:pt>
    <dgm:pt modelId="{61A80480-87A9-4E2B-A1D2-D6CC86176A12}" type="pres">
      <dgm:prSet presAssocID="{2400EB33-476B-419B-8CE0-6403D71E2E94}" presName="sibTrans" presStyleCnt="0"/>
      <dgm:spPr/>
    </dgm:pt>
    <dgm:pt modelId="{F6914CD0-0A47-44F3-B963-38CEE4A8A619}" type="pres">
      <dgm:prSet presAssocID="{556F08A2-C525-40CD-B8BD-7BD33463B171}" presName="node" presStyleLbl="node1" presStyleIdx="3" presStyleCnt="5">
        <dgm:presLayoutVars>
          <dgm:bulletEnabled val="1"/>
        </dgm:presLayoutVars>
      </dgm:prSet>
      <dgm:spPr/>
    </dgm:pt>
    <dgm:pt modelId="{09E44FB8-1D5F-490A-A1C4-A5305CE14D2D}" type="pres">
      <dgm:prSet presAssocID="{4301EE48-1109-456A-AF2F-2347D325D444}" presName="sibTrans" presStyleCnt="0"/>
      <dgm:spPr/>
    </dgm:pt>
    <dgm:pt modelId="{AD2EA166-BC9E-427F-AFBA-43EDBB5FE8E7}" type="pres">
      <dgm:prSet presAssocID="{FB919133-5D54-42F5-8E46-DA86D6720B2A}" presName="node" presStyleLbl="node1" presStyleIdx="4" presStyleCnt="5">
        <dgm:presLayoutVars>
          <dgm:bulletEnabled val="1"/>
        </dgm:presLayoutVars>
      </dgm:prSet>
      <dgm:spPr/>
    </dgm:pt>
  </dgm:ptLst>
  <dgm:cxnLst>
    <dgm:cxn modelId="{71AD0E0D-8510-4C05-B0E5-550D7F1D91A2}" srcId="{084100D3-16FE-4DD1-A790-94800D5A7F85}" destId="{556F08A2-C525-40CD-B8BD-7BD33463B171}" srcOrd="3" destOrd="0" parTransId="{E5B95983-76C0-406C-B61D-A0223D8963FE}" sibTransId="{4301EE48-1109-456A-AF2F-2347D325D444}"/>
    <dgm:cxn modelId="{BE863517-A90F-481E-AA1F-36D56D4C634B}" type="presOf" srcId="{556F08A2-C525-40CD-B8BD-7BD33463B171}" destId="{F6914CD0-0A47-44F3-B963-38CEE4A8A619}" srcOrd="0" destOrd="0" presId="urn:microsoft.com/office/officeart/2005/8/layout/default"/>
    <dgm:cxn modelId="{8CBA391F-3230-4879-9933-7CEB790B2513}" type="presOf" srcId="{D4B12779-D029-4DDA-B89A-FF354786DEA7}" destId="{CE088B59-6310-43DD-8D2E-3CC1C4A58EE4}" srcOrd="0" destOrd="0" presId="urn:microsoft.com/office/officeart/2005/8/layout/default"/>
    <dgm:cxn modelId="{924F6C26-9F20-4504-A6CD-FB1B192E8DC5}" type="presOf" srcId="{128B368F-EAD8-47B4-AB1E-9B881D37989F}" destId="{20F97F70-0AA0-486F-823C-6EEB2701CECF}" srcOrd="0" destOrd="1" presId="urn:microsoft.com/office/officeart/2005/8/layout/default"/>
    <dgm:cxn modelId="{945C1728-FD55-4068-AC35-0DEEA6FFA105}" type="presOf" srcId="{D3C9E365-7822-4178-8609-244221438542}" destId="{20F97F70-0AA0-486F-823C-6EEB2701CECF}" srcOrd="0" destOrd="0" presId="urn:microsoft.com/office/officeart/2005/8/layout/default"/>
    <dgm:cxn modelId="{88969F60-0A79-45FE-A611-32FB4B460FBE}" srcId="{084100D3-16FE-4DD1-A790-94800D5A7F85}" destId="{D4B12779-D029-4DDA-B89A-FF354786DEA7}" srcOrd="0" destOrd="0" parTransId="{8C8D0AD3-0AF3-4412-98D9-9C2D97993223}" sibTransId="{6FACDFF9-55FE-4E09-9734-E2F3C3E2320C}"/>
    <dgm:cxn modelId="{8643C44B-A21D-41A3-BB52-B92305B4ACB5}" type="presOf" srcId="{084100D3-16FE-4DD1-A790-94800D5A7F85}" destId="{31D7590D-B4E3-4DAA-BE03-D2FD40F5F8C9}" srcOrd="0" destOrd="0" presId="urn:microsoft.com/office/officeart/2005/8/layout/default"/>
    <dgm:cxn modelId="{0CD0786F-F8B4-4051-87A5-999C07D2B361}" type="presOf" srcId="{3C7AE384-EA12-4B4C-A676-F5256D32A6B2}" destId="{68794F77-A6D9-4576-8E65-152E8641659D}" srcOrd="0" destOrd="0" presId="urn:microsoft.com/office/officeart/2005/8/layout/default"/>
    <dgm:cxn modelId="{E81C1174-69FD-4EF3-8B81-B51B9BFD4E62}" srcId="{084100D3-16FE-4DD1-A790-94800D5A7F85}" destId="{FB919133-5D54-42F5-8E46-DA86D6720B2A}" srcOrd="4" destOrd="0" parTransId="{91B87F14-30CB-4F49-9068-556807BC31BA}" sibTransId="{1A2D5B66-6CE4-4B27-8CD0-6252AF8FC4A7}"/>
    <dgm:cxn modelId="{ACCFB674-5419-4594-B725-A21C47F46D1D}" type="presOf" srcId="{004C318A-E875-4B56-A6D1-580ECEFBDE33}" destId="{AD2EA166-BC9E-427F-AFBA-43EDBB5FE8E7}" srcOrd="0" destOrd="1" presId="urn:microsoft.com/office/officeart/2005/8/layout/default"/>
    <dgm:cxn modelId="{B195C456-2E6E-4DAC-8CC1-130AEA820608}" type="presOf" srcId="{82059562-9CD3-4E2A-9A49-D1A332E50906}" destId="{68794F77-A6D9-4576-8E65-152E8641659D}" srcOrd="0" destOrd="1" presId="urn:microsoft.com/office/officeart/2005/8/layout/default"/>
    <dgm:cxn modelId="{39880289-149A-4B23-A851-8206A7097084}" srcId="{D4B12779-D029-4DDA-B89A-FF354786DEA7}" destId="{9750E7D0-3ACE-40A2-B52A-478A737A16E3}" srcOrd="0" destOrd="0" parTransId="{1E42F0D9-A464-4408-9A17-5C9DF91196DE}" sibTransId="{E83EECAD-3D6A-4982-916C-F01F11CE0B11}"/>
    <dgm:cxn modelId="{C546FDA9-F518-49F3-AFA8-FE723C92E585}" srcId="{084100D3-16FE-4DD1-A790-94800D5A7F85}" destId="{D3C9E365-7822-4178-8609-244221438542}" srcOrd="1" destOrd="0" parTransId="{4336ABCA-2BDD-43CD-8837-0D7E19119724}" sibTransId="{BE967BDB-7868-4786-A324-6E86E0B8D539}"/>
    <dgm:cxn modelId="{B21A80B5-CD9A-4C80-8E43-98320C8B41CA}" srcId="{D3C9E365-7822-4178-8609-244221438542}" destId="{128B368F-EAD8-47B4-AB1E-9B881D37989F}" srcOrd="0" destOrd="0" parTransId="{8C27AB14-95D1-42CC-AAA6-A044AA71DFB0}" sibTransId="{73498DB0-4028-47C2-9A84-5A9B45265C6D}"/>
    <dgm:cxn modelId="{F0D146B7-1E69-4018-8285-DE87F7AD5FC2}" type="presOf" srcId="{FB919133-5D54-42F5-8E46-DA86D6720B2A}" destId="{AD2EA166-BC9E-427F-AFBA-43EDBB5FE8E7}" srcOrd="0" destOrd="0" presId="urn:microsoft.com/office/officeart/2005/8/layout/default"/>
    <dgm:cxn modelId="{79DA8FBC-5A2C-46B9-8E0D-242373ACEFBA}" srcId="{3C7AE384-EA12-4B4C-A676-F5256D32A6B2}" destId="{82059562-9CD3-4E2A-9A49-D1A332E50906}" srcOrd="0" destOrd="0" parTransId="{A3B4FE4F-CAC9-4B9B-8AC1-CE8FE72BCB91}" sibTransId="{CE6FAE47-25DF-41E0-8A60-68D86D08FB3E}"/>
    <dgm:cxn modelId="{A9B3E9CD-A248-4BF1-81B7-F9DD9703D66F}" type="presOf" srcId="{92F12069-4426-4A67-8363-C574EDCD6DE1}" destId="{F6914CD0-0A47-44F3-B963-38CEE4A8A619}" srcOrd="0" destOrd="1" presId="urn:microsoft.com/office/officeart/2005/8/layout/default"/>
    <dgm:cxn modelId="{109DB6E3-6E9C-4B38-B75A-5069B01A3236}" srcId="{556F08A2-C525-40CD-B8BD-7BD33463B171}" destId="{92F12069-4426-4A67-8363-C574EDCD6DE1}" srcOrd="0" destOrd="0" parTransId="{69825A69-9487-4D84-98AA-E6C89419E4EB}" sibTransId="{B39272DD-74CB-4F17-A50F-7D2679839560}"/>
    <dgm:cxn modelId="{103E33E7-981C-4992-A725-FBB262545D33}" srcId="{FB919133-5D54-42F5-8E46-DA86D6720B2A}" destId="{004C318A-E875-4B56-A6D1-580ECEFBDE33}" srcOrd="0" destOrd="0" parTransId="{1DDF6E3B-8A3D-4DDE-AC82-53831DA21D5D}" sibTransId="{ED4844F3-1599-4025-9EE9-7282FBFBC222}"/>
    <dgm:cxn modelId="{58FF4CEF-E1D8-45A6-A5DF-809312DB6389}" srcId="{084100D3-16FE-4DD1-A790-94800D5A7F85}" destId="{3C7AE384-EA12-4B4C-A676-F5256D32A6B2}" srcOrd="2" destOrd="0" parTransId="{BFC5295E-9291-43AF-809A-9778DAA735A8}" sibTransId="{2400EB33-476B-419B-8CE0-6403D71E2E94}"/>
    <dgm:cxn modelId="{9617D1FE-EFB9-4B46-8F81-8B38B1C7A16F}" type="presOf" srcId="{9750E7D0-3ACE-40A2-B52A-478A737A16E3}" destId="{CE088B59-6310-43DD-8D2E-3CC1C4A58EE4}" srcOrd="0" destOrd="1" presId="urn:microsoft.com/office/officeart/2005/8/layout/default"/>
    <dgm:cxn modelId="{F7384997-2C61-4823-820D-EEA7FDEDFE71}" type="presParOf" srcId="{31D7590D-B4E3-4DAA-BE03-D2FD40F5F8C9}" destId="{CE088B59-6310-43DD-8D2E-3CC1C4A58EE4}" srcOrd="0" destOrd="0" presId="urn:microsoft.com/office/officeart/2005/8/layout/default"/>
    <dgm:cxn modelId="{FE78EEBA-BB5C-4DAD-8F45-BCFA271DACA0}" type="presParOf" srcId="{31D7590D-B4E3-4DAA-BE03-D2FD40F5F8C9}" destId="{974DDA76-2D74-4AB7-8AFB-C4F9BD8AA995}" srcOrd="1" destOrd="0" presId="urn:microsoft.com/office/officeart/2005/8/layout/default"/>
    <dgm:cxn modelId="{5D6F0BB2-7CCD-4BD3-9E26-5745D1A56E4C}" type="presParOf" srcId="{31D7590D-B4E3-4DAA-BE03-D2FD40F5F8C9}" destId="{20F97F70-0AA0-486F-823C-6EEB2701CECF}" srcOrd="2" destOrd="0" presId="urn:microsoft.com/office/officeart/2005/8/layout/default"/>
    <dgm:cxn modelId="{C6C302BB-E76D-492C-924E-3A3DF03B5D5A}" type="presParOf" srcId="{31D7590D-B4E3-4DAA-BE03-D2FD40F5F8C9}" destId="{8FE3975F-CCF6-479B-896B-0355097F3BD4}" srcOrd="3" destOrd="0" presId="urn:microsoft.com/office/officeart/2005/8/layout/default"/>
    <dgm:cxn modelId="{F21A2C6D-3F8B-46E3-9315-32EBB24010A3}" type="presParOf" srcId="{31D7590D-B4E3-4DAA-BE03-D2FD40F5F8C9}" destId="{68794F77-A6D9-4576-8E65-152E8641659D}" srcOrd="4" destOrd="0" presId="urn:microsoft.com/office/officeart/2005/8/layout/default"/>
    <dgm:cxn modelId="{0E5EB037-E9C3-47D0-ABA6-7AE41FB555FA}" type="presParOf" srcId="{31D7590D-B4E3-4DAA-BE03-D2FD40F5F8C9}" destId="{61A80480-87A9-4E2B-A1D2-D6CC86176A12}" srcOrd="5" destOrd="0" presId="urn:microsoft.com/office/officeart/2005/8/layout/default"/>
    <dgm:cxn modelId="{2C4409CA-C921-4813-9B5F-B356003CB1D2}" type="presParOf" srcId="{31D7590D-B4E3-4DAA-BE03-D2FD40F5F8C9}" destId="{F6914CD0-0A47-44F3-B963-38CEE4A8A619}" srcOrd="6" destOrd="0" presId="urn:microsoft.com/office/officeart/2005/8/layout/default"/>
    <dgm:cxn modelId="{BAAF8926-B192-4203-8D32-AA7F91B9BD9E}" type="presParOf" srcId="{31D7590D-B4E3-4DAA-BE03-D2FD40F5F8C9}" destId="{09E44FB8-1D5F-490A-A1C4-A5305CE14D2D}" srcOrd="7" destOrd="0" presId="urn:microsoft.com/office/officeart/2005/8/layout/default"/>
    <dgm:cxn modelId="{C9D828E8-0318-4DBD-97EC-16094CDE8451}" type="presParOf" srcId="{31D7590D-B4E3-4DAA-BE03-D2FD40F5F8C9}" destId="{AD2EA166-BC9E-427F-AFBA-43EDBB5FE8E7}" srcOrd="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E95E3492-DC63-480E-9D03-1FB13C163FF6}" type="doc">
      <dgm:prSet loTypeId="urn:microsoft.com/office/officeart/2005/8/layout/list1" loCatId="list" qsTypeId="urn:microsoft.com/office/officeart/2005/8/quickstyle/simple1" qsCatId="simple" csTypeId="urn:microsoft.com/office/officeart/2005/8/colors/colorful1" csCatId="colorful" phldr="1"/>
      <dgm:spPr/>
      <dgm:t>
        <a:bodyPr/>
        <a:lstStyle/>
        <a:p>
          <a:endParaRPr lang="en-GB"/>
        </a:p>
      </dgm:t>
    </dgm:pt>
    <dgm:pt modelId="{3830428B-6003-4E2F-A472-93142DB7EE2B}">
      <dgm:prSet phldrT="[Text]"/>
      <dgm:spPr/>
      <dgm:t>
        <a:bodyPr/>
        <a:lstStyle/>
        <a:p>
          <a:r>
            <a:rPr lang="en-GB"/>
            <a:t>Identify</a:t>
          </a:r>
          <a:endParaRPr lang="en-GB" dirty="0"/>
        </a:p>
      </dgm:t>
    </dgm:pt>
    <dgm:pt modelId="{7AC6DB76-17C1-4F73-A06C-104318B68895}" type="parTrans" cxnId="{E5CFF79D-4364-4A5C-8990-6087F1773B0B}">
      <dgm:prSet/>
      <dgm:spPr/>
      <dgm:t>
        <a:bodyPr/>
        <a:lstStyle/>
        <a:p>
          <a:endParaRPr lang="en-GB"/>
        </a:p>
      </dgm:t>
    </dgm:pt>
    <dgm:pt modelId="{84D6C5F6-12A6-474D-B969-1B914492E15B}" type="sibTrans" cxnId="{E5CFF79D-4364-4A5C-8990-6087F1773B0B}">
      <dgm:prSet/>
      <dgm:spPr/>
      <dgm:t>
        <a:bodyPr/>
        <a:lstStyle/>
        <a:p>
          <a:endParaRPr lang="en-GB"/>
        </a:p>
      </dgm:t>
    </dgm:pt>
    <dgm:pt modelId="{7D757218-2F25-4C45-B0AF-0DE445774835}">
      <dgm:prSet phldrT="[Text]"/>
      <dgm:spPr/>
      <dgm:t>
        <a:bodyPr/>
        <a:lstStyle/>
        <a:p>
          <a:r>
            <a:rPr lang="en-GB" dirty="0"/>
            <a:t>Identify the roles within the software development lifecycle</a:t>
          </a:r>
        </a:p>
      </dgm:t>
    </dgm:pt>
    <dgm:pt modelId="{5400ED3E-27D0-4513-A5CC-C49EDE702ED0}" type="parTrans" cxnId="{B4EE5451-1882-435A-9361-DC1921D84913}">
      <dgm:prSet/>
      <dgm:spPr/>
      <dgm:t>
        <a:bodyPr/>
        <a:lstStyle/>
        <a:p>
          <a:endParaRPr lang="en-GB"/>
        </a:p>
      </dgm:t>
    </dgm:pt>
    <dgm:pt modelId="{18C5A580-7818-423A-B9DE-1F4235D462C8}" type="sibTrans" cxnId="{B4EE5451-1882-435A-9361-DC1921D84913}">
      <dgm:prSet/>
      <dgm:spPr/>
      <dgm:t>
        <a:bodyPr/>
        <a:lstStyle/>
        <a:p>
          <a:endParaRPr lang="en-GB"/>
        </a:p>
      </dgm:t>
    </dgm:pt>
    <dgm:pt modelId="{60CC25A1-8C7E-4C6A-B3C7-E7F665F5F266}">
      <dgm:prSet phldrT="[Text]"/>
      <dgm:spPr/>
      <dgm:t>
        <a:bodyPr/>
        <a:lstStyle/>
        <a:p>
          <a:r>
            <a:rPr lang="en-GB">
              <a:solidFill>
                <a:schemeClr val="tx2"/>
              </a:solidFill>
            </a:rPr>
            <a:t>Describe</a:t>
          </a:r>
          <a:endParaRPr lang="en-GB" dirty="0">
            <a:solidFill>
              <a:schemeClr val="tx2"/>
            </a:solidFill>
          </a:endParaRPr>
        </a:p>
      </dgm:t>
    </dgm:pt>
    <dgm:pt modelId="{9C36948D-3508-426E-89BB-4EC5DA6046FC}" type="parTrans" cxnId="{52FB7B4F-20BB-42D8-8DC3-6C03E1EBBC53}">
      <dgm:prSet/>
      <dgm:spPr/>
      <dgm:t>
        <a:bodyPr/>
        <a:lstStyle/>
        <a:p>
          <a:endParaRPr lang="en-GB"/>
        </a:p>
      </dgm:t>
    </dgm:pt>
    <dgm:pt modelId="{71B5213B-9B34-4934-A353-62E4670CB437}" type="sibTrans" cxnId="{52FB7B4F-20BB-42D8-8DC3-6C03E1EBBC53}">
      <dgm:prSet/>
      <dgm:spPr/>
      <dgm:t>
        <a:bodyPr/>
        <a:lstStyle/>
        <a:p>
          <a:endParaRPr lang="en-GB"/>
        </a:p>
      </dgm:t>
    </dgm:pt>
    <dgm:pt modelId="{66B5A711-8C01-4092-9B81-697EB4499989}">
      <dgm:prSet phldrT="[Text]"/>
      <dgm:spPr/>
      <dgm:t>
        <a:bodyPr/>
        <a:lstStyle/>
        <a:p>
          <a:r>
            <a:rPr lang="en-GB" dirty="0"/>
            <a:t>Describe the responsibilities of each role</a:t>
          </a:r>
        </a:p>
      </dgm:t>
    </dgm:pt>
    <dgm:pt modelId="{5C8A5402-E9E4-4EF8-85B6-BAD3FFC0B55D}" type="parTrans" cxnId="{FE25AEEC-CBC3-4B2C-A943-02CA1EE7A679}">
      <dgm:prSet/>
      <dgm:spPr/>
      <dgm:t>
        <a:bodyPr/>
        <a:lstStyle/>
        <a:p>
          <a:endParaRPr lang="en-GB"/>
        </a:p>
      </dgm:t>
    </dgm:pt>
    <dgm:pt modelId="{A7882E07-2ADA-42C6-90FB-CBF737FAD6CD}" type="sibTrans" cxnId="{FE25AEEC-CBC3-4B2C-A943-02CA1EE7A679}">
      <dgm:prSet/>
      <dgm:spPr/>
      <dgm:t>
        <a:bodyPr/>
        <a:lstStyle/>
        <a:p>
          <a:endParaRPr lang="en-GB"/>
        </a:p>
      </dgm:t>
    </dgm:pt>
    <dgm:pt modelId="{C3E042DF-4746-4985-B4D7-1E363AEC0E59}">
      <dgm:prSet phldrT="[Text]"/>
      <dgm:spPr/>
      <dgm:t>
        <a:bodyPr/>
        <a:lstStyle/>
        <a:p>
          <a:r>
            <a:rPr lang="en-GB"/>
            <a:t>Discuss</a:t>
          </a:r>
          <a:endParaRPr lang="en-GB" dirty="0"/>
        </a:p>
      </dgm:t>
    </dgm:pt>
    <dgm:pt modelId="{5952769E-7C00-427E-8DFA-70F2B3670D46}" type="parTrans" cxnId="{85CF58A5-D74C-4036-A2E0-41BAB50D129E}">
      <dgm:prSet/>
      <dgm:spPr/>
      <dgm:t>
        <a:bodyPr/>
        <a:lstStyle/>
        <a:p>
          <a:endParaRPr lang="en-GB"/>
        </a:p>
      </dgm:t>
    </dgm:pt>
    <dgm:pt modelId="{06231471-29CD-4409-BC24-968F4780CD27}" type="sibTrans" cxnId="{85CF58A5-D74C-4036-A2E0-41BAB50D129E}">
      <dgm:prSet/>
      <dgm:spPr/>
      <dgm:t>
        <a:bodyPr/>
        <a:lstStyle/>
        <a:p>
          <a:endParaRPr lang="en-GB"/>
        </a:p>
      </dgm:t>
    </dgm:pt>
    <dgm:pt modelId="{9E615FF4-DB4A-4D83-BBAD-03AF5CDD7D98}">
      <dgm:prSet phldrT="[Text]"/>
      <dgm:spPr/>
      <dgm:t>
        <a:bodyPr/>
        <a:lstStyle/>
        <a:p>
          <a:r>
            <a:rPr lang="en-GB" dirty="0"/>
            <a:t>Discuss how the different roles interact with each other</a:t>
          </a:r>
        </a:p>
      </dgm:t>
    </dgm:pt>
    <dgm:pt modelId="{7BB080BE-6D8D-4F4A-BAD8-00B59098EC37}" type="parTrans" cxnId="{1E1E0CCB-90D0-4E0A-9759-DC3F677343AD}">
      <dgm:prSet/>
      <dgm:spPr/>
      <dgm:t>
        <a:bodyPr/>
        <a:lstStyle/>
        <a:p>
          <a:endParaRPr lang="en-GB"/>
        </a:p>
      </dgm:t>
    </dgm:pt>
    <dgm:pt modelId="{95381C7C-AAE7-4B88-91AD-11A430DB729D}" type="sibTrans" cxnId="{1E1E0CCB-90D0-4E0A-9759-DC3F677343AD}">
      <dgm:prSet/>
      <dgm:spPr/>
      <dgm:t>
        <a:bodyPr/>
        <a:lstStyle/>
        <a:p>
          <a:endParaRPr lang="en-GB"/>
        </a:p>
      </dgm:t>
    </dgm:pt>
    <dgm:pt modelId="{FAF57D7D-F441-4A0F-96C9-A3AAF8679E84}">
      <dgm:prSet phldrT="[Text]"/>
      <dgm:spPr/>
      <dgm:t>
        <a:bodyPr/>
        <a:lstStyle/>
        <a:p>
          <a:r>
            <a:rPr lang="en-GB"/>
            <a:t>Compare and Contrast</a:t>
          </a:r>
          <a:endParaRPr lang="en-GB" dirty="0"/>
        </a:p>
      </dgm:t>
    </dgm:pt>
    <dgm:pt modelId="{40D1FD3F-C0EB-468A-B0F3-FA903EC54C0E}" type="parTrans" cxnId="{C397176F-9156-4693-8BC8-9BE20D5E6615}">
      <dgm:prSet/>
      <dgm:spPr/>
      <dgm:t>
        <a:bodyPr/>
        <a:lstStyle/>
        <a:p>
          <a:endParaRPr lang="en-GB"/>
        </a:p>
      </dgm:t>
    </dgm:pt>
    <dgm:pt modelId="{4338E621-B9C2-43AA-9198-BDA9059D8DBD}" type="sibTrans" cxnId="{C397176F-9156-4693-8BC8-9BE20D5E6615}">
      <dgm:prSet/>
      <dgm:spPr/>
      <dgm:t>
        <a:bodyPr/>
        <a:lstStyle/>
        <a:p>
          <a:endParaRPr lang="en-GB"/>
        </a:p>
      </dgm:t>
    </dgm:pt>
    <dgm:pt modelId="{945624D8-B0B0-44B9-AE22-147004E3C435}">
      <dgm:prSet phldrT="[Text]"/>
      <dgm:spPr/>
      <dgm:t>
        <a:bodyPr/>
        <a:lstStyle/>
        <a:p>
          <a:r>
            <a:rPr lang="en-GB" dirty="0"/>
            <a:t>Compare and Contrast theories related to making teams work effectively</a:t>
          </a:r>
        </a:p>
      </dgm:t>
    </dgm:pt>
    <dgm:pt modelId="{CFF17762-E108-47E4-A11F-847A9A55251A}" type="parTrans" cxnId="{858D4C05-4EF6-45C4-9F95-4361F2A97331}">
      <dgm:prSet/>
      <dgm:spPr/>
      <dgm:t>
        <a:bodyPr/>
        <a:lstStyle/>
        <a:p>
          <a:endParaRPr lang="en-GB"/>
        </a:p>
      </dgm:t>
    </dgm:pt>
    <dgm:pt modelId="{3BDCB601-F82C-42CC-AAE7-5CB33E1C7348}" type="sibTrans" cxnId="{858D4C05-4EF6-45C4-9F95-4361F2A97331}">
      <dgm:prSet/>
      <dgm:spPr/>
      <dgm:t>
        <a:bodyPr/>
        <a:lstStyle/>
        <a:p>
          <a:endParaRPr lang="en-GB"/>
        </a:p>
      </dgm:t>
    </dgm:pt>
    <dgm:pt modelId="{FA4A65FF-CA35-40E7-96CE-AB6470FA5D6A}" type="pres">
      <dgm:prSet presAssocID="{E95E3492-DC63-480E-9D03-1FB13C163FF6}" presName="linear" presStyleCnt="0">
        <dgm:presLayoutVars>
          <dgm:dir/>
          <dgm:animLvl val="lvl"/>
          <dgm:resizeHandles val="exact"/>
        </dgm:presLayoutVars>
      </dgm:prSet>
      <dgm:spPr/>
    </dgm:pt>
    <dgm:pt modelId="{449475DD-0ED0-421B-BFCC-5D895F6DFC4F}" type="pres">
      <dgm:prSet presAssocID="{3830428B-6003-4E2F-A472-93142DB7EE2B}" presName="parentLin" presStyleCnt="0"/>
      <dgm:spPr/>
    </dgm:pt>
    <dgm:pt modelId="{4D5C8DEA-F136-4C62-AA44-5C0C881865AE}" type="pres">
      <dgm:prSet presAssocID="{3830428B-6003-4E2F-A472-93142DB7EE2B}" presName="parentLeftMargin" presStyleLbl="node1" presStyleIdx="0" presStyleCnt="4"/>
      <dgm:spPr/>
    </dgm:pt>
    <dgm:pt modelId="{517DD53B-AE9E-43C7-8EB3-5666771E9825}" type="pres">
      <dgm:prSet presAssocID="{3830428B-6003-4E2F-A472-93142DB7EE2B}" presName="parentText" presStyleLbl="node1" presStyleIdx="0" presStyleCnt="4">
        <dgm:presLayoutVars>
          <dgm:chMax val="0"/>
          <dgm:bulletEnabled val="1"/>
        </dgm:presLayoutVars>
      </dgm:prSet>
      <dgm:spPr/>
    </dgm:pt>
    <dgm:pt modelId="{16BE164E-8FAE-4DFA-89E9-3593CB65F416}" type="pres">
      <dgm:prSet presAssocID="{3830428B-6003-4E2F-A472-93142DB7EE2B}" presName="negativeSpace" presStyleCnt="0"/>
      <dgm:spPr/>
    </dgm:pt>
    <dgm:pt modelId="{8B2C2D1B-F86C-424B-9911-DFE6A1FFE2B5}" type="pres">
      <dgm:prSet presAssocID="{3830428B-6003-4E2F-A472-93142DB7EE2B}" presName="childText" presStyleLbl="conFgAcc1" presStyleIdx="0" presStyleCnt="4">
        <dgm:presLayoutVars>
          <dgm:bulletEnabled val="1"/>
        </dgm:presLayoutVars>
      </dgm:prSet>
      <dgm:spPr/>
    </dgm:pt>
    <dgm:pt modelId="{907A1966-3FA5-4D9E-89E7-2E635BFD2A90}" type="pres">
      <dgm:prSet presAssocID="{84D6C5F6-12A6-474D-B969-1B914492E15B}" presName="spaceBetweenRectangles" presStyleCnt="0"/>
      <dgm:spPr/>
    </dgm:pt>
    <dgm:pt modelId="{5FD7C70E-53F1-4B3C-8DDF-E357CFD599DF}" type="pres">
      <dgm:prSet presAssocID="{60CC25A1-8C7E-4C6A-B3C7-E7F665F5F266}" presName="parentLin" presStyleCnt="0"/>
      <dgm:spPr/>
    </dgm:pt>
    <dgm:pt modelId="{129D559E-04C9-4133-AD54-8ED2E674A6BB}" type="pres">
      <dgm:prSet presAssocID="{60CC25A1-8C7E-4C6A-B3C7-E7F665F5F266}" presName="parentLeftMargin" presStyleLbl="node1" presStyleIdx="0" presStyleCnt="4"/>
      <dgm:spPr/>
    </dgm:pt>
    <dgm:pt modelId="{610A7572-10E3-4944-A8B0-293395D0CDF2}" type="pres">
      <dgm:prSet presAssocID="{60CC25A1-8C7E-4C6A-B3C7-E7F665F5F266}" presName="parentText" presStyleLbl="node1" presStyleIdx="1" presStyleCnt="4">
        <dgm:presLayoutVars>
          <dgm:chMax val="0"/>
          <dgm:bulletEnabled val="1"/>
        </dgm:presLayoutVars>
      </dgm:prSet>
      <dgm:spPr/>
    </dgm:pt>
    <dgm:pt modelId="{EBD60DC5-6162-4C98-9656-FFD010DFA95C}" type="pres">
      <dgm:prSet presAssocID="{60CC25A1-8C7E-4C6A-B3C7-E7F665F5F266}" presName="negativeSpace" presStyleCnt="0"/>
      <dgm:spPr/>
    </dgm:pt>
    <dgm:pt modelId="{7D3911A9-C38E-48B4-BDFD-16DAC6796A56}" type="pres">
      <dgm:prSet presAssocID="{60CC25A1-8C7E-4C6A-B3C7-E7F665F5F266}" presName="childText" presStyleLbl="conFgAcc1" presStyleIdx="1" presStyleCnt="4">
        <dgm:presLayoutVars>
          <dgm:bulletEnabled val="1"/>
        </dgm:presLayoutVars>
      </dgm:prSet>
      <dgm:spPr/>
    </dgm:pt>
    <dgm:pt modelId="{304255FD-C0B2-4E3F-B387-3F1B25ADDFDF}" type="pres">
      <dgm:prSet presAssocID="{71B5213B-9B34-4934-A353-62E4670CB437}" presName="spaceBetweenRectangles" presStyleCnt="0"/>
      <dgm:spPr/>
    </dgm:pt>
    <dgm:pt modelId="{0DBE8AF5-D1AE-4848-9CF8-9F7248680E2B}" type="pres">
      <dgm:prSet presAssocID="{C3E042DF-4746-4985-B4D7-1E363AEC0E59}" presName="parentLin" presStyleCnt="0"/>
      <dgm:spPr/>
    </dgm:pt>
    <dgm:pt modelId="{1B803640-0EC5-4BCA-B98A-771ACFDDE332}" type="pres">
      <dgm:prSet presAssocID="{C3E042DF-4746-4985-B4D7-1E363AEC0E59}" presName="parentLeftMargin" presStyleLbl="node1" presStyleIdx="1" presStyleCnt="4"/>
      <dgm:spPr/>
    </dgm:pt>
    <dgm:pt modelId="{0D78EB25-83FC-4274-A7AC-6B2722593C2A}" type="pres">
      <dgm:prSet presAssocID="{C3E042DF-4746-4985-B4D7-1E363AEC0E59}" presName="parentText" presStyleLbl="node1" presStyleIdx="2" presStyleCnt="4">
        <dgm:presLayoutVars>
          <dgm:chMax val="0"/>
          <dgm:bulletEnabled val="1"/>
        </dgm:presLayoutVars>
      </dgm:prSet>
      <dgm:spPr/>
    </dgm:pt>
    <dgm:pt modelId="{F5684320-5390-4E38-A6EB-8D5E30CF997B}" type="pres">
      <dgm:prSet presAssocID="{C3E042DF-4746-4985-B4D7-1E363AEC0E59}" presName="negativeSpace" presStyleCnt="0"/>
      <dgm:spPr/>
    </dgm:pt>
    <dgm:pt modelId="{E66A6BA1-EB93-4D73-BF60-E953C6C99475}" type="pres">
      <dgm:prSet presAssocID="{C3E042DF-4746-4985-B4D7-1E363AEC0E59}" presName="childText" presStyleLbl="conFgAcc1" presStyleIdx="2" presStyleCnt="4">
        <dgm:presLayoutVars>
          <dgm:bulletEnabled val="1"/>
        </dgm:presLayoutVars>
      </dgm:prSet>
      <dgm:spPr/>
    </dgm:pt>
    <dgm:pt modelId="{16046838-0FCD-40EF-B8C4-FCBB819F9570}" type="pres">
      <dgm:prSet presAssocID="{06231471-29CD-4409-BC24-968F4780CD27}" presName="spaceBetweenRectangles" presStyleCnt="0"/>
      <dgm:spPr/>
    </dgm:pt>
    <dgm:pt modelId="{B3A99F77-DD09-4319-A2C1-70506EC3CEBC}" type="pres">
      <dgm:prSet presAssocID="{FAF57D7D-F441-4A0F-96C9-A3AAF8679E84}" presName="parentLin" presStyleCnt="0"/>
      <dgm:spPr/>
    </dgm:pt>
    <dgm:pt modelId="{A1CC961C-2233-4336-AF5C-4751E9EDD14E}" type="pres">
      <dgm:prSet presAssocID="{FAF57D7D-F441-4A0F-96C9-A3AAF8679E84}" presName="parentLeftMargin" presStyleLbl="node1" presStyleIdx="2" presStyleCnt="4"/>
      <dgm:spPr/>
    </dgm:pt>
    <dgm:pt modelId="{01CF87F1-DD34-48B3-8BD5-CF945C09940F}" type="pres">
      <dgm:prSet presAssocID="{FAF57D7D-F441-4A0F-96C9-A3AAF8679E84}" presName="parentText" presStyleLbl="node1" presStyleIdx="3" presStyleCnt="4">
        <dgm:presLayoutVars>
          <dgm:chMax val="0"/>
          <dgm:bulletEnabled val="1"/>
        </dgm:presLayoutVars>
      </dgm:prSet>
      <dgm:spPr/>
    </dgm:pt>
    <dgm:pt modelId="{06E79C12-A62D-44C2-BEFC-65C80670F833}" type="pres">
      <dgm:prSet presAssocID="{FAF57D7D-F441-4A0F-96C9-A3AAF8679E84}" presName="negativeSpace" presStyleCnt="0"/>
      <dgm:spPr/>
    </dgm:pt>
    <dgm:pt modelId="{889456D4-A21E-4ABE-A2B4-F4E159421102}" type="pres">
      <dgm:prSet presAssocID="{FAF57D7D-F441-4A0F-96C9-A3AAF8679E84}" presName="childText" presStyleLbl="conFgAcc1" presStyleIdx="3" presStyleCnt="4">
        <dgm:presLayoutVars>
          <dgm:bulletEnabled val="1"/>
        </dgm:presLayoutVars>
      </dgm:prSet>
      <dgm:spPr/>
    </dgm:pt>
  </dgm:ptLst>
  <dgm:cxnLst>
    <dgm:cxn modelId="{858D4C05-4EF6-45C4-9F95-4361F2A97331}" srcId="{FAF57D7D-F441-4A0F-96C9-A3AAF8679E84}" destId="{945624D8-B0B0-44B9-AE22-147004E3C435}" srcOrd="0" destOrd="0" parTransId="{CFF17762-E108-47E4-A11F-847A9A55251A}" sibTransId="{3BDCB601-F82C-42CC-AAE7-5CB33E1C7348}"/>
    <dgm:cxn modelId="{C392E15E-7949-461C-B6DF-1501C7070AEB}" type="presOf" srcId="{9E615FF4-DB4A-4D83-BBAD-03AF5CDD7D98}" destId="{E66A6BA1-EB93-4D73-BF60-E953C6C99475}" srcOrd="0" destOrd="0" presId="urn:microsoft.com/office/officeart/2005/8/layout/list1"/>
    <dgm:cxn modelId="{34A76B62-D71D-40AF-A986-02E2ACAC43BF}" type="presOf" srcId="{FAF57D7D-F441-4A0F-96C9-A3AAF8679E84}" destId="{A1CC961C-2233-4336-AF5C-4751E9EDD14E}" srcOrd="0" destOrd="0" presId="urn:microsoft.com/office/officeart/2005/8/layout/list1"/>
    <dgm:cxn modelId="{F7A34E6D-7A94-4710-8CE7-EB2D344D2C17}" type="presOf" srcId="{3830428B-6003-4E2F-A472-93142DB7EE2B}" destId="{517DD53B-AE9E-43C7-8EB3-5666771E9825}" srcOrd="1" destOrd="0" presId="urn:microsoft.com/office/officeart/2005/8/layout/list1"/>
    <dgm:cxn modelId="{C397176F-9156-4693-8BC8-9BE20D5E6615}" srcId="{E95E3492-DC63-480E-9D03-1FB13C163FF6}" destId="{FAF57D7D-F441-4A0F-96C9-A3AAF8679E84}" srcOrd="3" destOrd="0" parTransId="{40D1FD3F-C0EB-468A-B0F3-FA903EC54C0E}" sibTransId="{4338E621-B9C2-43AA-9198-BDA9059D8DBD}"/>
    <dgm:cxn modelId="{52FB7B4F-20BB-42D8-8DC3-6C03E1EBBC53}" srcId="{E95E3492-DC63-480E-9D03-1FB13C163FF6}" destId="{60CC25A1-8C7E-4C6A-B3C7-E7F665F5F266}" srcOrd="1" destOrd="0" parTransId="{9C36948D-3508-426E-89BB-4EC5DA6046FC}" sibTransId="{71B5213B-9B34-4934-A353-62E4670CB437}"/>
    <dgm:cxn modelId="{B4EE5451-1882-435A-9361-DC1921D84913}" srcId="{3830428B-6003-4E2F-A472-93142DB7EE2B}" destId="{7D757218-2F25-4C45-B0AF-0DE445774835}" srcOrd="0" destOrd="0" parTransId="{5400ED3E-27D0-4513-A5CC-C49EDE702ED0}" sibTransId="{18C5A580-7818-423A-B9DE-1F4235D462C8}"/>
    <dgm:cxn modelId="{DA9B7B73-25CE-4865-A4C1-DFB9DCD8A047}" type="presOf" srcId="{60CC25A1-8C7E-4C6A-B3C7-E7F665F5F266}" destId="{129D559E-04C9-4133-AD54-8ED2E674A6BB}" srcOrd="0" destOrd="0" presId="urn:microsoft.com/office/officeart/2005/8/layout/list1"/>
    <dgm:cxn modelId="{82A91777-5E8A-42BC-B26E-46A7255F43CE}" type="presOf" srcId="{E95E3492-DC63-480E-9D03-1FB13C163FF6}" destId="{FA4A65FF-CA35-40E7-96CE-AB6470FA5D6A}" srcOrd="0" destOrd="0" presId="urn:microsoft.com/office/officeart/2005/8/layout/list1"/>
    <dgm:cxn modelId="{E5CFF79D-4364-4A5C-8990-6087F1773B0B}" srcId="{E95E3492-DC63-480E-9D03-1FB13C163FF6}" destId="{3830428B-6003-4E2F-A472-93142DB7EE2B}" srcOrd="0" destOrd="0" parTransId="{7AC6DB76-17C1-4F73-A06C-104318B68895}" sibTransId="{84D6C5F6-12A6-474D-B969-1B914492E15B}"/>
    <dgm:cxn modelId="{7FD4A59F-707D-4DA3-8A2A-6FC27371119B}" type="presOf" srcId="{3830428B-6003-4E2F-A472-93142DB7EE2B}" destId="{4D5C8DEA-F136-4C62-AA44-5C0C881865AE}" srcOrd="0" destOrd="0" presId="urn:microsoft.com/office/officeart/2005/8/layout/list1"/>
    <dgm:cxn modelId="{C025D0A2-43D9-47C7-9B18-2C0C6C087357}" type="presOf" srcId="{945624D8-B0B0-44B9-AE22-147004E3C435}" destId="{889456D4-A21E-4ABE-A2B4-F4E159421102}" srcOrd="0" destOrd="0" presId="urn:microsoft.com/office/officeart/2005/8/layout/list1"/>
    <dgm:cxn modelId="{85CF58A5-D74C-4036-A2E0-41BAB50D129E}" srcId="{E95E3492-DC63-480E-9D03-1FB13C163FF6}" destId="{C3E042DF-4746-4985-B4D7-1E363AEC0E59}" srcOrd="2" destOrd="0" parTransId="{5952769E-7C00-427E-8DFA-70F2B3670D46}" sibTransId="{06231471-29CD-4409-BC24-968F4780CD27}"/>
    <dgm:cxn modelId="{72E99AAC-0628-41D8-A960-4A412F5B0D73}" type="presOf" srcId="{66B5A711-8C01-4092-9B81-697EB4499989}" destId="{7D3911A9-C38E-48B4-BDFD-16DAC6796A56}" srcOrd="0" destOrd="0" presId="urn:microsoft.com/office/officeart/2005/8/layout/list1"/>
    <dgm:cxn modelId="{0183D9C0-3F88-40EC-A082-F106D99A079B}" type="presOf" srcId="{60CC25A1-8C7E-4C6A-B3C7-E7F665F5F266}" destId="{610A7572-10E3-4944-A8B0-293395D0CDF2}" srcOrd="1" destOrd="0" presId="urn:microsoft.com/office/officeart/2005/8/layout/list1"/>
    <dgm:cxn modelId="{1E1E0CCB-90D0-4E0A-9759-DC3F677343AD}" srcId="{C3E042DF-4746-4985-B4D7-1E363AEC0E59}" destId="{9E615FF4-DB4A-4D83-BBAD-03AF5CDD7D98}" srcOrd="0" destOrd="0" parTransId="{7BB080BE-6D8D-4F4A-BAD8-00B59098EC37}" sibTransId="{95381C7C-AAE7-4B88-91AD-11A430DB729D}"/>
    <dgm:cxn modelId="{A60E6CD3-602A-461C-8B98-1928923CBCBE}" type="presOf" srcId="{FAF57D7D-F441-4A0F-96C9-A3AAF8679E84}" destId="{01CF87F1-DD34-48B3-8BD5-CF945C09940F}" srcOrd="1" destOrd="0" presId="urn:microsoft.com/office/officeart/2005/8/layout/list1"/>
    <dgm:cxn modelId="{FAEA0FD9-4965-43C1-8A36-364CD0614CD9}" type="presOf" srcId="{C3E042DF-4746-4985-B4D7-1E363AEC0E59}" destId="{0D78EB25-83FC-4274-A7AC-6B2722593C2A}" srcOrd="1" destOrd="0" presId="urn:microsoft.com/office/officeart/2005/8/layout/list1"/>
    <dgm:cxn modelId="{20B9F2DA-F48F-4F8A-A596-A674D5BB212F}" type="presOf" srcId="{7D757218-2F25-4C45-B0AF-0DE445774835}" destId="{8B2C2D1B-F86C-424B-9911-DFE6A1FFE2B5}" srcOrd="0" destOrd="0" presId="urn:microsoft.com/office/officeart/2005/8/layout/list1"/>
    <dgm:cxn modelId="{FE25AEEC-CBC3-4B2C-A943-02CA1EE7A679}" srcId="{60CC25A1-8C7E-4C6A-B3C7-E7F665F5F266}" destId="{66B5A711-8C01-4092-9B81-697EB4499989}" srcOrd="0" destOrd="0" parTransId="{5C8A5402-E9E4-4EF8-85B6-BAD3FFC0B55D}" sibTransId="{A7882E07-2ADA-42C6-90FB-CBF737FAD6CD}"/>
    <dgm:cxn modelId="{899A64F2-952F-4972-BED6-94793E98BFD3}" type="presOf" srcId="{C3E042DF-4746-4985-B4D7-1E363AEC0E59}" destId="{1B803640-0EC5-4BCA-B98A-771ACFDDE332}" srcOrd="0" destOrd="0" presId="urn:microsoft.com/office/officeart/2005/8/layout/list1"/>
    <dgm:cxn modelId="{F7E19B85-611B-4BA1-BC3D-854D3C2BFA45}" type="presParOf" srcId="{FA4A65FF-CA35-40E7-96CE-AB6470FA5D6A}" destId="{449475DD-0ED0-421B-BFCC-5D895F6DFC4F}" srcOrd="0" destOrd="0" presId="urn:microsoft.com/office/officeart/2005/8/layout/list1"/>
    <dgm:cxn modelId="{7D4FA31F-9345-4E27-B0B3-58CB04BCF04B}" type="presParOf" srcId="{449475DD-0ED0-421B-BFCC-5D895F6DFC4F}" destId="{4D5C8DEA-F136-4C62-AA44-5C0C881865AE}" srcOrd="0" destOrd="0" presId="urn:microsoft.com/office/officeart/2005/8/layout/list1"/>
    <dgm:cxn modelId="{8BDEAE43-8C7B-4682-A9C9-AB5B2723AF8B}" type="presParOf" srcId="{449475DD-0ED0-421B-BFCC-5D895F6DFC4F}" destId="{517DD53B-AE9E-43C7-8EB3-5666771E9825}" srcOrd="1" destOrd="0" presId="urn:microsoft.com/office/officeart/2005/8/layout/list1"/>
    <dgm:cxn modelId="{DE7A4C57-7AC5-4110-83B6-33CF54B196B8}" type="presParOf" srcId="{FA4A65FF-CA35-40E7-96CE-AB6470FA5D6A}" destId="{16BE164E-8FAE-4DFA-89E9-3593CB65F416}" srcOrd="1" destOrd="0" presId="urn:microsoft.com/office/officeart/2005/8/layout/list1"/>
    <dgm:cxn modelId="{CBF9920F-9476-413E-9656-50C0764E725A}" type="presParOf" srcId="{FA4A65FF-CA35-40E7-96CE-AB6470FA5D6A}" destId="{8B2C2D1B-F86C-424B-9911-DFE6A1FFE2B5}" srcOrd="2" destOrd="0" presId="urn:microsoft.com/office/officeart/2005/8/layout/list1"/>
    <dgm:cxn modelId="{015E2B34-6BC6-4443-B951-13B3D9C9BDFE}" type="presParOf" srcId="{FA4A65FF-CA35-40E7-96CE-AB6470FA5D6A}" destId="{907A1966-3FA5-4D9E-89E7-2E635BFD2A90}" srcOrd="3" destOrd="0" presId="urn:microsoft.com/office/officeart/2005/8/layout/list1"/>
    <dgm:cxn modelId="{8A8E6EB5-1F9C-4FE9-A3C1-A283016ADBE0}" type="presParOf" srcId="{FA4A65FF-CA35-40E7-96CE-AB6470FA5D6A}" destId="{5FD7C70E-53F1-4B3C-8DDF-E357CFD599DF}" srcOrd="4" destOrd="0" presId="urn:microsoft.com/office/officeart/2005/8/layout/list1"/>
    <dgm:cxn modelId="{BD939EC9-7889-4E21-9544-9B82790ED437}" type="presParOf" srcId="{5FD7C70E-53F1-4B3C-8DDF-E357CFD599DF}" destId="{129D559E-04C9-4133-AD54-8ED2E674A6BB}" srcOrd="0" destOrd="0" presId="urn:microsoft.com/office/officeart/2005/8/layout/list1"/>
    <dgm:cxn modelId="{DFF6ACB4-56F8-4C2B-9187-3B06165F8CB4}" type="presParOf" srcId="{5FD7C70E-53F1-4B3C-8DDF-E357CFD599DF}" destId="{610A7572-10E3-4944-A8B0-293395D0CDF2}" srcOrd="1" destOrd="0" presId="urn:microsoft.com/office/officeart/2005/8/layout/list1"/>
    <dgm:cxn modelId="{B80DFF1A-325E-438C-A436-B9283E9AC4E0}" type="presParOf" srcId="{FA4A65FF-CA35-40E7-96CE-AB6470FA5D6A}" destId="{EBD60DC5-6162-4C98-9656-FFD010DFA95C}" srcOrd="5" destOrd="0" presId="urn:microsoft.com/office/officeart/2005/8/layout/list1"/>
    <dgm:cxn modelId="{07215ECB-34B1-4869-A1B7-C622BED33B07}" type="presParOf" srcId="{FA4A65FF-CA35-40E7-96CE-AB6470FA5D6A}" destId="{7D3911A9-C38E-48B4-BDFD-16DAC6796A56}" srcOrd="6" destOrd="0" presId="urn:microsoft.com/office/officeart/2005/8/layout/list1"/>
    <dgm:cxn modelId="{C11A5D44-DA43-4848-8A29-0C9827AA19FA}" type="presParOf" srcId="{FA4A65FF-CA35-40E7-96CE-AB6470FA5D6A}" destId="{304255FD-C0B2-4E3F-B387-3F1B25ADDFDF}" srcOrd="7" destOrd="0" presId="urn:microsoft.com/office/officeart/2005/8/layout/list1"/>
    <dgm:cxn modelId="{EDC9E7F7-16EF-4021-A895-BFEB0AD233AF}" type="presParOf" srcId="{FA4A65FF-CA35-40E7-96CE-AB6470FA5D6A}" destId="{0DBE8AF5-D1AE-4848-9CF8-9F7248680E2B}" srcOrd="8" destOrd="0" presId="urn:microsoft.com/office/officeart/2005/8/layout/list1"/>
    <dgm:cxn modelId="{13CEE3B9-8521-44B7-B552-1C7E15514F78}" type="presParOf" srcId="{0DBE8AF5-D1AE-4848-9CF8-9F7248680E2B}" destId="{1B803640-0EC5-4BCA-B98A-771ACFDDE332}" srcOrd="0" destOrd="0" presId="urn:microsoft.com/office/officeart/2005/8/layout/list1"/>
    <dgm:cxn modelId="{0E176139-CF49-4F02-8B25-85CB653071D2}" type="presParOf" srcId="{0DBE8AF5-D1AE-4848-9CF8-9F7248680E2B}" destId="{0D78EB25-83FC-4274-A7AC-6B2722593C2A}" srcOrd="1" destOrd="0" presId="urn:microsoft.com/office/officeart/2005/8/layout/list1"/>
    <dgm:cxn modelId="{A9097B25-CABC-47BD-B3AA-2D6E84C9A802}" type="presParOf" srcId="{FA4A65FF-CA35-40E7-96CE-AB6470FA5D6A}" destId="{F5684320-5390-4E38-A6EB-8D5E30CF997B}" srcOrd="9" destOrd="0" presId="urn:microsoft.com/office/officeart/2005/8/layout/list1"/>
    <dgm:cxn modelId="{9C84757B-D912-4D90-9EB8-5440BB23792D}" type="presParOf" srcId="{FA4A65FF-CA35-40E7-96CE-AB6470FA5D6A}" destId="{E66A6BA1-EB93-4D73-BF60-E953C6C99475}" srcOrd="10" destOrd="0" presId="urn:microsoft.com/office/officeart/2005/8/layout/list1"/>
    <dgm:cxn modelId="{C717AF5C-2B96-49D0-86A5-AEF0E7839723}" type="presParOf" srcId="{FA4A65FF-CA35-40E7-96CE-AB6470FA5D6A}" destId="{16046838-0FCD-40EF-B8C4-FCBB819F9570}" srcOrd="11" destOrd="0" presId="urn:microsoft.com/office/officeart/2005/8/layout/list1"/>
    <dgm:cxn modelId="{B444EE78-159D-4897-A789-E23BC8C06439}" type="presParOf" srcId="{FA4A65FF-CA35-40E7-96CE-AB6470FA5D6A}" destId="{B3A99F77-DD09-4319-A2C1-70506EC3CEBC}" srcOrd="12" destOrd="0" presId="urn:microsoft.com/office/officeart/2005/8/layout/list1"/>
    <dgm:cxn modelId="{CDBB31E4-3402-48AB-9CB3-D9667E794A90}" type="presParOf" srcId="{B3A99F77-DD09-4319-A2C1-70506EC3CEBC}" destId="{A1CC961C-2233-4336-AF5C-4751E9EDD14E}" srcOrd="0" destOrd="0" presId="urn:microsoft.com/office/officeart/2005/8/layout/list1"/>
    <dgm:cxn modelId="{3FF5E0CB-9621-46B8-BED8-AA42CF8FCA00}" type="presParOf" srcId="{B3A99F77-DD09-4319-A2C1-70506EC3CEBC}" destId="{01CF87F1-DD34-48B3-8BD5-CF945C09940F}" srcOrd="1" destOrd="0" presId="urn:microsoft.com/office/officeart/2005/8/layout/list1"/>
    <dgm:cxn modelId="{6A1E6DF9-7E1C-454E-A39B-B8D57A70B104}" type="presParOf" srcId="{FA4A65FF-CA35-40E7-96CE-AB6470FA5D6A}" destId="{06E79C12-A62D-44C2-BEFC-65C80670F833}" srcOrd="13" destOrd="0" presId="urn:microsoft.com/office/officeart/2005/8/layout/list1"/>
    <dgm:cxn modelId="{46519B0F-7789-4635-8466-889FB411546C}" type="presParOf" srcId="{FA4A65FF-CA35-40E7-96CE-AB6470FA5D6A}" destId="{889456D4-A21E-4ABE-A2B4-F4E159421102}"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71EAE4-B026-4525-85E3-C3615E6B8A43}">
      <dsp:nvSpPr>
        <dsp:cNvPr id="0" name=""/>
        <dsp:cNvSpPr/>
      </dsp:nvSpPr>
      <dsp:spPr>
        <a:xfrm>
          <a:off x="0" y="145876"/>
          <a:ext cx="11883535" cy="79852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GB" sz="2100" b="1" kern="1200"/>
            <a:t>Session Recording</a:t>
          </a:r>
          <a:endParaRPr lang="en-GB" sz="2100" kern="1200"/>
        </a:p>
      </dsp:txBody>
      <dsp:txXfrm>
        <a:off x="38981" y="184857"/>
        <a:ext cx="11805573" cy="720562"/>
      </dsp:txXfrm>
    </dsp:sp>
    <dsp:sp modelId="{7B846167-ADC9-464B-A39F-E462D3CA5C60}">
      <dsp:nvSpPr>
        <dsp:cNvPr id="0" name=""/>
        <dsp:cNvSpPr/>
      </dsp:nvSpPr>
      <dsp:spPr>
        <a:xfrm>
          <a:off x="0" y="944401"/>
          <a:ext cx="11883535" cy="1304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7302"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kern="1200" dirty="0"/>
            <a:t>All training sessions are recorded to:</a:t>
          </a:r>
          <a:endParaRPr lang="en-GB" sz="1600" kern="1200" dirty="0"/>
        </a:p>
        <a:p>
          <a:pPr marL="342900" lvl="2" indent="-171450" algn="l" defTabSz="711200">
            <a:lnSpc>
              <a:spcPct val="90000"/>
            </a:lnSpc>
            <a:spcBef>
              <a:spcPct val="0"/>
            </a:spcBef>
            <a:spcAft>
              <a:spcPct val="20000"/>
            </a:spcAft>
            <a:buChar char="•"/>
          </a:pPr>
          <a:r>
            <a:rPr lang="en-GB" sz="1600" kern="1200"/>
            <a:t>Support learner progress</a:t>
          </a:r>
        </a:p>
        <a:p>
          <a:pPr marL="342900" lvl="2" indent="-171450" algn="l" defTabSz="711200">
            <a:lnSpc>
              <a:spcPct val="90000"/>
            </a:lnSpc>
            <a:spcBef>
              <a:spcPct val="0"/>
            </a:spcBef>
            <a:spcAft>
              <a:spcPct val="20000"/>
            </a:spcAft>
            <a:buChar char="•"/>
          </a:pPr>
          <a:r>
            <a:rPr lang="en-GB" sz="1600" kern="1200"/>
            <a:t>Enable review of content</a:t>
          </a:r>
        </a:p>
        <a:p>
          <a:pPr marL="342900" lvl="2" indent="-171450" algn="l" defTabSz="711200">
            <a:lnSpc>
              <a:spcPct val="90000"/>
            </a:lnSpc>
            <a:spcBef>
              <a:spcPct val="0"/>
            </a:spcBef>
            <a:spcAft>
              <a:spcPct val="20000"/>
            </a:spcAft>
            <a:buChar char="•"/>
          </a:pPr>
          <a:r>
            <a:rPr lang="en-US" sz="1600" kern="1200"/>
            <a:t>Maintain quality and compliance standards</a:t>
          </a:r>
          <a:endParaRPr lang="en-GB" sz="1600" kern="1200"/>
        </a:p>
        <a:p>
          <a:pPr marL="171450" lvl="1" indent="-171450" algn="l" defTabSz="711200">
            <a:lnSpc>
              <a:spcPct val="90000"/>
            </a:lnSpc>
            <a:spcBef>
              <a:spcPct val="0"/>
            </a:spcBef>
            <a:spcAft>
              <a:spcPct val="20000"/>
            </a:spcAft>
            <a:buChar char="•"/>
          </a:pPr>
          <a:r>
            <a:rPr lang="en-US" sz="1600" kern="1200"/>
            <a:t>By attending this session, you acknowledge that recording is taking place.</a:t>
          </a:r>
          <a:endParaRPr lang="en-GB" sz="1600" kern="1200"/>
        </a:p>
      </dsp:txBody>
      <dsp:txXfrm>
        <a:off x="0" y="944401"/>
        <a:ext cx="11883535" cy="1304100"/>
      </dsp:txXfrm>
    </dsp:sp>
    <dsp:sp modelId="{B572A4D5-6571-48AA-A905-6A06E4484385}">
      <dsp:nvSpPr>
        <dsp:cNvPr id="0" name=""/>
        <dsp:cNvSpPr/>
      </dsp:nvSpPr>
      <dsp:spPr>
        <a:xfrm>
          <a:off x="0" y="2248501"/>
          <a:ext cx="11883535" cy="79852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fr-FR" sz="2100" b="1" kern="1200"/>
            <a:t>Camera &amp; Participation Expectations</a:t>
          </a:r>
          <a:endParaRPr lang="en-GB" sz="2100" kern="1200"/>
        </a:p>
      </dsp:txBody>
      <dsp:txXfrm>
        <a:off x="38981" y="2287482"/>
        <a:ext cx="11805573" cy="720562"/>
      </dsp:txXfrm>
    </dsp:sp>
    <dsp:sp modelId="{10B94E7B-15F2-4141-BB59-B3D4C03A9028}">
      <dsp:nvSpPr>
        <dsp:cNvPr id="0" name=""/>
        <dsp:cNvSpPr/>
      </dsp:nvSpPr>
      <dsp:spPr>
        <a:xfrm>
          <a:off x="0" y="3047026"/>
          <a:ext cx="11883535" cy="1043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7302"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kern="1200"/>
            <a:t>To support engagement and attendance monitoring:</a:t>
          </a:r>
          <a:endParaRPr lang="en-GB" sz="1600" kern="1200"/>
        </a:p>
        <a:p>
          <a:pPr marL="342900" lvl="2" indent="-171450" algn="l" defTabSz="711200">
            <a:lnSpc>
              <a:spcPct val="90000"/>
            </a:lnSpc>
            <a:spcBef>
              <a:spcPct val="0"/>
            </a:spcBef>
            <a:spcAft>
              <a:spcPct val="20000"/>
            </a:spcAft>
            <a:buChar char="•"/>
          </a:pPr>
          <a:r>
            <a:rPr lang="en-US" sz="1600" kern="1200"/>
            <a:t>Cameras should remain on during the session</a:t>
          </a:r>
          <a:endParaRPr lang="en-GB" sz="1600" kern="1200"/>
        </a:p>
        <a:p>
          <a:pPr marL="342900" lvl="2" indent="-171450" algn="l" defTabSz="711200">
            <a:lnSpc>
              <a:spcPct val="90000"/>
            </a:lnSpc>
            <a:spcBef>
              <a:spcPct val="0"/>
            </a:spcBef>
            <a:spcAft>
              <a:spcPct val="20000"/>
            </a:spcAft>
            <a:buChar char="•"/>
          </a:pPr>
          <a:r>
            <a:rPr lang="en-US" sz="1600" kern="1200"/>
            <a:t>Please participate actively in discussions and activities</a:t>
          </a:r>
          <a:endParaRPr lang="en-GB" sz="1600" kern="1200"/>
        </a:p>
        <a:p>
          <a:pPr marL="342900" lvl="2" indent="-171450" algn="l" defTabSz="711200">
            <a:lnSpc>
              <a:spcPct val="90000"/>
            </a:lnSpc>
            <a:spcBef>
              <a:spcPct val="0"/>
            </a:spcBef>
            <a:spcAft>
              <a:spcPct val="20000"/>
            </a:spcAft>
            <a:buChar char="•"/>
          </a:pPr>
          <a:r>
            <a:rPr lang="en-US" sz="1600" kern="1200"/>
            <a:t>If you are unable to use your camera or microphone for any reason, please inform your tutor directly via chat or message.</a:t>
          </a:r>
          <a:endParaRPr lang="en-GB" sz="1600" kern="1200"/>
        </a:p>
      </dsp:txBody>
      <dsp:txXfrm>
        <a:off x="0" y="3047026"/>
        <a:ext cx="11883535" cy="1043280"/>
      </dsp:txXfrm>
    </dsp:sp>
    <dsp:sp modelId="{6F6CB04F-68D2-4C5C-8D4A-3DE017DABFAE}">
      <dsp:nvSpPr>
        <dsp:cNvPr id="0" name=""/>
        <dsp:cNvSpPr/>
      </dsp:nvSpPr>
      <dsp:spPr>
        <a:xfrm>
          <a:off x="0" y="4090306"/>
          <a:ext cx="11883535" cy="79852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dirty="0"/>
            <a:t>This session forms part of your professional apprenticeship experience. Please engage respectfully and professionally throughout.</a:t>
          </a:r>
          <a:endParaRPr lang="en-GB" sz="2100" kern="1200" dirty="0"/>
        </a:p>
      </dsp:txBody>
      <dsp:txXfrm>
        <a:off x="38981" y="4129287"/>
        <a:ext cx="11805573" cy="72056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0EC809-8A62-4994-AFA3-5836513960D1}">
      <dsp:nvSpPr>
        <dsp:cNvPr id="0" name=""/>
        <dsp:cNvSpPr/>
      </dsp:nvSpPr>
      <dsp:spPr>
        <a:xfrm>
          <a:off x="7939" y="306750"/>
          <a:ext cx="3429320" cy="2559915"/>
        </a:xfrm>
        <a:prstGeom prst="round2SameRect">
          <a:avLst>
            <a:gd name="adj1" fmla="val 8000"/>
            <a:gd name="adj2" fmla="val 0"/>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 tIns="53340" rIns="17780" bIns="17780" numCol="1" spcCol="1270" anchor="t" anchorCtr="0">
          <a:noAutofit/>
        </a:bodyPr>
        <a:lstStyle/>
        <a:p>
          <a:pPr marL="114300" lvl="1" indent="-114300" algn="l" defTabSz="622300">
            <a:lnSpc>
              <a:spcPct val="90000"/>
            </a:lnSpc>
            <a:spcBef>
              <a:spcPct val="0"/>
            </a:spcBef>
            <a:spcAft>
              <a:spcPct val="15000"/>
            </a:spcAft>
            <a:buNone/>
          </a:pPr>
          <a:r>
            <a:rPr lang="en-US" sz="1400" kern="1200" dirty="0"/>
            <a:t>Safeguarding protects individuals from harm, abuse, neglect, </a:t>
          </a:r>
          <a:r>
            <a:rPr lang="en-US" sz="1400" kern="1200" dirty="0" err="1"/>
            <a:t>radicalisation</a:t>
          </a:r>
          <a:r>
            <a:rPr lang="en-US" sz="1400" kern="1200" dirty="0"/>
            <a:t> and exploitation.</a:t>
          </a:r>
          <a:br>
            <a:rPr lang="en-US" sz="1400" kern="1200" dirty="0"/>
          </a:br>
          <a:endParaRPr lang="en-US" sz="1400" kern="1200" dirty="0"/>
        </a:p>
        <a:p>
          <a:pPr marL="114300" lvl="1" indent="-114300" algn="l" defTabSz="622300">
            <a:lnSpc>
              <a:spcPct val="90000"/>
            </a:lnSpc>
            <a:spcBef>
              <a:spcPct val="0"/>
            </a:spcBef>
            <a:spcAft>
              <a:spcPct val="15000"/>
            </a:spcAft>
            <a:buNone/>
          </a:pPr>
          <a:r>
            <a:rPr lang="en-US" sz="1400" kern="1200" dirty="0"/>
            <a:t>If you have a concern about yourself or someone else, email:</a:t>
          </a:r>
        </a:p>
        <a:p>
          <a:pPr marL="114300" lvl="1" indent="-114300" algn="l" defTabSz="622300">
            <a:lnSpc>
              <a:spcPct val="90000"/>
            </a:lnSpc>
            <a:spcBef>
              <a:spcPct val="0"/>
            </a:spcBef>
            <a:spcAft>
              <a:spcPct val="15000"/>
            </a:spcAft>
            <a:buNone/>
          </a:pPr>
          <a:r>
            <a:rPr lang="en-US" sz="1400" kern="1200" dirty="0">
              <a:hlinkClick xmlns:r="http://schemas.openxmlformats.org/officeDocument/2006/relationships" r:id="rId1"/>
            </a:rPr>
            <a:t>safeguarding@bpp.com</a:t>
          </a:r>
          <a:br>
            <a:rPr lang="en-US" sz="1400" kern="1200" dirty="0"/>
          </a:br>
          <a:br>
            <a:rPr lang="en-US" sz="1400" kern="1200" dirty="0"/>
          </a:br>
          <a:r>
            <a:rPr lang="en-US" sz="1400" kern="1200" dirty="0"/>
            <a:t>Or speak to your tutor privately.</a:t>
          </a:r>
          <a:br>
            <a:rPr lang="en-US" sz="1400" kern="1200" dirty="0"/>
          </a:br>
          <a:endParaRPr lang="en-US" sz="1400" kern="1200" dirty="0"/>
        </a:p>
        <a:p>
          <a:pPr marL="114300" lvl="1" indent="-114300" algn="l" defTabSz="622300">
            <a:lnSpc>
              <a:spcPct val="90000"/>
            </a:lnSpc>
            <a:spcBef>
              <a:spcPct val="0"/>
            </a:spcBef>
            <a:spcAft>
              <a:spcPct val="15000"/>
            </a:spcAft>
            <a:buNone/>
          </a:pPr>
          <a:r>
            <a:rPr lang="en-US" sz="1400" kern="1200" dirty="0"/>
            <a:t>We treat all concerns seriously and confidentially.</a:t>
          </a:r>
        </a:p>
      </dsp:txBody>
      <dsp:txXfrm>
        <a:off x="67921" y="366732"/>
        <a:ext cx="3309356" cy="2499933"/>
      </dsp:txXfrm>
    </dsp:sp>
    <dsp:sp modelId="{48F786DA-DE1C-49AB-A9EC-F4B26E445636}">
      <dsp:nvSpPr>
        <dsp:cNvPr id="0" name=""/>
        <dsp:cNvSpPr/>
      </dsp:nvSpPr>
      <dsp:spPr>
        <a:xfrm>
          <a:off x="7939" y="2866665"/>
          <a:ext cx="3429320" cy="1100763"/>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0" rIns="35560" bIns="0" numCol="1" spcCol="1270" anchor="ctr" anchorCtr="0">
          <a:noAutofit/>
        </a:bodyPr>
        <a:lstStyle/>
        <a:p>
          <a:pPr marL="0" lvl="0" indent="0" algn="l" defTabSz="1244600">
            <a:lnSpc>
              <a:spcPct val="90000"/>
            </a:lnSpc>
            <a:spcBef>
              <a:spcPct val="0"/>
            </a:spcBef>
            <a:spcAft>
              <a:spcPct val="35000"/>
            </a:spcAft>
            <a:buNone/>
          </a:pPr>
          <a:r>
            <a:rPr lang="en-GB" sz="2800" b="1" kern="1200" dirty="0"/>
            <a:t>Safeguarding</a:t>
          </a:r>
          <a:endParaRPr lang="en-GB" sz="2800" kern="1200" dirty="0"/>
        </a:p>
      </dsp:txBody>
      <dsp:txXfrm>
        <a:off x="7939" y="2866665"/>
        <a:ext cx="2415014" cy="1100763"/>
      </dsp:txXfrm>
    </dsp:sp>
    <dsp:sp modelId="{D9ADFEC3-3FB9-439A-9A95-7FF03D05B279}">
      <dsp:nvSpPr>
        <dsp:cNvPr id="0" name=""/>
        <dsp:cNvSpPr/>
      </dsp:nvSpPr>
      <dsp:spPr>
        <a:xfrm>
          <a:off x="2519964" y="3041511"/>
          <a:ext cx="1200262" cy="1200262"/>
        </a:xfrm>
        <a:prstGeom prst="ellipse">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1905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ED92AB1-FC73-4B9A-8E1D-4ACFC692581E}">
      <dsp:nvSpPr>
        <dsp:cNvPr id="0" name=""/>
        <dsp:cNvSpPr/>
      </dsp:nvSpPr>
      <dsp:spPr>
        <a:xfrm>
          <a:off x="4017584" y="306750"/>
          <a:ext cx="3429320" cy="2559915"/>
        </a:xfrm>
        <a:prstGeom prst="round2SameRect">
          <a:avLst>
            <a:gd name="adj1" fmla="val 8000"/>
            <a:gd name="adj2" fmla="val 0"/>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 tIns="53340" rIns="17780" bIns="17780" numCol="1" spcCol="1270" anchor="t" anchorCtr="0">
          <a:noAutofit/>
        </a:bodyPr>
        <a:lstStyle/>
        <a:p>
          <a:pPr marL="114300" lvl="1" indent="-114300" algn="l" defTabSz="622300">
            <a:lnSpc>
              <a:spcPct val="90000"/>
            </a:lnSpc>
            <a:spcBef>
              <a:spcPct val="0"/>
            </a:spcBef>
            <a:spcAft>
              <a:spcPct val="15000"/>
            </a:spcAft>
            <a:buNone/>
          </a:pPr>
          <a:r>
            <a:rPr lang="en-US" sz="1400" kern="1200" dirty="0"/>
            <a:t>The British Values are:</a:t>
          </a:r>
          <a:br>
            <a:rPr lang="en-US" sz="1400" kern="1200" dirty="0"/>
          </a:br>
          <a:endParaRPr lang="en-GB" sz="1400" b="1" kern="1200" dirty="0"/>
        </a:p>
        <a:p>
          <a:pPr marL="228600" lvl="2" indent="-114300" algn="l" defTabSz="622300">
            <a:lnSpc>
              <a:spcPct val="90000"/>
            </a:lnSpc>
            <a:spcBef>
              <a:spcPct val="0"/>
            </a:spcBef>
            <a:spcAft>
              <a:spcPct val="15000"/>
            </a:spcAft>
            <a:buNone/>
          </a:pPr>
          <a:r>
            <a:rPr lang="en-US" sz="1400" b="1" kern="1200" dirty="0"/>
            <a:t>1. Democracy</a:t>
          </a:r>
          <a:endParaRPr lang="en-GB" sz="1400" b="1" kern="1200" dirty="0"/>
        </a:p>
        <a:p>
          <a:pPr marL="228600" lvl="2" indent="-114300" algn="l" defTabSz="622300">
            <a:lnSpc>
              <a:spcPct val="90000"/>
            </a:lnSpc>
            <a:spcBef>
              <a:spcPct val="0"/>
            </a:spcBef>
            <a:spcAft>
              <a:spcPct val="15000"/>
            </a:spcAft>
            <a:buNone/>
          </a:pPr>
          <a:r>
            <a:rPr lang="en-US" sz="1400" b="1" kern="1200" dirty="0"/>
            <a:t>2. Rule of Law</a:t>
          </a:r>
          <a:endParaRPr lang="en-GB" sz="1400" b="1" kern="1200" dirty="0"/>
        </a:p>
        <a:p>
          <a:pPr marL="228600" lvl="2" indent="-114300" algn="l" defTabSz="622300">
            <a:lnSpc>
              <a:spcPct val="90000"/>
            </a:lnSpc>
            <a:spcBef>
              <a:spcPct val="0"/>
            </a:spcBef>
            <a:spcAft>
              <a:spcPct val="15000"/>
            </a:spcAft>
            <a:buNone/>
          </a:pPr>
          <a:r>
            <a:rPr lang="en-US" sz="1400" b="1" kern="1200" dirty="0"/>
            <a:t>3. Individual Liberty</a:t>
          </a:r>
          <a:endParaRPr lang="en-GB" sz="1400" b="1" kern="1200" dirty="0"/>
        </a:p>
        <a:p>
          <a:pPr marL="228600" lvl="2" indent="-114300" algn="l" defTabSz="622300">
            <a:lnSpc>
              <a:spcPct val="90000"/>
            </a:lnSpc>
            <a:spcBef>
              <a:spcPct val="0"/>
            </a:spcBef>
            <a:spcAft>
              <a:spcPct val="15000"/>
            </a:spcAft>
            <a:buNone/>
          </a:pPr>
          <a:r>
            <a:rPr lang="en-US" sz="1400" b="1" kern="1200" dirty="0"/>
            <a:t>4. Mutual Respect</a:t>
          </a:r>
          <a:endParaRPr lang="en-GB" sz="1400" b="1" kern="1200" dirty="0"/>
        </a:p>
        <a:p>
          <a:pPr marL="228600" lvl="2" indent="-114300" algn="l" defTabSz="622300">
            <a:lnSpc>
              <a:spcPct val="90000"/>
            </a:lnSpc>
            <a:spcBef>
              <a:spcPct val="0"/>
            </a:spcBef>
            <a:spcAft>
              <a:spcPct val="15000"/>
            </a:spcAft>
            <a:buNone/>
          </a:pPr>
          <a:r>
            <a:rPr lang="en-US" sz="1400" b="1" kern="1200" dirty="0"/>
            <a:t>5. Tolerance of Different Faiths and Beliefs</a:t>
          </a:r>
          <a:br>
            <a:rPr lang="en-US" sz="1400" b="1" kern="1200" dirty="0"/>
          </a:br>
          <a:endParaRPr lang="en-GB" sz="1400" b="1" kern="1200" dirty="0"/>
        </a:p>
        <a:p>
          <a:pPr marL="114300" lvl="1" indent="-114300" algn="l" defTabSz="622300">
            <a:lnSpc>
              <a:spcPct val="90000"/>
            </a:lnSpc>
            <a:spcBef>
              <a:spcPct val="0"/>
            </a:spcBef>
            <a:spcAft>
              <a:spcPct val="15000"/>
            </a:spcAft>
            <a:buNone/>
          </a:pPr>
          <a:r>
            <a:rPr lang="en-US" sz="1400" kern="1200" dirty="0"/>
            <a:t>These values underpin everything we do in professional and digital environments.</a:t>
          </a:r>
        </a:p>
      </dsp:txBody>
      <dsp:txXfrm>
        <a:off x="4077566" y="366732"/>
        <a:ext cx="3309356" cy="2499933"/>
      </dsp:txXfrm>
    </dsp:sp>
    <dsp:sp modelId="{73228723-6C68-46A8-96CF-D4508B53BCEB}">
      <dsp:nvSpPr>
        <dsp:cNvPr id="0" name=""/>
        <dsp:cNvSpPr/>
      </dsp:nvSpPr>
      <dsp:spPr>
        <a:xfrm>
          <a:off x="4017584" y="2866665"/>
          <a:ext cx="3429320" cy="1100763"/>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0" rIns="35560" bIns="0" numCol="1" spcCol="1270" anchor="ctr" anchorCtr="0">
          <a:noAutofit/>
        </a:bodyPr>
        <a:lstStyle/>
        <a:p>
          <a:pPr marL="0" lvl="0" indent="0" algn="l" defTabSz="1244600">
            <a:lnSpc>
              <a:spcPct val="90000"/>
            </a:lnSpc>
            <a:spcBef>
              <a:spcPct val="0"/>
            </a:spcBef>
            <a:spcAft>
              <a:spcPct val="35000"/>
            </a:spcAft>
            <a:buNone/>
          </a:pPr>
          <a:r>
            <a:rPr lang="en-GB" sz="2800" b="1" kern="1200" dirty="0"/>
            <a:t>British Values</a:t>
          </a:r>
          <a:endParaRPr lang="en-GB" sz="2800" kern="1200" dirty="0"/>
        </a:p>
      </dsp:txBody>
      <dsp:txXfrm>
        <a:off x="4017584" y="2866665"/>
        <a:ext cx="2415014" cy="1100763"/>
      </dsp:txXfrm>
    </dsp:sp>
    <dsp:sp modelId="{B04E7D05-003F-4073-A2E0-8A6D05F1F5E9}">
      <dsp:nvSpPr>
        <dsp:cNvPr id="0" name=""/>
        <dsp:cNvSpPr/>
      </dsp:nvSpPr>
      <dsp:spPr>
        <a:xfrm>
          <a:off x="6529608" y="3041511"/>
          <a:ext cx="1200262" cy="1200262"/>
        </a:xfrm>
        <a:prstGeom prst="ellipse">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1905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46A71B0-4F5B-47B2-8980-46D3D2DDB15D}">
      <dsp:nvSpPr>
        <dsp:cNvPr id="0" name=""/>
        <dsp:cNvSpPr/>
      </dsp:nvSpPr>
      <dsp:spPr>
        <a:xfrm>
          <a:off x="8027228" y="306750"/>
          <a:ext cx="3429320" cy="2559915"/>
        </a:xfrm>
        <a:prstGeom prst="round2SameRect">
          <a:avLst>
            <a:gd name="adj1" fmla="val 8000"/>
            <a:gd name="adj2" fmla="val 0"/>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 tIns="53340" rIns="17780" bIns="17780" numCol="1" spcCol="1270" anchor="t" anchorCtr="0">
          <a:noAutofit/>
        </a:bodyPr>
        <a:lstStyle/>
        <a:p>
          <a:pPr marL="114300" lvl="1" indent="-114300" algn="l" defTabSz="622300">
            <a:lnSpc>
              <a:spcPct val="90000"/>
            </a:lnSpc>
            <a:spcBef>
              <a:spcPct val="0"/>
            </a:spcBef>
            <a:spcAft>
              <a:spcPct val="15000"/>
            </a:spcAft>
            <a:buNone/>
          </a:pPr>
          <a:r>
            <a:rPr lang="en-US" sz="1400" kern="1200" dirty="0"/>
            <a:t>Prevent is about protecting people from being drawn into extremism or </a:t>
          </a:r>
          <a:r>
            <a:rPr lang="en-US" sz="1400" kern="1200" dirty="0" err="1"/>
            <a:t>radicalisation</a:t>
          </a:r>
          <a:r>
            <a:rPr lang="en-US" sz="1400" kern="1200" dirty="0"/>
            <a:t>.</a:t>
          </a:r>
          <a:br>
            <a:rPr lang="en-US" sz="1400" kern="1200" dirty="0"/>
          </a:br>
          <a:endParaRPr lang="en-US" sz="1400" kern="1200" dirty="0"/>
        </a:p>
        <a:p>
          <a:pPr marL="114300" lvl="1" indent="-114300" algn="l" defTabSz="622300">
            <a:lnSpc>
              <a:spcPct val="90000"/>
            </a:lnSpc>
            <a:spcBef>
              <a:spcPct val="0"/>
            </a:spcBef>
            <a:spcAft>
              <a:spcPct val="15000"/>
            </a:spcAft>
            <a:buNone/>
          </a:pPr>
          <a:r>
            <a:rPr lang="en-US" sz="1400" kern="1200" dirty="0"/>
            <a:t>In our </a:t>
          </a:r>
          <a:r>
            <a:rPr lang="en-US" sz="1400" kern="1200" dirty="0" err="1"/>
            <a:t>programmes</a:t>
          </a:r>
          <a:r>
            <a:rPr lang="en-US" sz="1400" kern="1200" dirty="0"/>
            <a:t>, Prevent links to:</a:t>
          </a:r>
          <a:br>
            <a:rPr lang="en-US" sz="1400" kern="1200" dirty="0"/>
          </a:br>
          <a:br>
            <a:rPr lang="en-US" sz="1400" kern="1200" dirty="0"/>
          </a:br>
          <a:r>
            <a:rPr lang="en-US" sz="1400" b="1" kern="1200" dirty="0"/>
            <a:t>• Online safety</a:t>
          </a:r>
          <a:br>
            <a:rPr lang="en-US" sz="1400" b="1" kern="1200" dirty="0"/>
          </a:br>
          <a:r>
            <a:rPr lang="en-US" sz="1400" b="1" kern="1200" dirty="0"/>
            <a:t>• Digital responsibility</a:t>
          </a:r>
          <a:br>
            <a:rPr lang="en-US" sz="1400" b="1" kern="1200" dirty="0"/>
          </a:br>
          <a:r>
            <a:rPr lang="en-US" sz="1400" b="1" kern="1200" dirty="0"/>
            <a:t>• Critical thinking</a:t>
          </a:r>
          <a:br>
            <a:rPr lang="en-US" sz="1400" b="1" kern="1200" dirty="0"/>
          </a:br>
          <a:r>
            <a:rPr lang="en-US" sz="1400" b="1" kern="1200" dirty="0"/>
            <a:t>• Professional ethics</a:t>
          </a:r>
        </a:p>
      </dsp:txBody>
      <dsp:txXfrm>
        <a:off x="8087210" y="366732"/>
        <a:ext cx="3309356" cy="2499933"/>
      </dsp:txXfrm>
    </dsp:sp>
    <dsp:sp modelId="{A330D0D8-36E0-4D22-9693-859DCEFD00F6}">
      <dsp:nvSpPr>
        <dsp:cNvPr id="0" name=""/>
        <dsp:cNvSpPr/>
      </dsp:nvSpPr>
      <dsp:spPr>
        <a:xfrm>
          <a:off x="8027228" y="2866665"/>
          <a:ext cx="3429320" cy="1100763"/>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0" rIns="35560" bIns="0" numCol="1" spcCol="1270" anchor="ctr" anchorCtr="0">
          <a:noAutofit/>
        </a:bodyPr>
        <a:lstStyle/>
        <a:p>
          <a:pPr marL="0" lvl="0" indent="0" algn="l" defTabSz="1244600">
            <a:lnSpc>
              <a:spcPct val="90000"/>
            </a:lnSpc>
            <a:spcBef>
              <a:spcPct val="0"/>
            </a:spcBef>
            <a:spcAft>
              <a:spcPct val="35000"/>
            </a:spcAft>
            <a:buNone/>
          </a:pPr>
          <a:r>
            <a:rPr lang="en-GB" sz="2800" b="1" kern="1200" dirty="0"/>
            <a:t>Prevent</a:t>
          </a:r>
          <a:endParaRPr lang="en-GB" sz="2800" kern="1200" dirty="0"/>
        </a:p>
      </dsp:txBody>
      <dsp:txXfrm>
        <a:off x="8027228" y="2866665"/>
        <a:ext cx="2415014" cy="1100763"/>
      </dsp:txXfrm>
    </dsp:sp>
    <dsp:sp modelId="{C95D7B44-50D7-459C-A076-A823BE9D40B9}">
      <dsp:nvSpPr>
        <dsp:cNvPr id="0" name=""/>
        <dsp:cNvSpPr/>
      </dsp:nvSpPr>
      <dsp:spPr>
        <a:xfrm>
          <a:off x="10539252" y="3041511"/>
          <a:ext cx="1200262" cy="1200262"/>
        </a:xfrm>
        <a:prstGeom prst="ellipse">
          <a:avLst/>
        </a:prstGeom>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1905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5362AD-1342-440E-B83B-4C38A569D1D0}">
      <dsp:nvSpPr>
        <dsp:cNvPr id="0" name=""/>
        <dsp:cNvSpPr/>
      </dsp:nvSpPr>
      <dsp:spPr>
        <a:xfrm>
          <a:off x="0" y="227424"/>
          <a:ext cx="9801225" cy="626062"/>
        </a:xfrm>
        <a:prstGeom prst="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0684" tIns="312420" rIns="760684" bIns="106680" numCol="1" spcCol="1270" anchor="t" anchorCtr="0">
          <a:noAutofit/>
        </a:bodyPr>
        <a:lstStyle/>
        <a:p>
          <a:pPr marL="114300" lvl="1" indent="-114300" algn="l" defTabSz="666750">
            <a:lnSpc>
              <a:spcPct val="90000"/>
            </a:lnSpc>
            <a:spcBef>
              <a:spcPct val="0"/>
            </a:spcBef>
            <a:spcAft>
              <a:spcPct val="15000"/>
            </a:spcAft>
            <a:buChar char="•"/>
          </a:pPr>
          <a:r>
            <a:rPr lang="en-GB" sz="1500" kern="1200" dirty="0"/>
            <a:t>Identify the roles within the software development lifecycle</a:t>
          </a:r>
        </a:p>
      </dsp:txBody>
      <dsp:txXfrm>
        <a:off x="0" y="227424"/>
        <a:ext cx="9801225" cy="626062"/>
      </dsp:txXfrm>
    </dsp:sp>
    <dsp:sp modelId="{A29992BC-CE79-45CF-91EE-10CAE2D0BA85}">
      <dsp:nvSpPr>
        <dsp:cNvPr id="0" name=""/>
        <dsp:cNvSpPr/>
      </dsp:nvSpPr>
      <dsp:spPr>
        <a:xfrm>
          <a:off x="490061" y="6024"/>
          <a:ext cx="6860857" cy="44280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9324" tIns="0" rIns="259324" bIns="0" numCol="1" spcCol="1270" anchor="ctr" anchorCtr="0">
          <a:noAutofit/>
        </a:bodyPr>
        <a:lstStyle/>
        <a:p>
          <a:pPr marL="0" lvl="0" indent="0" algn="l" defTabSz="666750">
            <a:lnSpc>
              <a:spcPct val="90000"/>
            </a:lnSpc>
            <a:spcBef>
              <a:spcPct val="0"/>
            </a:spcBef>
            <a:spcAft>
              <a:spcPct val="35000"/>
            </a:spcAft>
            <a:buNone/>
          </a:pPr>
          <a:r>
            <a:rPr lang="en-GB" sz="1500" kern="1200"/>
            <a:t>Identify</a:t>
          </a:r>
          <a:endParaRPr lang="en-GB" sz="1500" kern="1200" dirty="0"/>
        </a:p>
      </dsp:txBody>
      <dsp:txXfrm>
        <a:off x="511677" y="27640"/>
        <a:ext cx="6817625" cy="399568"/>
      </dsp:txXfrm>
    </dsp:sp>
    <dsp:sp modelId="{74A84089-B907-4828-9650-8CD4E281D90D}">
      <dsp:nvSpPr>
        <dsp:cNvPr id="0" name=""/>
        <dsp:cNvSpPr/>
      </dsp:nvSpPr>
      <dsp:spPr>
        <a:xfrm>
          <a:off x="0" y="1155887"/>
          <a:ext cx="9801225" cy="626062"/>
        </a:xfrm>
        <a:prstGeom prst="rect">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0684" tIns="312420" rIns="760684" bIns="106680" numCol="1" spcCol="1270" anchor="t" anchorCtr="0">
          <a:noAutofit/>
        </a:bodyPr>
        <a:lstStyle/>
        <a:p>
          <a:pPr marL="114300" lvl="1" indent="-114300" algn="l" defTabSz="666750">
            <a:lnSpc>
              <a:spcPct val="90000"/>
            </a:lnSpc>
            <a:spcBef>
              <a:spcPct val="0"/>
            </a:spcBef>
            <a:spcAft>
              <a:spcPct val="15000"/>
            </a:spcAft>
            <a:buChar char="•"/>
          </a:pPr>
          <a:r>
            <a:rPr lang="en-GB" sz="1500" kern="1200" dirty="0"/>
            <a:t>Describe the responsibilities of each role</a:t>
          </a:r>
        </a:p>
      </dsp:txBody>
      <dsp:txXfrm>
        <a:off x="0" y="1155887"/>
        <a:ext cx="9801225" cy="626062"/>
      </dsp:txXfrm>
    </dsp:sp>
    <dsp:sp modelId="{C0195C7D-1C4E-4579-A362-79C788B1FFE1}">
      <dsp:nvSpPr>
        <dsp:cNvPr id="0" name=""/>
        <dsp:cNvSpPr/>
      </dsp:nvSpPr>
      <dsp:spPr>
        <a:xfrm>
          <a:off x="490061" y="934487"/>
          <a:ext cx="6860857" cy="442800"/>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9324" tIns="0" rIns="259324" bIns="0" numCol="1" spcCol="1270" anchor="ctr" anchorCtr="0">
          <a:noAutofit/>
        </a:bodyPr>
        <a:lstStyle/>
        <a:p>
          <a:pPr marL="0" lvl="0" indent="0" algn="l" defTabSz="666750">
            <a:lnSpc>
              <a:spcPct val="90000"/>
            </a:lnSpc>
            <a:spcBef>
              <a:spcPct val="0"/>
            </a:spcBef>
            <a:spcAft>
              <a:spcPct val="35000"/>
            </a:spcAft>
            <a:buNone/>
          </a:pPr>
          <a:r>
            <a:rPr lang="en-GB" sz="1500" kern="1200" dirty="0">
              <a:solidFill>
                <a:schemeClr val="tx2"/>
              </a:solidFill>
            </a:rPr>
            <a:t>Describe</a:t>
          </a:r>
        </a:p>
      </dsp:txBody>
      <dsp:txXfrm>
        <a:off x="511677" y="956103"/>
        <a:ext cx="6817625" cy="399568"/>
      </dsp:txXfrm>
    </dsp:sp>
    <dsp:sp modelId="{EC23C8E2-0FE5-4E55-B6AD-30A472D24649}">
      <dsp:nvSpPr>
        <dsp:cNvPr id="0" name=""/>
        <dsp:cNvSpPr/>
      </dsp:nvSpPr>
      <dsp:spPr>
        <a:xfrm>
          <a:off x="0" y="2084350"/>
          <a:ext cx="9801225" cy="626062"/>
        </a:xfrm>
        <a:prstGeom prst="rect">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0684" tIns="312420" rIns="760684" bIns="106680" numCol="1" spcCol="1270" anchor="t" anchorCtr="0">
          <a:noAutofit/>
        </a:bodyPr>
        <a:lstStyle/>
        <a:p>
          <a:pPr marL="114300" lvl="1" indent="-114300" algn="l" defTabSz="666750">
            <a:lnSpc>
              <a:spcPct val="90000"/>
            </a:lnSpc>
            <a:spcBef>
              <a:spcPct val="0"/>
            </a:spcBef>
            <a:spcAft>
              <a:spcPct val="15000"/>
            </a:spcAft>
            <a:buChar char="•"/>
          </a:pPr>
          <a:r>
            <a:rPr lang="en-GB" sz="1500" kern="1200" dirty="0"/>
            <a:t>Discuss how the different roles interact with each other</a:t>
          </a:r>
        </a:p>
      </dsp:txBody>
      <dsp:txXfrm>
        <a:off x="0" y="2084350"/>
        <a:ext cx="9801225" cy="626062"/>
      </dsp:txXfrm>
    </dsp:sp>
    <dsp:sp modelId="{57DF4BC5-7C6F-44AB-9389-CB264130D7A7}">
      <dsp:nvSpPr>
        <dsp:cNvPr id="0" name=""/>
        <dsp:cNvSpPr/>
      </dsp:nvSpPr>
      <dsp:spPr>
        <a:xfrm>
          <a:off x="490061" y="1862950"/>
          <a:ext cx="6860857" cy="442800"/>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9324" tIns="0" rIns="259324" bIns="0" numCol="1" spcCol="1270" anchor="ctr" anchorCtr="0">
          <a:noAutofit/>
        </a:bodyPr>
        <a:lstStyle/>
        <a:p>
          <a:pPr marL="0" lvl="0" indent="0" algn="l" defTabSz="666750">
            <a:lnSpc>
              <a:spcPct val="90000"/>
            </a:lnSpc>
            <a:spcBef>
              <a:spcPct val="0"/>
            </a:spcBef>
            <a:spcAft>
              <a:spcPct val="35000"/>
            </a:spcAft>
            <a:buNone/>
          </a:pPr>
          <a:r>
            <a:rPr lang="en-GB" sz="1500" kern="1200"/>
            <a:t>Discuss</a:t>
          </a:r>
          <a:endParaRPr lang="en-GB" sz="1500" kern="1200" dirty="0"/>
        </a:p>
      </dsp:txBody>
      <dsp:txXfrm>
        <a:off x="511677" y="1884566"/>
        <a:ext cx="6817625" cy="399568"/>
      </dsp:txXfrm>
    </dsp:sp>
    <dsp:sp modelId="{66E6236C-B0DD-4B5F-88BD-48A25F5F1FE8}">
      <dsp:nvSpPr>
        <dsp:cNvPr id="0" name=""/>
        <dsp:cNvSpPr/>
      </dsp:nvSpPr>
      <dsp:spPr>
        <a:xfrm>
          <a:off x="0" y="3012812"/>
          <a:ext cx="9801225" cy="626062"/>
        </a:xfrm>
        <a:prstGeom prst="rect">
          <a:avLst/>
        </a:prstGeom>
        <a:solidFill>
          <a:schemeClr val="lt1">
            <a:alpha val="90000"/>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0684" tIns="312420" rIns="760684" bIns="106680" numCol="1" spcCol="1270" anchor="t" anchorCtr="0">
          <a:noAutofit/>
        </a:bodyPr>
        <a:lstStyle/>
        <a:p>
          <a:pPr marL="114300" lvl="1" indent="-114300" algn="l" defTabSz="666750">
            <a:lnSpc>
              <a:spcPct val="90000"/>
            </a:lnSpc>
            <a:spcBef>
              <a:spcPct val="0"/>
            </a:spcBef>
            <a:spcAft>
              <a:spcPct val="15000"/>
            </a:spcAft>
            <a:buChar char="•"/>
          </a:pPr>
          <a:r>
            <a:rPr lang="en-GB" sz="1500" kern="1200" dirty="0"/>
            <a:t>Compare and Contrast theories related to making teams work effectively</a:t>
          </a:r>
        </a:p>
      </dsp:txBody>
      <dsp:txXfrm>
        <a:off x="0" y="3012812"/>
        <a:ext cx="9801225" cy="626062"/>
      </dsp:txXfrm>
    </dsp:sp>
    <dsp:sp modelId="{D52E2F00-4165-4B3D-9322-590CA8FE3340}">
      <dsp:nvSpPr>
        <dsp:cNvPr id="0" name=""/>
        <dsp:cNvSpPr/>
      </dsp:nvSpPr>
      <dsp:spPr>
        <a:xfrm>
          <a:off x="490061" y="2791412"/>
          <a:ext cx="6860857" cy="44280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9324" tIns="0" rIns="259324" bIns="0" numCol="1" spcCol="1270" anchor="ctr" anchorCtr="0">
          <a:noAutofit/>
        </a:bodyPr>
        <a:lstStyle/>
        <a:p>
          <a:pPr marL="0" lvl="0" indent="0" algn="l" defTabSz="666750">
            <a:lnSpc>
              <a:spcPct val="90000"/>
            </a:lnSpc>
            <a:spcBef>
              <a:spcPct val="0"/>
            </a:spcBef>
            <a:spcAft>
              <a:spcPct val="35000"/>
            </a:spcAft>
            <a:buNone/>
          </a:pPr>
          <a:r>
            <a:rPr lang="en-GB" sz="1500" kern="1200"/>
            <a:t>Compare and Contrast</a:t>
          </a:r>
          <a:endParaRPr lang="en-GB" sz="1500" kern="1200" dirty="0"/>
        </a:p>
      </dsp:txBody>
      <dsp:txXfrm>
        <a:off x="511677" y="2813028"/>
        <a:ext cx="6817625" cy="39956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C92FEE-9F73-4199-8A9C-D257787AC3A6}">
      <dsp:nvSpPr>
        <dsp:cNvPr id="0" name=""/>
        <dsp:cNvSpPr/>
      </dsp:nvSpPr>
      <dsp:spPr>
        <a:xfrm>
          <a:off x="3443" y="0"/>
          <a:ext cx="9573993" cy="116298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GB" sz="2400" kern="1200" dirty="0"/>
            <a:t>Takes the business needs and converts them into requirements making sure documentation is correctly completed</a:t>
          </a:r>
        </a:p>
      </dsp:txBody>
      <dsp:txXfrm>
        <a:off x="37506" y="34063"/>
        <a:ext cx="9505867" cy="1094861"/>
      </dsp:txXfrm>
    </dsp:sp>
    <dsp:sp modelId="{4542B2A6-2208-4E81-9C1E-3FE518047EB0}">
      <dsp:nvSpPr>
        <dsp:cNvPr id="0" name=""/>
        <dsp:cNvSpPr/>
      </dsp:nvSpPr>
      <dsp:spPr>
        <a:xfrm>
          <a:off x="3443" y="1406106"/>
          <a:ext cx="3022093" cy="1162987"/>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GB" sz="1900" kern="1200" dirty="0"/>
            <a:t>Define the scope and prioritise it providing technological solutions</a:t>
          </a:r>
        </a:p>
      </dsp:txBody>
      <dsp:txXfrm>
        <a:off x="37506" y="1440169"/>
        <a:ext cx="2953967" cy="1094861"/>
      </dsp:txXfrm>
    </dsp:sp>
    <dsp:sp modelId="{D271AB36-0306-41A0-9FA5-DFDBBDCD799F}">
      <dsp:nvSpPr>
        <dsp:cNvPr id="0" name=""/>
        <dsp:cNvSpPr/>
      </dsp:nvSpPr>
      <dsp:spPr>
        <a:xfrm>
          <a:off x="3279393" y="1406106"/>
          <a:ext cx="3022093" cy="1162987"/>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GB" sz="1900" kern="1200" dirty="0"/>
            <a:t>Define, analyse and manage the technical and business requirements</a:t>
          </a:r>
        </a:p>
      </dsp:txBody>
      <dsp:txXfrm>
        <a:off x="3313456" y="1440169"/>
        <a:ext cx="2953967" cy="1094861"/>
      </dsp:txXfrm>
    </dsp:sp>
    <dsp:sp modelId="{3EC55727-A436-454C-ACB0-6CA58FB320DE}">
      <dsp:nvSpPr>
        <dsp:cNvPr id="0" name=""/>
        <dsp:cNvSpPr/>
      </dsp:nvSpPr>
      <dsp:spPr>
        <a:xfrm>
          <a:off x="6555342" y="1406106"/>
          <a:ext cx="3022093" cy="1162987"/>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GB" sz="1900" kern="1200" dirty="0"/>
            <a:t>Verify that project deliverables meet the requirements</a:t>
          </a:r>
        </a:p>
      </dsp:txBody>
      <dsp:txXfrm>
        <a:off x="6589405" y="1440169"/>
        <a:ext cx="2953967" cy="109486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C92FEE-9F73-4199-8A9C-D257787AC3A6}">
      <dsp:nvSpPr>
        <dsp:cNvPr id="0" name=""/>
        <dsp:cNvSpPr/>
      </dsp:nvSpPr>
      <dsp:spPr>
        <a:xfrm>
          <a:off x="3443" y="0"/>
          <a:ext cx="9573993" cy="116298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GB" sz="2400" kern="1200"/>
            <a:t>Controls the software project. Focuses on the ‘who, what, where, when and how’ of the plan and makes sure the project achieves its goals</a:t>
          </a:r>
          <a:endParaRPr lang="en-GB" sz="2400" kern="1200" dirty="0"/>
        </a:p>
      </dsp:txBody>
      <dsp:txXfrm>
        <a:off x="37506" y="34063"/>
        <a:ext cx="9505867" cy="1094861"/>
      </dsp:txXfrm>
    </dsp:sp>
    <dsp:sp modelId="{095A58E8-F66A-4E29-A558-01E2E28CA878}">
      <dsp:nvSpPr>
        <dsp:cNvPr id="0" name=""/>
        <dsp:cNvSpPr/>
      </dsp:nvSpPr>
      <dsp:spPr>
        <a:xfrm>
          <a:off x="3443" y="1406106"/>
          <a:ext cx="3022093" cy="1162987"/>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dirty="0"/>
            <a:t>Develop a project plan</a:t>
          </a:r>
        </a:p>
      </dsp:txBody>
      <dsp:txXfrm>
        <a:off x="37506" y="1440169"/>
        <a:ext cx="2953967" cy="1094861"/>
      </dsp:txXfrm>
    </dsp:sp>
    <dsp:sp modelId="{76D142E2-1BDD-474C-9B9E-B0D64CABBE56}">
      <dsp:nvSpPr>
        <dsp:cNvPr id="0" name=""/>
        <dsp:cNvSpPr/>
      </dsp:nvSpPr>
      <dsp:spPr>
        <a:xfrm>
          <a:off x="3279393" y="1406106"/>
          <a:ext cx="3022093" cy="1162987"/>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dirty="0"/>
            <a:t>Plan, estimate and manage resources and budget</a:t>
          </a:r>
        </a:p>
      </dsp:txBody>
      <dsp:txXfrm>
        <a:off x="3313456" y="1440169"/>
        <a:ext cx="2953967" cy="1094861"/>
      </dsp:txXfrm>
    </dsp:sp>
    <dsp:sp modelId="{D0D22C50-467E-4818-8511-05BCB29F5EAE}">
      <dsp:nvSpPr>
        <dsp:cNvPr id="0" name=""/>
        <dsp:cNvSpPr/>
      </dsp:nvSpPr>
      <dsp:spPr>
        <a:xfrm>
          <a:off x="6555342" y="1406106"/>
          <a:ext cx="3022093" cy="1162987"/>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dirty="0"/>
            <a:t>Provide regular updates to senior management and stakeholders</a:t>
          </a:r>
        </a:p>
      </dsp:txBody>
      <dsp:txXfrm>
        <a:off x="6589405" y="1440169"/>
        <a:ext cx="2953967" cy="109486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C92FEE-9F73-4199-8A9C-D257787AC3A6}">
      <dsp:nvSpPr>
        <dsp:cNvPr id="0" name=""/>
        <dsp:cNvSpPr/>
      </dsp:nvSpPr>
      <dsp:spPr>
        <a:xfrm>
          <a:off x="3443" y="0"/>
          <a:ext cx="9573993" cy="116298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Act as a mentor to help keep the team focused on their tasks, to ensure work is delivered on time and that the project meets its goals</a:t>
          </a:r>
          <a:endParaRPr lang="en-GB" sz="2400" kern="1200" dirty="0"/>
        </a:p>
      </dsp:txBody>
      <dsp:txXfrm>
        <a:off x="37506" y="34063"/>
        <a:ext cx="9505867" cy="1094861"/>
      </dsp:txXfrm>
    </dsp:sp>
    <dsp:sp modelId="{0343A77E-E0B3-416A-978F-600A8B9CA4D5}">
      <dsp:nvSpPr>
        <dsp:cNvPr id="0" name=""/>
        <dsp:cNvSpPr/>
      </dsp:nvSpPr>
      <dsp:spPr>
        <a:xfrm>
          <a:off x="3443" y="1406106"/>
          <a:ext cx="3022093" cy="1162987"/>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Guide the team towards successful project delivery</a:t>
          </a:r>
          <a:endParaRPr lang="en-GB" sz="2300" kern="1200" dirty="0"/>
        </a:p>
      </dsp:txBody>
      <dsp:txXfrm>
        <a:off x="37506" y="1440169"/>
        <a:ext cx="2953967" cy="1094861"/>
      </dsp:txXfrm>
    </dsp:sp>
    <dsp:sp modelId="{A5DA0ED9-0269-4FCA-816D-8B519FF1223C}">
      <dsp:nvSpPr>
        <dsp:cNvPr id="0" name=""/>
        <dsp:cNvSpPr/>
      </dsp:nvSpPr>
      <dsp:spPr>
        <a:xfrm>
          <a:off x="3279393" y="1406106"/>
          <a:ext cx="3022093" cy="1162987"/>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Prevent and solve any conflict or issues that may arise</a:t>
          </a:r>
          <a:endParaRPr lang="en-GB" sz="2300" kern="1200" dirty="0"/>
        </a:p>
      </dsp:txBody>
      <dsp:txXfrm>
        <a:off x="3313456" y="1440169"/>
        <a:ext cx="2953967" cy="1094861"/>
      </dsp:txXfrm>
    </dsp:sp>
    <dsp:sp modelId="{29DA5F2C-CC37-4E6E-9A2F-5BE3F70F1FEE}">
      <dsp:nvSpPr>
        <dsp:cNvPr id="0" name=""/>
        <dsp:cNvSpPr/>
      </dsp:nvSpPr>
      <dsp:spPr>
        <a:xfrm>
          <a:off x="6555342" y="1406106"/>
          <a:ext cx="3022093" cy="1162987"/>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Provide coaching and mentoring to team members</a:t>
          </a:r>
          <a:endParaRPr lang="en-GB" sz="2300" kern="1200" dirty="0"/>
        </a:p>
      </dsp:txBody>
      <dsp:txXfrm>
        <a:off x="6589405" y="1440169"/>
        <a:ext cx="2953967" cy="109486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C92FEE-9F73-4199-8A9C-D257787AC3A6}">
      <dsp:nvSpPr>
        <dsp:cNvPr id="0" name=""/>
        <dsp:cNvSpPr/>
      </dsp:nvSpPr>
      <dsp:spPr>
        <a:xfrm>
          <a:off x="3443" y="0"/>
          <a:ext cx="9573993" cy="116298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Defines the overall architectural system and makes high-level design choices based on non-functional requirements</a:t>
          </a:r>
          <a:endParaRPr lang="en-GB" sz="2400" kern="1200" dirty="0"/>
        </a:p>
      </dsp:txBody>
      <dsp:txXfrm>
        <a:off x="37506" y="34063"/>
        <a:ext cx="9505867" cy="1094861"/>
      </dsp:txXfrm>
    </dsp:sp>
    <dsp:sp modelId="{24A5E25D-7C86-4F19-B660-90BD414794AA}">
      <dsp:nvSpPr>
        <dsp:cNvPr id="0" name=""/>
        <dsp:cNvSpPr/>
      </dsp:nvSpPr>
      <dsp:spPr>
        <a:xfrm>
          <a:off x="3443" y="1406106"/>
          <a:ext cx="3022093" cy="1162987"/>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Define the technical and functional architecture of the system</a:t>
          </a:r>
          <a:endParaRPr lang="en-GB" sz="1800" kern="1200" dirty="0"/>
        </a:p>
      </dsp:txBody>
      <dsp:txXfrm>
        <a:off x="37506" y="1440169"/>
        <a:ext cx="2953967" cy="1094861"/>
      </dsp:txXfrm>
    </dsp:sp>
    <dsp:sp modelId="{72BC1CE1-ACCD-48AD-86D4-D0314628005E}">
      <dsp:nvSpPr>
        <dsp:cNvPr id="0" name=""/>
        <dsp:cNvSpPr/>
      </dsp:nvSpPr>
      <dsp:spPr>
        <a:xfrm>
          <a:off x="3279393" y="1406106"/>
          <a:ext cx="3022093" cy="1162987"/>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Develop the most critical components of the system</a:t>
          </a:r>
          <a:endParaRPr lang="en-GB" sz="1800" kern="1200" dirty="0"/>
        </a:p>
      </dsp:txBody>
      <dsp:txXfrm>
        <a:off x="3313456" y="1440169"/>
        <a:ext cx="2953967" cy="1094861"/>
      </dsp:txXfrm>
    </dsp:sp>
    <dsp:sp modelId="{3393B4C2-3DC4-40D7-83BD-2C3DA949FF6D}">
      <dsp:nvSpPr>
        <dsp:cNvPr id="0" name=""/>
        <dsp:cNvSpPr/>
      </dsp:nvSpPr>
      <dsp:spPr>
        <a:xfrm>
          <a:off x="6555342" y="1406106"/>
          <a:ext cx="3022093" cy="1162987"/>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Makes suggestions about the best alternatives considering engineering and business aspects</a:t>
          </a:r>
        </a:p>
      </dsp:txBody>
      <dsp:txXfrm>
        <a:off x="6589405" y="1440169"/>
        <a:ext cx="2953967" cy="1094861"/>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C92FEE-9F73-4199-8A9C-D257787AC3A6}">
      <dsp:nvSpPr>
        <dsp:cNvPr id="0" name=""/>
        <dsp:cNvSpPr/>
      </dsp:nvSpPr>
      <dsp:spPr>
        <a:xfrm>
          <a:off x="3443" y="0"/>
          <a:ext cx="9573993" cy="116298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GB" sz="2400" kern="1200" dirty="0"/>
            <a:t>In charge of writing code and developing the software products</a:t>
          </a:r>
        </a:p>
      </dsp:txBody>
      <dsp:txXfrm>
        <a:off x="37506" y="34063"/>
        <a:ext cx="9505867" cy="1094861"/>
      </dsp:txXfrm>
    </dsp:sp>
    <dsp:sp modelId="{376DEF55-E402-400C-9BDD-3D10F1612F22}">
      <dsp:nvSpPr>
        <dsp:cNvPr id="0" name=""/>
        <dsp:cNvSpPr/>
      </dsp:nvSpPr>
      <dsp:spPr>
        <a:xfrm>
          <a:off x="3443" y="1406106"/>
          <a:ext cx="3022093" cy="1162987"/>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Develop the features in the tasks allocated to them or selected for the sprint</a:t>
          </a:r>
        </a:p>
      </dsp:txBody>
      <dsp:txXfrm>
        <a:off x="37506" y="1440169"/>
        <a:ext cx="2953967" cy="1094861"/>
      </dsp:txXfrm>
    </dsp:sp>
    <dsp:sp modelId="{6ADE1E4D-7095-4E2E-A28F-CEFE353C6E14}">
      <dsp:nvSpPr>
        <dsp:cNvPr id="0" name=""/>
        <dsp:cNvSpPr/>
      </dsp:nvSpPr>
      <dsp:spPr>
        <a:xfrm>
          <a:off x="3279393" y="1406106"/>
          <a:ext cx="3022093" cy="1162987"/>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Update the status of the software project to the project manager</a:t>
          </a:r>
          <a:endParaRPr lang="en-GB" sz="1800" kern="1200" dirty="0"/>
        </a:p>
      </dsp:txBody>
      <dsp:txXfrm>
        <a:off x="3313456" y="1440169"/>
        <a:ext cx="2953967" cy="1094861"/>
      </dsp:txXfrm>
    </dsp:sp>
    <dsp:sp modelId="{1A48613A-BCBE-4BE6-99DF-A619CF288DE1}">
      <dsp:nvSpPr>
        <dsp:cNvPr id="0" name=""/>
        <dsp:cNvSpPr/>
      </dsp:nvSpPr>
      <dsp:spPr>
        <a:xfrm>
          <a:off x="6555342" y="1406106"/>
          <a:ext cx="3022093" cy="1162987"/>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Estimate the amount of time required to deliver a given task</a:t>
          </a:r>
          <a:endParaRPr lang="en-GB" sz="1800" kern="1200" dirty="0"/>
        </a:p>
      </dsp:txBody>
      <dsp:txXfrm>
        <a:off x="6589405" y="1440169"/>
        <a:ext cx="2953967" cy="109486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C92FEE-9F73-4199-8A9C-D257787AC3A6}">
      <dsp:nvSpPr>
        <dsp:cNvPr id="0" name=""/>
        <dsp:cNvSpPr/>
      </dsp:nvSpPr>
      <dsp:spPr>
        <a:xfrm>
          <a:off x="3443" y="0"/>
          <a:ext cx="9573993" cy="116298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GB" sz="2400" kern="1200"/>
            <a:t>Provide support to projects to ensure that standard practices and standards are being followed during the development process to ensure high quality software</a:t>
          </a:r>
          <a:endParaRPr lang="en-GB" sz="2400" kern="1200" dirty="0"/>
        </a:p>
      </dsp:txBody>
      <dsp:txXfrm>
        <a:off x="37506" y="34063"/>
        <a:ext cx="9505867" cy="1094861"/>
      </dsp:txXfrm>
    </dsp:sp>
    <dsp:sp modelId="{ADBF0F40-730A-433C-A2E8-A16881E007A8}">
      <dsp:nvSpPr>
        <dsp:cNvPr id="0" name=""/>
        <dsp:cNvSpPr/>
      </dsp:nvSpPr>
      <dsp:spPr>
        <a:xfrm>
          <a:off x="3443" y="1406106"/>
          <a:ext cx="3022093" cy="1162987"/>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Evaluate how processes are being executed and how deliverables are being produced</a:t>
          </a:r>
        </a:p>
      </dsp:txBody>
      <dsp:txXfrm>
        <a:off x="37506" y="1440169"/>
        <a:ext cx="2953967" cy="1094861"/>
      </dsp:txXfrm>
    </dsp:sp>
    <dsp:sp modelId="{B17F6C61-AFF1-4F5B-870E-FAE25437EA13}">
      <dsp:nvSpPr>
        <dsp:cNvPr id="0" name=""/>
        <dsp:cNvSpPr/>
      </dsp:nvSpPr>
      <dsp:spPr>
        <a:xfrm>
          <a:off x="3279393" y="1406106"/>
          <a:ext cx="3022093" cy="1162987"/>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Identify and document deviations in the use of standards</a:t>
          </a:r>
          <a:endParaRPr lang="en-GB" sz="1800" kern="1200" dirty="0"/>
        </a:p>
      </dsp:txBody>
      <dsp:txXfrm>
        <a:off x="3313456" y="1440169"/>
        <a:ext cx="2953967" cy="1094861"/>
      </dsp:txXfrm>
    </dsp:sp>
    <dsp:sp modelId="{0C00F889-A8FC-47E9-838D-937027EC40AC}">
      <dsp:nvSpPr>
        <dsp:cNvPr id="0" name=""/>
        <dsp:cNvSpPr/>
      </dsp:nvSpPr>
      <dsp:spPr>
        <a:xfrm>
          <a:off x="6555342" y="1406106"/>
          <a:ext cx="3022093" cy="1162987"/>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Provide feedback about the quality assurance tasks to allow corrective action to take place</a:t>
          </a:r>
          <a:endParaRPr lang="en-GB" sz="1800" kern="1200" dirty="0"/>
        </a:p>
      </dsp:txBody>
      <dsp:txXfrm>
        <a:off x="6589405" y="1440169"/>
        <a:ext cx="2953967" cy="1094861"/>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C92FEE-9F73-4199-8A9C-D257787AC3A6}">
      <dsp:nvSpPr>
        <dsp:cNvPr id="0" name=""/>
        <dsp:cNvSpPr/>
      </dsp:nvSpPr>
      <dsp:spPr>
        <a:xfrm>
          <a:off x="3443" y="0"/>
          <a:ext cx="9573993" cy="116298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Responsible for designing the UX/UIs for  applications or software products that need developing</a:t>
          </a:r>
          <a:endParaRPr lang="en-GB" sz="2400" kern="1200" dirty="0"/>
        </a:p>
      </dsp:txBody>
      <dsp:txXfrm>
        <a:off x="37506" y="34063"/>
        <a:ext cx="9505867" cy="1094861"/>
      </dsp:txXfrm>
    </dsp:sp>
    <dsp:sp modelId="{A185229C-D23A-457F-95BE-437B33294F00}">
      <dsp:nvSpPr>
        <dsp:cNvPr id="0" name=""/>
        <dsp:cNvSpPr/>
      </dsp:nvSpPr>
      <dsp:spPr>
        <a:xfrm>
          <a:off x="3443" y="1406106"/>
          <a:ext cx="3022093" cy="1162987"/>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GB" sz="2200" kern="1200" dirty="0"/>
            <a:t>Analyse functional requirements intended for the users</a:t>
          </a:r>
        </a:p>
      </dsp:txBody>
      <dsp:txXfrm>
        <a:off x="37506" y="1440169"/>
        <a:ext cx="2953967" cy="1094861"/>
      </dsp:txXfrm>
    </dsp:sp>
    <dsp:sp modelId="{607B772C-67E5-4291-9862-0E27795E5EEF}">
      <dsp:nvSpPr>
        <dsp:cNvPr id="0" name=""/>
        <dsp:cNvSpPr/>
      </dsp:nvSpPr>
      <dsp:spPr>
        <a:xfrm>
          <a:off x="3279393" y="1406106"/>
          <a:ext cx="3022093" cy="1162987"/>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Define the information architecture and navigation model</a:t>
          </a:r>
          <a:endParaRPr lang="en-GB" sz="2200" kern="1200" dirty="0"/>
        </a:p>
      </dsp:txBody>
      <dsp:txXfrm>
        <a:off x="3313456" y="1440169"/>
        <a:ext cx="2953967" cy="1094861"/>
      </dsp:txXfrm>
    </dsp:sp>
    <dsp:sp modelId="{2D18C2A3-8A4E-49A2-BA7B-793470255845}">
      <dsp:nvSpPr>
        <dsp:cNvPr id="0" name=""/>
        <dsp:cNvSpPr/>
      </dsp:nvSpPr>
      <dsp:spPr>
        <a:xfrm>
          <a:off x="6555342" y="1406106"/>
          <a:ext cx="3022093" cy="1162987"/>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Document every interface design decision</a:t>
          </a:r>
          <a:endParaRPr lang="en-GB" sz="2200" kern="1200" dirty="0"/>
        </a:p>
      </dsp:txBody>
      <dsp:txXfrm>
        <a:off x="6589405" y="1440169"/>
        <a:ext cx="2953967" cy="1094861"/>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C92FEE-9F73-4199-8A9C-D257787AC3A6}">
      <dsp:nvSpPr>
        <dsp:cNvPr id="0" name=""/>
        <dsp:cNvSpPr/>
      </dsp:nvSpPr>
      <dsp:spPr>
        <a:xfrm>
          <a:off x="3443" y="0"/>
          <a:ext cx="9573993" cy="116298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Responsible for ensuring that the software solution meets the requirements and complies with the standards set by quality.</a:t>
          </a:r>
          <a:endParaRPr lang="en-GB" sz="2400" kern="1200" dirty="0"/>
        </a:p>
      </dsp:txBody>
      <dsp:txXfrm>
        <a:off x="37506" y="34063"/>
        <a:ext cx="9505867" cy="1094861"/>
      </dsp:txXfrm>
    </dsp:sp>
    <dsp:sp modelId="{962D286D-7600-4D40-A955-C32404C6BC8C}">
      <dsp:nvSpPr>
        <dsp:cNvPr id="0" name=""/>
        <dsp:cNvSpPr/>
      </dsp:nvSpPr>
      <dsp:spPr>
        <a:xfrm>
          <a:off x="3443" y="1406106"/>
          <a:ext cx="3022093" cy="1162987"/>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GB" sz="1700" kern="1200" dirty="0"/>
            <a:t>Understand what the system’s requirements are in order to create and review appropriate test cases</a:t>
          </a:r>
        </a:p>
      </dsp:txBody>
      <dsp:txXfrm>
        <a:off x="37506" y="1440169"/>
        <a:ext cx="2953967" cy="1094861"/>
      </dsp:txXfrm>
    </dsp:sp>
    <dsp:sp modelId="{5C1AD0DF-8948-4723-8B22-2A34A5A6BB4E}">
      <dsp:nvSpPr>
        <dsp:cNvPr id="0" name=""/>
        <dsp:cNvSpPr/>
      </dsp:nvSpPr>
      <dsp:spPr>
        <a:xfrm>
          <a:off x="3279393" y="1406106"/>
          <a:ext cx="3022093" cy="1162987"/>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Raise an alert regarding any inconsistencies in the specifications</a:t>
          </a:r>
          <a:endParaRPr lang="en-GB" sz="1700" kern="1200" dirty="0"/>
        </a:p>
      </dsp:txBody>
      <dsp:txXfrm>
        <a:off x="3313456" y="1440169"/>
        <a:ext cx="2953967" cy="1094861"/>
      </dsp:txXfrm>
    </dsp:sp>
    <dsp:sp modelId="{4415ED47-83AC-4579-9C4D-191E6837B86B}">
      <dsp:nvSpPr>
        <dsp:cNvPr id="0" name=""/>
        <dsp:cNvSpPr/>
      </dsp:nvSpPr>
      <dsp:spPr>
        <a:xfrm>
          <a:off x="6555342" y="1406106"/>
          <a:ext cx="3022093" cy="1162987"/>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Create and execute test cases to detect bugs and report them in the tracking tool</a:t>
          </a:r>
          <a:endParaRPr lang="en-GB" sz="1700" kern="1200" dirty="0"/>
        </a:p>
      </dsp:txBody>
      <dsp:txXfrm>
        <a:off x="6589405" y="1440169"/>
        <a:ext cx="2953967" cy="1094861"/>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C92FEE-9F73-4199-8A9C-D257787AC3A6}">
      <dsp:nvSpPr>
        <dsp:cNvPr id="0" name=""/>
        <dsp:cNvSpPr/>
      </dsp:nvSpPr>
      <dsp:spPr>
        <a:xfrm>
          <a:off x="3443" y="0"/>
          <a:ext cx="9573993" cy="116298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Represent the client or end users and have a clear vision of the end-product</a:t>
          </a:r>
          <a:endParaRPr lang="en-GB" sz="2400" kern="1200" dirty="0"/>
        </a:p>
      </dsp:txBody>
      <dsp:txXfrm>
        <a:off x="37506" y="34063"/>
        <a:ext cx="9505867" cy="1094861"/>
      </dsp:txXfrm>
    </dsp:sp>
    <dsp:sp modelId="{490E73C1-A2B7-49E7-84B3-86C78216BC2F}">
      <dsp:nvSpPr>
        <dsp:cNvPr id="0" name=""/>
        <dsp:cNvSpPr/>
      </dsp:nvSpPr>
      <dsp:spPr>
        <a:xfrm>
          <a:off x="3443" y="1406106"/>
          <a:ext cx="3022093" cy="1162987"/>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Set and communicate the requirements of the product</a:t>
          </a:r>
        </a:p>
      </dsp:txBody>
      <dsp:txXfrm>
        <a:off x="37506" y="1440169"/>
        <a:ext cx="2953967" cy="1094861"/>
      </dsp:txXfrm>
    </dsp:sp>
    <dsp:sp modelId="{870F32D0-1695-4EF2-8EF8-2FD5017AA29C}">
      <dsp:nvSpPr>
        <dsp:cNvPr id="0" name=""/>
        <dsp:cNvSpPr/>
      </dsp:nvSpPr>
      <dsp:spPr>
        <a:xfrm>
          <a:off x="3279393" y="1406106"/>
          <a:ext cx="3022093" cy="1162987"/>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Maintain and update the product backlog</a:t>
          </a:r>
          <a:endParaRPr lang="en-GB" sz="1800" kern="1200" dirty="0"/>
        </a:p>
      </dsp:txBody>
      <dsp:txXfrm>
        <a:off x="3313456" y="1440169"/>
        <a:ext cx="2953967" cy="1094861"/>
      </dsp:txXfrm>
    </dsp:sp>
    <dsp:sp modelId="{0FD7A640-3685-4748-8FB3-1C1EE23EA216}">
      <dsp:nvSpPr>
        <dsp:cNvPr id="0" name=""/>
        <dsp:cNvSpPr/>
      </dsp:nvSpPr>
      <dsp:spPr>
        <a:xfrm>
          <a:off x="6555342" y="1406106"/>
          <a:ext cx="3022093" cy="1162987"/>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Ensure effective communication between the client and the development team</a:t>
          </a:r>
          <a:endParaRPr lang="en-GB" sz="1800" kern="1200" dirty="0"/>
        </a:p>
      </dsp:txBody>
      <dsp:txXfrm>
        <a:off x="6589405" y="1440169"/>
        <a:ext cx="2953967" cy="1094861"/>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C92FEE-9F73-4199-8A9C-D257787AC3A6}">
      <dsp:nvSpPr>
        <dsp:cNvPr id="0" name=""/>
        <dsp:cNvSpPr/>
      </dsp:nvSpPr>
      <dsp:spPr>
        <a:xfrm>
          <a:off x="3443" y="0"/>
          <a:ext cx="9573993" cy="116298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GB" sz="2400" kern="1200" dirty="0"/>
            <a:t>Team facilitator responsible for addressing any blockers or impediments and ensuring that the scrum methodology is being followed</a:t>
          </a:r>
        </a:p>
      </dsp:txBody>
      <dsp:txXfrm>
        <a:off x="37506" y="34063"/>
        <a:ext cx="9505867" cy="1094861"/>
      </dsp:txXfrm>
    </dsp:sp>
    <dsp:sp modelId="{C1EA4C5D-AE46-4324-BC9B-E8C3763CADA1}">
      <dsp:nvSpPr>
        <dsp:cNvPr id="0" name=""/>
        <dsp:cNvSpPr/>
      </dsp:nvSpPr>
      <dsp:spPr>
        <a:xfrm>
          <a:off x="3443" y="1406106"/>
          <a:ext cx="3022093" cy="1162987"/>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Ensure that agile values are being followed</a:t>
          </a:r>
          <a:endParaRPr lang="en-GB" sz="2000" kern="1200" dirty="0"/>
        </a:p>
      </dsp:txBody>
      <dsp:txXfrm>
        <a:off x="37506" y="1440169"/>
        <a:ext cx="2953967" cy="1094861"/>
      </dsp:txXfrm>
    </dsp:sp>
    <dsp:sp modelId="{A43A0BAA-6B1A-4871-B025-4B4A3BA5F71A}">
      <dsp:nvSpPr>
        <dsp:cNvPr id="0" name=""/>
        <dsp:cNvSpPr/>
      </dsp:nvSpPr>
      <dsp:spPr>
        <a:xfrm>
          <a:off x="3279393" y="1406106"/>
          <a:ext cx="3022093" cy="1162987"/>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Ensure that the Scrum methodology is being implemented correctly</a:t>
          </a:r>
          <a:endParaRPr lang="en-GB" sz="2000" kern="1200" dirty="0"/>
        </a:p>
      </dsp:txBody>
      <dsp:txXfrm>
        <a:off x="3313456" y="1440169"/>
        <a:ext cx="2953967" cy="1094861"/>
      </dsp:txXfrm>
    </dsp:sp>
    <dsp:sp modelId="{EDE494EF-B4B2-46BB-A137-937AC4D8F3D3}">
      <dsp:nvSpPr>
        <dsp:cNvPr id="0" name=""/>
        <dsp:cNvSpPr/>
      </dsp:nvSpPr>
      <dsp:spPr>
        <a:xfrm>
          <a:off x="6555342" y="1406106"/>
          <a:ext cx="3022093" cy="1162987"/>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Follow up on and clear team blockers and impediments to progress</a:t>
          </a:r>
          <a:endParaRPr lang="en-GB" sz="2000" kern="1200" dirty="0"/>
        </a:p>
      </dsp:txBody>
      <dsp:txXfrm>
        <a:off x="6589405" y="1440169"/>
        <a:ext cx="2953967" cy="1094861"/>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088B59-6310-43DD-8D2E-3CC1C4A58EE4}">
      <dsp:nvSpPr>
        <dsp:cNvPr id="0" name=""/>
        <dsp:cNvSpPr/>
      </dsp:nvSpPr>
      <dsp:spPr>
        <a:xfrm>
          <a:off x="285521" y="804"/>
          <a:ext cx="1378114" cy="826868"/>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kern="1200" dirty="0"/>
            <a:t>Psychological Safety</a:t>
          </a:r>
          <a:endParaRPr lang="en-GB" sz="1100" kern="1200" dirty="0"/>
        </a:p>
        <a:p>
          <a:pPr marL="57150" lvl="1" indent="-57150" algn="l" defTabSz="400050">
            <a:lnSpc>
              <a:spcPct val="90000"/>
            </a:lnSpc>
            <a:spcBef>
              <a:spcPct val="0"/>
            </a:spcBef>
            <a:spcAft>
              <a:spcPct val="15000"/>
            </a:spcAft>
            <a:buChar char="•"/>
          </a:pPr>
          <a:r>
            <a:rPr lang="en-US" sz="900" kern="1200" dirty="0"/>
            <a:t>Team members feel safe to take risks and be vulnerable in front of each other</a:t>
          </a:r>
        </a:p>
      </dsp:txBody>
      <dsp:txXfrm>
        <a:off x="285521" y="804"/>
        <a:ext cx="1378114" cy="826868"/>
      </dsp:txXfrm>
    </dsp:sp>
    <dsp:sp modelId="{20F97F70-0AA0-486F-823C-6EEB2701CECF}">
      <dsp:nvSpPr>
        <dsp:cNvPr id="0" name=""/>
        <dsp:cNvSpPr/>
      </dsp:nvSpPr>
      <dsp:spPr>
        <a:xfrm>
          <a:off x="285521" y="965485"/>
          <a:ext cx="1378114" cy="826868"/>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kern="1200" dirty="0">
              <a:solidFill>
                <a:schemeClr val="tx2"/>
              </a:solidFill>
            </a:rPr>
            <a:t>Dependability</a:t>
          </a:r>
        </a:p>
        <a:p>
          <a:pPr marL="57150" lvl="1" indent="-57150" algn="l" defTabSz="400050">
            <a:lnSpc>
              <a:spcPct val="90000"/>
            </a:lnSpc>
            <a:spcBef>
              <a:spcPct val="0"/>
            </a:spcBef>
            <a:spcAft>
              <a:spcPct val="15000"/>
            </a:spcAft>
            <a:buChar char="•"/>
          </a:pPr>
          <a:r>
            <a:rPr lang="en-US" sz="900" kern="1200" dirty="0">
              <a:solidFill>
                <a:schemeClr val="tx2"/>
              </a:solidFill>
            </a:rPr>
            <a:t>Team members get things done on time and meet quality standards</a:t>
          </a:r>
        </a:p>
      </dsp:txBody>
      <dsp:txXfrm>
        <a:off x="285521" y="965485"/>
        <a:ext cx="1378114" cy="826868"/>
      </dsp:txXfrm>
    </dsp:sp>
    <dsp:sp modelId="{68794F77-A6D9-4576-8E65-152E8641659D}">
      <dsp:nvSpPr>
        <dsp:cNvPr id="0" name=""/>
        <dsp:cNvSpPr/>
      </dsp:nvSpPr>
      <dsp:spPr>
        <a:xfrm>
          <a:off x="285521" y="1930165"/>
          <a:ext cx="1378114" cy="826868"/>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kern="1200"/>
            <a:t>Structure &amp; Clarity</a:t>
          </a:r>
          <a:endParaRPr lang="en-US" sz="1100" kern="1200" dirty="0"/>
        </a:p>
        <a:p>
          <a:pPr marL="57150" lvl="1" indent="-57150" algn="l" defTabSz="400050">
            <a:lnSpc>
              <a:spcPct val="90000"/>
            </a:lnSpc>
            <a:spcBef>
              <a:spcPct val="0"/>
            </a:spcBef>
            <a:spcAft>
              <a:spcPct val="15000"/>
            </a:spcAft>
            <a:buChar char="•"/>
          </a:pPr>
          <a:r>
            <a:rPr lang="en-US" sz="900" kern="1200"/>
            <a:t>Team members have clear roles, plans, and goals</a:t>
          </a:r>
          <a:endParaRPr lang="en-US" sz="900" kern="1200" dirty="0"/>
        </a:p>
      </dsp:txBody>
      <dsp:txXfrm>
        <a:off x="285521" y="1930165"/>
        <a:ext cx="1378114" cy="826868"/>
      </dsp:txXfrm>
    </dsp:sp>
    <dsp:sp modelId="{F6914CD0-0A47-44F3-B963-38CEE4A8A619}">
      <dsp:nvSpPr>
        <dsp:cNvPr id="0" name=""/>
        <dsp:cNvSpPr/>
      </dsp:nvSpPr>
      <dsp:spPr>
        <a:xfrm>
          <a:off x="285521" y="2894845"/>
          <a:ext cx="1378114" cy="826868"/>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kern="1200"/>
            <a:t>Meaning</a:t>
          </a:r>
          <a:endParaRPr lang="en-US" sz="1100" kern="1200" dirty="0"/>
        </a:p>
        <a:p>
          <a:pPr marL="57150" lvl="1" indent="-57150" algn="l" defTabSz="400050">
            <a:lnSpc>
              <a:spcPct val="90000"/>
            </a:lnSpc>
            <a:spcBef>
              <a:spcPct val="0"/>
            </a:spcBef>
            <a:spcAft>
              <a:spcPct val="15000"/>
            </a:spcAft>
            <a:buChar char="•"/>
          </a:pPr>
          <a:r>
            <a:rPr lang="en-US" sz="900" kern="1200"/>
            <a:t>Work is personally important to team members</a:t>
          </a:r>
          <a:endParaRPr lang="en-US" sz="900" kern="1200" dirty="0"/>
        </a:p>
      </dsp:txBody>
      <dsp:txXfrm>
        <a:off x="285521" y="2894845"/>
        <a:ext cx="1378114" cy="826868"/>
      </dsp:txXfrm>
    </dsp:sp>
    <dsp:sp modelId="{AD2EA166-BC9E-427F-AFBA-43EDBB5FE8E7}">
      <dsp:nvSpPr>
        <dsp:cNvPr id="0" name=""/>
        <dsp:cNvSpPr/>
      </dsp:nvSpPr>
      <dsp:spPr>
        <a:xfrm>
          <a:off x="285521" y="3859526"/>
          <a:ext cx="1378114" cy="826868"/>
        </a:xfrm>
        <a:prstGeom prst="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kern="1200" dirty="0">
              <a:solidFill>
                <a:schemeClr val="tx2"/>
              </a:solidFill>
            </a:rPr>
            <a:t>Impact</a:t>
          </a:r>
        </a:p>
        <a:p>
          <a:pPr marL="57150" lvl="1" indent="-57150" algn="l" defTabSz="400050">
            <a:lnSpc>
              <a:spcPct val="90000"/>
            </a:lnSpc>
            <a:spcBef>
              <a:spcPct val="0"/>
            </a:spcBef>
            <a:spcAft>
              <a:spcPct val="15000"/>
            </a:spcAft>
            <a:buChar char="•"/>
          </a:pPr>
          <a:r>
            <a:rPr lang="en-US" sz="900" kern="1200">
              <a:solidFill>
                <a:schemeClr val="tx2"/>
              </a:solidFill>
            </a:rPr>
            <a:t>Team members think their work matters and creates change</a:t>
          </a:r>
          <a:endParaRPr lang="en-US" sz="900" kern="1200" dirty="0">
            <a:solidFill>
              <a:schemeClr val="tx2"/>
            </a:solidFill>
          </a:endParaRPr>
        </a:p>
      </dsp:txBody>
      <dsp:txXfrm>
        <a:off x="285521" y="3859526"/>
        <a:ext cx="1378114" cy="826868"/>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2C2D1B-F86C-424B-9911-DFE6A1FFE2B5}">
      <dsp:nvSpPr>
        <dsp:cNvPr id="0" name=""/>
        <dsp:cNvSpPr/>
      </dsp:nvSpPr>
      <dsp:spPr>
        <a:xfrm>
          <a:off x="0" y="227424"/>
          <a:ext cx="9801225" cy="626062"/>
        </a:xfrm>
        <a:prstGeom prst="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0684" tIns="312420" rIns="760684" bIns="106680" numCol="1" spcCol="1270" anchor="t" anchorCtr="0">
          <a:noAutofit/>
        </a:bodyPr>
        <a:lstStyle/>
        <a:p>
          <a:pPr marL="114300" lvl="1" indent="-114300" algn="l" defTabSz="666750">
            <a:lnSpc>
              <a:spcPct val="90000"/>
            </a:lnSpc>
            <a:spcBef>
              <a:spcPct val="0"/>
            </a:spcBef>
            <a:spcAft>
              <a:spcPct val="15000"/>
            </a:spcAft>
            <a:buChar char="•"/>
          </a:pPr>
          <a:r>
            <a:rPr lang="en-GB" sz="1500" kern="1200" dirty="0"/>
            <a:t>Identify the roles within the software development lifecycle</a:t>
          </a:r>
        </a:p>
      </dsp:txBody>
      <dsp:txXfrm>
        <a:off x="0" y="227424"/>
        <a:ext cx="9801225" cy="626062"/>
      </dsp:txXfrm>
    </dsp:sp>
    <dsp:sp modelId="{517DD53B-AE9E-43C7-8EB3-5666771E9825}">
      <dsp:nvSpPr>
        <dsp:cNvPr id="0" name=""/>
        <dsp:cNvSpPr/>
      </dsp:nvSpPr>
      <dsp:spPr>
        <a:xfrm>
          <a:off x="490061" y="6024"/>
          <a:ext cx="6860857" cy="44280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9324" tIns="0" rIns="259324" bIns="0" numCol="1" spcCol="1270" anchor="ctr" anchorCtr="0">
          <a:noAutofit/>
        </a:bodyPr>
        <a:lstStyle/>
        <a:p>
          <a:pPr marL="0" lvl="0" indent="0" algn="l" defTabSz="666750">
            <a:lnSpc>
              <a:spcPct val="90000"/>
            </a:lnSpc>
            <a:spcBef>
              <a:spcPct val="0"/>
            </a:spcBef>
            <a:spcAft>
              <a:spcPct val="35000"/>
            </a:spcAft>
            <a:buNone/>
          </a:pPr>
          <a:r>
            <a:rPr lang="en-GB" sz="1500" kern="1200"/>
            <a:t>Identify</a:t>
          </a:r>
          <a:endParaRPr lang="en-GB" sz="1500" kern="1200" dirty="0"/>
        </a:p>
      </dsp:txBody>
      <dsp:txXfrm>
        <a:off x="511677" y="27640"/>
        <a:ext cx="6817625" cy="399568"/>
      </dsp:txXfrm>
    </dsp:sp>
    <dsp:sp modelId="{7D3911A9-C38E-48B4-BDFD-16DAC6796A56}">
      <dsp:nvSpPr>
        <dsp:cNvPr id="0" name=""/>
        <dsp:cNvSpPr/>
      </dsp:nvSpPr>
      <dsp:spPr>
        <a:xfrm>
          <a:off x="0" y="1155887"/>
          <a:ext cx="9801225" cy="626062"/>
        </a:xfrm>
        <a:prstGeom prst="rect">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0684" tIns="312420" rIns="760684" bIns="106680" numCol="1" spcCol="1270" anchor="t" anchorCtr="0">
          <a:noAutofit/>
        </a:bodyPr>
        <a:lstStyle/>
        <a:p>
          <a:pPr marL="114300" lvl="1" indent="-114300" algn="l" defTabSz="666750">
            <a:lnSpc>
              <a:spcPct val="90000"/>
            </a:lnSpc>
            <a:spcBef>
              <a:spcPct val="0"/>
            </a:spcBef>
            <a:spcAft>
              <a:spcPct val="15000"/>
            </a:spcAft>
            <a:buChar char="•"/>
          </a:pPr>
          <a:r>
            <a:rPr lang="en-GB" sz="1500" kern="1200" dirty="0"/>
            <a:t>Describe the responsibilities of each role</a:t>
          </a:r>
        </a:p>
      </dsp:txBody>
      <dsp:txXfrm>
        <a:off x="0" y="1155887"/>
        <a:ext cx="9801225" cy="626062"/>
      </dsp:txXfrm>
    </dsp:sp>
    <dsp:sp modelId="{610A7572-10E3-4944-A8B0-293395D0CDF2}">
      <dsp:nvSpPr>
        <dsp:cNvPr id="0" name=""/>
        <dsp:cNvSpPr/>
      </dsp:nvSpPr>
      <dsp:spPr>
        <a:xfrm>
          <a:off x="490061" y="934487"/>
          <a:ext cx="6860857" cy="442800"/>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9324" tIns="0" rIns="259324" bIns="0" numCol="1" spcCol="1270" anchor="ctr" anchorCtr="0">
          <a:noAutofit/>
        </a:bodyPr>
        <a:lstStyle/>
        <a:p>
          <a:pPr marL="0" lvl="0" indent="0" algn="l" defTabSz="666750">
            <a:lnSpc>
              <a:spcPct val="90000"/>
            </a:lnSpc>
            <a:spcBef>
              <a:spcPct val="0"/>
            </a:spcBef>
            <a:spcAft>
              <a:spcPct val="35000"/>
            </a:spcAft>
            <a:buNone/>
          </a:pPr>
          <a:r>
            <a:rPr lang="en-GB" sz="1500" kern="1200">
              <a:solidFill>
                <a:schemeClr val="tx2"/>
              </a:solidFill>
            </a:rPr>
            <a:t>Describe</a:t>
          </a:r>
          <a:endParaRPr lang="en-GB" sz="1500" kern="1200" dirty="0">
            <a:solidFill>
              <a:schemeClr val="tx2"/>
            </a:solidFill>
          </a:endParaRPr>
        </a:p>
      </dsp:txBody>
      <dsp:txXfrm>
        <a:off x="511677" y="956103"/>
        <a:ext cx="6817625" cy="399568"/>
      </dsp:txXfrm>
    </dsp:sp>
    <dsp:sp modelId="{E66A6BA1-EB93-4D73-BF60-E953C6C99475}">
      <dsp:nvSpPr>
        <dsp:cNvPr id="0" name=""/>
        <dsp:cNvSpPr/>
      </dsp:nvSpPr>
      <dsp:spPr>
        <a:xfrm>
          <a:off x="0" y="2084350"/>
          <a:ext cx="9801225" cy="626062"/>
        </a:xfrm>
        <a:prstGeom prst="rect">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0684" tIns="312420" rIns="760684" bIns="106680" numCol="1" spcCol="1270" anchor="t" anchorCtr="0">
          <a:noAutofit/>
        </a:bodyPr>
        <a:lstStyle/>
        <a:p>
          <a:pPr marL="114300" lvl="1" indent="-114300" algn="l" defTabSz="666750">
            <a:lnSpc>
              <a:spcPct val="90000"/>
            </a:lnSpc>
            <a:spcBef>
              <a:spcPct val="0"/>
            </a:spcBef>
            <a:spcAft>
              <a:spcPct val="15000"/>
            </a:spcAft>
            <a:buChar char="•"/>
          </a:pPr>
          <a:r>
            <a:rPr lang="en-GB" sz="1500" kern="1200" dirty="0"/>
            <a:t>Discuss how the different roles interact with each other</a:t>
          </a:r>
        </a:p>
      </dsp:txBody>
      <dsp:txXfrm>
        <a:off x="0" y="2084350"/>
        <a:ext cx="9801225" cy="626062"/>
      </dsp:txXfrm>
    </dsp:sp>
    <dsp:sp modelId="{0D78EB25-83FC-4274-A7AC-6B2722593C2A}">
      <dsp:nvSpPr>
        <dsp:cNvPr id="0" name=""/>
        <dsp:cNvSpPr/>
      </dsp:nvSpPr>
      <dsp:spPr>
        <a:xfrm>
          <a:off x="490061" y="1862950"/>
          <a:ext cx="6860857" cy="442800"/>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9324" tIns="0" rIns="259324" bIns="0" numCol="1" spcCol="1270" anchor="ctr" anchorCtr="0">
          <a:noAutofit/>
        </a:bodyPr>
        <a:lstStyle/>
        <a:p>
          <a:pPr marL="0" lvl="0" indent="0" algn="l" defTabSz="666750">
            <a:lnSpc>
              <a:spcPct val="90000"/>
            </a:lnSpc>
            <a:spcBef>
              <a:spcPct val="0"/>
            </a:spcBef>
            <a:spcAft>
              <a:spcPct val="35000"/>
            </a:spcAft>
            <a:buNone/>
          </a:pPr>
          <a:r>
            <a:rPr lang="en-GB" sz="1500" kern="1200"/>
            <a:t>Discuss</a:t>
          </a:r>
          <a:endParaRPr lang="en-GB" sz="1500" kern="1200" dirty="0"/>
        </a:p>
      </dsp:txBody>
      <dsp:txXfrm>
        <a:off x="511677" y="1884566"/>
        <a:ext cx="6817625" cy="399568"/>
      </dsp:txXfrm>
    </dsp:sp>
    <dsp:sp modelId="{889456D4-A21E-4ABE-A2B4-F4E159421102}">
      <dsp:nvSpPr>
        <dsp:cNvPr id="0" name=""/>
        <dsp:cNvSpPr/>
      </dsp:nvSpPr>
      <dsp:spPr>
        <a:xfrm>
          <a:off x="0" y="3012812"/>
          <a:ext cx="9801225" cy="626062"/>
        </a:xfrm>
        <a:prstGeom prst="rect">
          <a:avLst/>
        </a:prstGeom>
        <a:solidFill>
          <a:schemeClr val="lt1">
            <a:alpha val="90000"/>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0684" tIns="312420" rIns="760684" bIns="106680" numCol="1" spcCol="1270" anchor="t" anchorCtr="0">
          <a:noAutofit/>
        </a:bodyPr>
        <a:lstStyle/>
        <a:p>
          <a:pPr marL="114300" lvl="1" indent="-114300" algn="l" defTabSz="666750">
            <a:lnSpc>
              <a:spcPct val="90000"/>
            </a:lnSpc>
            <a:spcBef>
              <a:spcPct val="0"/>
            </a:spcBef>
            <a:spcAft>
              <a:spcPct val="15000"/>
            </a:spcAft>
            <a:buChar char="•"/>
          </a:pPr>
          <a:r>
            <a:rPr lang="en-GB" sz="1500" kern="1200" dirty="0"/>
            <a:t>Compare and Contrast theories related to making teams work effectively</a:t>
          </a:r>
        </a:p>
      </dsp:txBody>
      <dsp:txXfrm>
        <a:off x="0" y="3012812"/>
        <a:ext cx="9801225" cy="626062"/>
      </dsp:txXfrm>
    </dsp:sp>
    <dsp:sp modelId="{01CF87F1-DD34-48B3-8BD5-CF945C09940F}">
      <dsp:nvSpPr>
        <dsp:cNvPr id="0" name=""/>
        <dsp:cNvSpPr/>
      </dsp:nvSpPr>
      <dsp:spPr>
        <a:xfrm>
          <a:off x="490061" y="2791412"/>
          <a:ext cx="6860857" cy="44280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9324" tIns="0" rIns="259324" bIns="0" numCol="1" spcCol="1270" anchor="ctr" anchorCtr="0">
          <a:noAutofit/>
        </a:bodyPr>
        <a:lstStyle/>
        <a:p>
          <a:pPr marL="0" lvl="0" indent="0" algn="l" defTabSz="666750">
            <a:lnSpc>
              <a:spcPct val="90000"/>
            </a:lnSpc>
            <a:spcBef>
              <a:spcPct val="0"/>
            </a:spcBef>
            <a:spcAft>
              <a:spcPct val="35000"/>
            </a:spcAft>
            <a:buNone/>
          </a:pPr>
          <a:r>
            <a:rPr lang="en-GB" sz="1500" kern="1200"/>
            <a:t>Compare and Contrast</a:t>
          </a:r>
          <a:endParaRPr lang="en-GB" sz="1500" kern="1200" dirty="0"/>
        </a:p>
      </dsp:txBody>
      <dsp:txXfrm>
        <a:off x="511677" y="2813028"/>
        <a:ext cx="6817625" cy="39956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6FBDE4E-AF0F-8909-BADA-D2402FDAB39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1909F59C-3506-EAAB-DA53-2CD8EA0A2B5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35EAFB8-4928-9749-A44E-21E8CBAD48EC}" type="datetimeFigureOut">
              <a:rPr lang="en-GB" smtClean="0"/>
              <a:t>04/08/2026</a:t>
            </a:fld>
            <a:endParaRPr lang="en-GB"/>
          </a:p>
        </p:txBody>
      </p:sp>
      <p:sp>
        <p:nvSpPr>
          <p:cNvPr id="4" name="Footer Placeholder 3">
            <a:extLst>
              <a:ext uri="{FF2B5EF4-FFF2-40B4-BE49-F238E27FC236}">
                <a16:creationId xmlns:a16="http://schemas.microsoft.com/office/drawing/2014/main" id="{D09292FB-D11A-9724-E10D-FD5290BCD09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FB211E59-7530-C471-3DD3-380889B59B4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40CD357-4732-EC44-8665-59EED4AF89F6}" type="slidenum">
              <a:rPr lang="en-GB" smtClean="0"/>
              <a:t>‹#›</a:t>
            </a:fld>
            <a:endParaRPr lang="en-GB"/>
          </a:p>
        </p:txBody>
      </p:sp>
    </p:spTree>
    <p:extLst>
      <p:ext uri="{BB962C8B-B14F-4D97-AF65-F5344CB8AC3E}">
        <p14:creationId xmlns:p14="http://schemas.microsoft.com/office/powerpoint/2010/main" val="1646420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3C7ED1-088D-EF4B-A32B-6CA354DCCC62}" type="datetimeFigureOut">
              <a:rPr lang="en-GB" smtClean="0"/>
              <a:t>04/08/2026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45AC0A-2887-4D45-AE2B-EFDD8D1FB63E}" type="slidenum">
              <a:rPr lang="en-GB" smtClean="0"/>
              <a:t>‹#›</a:t>
            </a:fld>
            <a:endParaRPr lang="en-GB"/>
          </a:p>
        </p:txBody>
      </p:sp>
    </p:spTree>
    <p:extLst>
      <p:ext uri="{BB962C8B-B14F-4D97-AF65-F5344CB8AC3E}">
        <p14:creationId xmlns:p14="http://schemas.microsoft.com/office/powerpoint/2010/main" val="17226023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423248-6D77-42F4-ADBD-B67D21E8300A}"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582768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C292E-FC5A-754B-D85B-32D27239A3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896C33-5485-C8AF-5245-3B4B51D4F8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A6DB3E-BF2C-A7A6-503B-08A748B4DF35}"/>
              </a:ext>
            </a:extLst>
          </p:cNvPr>
          <p:cNvSpPr>
            <a:spLocks noGrp="1"/>
          </p:cNvSpPr>
          <p:nvPr>
            <p:ph type="body" idx="1"/>
          </p:nvPr>
        </p:nvSpPr>
        <p:spPr/>
        <p:txBody>
          <a:bodyPr/>
          <a:lstStyle/>
          <a:p>
            <a:r>
              <a:rPr lang="en-US" b="1" dirty="0"/>
              <a:t>Today’s Link to Wider Learning</a:t>
            </a:r>
            <a:endParaRPr lang="en-US" dirty="0"/>
          </a:p>
          <a:p>
            <a:r>
              <a:rPr lang="en-US" dirty="0"/>
              <a:t>Tutor to highlight:</a:t>
            </a:r>
          </a:p>
          <a:p>
            <a:r>
              <a:rPr lang="en-US" dirty="0"/>
              <a:t>How today’s topic links to British Values</a:t>
            </a:r>
          </a:p>
          <a:p>
            <a:r>
              <a:rPr lang="en-US" dirty="0"/>
              <a:t>Any Prevent or digital safety themes</a:t>
            </a:r>
          </a:p>
          <a:p>
            <a:r>
              <a:rPr lang="en-US" dirty="0"/>
              <a:t>How this supports your career development</a:t>
            </a:r>
          </a:p>
        </p:txBody>
      </p:sp>
      <p:sp>
        <p:nvSpPr>
          <p:cNvPr id="4" name="Slide Number Placeholder 3">
            <a:extLst>
              <a:ext uri="{FF2B5EF4-FFF2-40B4-BE49-F238E27FC236}">
                <a16:creationId xmlns:a16="http://schemas.microsoft.com/office/drawing/2014/main" id="{728EECE6-E8F0-64D3-FFCB-E8358E487E4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DC25DB7-60BF-4D1A-97EF-AD4D8CFEF1E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457960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This slide must be used to introduce the learners to the expectations of this session and provide the starting point for a discussion around the learning and content to be covered in this session.</a:t>
            </a:r>
          </a:p>
          <a:p>
            <a:endParaRPr lang="en-GB" dirty="0"/>
          </a:p>
          <a:p>
            <a:r>
              <a:rPr lang="en-GB" b="1" dirty="0"/>
              <a:t>Session Aim </a:t>
            </a:r>
            <a:r>
              <a:rPr lang="en-GB" dirty="0"/>
              <a:t>– this is a sentence which details the high-level expectation for learning in this session:</a:t>
            </a:r>
          </a:p>
          <a:p>
            <a:r>
              <a:rPr lang="en-GB" dirty="0"/>
              <a:t>“Investigate the fundamentals of networking architectures through looking at Logical Topologies and Protocols which provide management for data transmission.”</a:t>
            </a:r>
          </a:p>
          <a:p>
            <a:endParaRPr lang="en-GB" dirty="0"/>
          </a:p>
          <a:p>
            <a:r>
              <a:rPr lang="en-GB" b="1" dirty="0"/>
              <a:t>Objectives</a:t>
            </a:r>
            <a:r>
              <a:rPr lang="en-GB" dirty="0"/>
              <a:t> – this is the steps that will be taken to achieve the Aim. Steps on a ladder</a:t>
            </a:r>
          </a:p>
          <a:p>
            <a:r>
              <a:rPr lang="en-GB" dirty="0"/>
              <a:t>“Identify each of the five main networking Logical Topologies used in modern computer networks.”</a:t>
            </a:r>
          </a:p>
          <a:p>
            <a:r>
              <a:rPr lang="en-GB" dirty="0"/>
              <a:t>“Describe the primary benefits of each Logical Topology.”</a:t>
            </a:r>
          </a:p>
          <a:p>
            <a:r>
              <a:rPr lang="en-GB" dirty="0"/>
              <a:t>“List and detail the main features of communications protocols used in computer and telecommunications networks.”</a:t>
            </a:r>
          </a:p>
          <a:p>
            <a:r>
              <a:rPr lang="en-GB" dirty="0"/>
              <a:t>“Explain how communications protocols impact the performance selection of a Logical Topology and the overall network.”</a:t>
            </a:r>
          </a:p>
          <a:p>
            <a:endParaRPr lang="en-GB" dirty="0"/>
          </a:p>
          <a:p>
            <a:endParaRPr lang="en-GB" dirty="0"/>
          </a:p>
        </p:txBody>
      </p:sp>
      <p:sp>
        <p:nvSpPr>
          <p:cNvPr id="4" name="Slide Number Placeholder 3"/>
          <p:cNvSpPr>
            <a:spLocks noGrp="1"/>
          </p:cNvSpPr>
          <p:nvPr>
            <p:ph type="sldNum" sz="quarter" idx="5"/>
          </p:nvPr>
        </p:nvSpPr>
        <p:spPr/>
        <p:txBody>
          <a:bodyPr/>
          <a:lstStyle/>
          <a:p>
            <a:fld id="{BCC21A4C-94B1-44DB-808F-2A51A4CA9D73}" type="slidenum">
              <a:rPr lang="en-US" smtClean="0"/>
              <a:t>6</a:t>
            </a:fld>
            <a:endParaRPr lang="en-US"/>
          </a:p>
        </p:txBody>
      </p:sp>
    </p:spTree>
    <p:extLst>
      <p:ext uri="{BB962C8B-B14F-4D97-AF65-F5344CB8AC3E}">
        <p14:creationId xmlns:p14="http://schemas.microsoft.com/office/powerpoint/2010/main" val="9239869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i="1" dirty="0"/>
              <a:t>Make the learners aware of what KSBs have been covered during this session and which of their Assessment Methods they relate to.</a:t>
            </a:r>
          </a:p>
          <a:p>
            <a:endParaRPr lang="en-IE" i="1" dirty="0"/>
          </a:p>
          <a:p>
            <a:r>
              <a:rPr lang="en-IE" i="1" dirty="0"/>
              <a:t>Adapt according to your course/AMs – these are the AMs and KSBs for L4 Network Engineer</a:t>
            </a:r>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6C10386-3129-D040-9582-5A9BC1627735}"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767596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a:t>This is 3 different activities.</a:t>
            </a:r>
          </a:p>
          <a:p>
            <a:endParaRPr lang="en-GB" b="0"/>
          </a:p>
          <a:p>
            <a:r>
              <a:rPr lang="en-GB" b="0"/>
              <a:t>Learners should be asked first to list all the activities they can think of.</a:t>
            </a:r>
          </a:p>
          <a:p>
            <a:endParaRPr lang="en-GB" b="0"/>
          </a:p>
          <a:p>
            <a:r>
              <a:rPr lang="en-GB" b="0"/>
              <a:t>They should then describe and define each of the roles identified in part 1.</a:t>
            </a:r>
          </a:p>
          <a:p>
            <a:endParaRPr lang="en-GB" b="0"/>
          </a:p>
          <a:p>
            <a:r>
              <a:rPr lang="en-GB" b="0"/>
              <a:t>During this time assemble the roles and the students’ names on two random selectors (such as wheel of names (https://wheelofnames.com/)) and then select a role and a student and ask them to present their answers.</a:t>
            </a:r>
          </a:p>
          <a:p>
            <a:endParaRPr lang="en-GB" dirty="0"/>
          </a:p>
        </p:txBody>
      </p:sp>
      <p:sp>
        <p:nvSpPr>
          <p:cNvPr id="4" name="Slide Number Placeholder 3"/>
          <p:cNvSpPr>
            <a:spLocks noGrp="1"/>
          </p:cNvSpPr>
          <p:nvPr>
            <p:ph type="sldNum" sz="quarter" idx="5"/>
          </p:nvPr>
        </p:nvSpPr>
        <p:spPr/>
        <p:txBody>
          <a:bodyPr/>
          <a:lstStyle/>
          <a:p>
            <a:fld id="{BCC21A4C-94B1-44DB-808F-2A51A4CA9D73}" type="slidenum">
              <a:rPr lang="en-US" smtClean="0"/>
              <a:t>9</a:t>
            </a:fld>
            <a:endParaRPr lang="en-US"/>
          </a:p>
        </p:txBody>
      </p:sp>
    </p:spTree>
    <p:extLst>
      <p:ext uri="{BB962C8B-B14F-4D97-AF65-F5344CB8AC3E}">
        <p14:creationId xmlns:p14="http://schemas.microsoft.com/office/powerpoint/2010/main" val="30930134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https://www.youtube.com/watch?v=hvDTweQJWRg</a:t>
            </a:r>
          </a:p>
          <a:p>
            <a:r>
              <a:rPr lang="en-GB" dirty="0"/>
              <a:t>The Roles of a Software Development Team</a:t>
            </a:r>
          </a:p>
          <a:p>
            <a:r>
              <a:rPr lang="en-GB" dirty="0"/>
              <a:t>SOLTECH Inc</a:t>
            </a:r>
          </a:p>
          <a:p>
            <a:endParaRPr lang="en-GB" dirty="0"/>
          </a:p>
        </p:txBody>
      </p:sp>
      <p:sp>
        <p:nvSpPr>
          <p:cNvPr id="4" name="Slide Number Placeholder 3"/>
          <p:cNvSpPr>
            <a:spLocks noGrp="1"/>
          </p:cNvSpPr>
          <p:nvPr>
            <p:ph type="sldNum" sz="quarter" idx="5"/>
          </p:nvPr>
        </p:nvSpPr>
        <p:spPr/>
        <p:txBody>
          <a:bodyPr/>
          <a:lstStyle/>
          <a:p>
            <a:fld id="{BCC21A4C-94B1-44DB-808F-2A51A4CA9D73}" type="slidenum">
              <a:rPr lang="en-US" smtClean="0"/>
              <a:t>10</a:t>
            </a:fld>
            <a:endParaRPr lang="en-US"/>
          </a:p>
        </p:txBody>
      </p:sp>
    </p:spTree>
    <p:extLst>
      <p:ext uri="{BB962C8B-B14F-4D97-AF65-F5344CB8AC3E}">
        <p14:creationId xmlns:p14="http://schemas.microsoft.com/office/powerpoint/2010/main" val="19684651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3AB5D-AB63-CE9E-CF6F-80376320C1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374BB5-FCA4-0C5E-A025-CC82AFECF1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E0617B-DCF0-1B3F-B252-9DDD7D41229B}"/>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EBA11404-C7F2-0DB4-3770-26E4C33AEB48}"/>
              </a:ext>
            </a:extLst>
          </p:cNvPr>
          <p:cNvSpPr>
            <a:spLocks noGrp="1"/>
          </p:cNvSpPr>
          <p:nvPr>
            <p:ph type="sldNum" sz="quarter" idx="5"/>
          </p:nvPr>
        </p:nvSpPr>
        <p:spPr/>
        <p:txBody>
          <a:bodyPr/>
          <a:lstStyle/>
          <a:p>
            <a:fld id="{BCC21A4C-94B1-44DB-808F-2A51A4CA9D73}" type="slidenum">
              <a:rPr lang="en-US" smtClean="0"/>
              <a:t>12</a:t>
            </a:fld>
            <a:endParaRPr lang="en-US"/>
          </a:p>
        </p:txBody>
      </p:sp>
    </p:spTree>
    <p:extLst>
      <p:ext uri="{BB962C8B-B14F-4D97-AF65-F5344CB8AC3E}">
        <p14:creationId xmlns:p14="http://schemas.microsoft.com/office/powerpoint/2010/main" val="32998766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2DB08-9130-B56A-0837-D7741A3438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53B519-23A9-79C0-5864-03F3660597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AF5717-9709-8D97-FDC3-BE4F3E8E59C8}"/>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065B1E68-64C0-89D3-35B1-813CC28A088C}"/>
              </a:ext>
            </a:extLst>
          </p:cNvPr>
          <p:cNvSpPr>
            <a:spLocks noGrp="1"/>
          </p:cNvSpPr>
          <p:nvPr>
            <p:ph type="sldNum" sz="quarter" idx="5"/>
          </p:nvPr>
        </p:nvSpPr>
        <p:spPr/>
        <p:txBody>
          <a:bodyPr/>
          <a:lstStyle/>
          <a:p>
            <a:fld id="{BCC21A4C-94B1-44DB-808F-2A51A4CA9D73}" type="slidenum">
              <a:rPr lang="en-US" smtClean="0"/>
              <a:t>13</a:t>
            </a:fld>
            <a:endParaRPr lang="en-US"/>
          </a:p>
        </p:txBody>
      </p:sp>
    </p:spTree>
    <p:extLst>
      <p:ext uri="{BB962C8B-B14F-4D97-AF65-F5344CB8AC3E}">
        <p14:creationId xmlns:p14="http://schemas.microsoft.com/office/powerpoint/2010/main" val="27153365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5E401-5F6F-3DB0-8352-4F3E0FFDAF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CFA075-C92E-72B7-693F-2965713EC5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58BABB-9E3E-F856-AA02-E35236564CFA}"/>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FFB02EFD-8EDD-E0B5-A3E8-91847B457F7D}"/>
              </a:ext>
            </a:extLst>
          </p:cNvPr>
          <p:cNvSpPr>
            <a:spLocks noGrp="1"/>
          </p:cNvSpPr>
          <p:nvPr>
            <p:ph type="sldNum" sz="quarter" idx="5"/>
          </p:nvPr>
        </p:nvSpPr>
        <p:spPr/>
        <p:txBody>
          <a:bodyPr/>
          <a:lstStyle/>
          <a:p>
            <a:fld id="{BCC21A4C-94B1-44DB-808F-2A51A4CA9D73}" type="slidenum">
              <a:rPr lang="en-US" smtClean="0"/>
              <a:t>14</a:t>
            </a:fld>
            <a:endParaRPr lang="en-US"/>
          </a:p>
        </p:txBody>
      </p:sp>
    </p:spTree>
    <p:extLst>
      <p:ext uri="{BB962C8B-B14F-4D97-AF65-F5344CB8AC3E}">
        <p14:creationId xmlns:p14="http://schemas.microsoft.com/office/powerpoint/2010/main" val="7468776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92FF3-9FA5-785B-9611-F677C87346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B68D7B-A29B-0DA2-3773-59D6035115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1B918B-9DC4-5DAB-C45D-282F17A58CF6}"/>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22817E04-56FF-4C3A-A57D-13E6A0145885}"/>
              </a:ext>
            </a:extLst>
          </p:cNvPr>
          <p:cNvSpPr>
            <a:spLocks noGrp="1"/>
          </p:cNvSpPr>
          <p:nvPr>
            <p:ph type="sldNum" sz="quarter" idx="5"/>
          </p:nvPr>
        </p:nvSpPr>
        <p:spPr/>
        <p:txBody>
          <a:bodyPr/>
          <a:lstStyle/>
          <a:p>
            <a:fld id="{BCC21A4C-94B1-44DB-808F-2A51A4CA9D73}" type="slidenum">
              <a:rPr lang="en-US" smtClean="0"/>
              <a:t>15</a:t>
            </a:fld>
            <a:endParaRPr lang="en-US"/>
          </a:p>
        </p:txBody>
      </p:sp>
    </p:spTree>
    <p:extLst>
      <p:ext uri="{BB962C8B-B14F-4D97-AF65-F5344CB8AC3E}">
        <p14:creationId xmlns:p14="http://schemas.microsoft.com/office/powerpoint/2010/main" val="34170920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76C8C-75C8-5F20-9603-FFD31E5E83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BB3624-E07B-1CF6-22A6-27F0DFAFA2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A48738-6F8E-877D-B297-A38B64EA6C50}"/>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2125648F-6CAA-909F-102E-5DD07719AF95}"/>
              </a:ext>
            </a:extLst>
          </p:cNvPr>
          <p:cNvSpPr>
            <a:spLocks noGrp="1"/>
          </p:cNvSpPr>
          <p:nvPr>
            <p:ph type="sldNum" sz="quarter" idx="5"/>
          </p:nvPr>
        </p:nvSpPr>
        <p:spPr/>
        <p:txBody>
          <a:bodyPr/>
          <a:lstStyle/>
          <a:p>
            <a:fld id="{BCC21A4C-94B1-44DB-808F-2A51A4CA9D73}" type="slidenum">
              <a:rPr lang="en-US" smtClean="0"/>
              <a:t>16</a:t>
            </a:fld>
            <a:endParaRPr lang="en-US"/>
          </a:p>
        </p:txBody>
      </p:sp>
    </p:spTree>
    <p:extLst>
      <p:ext uri="{BB962C8B-B14F-4D97-AF65-F5344CB8AC3E}">
        <p14:creationId xmlns:p14="http://schemas.microsoft.com/office/powerpoint/2010/main" val="19924613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9B4C3-5492-1DED-23F0-A75C66224F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15C122-6596-265B-8F2F-BBCEFA741D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9E0A81-449C-E628-3F5F-214506D79E2C}"/>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1C8990C0-813D-CA7B-2B7F-05906FC9256E}"/>
              </a:ext>
            </a:extLst>
          </p:cNvPr>
          <p:cNvSpPr>
            <a:spLocks noGrp="1"/>
          </p:cNvSpPr>
          <p:nvPr>
            <p:ph type="sldNum" sz="quarter" idx="5"/>
          </p:nvPr>
        </p:nvSpPr>
        <p:spPr/>
        <p:txBody>
          <a:bodyPr/>
          <a:lstStyle/>
          <a:p>
            <a:fld id="{BCC21A4C-94B1-44DB-808F-2A51A4CA9D73}" type="slidenum">
              <a:rPr lang="en-US" smtClean="0"/>
              <a:t>17</a:t>
            </a:fld>
            <a:endParaRPr lang="en-US"/>
          </a:p>
        </p:txBody>
      </p:sp>
    </p:spTree>
    <p:extLst>
      <p:ext uri="{BB962C8B-B14F-4D97-AF65-F5344CB8AC3E}">
        <p14:creationId xmlns:p14="http://schemas.microsoft.com/office/powerpoint/2010/main" val="7569150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ECAC6-B596-6D6A-A8FF-28AAED228C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8CB3FC-40FC-2349-B17E-5677FC5F99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59A806-D50F-D6E2-99AF-F20B9D666F99}"/>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F8C9C0C2-EEA1-6F17-9AF6-63357F909D57}"/>
              </a:ext>
            </a:extLst>
          </p:cNvPr>
          <p:cNvSpPr>
            <a:spLocks noGrp="1"/>
          </p:cNvSpPr>
          <p:nvPr>
            <p:ph type="sldNum" sz="quarter" idx="5"/>
          </p:nvPr>
        </p:nvSpPr>
        <p:spPr/>
        <p:txBody>
          <a:bodyPr/>
          <a:lstStyle/>
          <a:p>
            <a:fld id="{BCC21A4C-94B1-44DB-808F-2A51A4CA9D73}" type="slidenum">
              <a:rPr lang="en-US" smtClean="0"/>
              <a:t>18</a:t>
            </a:fld>
            <a:endParaRPr lang="en-US"/>
          </a:p>
        </p:txBody>
      </p:sp>
    </p:spTree>
    <p:extLst>
      <p:ext uri="{BB962C8B-B14F-4D97-AF65-F5344CB8AC3E}">
        <p14:creationId xmlns:p14="http://schemas.microsoft.com/office/powerpoint/2010/main" val="10341733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6CE38-2E1D-4CF0-80CF-17DA4D079F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D624A1-8BC2-7C3C-AE93-4BBBCC49F6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30959C-7B05-9925-9C19-6E41692B7385}"/>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7D295000-1383-A46F-4869-30EF425A8A86}"/>
              </a:ext>
            </a:extLst>
          </p:cNvPr>
          <p:cNvSpPr>
            <a:spLocks noGrp="1"/>
          </p:cNvSpPr>
          <p:nvPr>
            <p:ph type="sldNum" sz="quarter" idx="5"/>
          </p:nvPr>
        </p:nvSpPr>
        <p:spPr/>
        <p:txBody>
          <a:bodyPr/>
          <a:lstStyle/>
          <a:p>
            <a:fld id="{BCC21A4C-94B1-44DB-808F-2A51A4CA9D73}" type="slidenum">
              <a:rPr lang="en-US" smtClean="0"/>
              <a:t>19</a:t>
            </a:fld>
            <a:endParaRPr lang="en-US"/>
          </a:p>
        </p:txBody>
      </p:sp>
    </p:spTree>
    <p:extLst>
      <p:ext uri="{BB962C8B-B14F-4D97-AF65-F5344CB8AC3E}">
        <p14:creationId xmlns:p14="http://schemas.microsoft.com/office/powerpoint/2010/main" val="27654918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https://www.youtube.com/watch?v=s4thQcgLCqk</a:t>
            </a:r>
          </a:p>
          <a:p>
            <a:r>
              <a:rPr lang="en-GB" dirty="0"/>
              <a:t>Jeff Sutherland talking about Scrum</a:t>
            </a:r>
          </a:p>
        </p:txBody>
      </p:sp>
      <p:sp>
        <p:nvSpPr>
          <p:cNvPr id="4" name="Slide Number Placeholder 3"/>
          <p:cNvSpPr>
            <a:spLocks noGrp="1"/>
          </p:cNvSpPr>
          <p:nvPr>
            <p:ph type="sldNum" sz="quarter" idx="5"/>
          </p:nvPr>
        </p:nvSpPr>
        <p:spPr/>
        <p:txBody>
          <a:bodyPr/>
          <a:lstStyle/>
          <a:p>
            <a:fld id="{BCC21A4C-94B1-44DB-808F-2A51A4CA9D73}" type="slidenum">
              <a:rPr lang="en-US" smtClean="0"/>
              <a:t>21</a:t>
            </a:fld>
            <a:endParaRPr lang="en-US"/>
          </a:p>
        </p:txBody>
      </p:sp>
    </p:spTree>
    <p:extLst>
      <p:ext uri="{BB962C8B-B14F-4D97-AF65-F5344CB8AC3E}">
        <p14:creationId xmlns:p14="http://schemas.microsoft.com/office/powerpoint/2010/main" val="19748777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76CEB-C324-7A8B-9241-26A13376E3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2A1AA6-8DE8-3355-75A3-6D585413E5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878E7A-5A0B-BCA0-0619-04184C870113}"/>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88E0BE0-4ED9-8298-8275-22F9F8E8BB6E}"/>
              </a:ext>
            </a:extLst>
          </p:cNvPr>
          <p:cNvSpPr>
            <a:spLocks noGrp="1"/>
          </p:cNvSpPr>
          <p:nvPr>
            <p:ph type="sldNum" sz="quarter" idx="5"/>
          </p:nvPr>
        </p:nvSpPr>
        <p:spPr/>
        <p:txBody>
          <a:bodyPr/>
          <a:lstStyle/>
          <a:p>
            <a:fld id="{BCC21A4C-94B1-44DB-808F-2A51A4CA9D73}" type="slidenum">
              <a:rPr lang="en-US" smtClean="0"/>
              <a:t>22</a:t>
            </a:fld>
            <a:endParaRPr lang="en-US"/>
          </a:p>
        </p:txBody>
      </p:sp>
    </p:spTree>
    <p:extLst>
      <p:ext uri="{BB962C8B-B14F-4D97-AF65-F5344CB8AC3E}">
        <p14:creationId xmlns:p14="http://schemas.microsoft.com/office/powerpoint/2010/main" val="20621242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BCC21A4C-94B1-44DB-808F-2A51A4CA9D73}" type="slidenum">
              <a:rPr lang="en-US" smtClean="0"/>
              <a:t>23</a:t>
            </a:fld>
            <a:endParaRPr lang="en-US"/>
          </a:p>
        </p:txBody>
      </p:sp>
    </p:spTree>
    <p:extLst>
      <p:ext uri="{BB962C8B-B14F-4D97-AF65-F5344CB8AC3E}">
        <p14:creationId xmlns:p14="http://schemas.microsoft.com/office/powerpoint/2010/main" val="35682920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https://www.youtube.com/watch?v=hHIikHJV9fI</a:t>
            </a:r>
          </a:p>
        </p:txBody>
      </p:sp>
      <p:sp>
        <p:nvSpPr>
          <p:cNvPr id="4" name="Slide Number Placeholder 3"/>
          <p:cNvSpPr>
            <a:spLocks noGrp="1"/>
          </p:cNvSpPr>
          <p:nvPr>
            <p:ph type="sldNum" sz="quarter" idx="5"/>
          </p:nvPr>
        </p:nvSpPr>
        <p:spPr/>
        <p:txBody>
          <a:bodyPr/>
          <a:lstStyle/>
          <a:p>
            <a:fld id="{BCC21A4C-94B1-44DB-808F-2A51A4CA9D73}" type="slidenum">
              <a:rPr lang="en-US" smtClean="0"/>
              <a:t>26</a:t>
            </a:fld>
            <a:endParaRPr lang="en-US"/>
          </a:p>
        </p:txBody>
      </p:sp>
    </p:spTree>
    <p:extLst>
      <p:ext uri="{BB962C8B-B14F-4D97-AF65-F5344CB8AC3E}">
        <p14:creationId xmlns:p14="http://schemas.microsoft.com/office/powerpoint/2010/main" val="13733872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r>
              <a:rPr lang="en-US" dirty="0"/>
              <a:t>Following the activity; </a:t>
            </a:r>
          </a:p>
          <a:p>
            <a:pPr>
              <a:lnSpc>
                <a:spcPct val="107000"/>
              </a:lnSpc>
              <a:spcAft>
                <a:spcPts val="800"/>
              </a:spcAf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GB" sz="1200" dirty="0">
                <a:effectLst/>
                <a:latin typeface="Calibri" panose="020F0502020204030204" pitchFamily="34" charset="0"/>
                <a:ea typeface="Calibri" panose="020F0502020204030204" pitchFamily="34" charset="0"/>
                <a:cs typeface="Times New Roman" panose="02020603050405020304" pitchFamily="18" charset="0"/>
              </a:rPr>
              <a:t>Randomly select a trait and then a learner asking them to state what they have written about that trait.</a:t>
            </a:r>
          </a:p>
          <a:p>
            <a:pPr>
              <a:lnSpc>
                <a:spcPct val="107000"/>
              </a:lnSpc>
              <a:spcAft>
                <a:spcPts val="800"/>
              </a:spcAft>
            </a:pPr>
            <a:r>
              <a:rPr lang="en-GB" sz="1200" dirty="0">
                <a:effectLst/>
                <a:latin typeface="Calibri" panose="020F0502020204030204" pitchFamily="34" charset="0"/>
                <a:ea typeface="Calibri" panose="020F0502020204030204" pitchFamily="34" charset="0"/>
                <a:cs typeface="Times New Roman" panose="02020603050405020304" pitchFamily="18" charset="0"/>
              </a:rPr>
              <a:t>Discuss what additional traits they would add to the list.</a:t>
            </a:r>
          </a:p>
          <a:p>
            <a:r>
              <a:rPr lang="en-GB" sz="1200" dirty="0">
                <a:effectLst/>
                <a:latin typeface="Calibri" panose="020F0502020204030204" pitchFamily="34" charset="0"/>
                <a:ea typeface="Calibri" panose="020F0502020204030204" pitchFamily="34" charset="0"/>
                <a:cs typeface="Times New Roman" panose="02020603050405020304" pitchFamily="18" charset="0"/>
              </a:rPr>
              <a:t>Talk about how they could be more effective in their team.</a:t>
            </a:r>
            <a:endParaRPr lang="en-GB" dirty="0"/>
          </a:p>
          <a:p>
            <a:endParaRPr lang="en-GB" dirty="0"/>
          </a:p>
        </p:txBody>
      </p:sp>
      <p:sp>
        <p:nvSpPr>
          <p:cNvPr id="4" name="Slide Number Placeholder 3"/>
          <p:cNvSpPr>
            <a:spLocks noGrp="1"/>
          </p:cNvSpPr>
          <p:nvPr>
            <p:ph type="sldNum" sz="quarter" idx="5"/>
          </p:nvPr>
        </p:nvSpPr>
        <p:spPr/>
        <p:txBody>
          <a:bodyPr/>
          <a:lstStyle/>
          <a:p>
            <a:fld id="{BCC21A4C-94B1-44DB-808F-2A51A4CA9D73}" type="slidenum">
              <a:rPr lang="en-US" smtClean="0"/>
              <a:t>27</a:t>
            </a:fld>
            <a:endParaRPr lang="en-US"/>
          </a:p>
        </p:txBody>
      </p:sp>
    </p:spTree>
    <p:extLst>
      <p:ext uri="{BB962C8B-B14F-4D97-AF65-F5344CB8AC3E}">
        <p14:creationId xmlns:p14="http://schemas.microsoft.com/office/powerpoint/2010/main" val="24132283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This slide must be used to used at the end of the learning to allow the learners to re-cap the expectations of this session. This is to promote retention with the learners and identify the learning which has been covered. Any gaps which are identified must be addressed before the next session. This is where the Learner can use ELMS/ VLE to access resources to review the content; including the recording of the session.</a:t>
            </a:r>
          </a:p>
          <a:p>
            <a:endParaRPr lang="en-GB" dirty="0"/>
          </a:p>
          <a:p>
            <a:r>
              <a:rPr lang="en-GB" b="1" dirty="0"/>
              <a:t>Session Aim </a:t>
            </a:r>
            <a:r>
              <a:rPr lang="en-GB" dirty="0"/>
              <a:t>– this is a sentence which details the high-level expectation for learning in this session:</a:t>
            </a:r>
          </a:p>
          <a:p>
            <a:r>
              <a:rPr lang="en-GB" dirty="0"/>
              <a:t>“Investigate the fundamentals of networking architectures through looking at Logical Topologies and Protocols which provide management for data transmission.”</a:t>
            </a:r>
          </a:p>
          <a:p>
            <a:endParaRPr lang="en-GB" dirty="0"/>
          </a:p>
          <a:p>
            <a:r>
              <a:rPr lang="en-GB" b="1" dirty="0"/>
              <a:t>Objectives</a:t>
            </a:r>
            <a:r>
              <a:rPr lang="en-GB" dirty="0"/>
              <a:t> – this is the steps that will be taken to achieve the Aim. Steps on a ladder</a:t>
            </a:r>
          </a:p>
          <a:p>
            <a:r>
              <a:rPr lang="en-GB" dirty="0"/>
              <a:t>“Identify each of the five main networking Logical Topologies used in modern computer networks.”</a:t>
            </a:r>
          </a:p>
          <a:p>
            <a:r>
              <a:rPr lang="en-GB" dirty="0"/>
              <a:t>“Describe the primary benefits of each Logical Topology.”</a:t>
            </a:r>
          </a:p>
          <a:p>
            <a:r>
              <a:rPr lang="en-GB" dirty="0"/>
              <a:t>“List and detail the main features of communications protocols used in computer and telecommunications networks.”</a:t>
            </a:r>
          </a:p>
          <a:p>
            <a:r>
              <a:rPr lang="en-GB" dirty="0"/>
              <a:t>“Explain how communications protocols impact the performance selection of a Logical Topology and the overall network.”</a:t>
            </a:r>
          </a:p>
        </p:txBody>
      </p:sp>
      <p:sp>
        <p:nvSpPr>
          <p:cNvPr id="4" name="Slide Number Placeholder 3"/>
          <p:cNvSpPr>
            <a:spLocks noGrp="1"/>
          </p:cNvSpPr>
          <p:nvPr>
            <p:ph type="sldNum" sz="quarter" idx="5"/>
          </p:nvPr>
        </p:nvSpPr>
        <p:spPr/>
        <p:txBody>
          <a:bodyPr/>
          <a:lstStyle/>
          <a:p>
            <a:fld id="{8F423248-6D77-42F4-ADBD-B67D21E8300A}" type="slidenum">
              <a:rPr lang="en-GB" smtClean="0"/>
              <a:t>29</a:t>
            </a:fld>
            <a:endParaRPr lang="en-GB"/>
          </a:p>
        </p:txBody>
      </p:sp>
    </p:spTree>
    <p:extLst>
      <p:ext uri="{BB962C8B-B14F-4D97-AF65-F5344CB8AC3E}">
        <p14:creationId xmlns:p14="http://schemas.microsoft.com/office/powerpoint/2010/main" val="21836021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252B9-8CC2-8C80-0029-7D3C848CEA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ACD36F-E837-25CB-5E2A-861F8E4414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666EFD-23EB-5DF1-E847-0F0BDCC729CE}"/>
              </a:ext>
            </a:extLst>
          </p:cNvPr>
          <p:cNvSpPr>
            <a:spLocks noGrp="1"/>
          </p:cNvSpPr>
          <p:nvPr>
            <p:ph type="body" idx="1"/>
          </p:nvPr>
        </p:nvSpPr>
        <p:spPr/>
        <p:txBody>
          <a:bodyPr/>
          <a:lstStyle/>
          <a:p>
            <a:r>
              <a:rPr lang="en-IE" i="1" dirty="0"/>
              <a:t>Make the learners aware of what KSBs have been covered during this session and which of their Assessment Methods they relate to.</a:t>
            </a:r>
          </a:p>
          <a:p>
            <a:endParaRPr lang="en-IE" i="1" dirty="0"/>
          </a:p>
          <a:p>
            <a:r>
              <a:rPr lang="en-IE" i="1" dirty="0"/>
              <a:t>Adapt according to your course/AMs – these are the AMs and KSBs for L4 Network Engineer</a:t>
            </a:r>
            <a:endParaRPr lang="en-GB" dirty="0"/>
          </a:p>
        </p:txBody>
      </p:sp>
      <p:sp>
        <p:nvSpPr>
          <p:cNvPr id="4" name="Slide Number Placeholder 3">
            <a:extLst>
              <a:ext uri="{FF2B5EF4-FFF2-40B4-BE49-F238E27FC236}">
                <a16:creationId xmlns:a16="http://schemas.microsoft.com/office/drawing/2014/main" id="{7B0E74F4-624C-E87A-97C9-D4D25772D6D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6C10386-3129-D040-9582-5A9BC1627735}"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1041558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Recordin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01F9C417-AE0F-5FEA-3B9D-9F4E883C0D0B}"/>
              </a:ext>
            </a:extLst>
          </p:cNvPr>
          <p:cNvGrpSpPr/>
          <p:nvPr userDrawn="1"/>
        </p:nvGrpSpPr>
        <p:grpSpPr>
          <a:xfrm>
            <a:off x="1678450" y="1902925"/>
            <a:ext cx="8835100" cy="4031873"/>
            <a:chOff x="1678450" y="1885340"/>
            <a:chExt cx="8835100" cy="4031873"/>
          </a:xfrm>
        </p:grpSpPr>
        <p:grpSp>
          <p:nvGrpSpPr>
            <p:cNvPr id="4" name="Group 3">
              <a:extLst>
                <a:ext uri="{FF2B5EF4-FFF2-40B4-BE49-F238E27FC236}">
                  <a16:creationId xmlns:a16="http://schemas.microsoft.com/office/drawing/2014/main" id="{B73C6D40-8476-17E6-05E7-7A8141C7D81B}"/>
                </a:ext>
              </a:extLst>
            </p:cNvPr>
            <p:cNvGrpSpPr/>
            <p:nvPr userDrawn="1"/>
          </p:nvGrpSpPr>
          <p:grpSpPr>
            <a:xfrm>
              <a:off x="1678450" y="3047807"/>
              <a:ext cx="914400" cy="1326777"/>
              <a:chOff x="394800" y="1446933"/>
              <a:chExt cx="914400" cy="1326777"/>
            </a:xfrm>
          </p:grpSpPr>
          <p:pic>
            <p:nvPicPr>
              <p:cNvPr id="5" name="Graphic 4" descr="Podcast with solid fill">
                <a:extLst>
                  <a:ext uri="{FF2B5EF4-FFF2-40B4-BE49-F238E27FC236}">
                    <a16:creationId xmlns:a16="http://schemas.microsoft.com/office/drawing/2014/main" id="{BB4291A9-E1F8-6D46-8154-3219599F8B3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94800" y="1446933"/>
                <a:ext cx="914400" cy="914400"/>
              </a:xfrm>
              <a:prstGeom prst="rect">
                <a:avLst/>
              </a:prstGeom>
            </p:spPr>
          </p:pic>
          <p:sp>
            <p:nvSpPr>
              <p:cNvPr id="6" name="Rectangle: Rounded Corners 5">
                <a:extLst>
                  <a:ext uri="{FF2B5EF4-FFF2-40B4-BE49-F238E27FC236}">
                    <a16:creationId xmlns:a16="http://schemas.microsoft.com/office/drawing/2014/main" id="{28A51AAD-2133-1971-1AE7-EC7E69A2AD6E}"/>
                  </a:ext>
                </a:extLst>
              </p:cNvPr>
              <p:cNvSpPr/>
              <p:nvPr/>
            </p:nvSpPr>
            <p:spPr>
              <a:xfrm>
                <a:off x="394800" y="2300403"/>
                <a:ext cx="914400" cy="473307"/>
              </a:xfrm>
              <a:prstGeom prst="roundRect">
                <a:avLst/>
              </a:prstGeom>
              <a:solidFill>
                <a:schemeClr val="accent1"/>
              </a:solidFill>
              <a:ln>
                <a:solidFill>
                  <a:schemeClr val="accent4"/>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GB" sz="2400" b="1" dirty="0">
                    <a:solidFill>
                      <a:schemeClr val="bg1"/>
                    </a:solidFill>
                  </a:rPr>
                  <a:t>LIVE</a:t>
                </a:r>
              </a:p>
            </p:txBody>
          </p:sp>
        </p:grpSp>
        <p:grpSp>
          <p:nvGrpSpPr>
            <p:cNvPr id="7" name="Group 6">
              <a:extLst>
                <a:ext uri="{FF2B5EF4-FFF2-40B4-BE49-F238E27FC236}">
                  <a16:creationId xmlns:a16="http://schemas.microsoft.com/office/drawing/2014/main" id="{E55FF514-A609-EF11-21AB-EF5CF077C39E}"/>
                </a:ext>
              </a:extLst>
            </p:cNvPr>
            <p:cNvGrpSpPr/>
            <p:nvPr userDrawn="1"/>
          </p:nvGrpSpPr>
          <p:grpSpPr>
            <a:xfrm>
              <a:off x="9599150" y="3047807"/>
              <a:ext cx="914400" cy="1326777"/>
              <a:chOff x="394800" y="1446933"/>
              <a:chExt cx="914400" cy="1326777"/>
            </a:xfrm>
          </p:grpSpPr>
          <p:pic>
            <p:nvPicPr>
              <p:cNvPr id="8" name="Graphic 7" descr="Podcast with solid fill">
                <a:extLst>
                  <a:ext uri="{FF2B5EF4-FFF2-40B4-BE49-F238E27FC236}">
                    <a16:creationId xmlns:a16="http://schemas.microsoft.com/office/drawing/2014/main" id="{C1573D47-B5AC-E4DA-02EC-7BE183768BF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94800" y="1446933"/>
                <a:ext cx="914400" cy="914400"/>
              </a:xfrm>
              <a:prstGeom prst="rect">
                <a:avLst/>
              </a:prstGeom>
            </p:spPr>
          </p:pic>
          <p:sp>
            <p:nvSpPr>
              <p:cNvPr id="9" name="Rectangle: Rounded Corners 8">
                <a:extLst>
                  <a:ext uri="{FF2B5EF4-FFF2-40B4-BE49-F238E27FC236}">
                    <a16:creationId xmlns:a16="http://schemas.microsoft.com/office/drawing/2014/main" id="{33AB2ED8-8F3B-CD53-0B8B-BC54879B956E}"/>
                  </a:ext>
                </a:extLst>
              </p:cNvPr>
              <p:cNvSpPr/>
              <p:nvPr/>
            </p:nvSpPr>
            <p:spPr>
              <a:xfrm>
                <a:off x="394800" y="2300403"/>
                <a:ext cx="914400" cy="473307"/>
              </a:xfrm>
              <a:prstGeom prst="roundRect">
                <a:avLst/>
              </a:prstGeom>
              <a:solidFill>
                <a:schemeClr val="accent1"/>
              </a:solidFill>
              <a:ln>
                <a:solidFill>
                  <a:schemeClr val="accent4"/>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GB" sz="2400" b="1" dirty="0">
                    <a:solidFill>
                      <a:schemeClr val="bg1"/>
                    </a:solidFill>
                  </a:rPr>
                  <a:t>LIVE</a:t>
                </a:r>
              </a:p>
            </p:txBody>
          </p:sp>
        </p:grpSp>
        <p:sp>
          <p:nvSpPr>
            <p:cNvPr id="10" name="TextBox 9">
              <a:extLst>
                <a:ext uri="{FF2B5EF4-FFF2-40B4-BE49-F238E27FC236}">
                  <a16:creationId xmlns:a16="http://schemas.microsoft.com/office/drawing/2014/main" id="{5EC85732-829E-5F01-9E43-691B56EDA580}"/>
                </a:ext>
              </a:extLst>
            </p:cNvPr>
            <p:cNvSpPr txBox="1"/>
            <p:nvPr userDrawn="1"/>
          </p:nvSpPr>
          <p:spPr>
            <a:xfrm>
              <a:off x="2757000" y="1885340"/>
              <a:ext cx="6678000" cy="4031873"/>
            </a:xfrm>
            <a:prstGeom prst="rect">
              <a:avLst/>
            </a:prstGeom>
            <a:noFill/>
          </p:spPr>
          <p:txBody>
            <a:bodyPr wrap="square" rtlCol="0">
              <a:spAutoFit/>
            </a:bodyPr>
            <a:lstStyle/>
            <a:p>
              <a:pPr marL="0" indent="0" algn="ctr">
                <a:buNone/>
              </a:pPr>
              <a:r>
                <a:rPr lang="en-GB" sz="3200" b="1" dirty="0">
                  <a:solidFill>
                    <a:schemeClr val="accent1"/>
                  </a:solidFill>
                </a:rPr>
                <a:t>This Session is being Recorded</a:t>
              </a:r>
            </a:p>
            <a:p>
              <a:pPr marL="0" indent="0" algn="ctr">
                <a:buNone/>
              </a:pPr>
              <a:endParaRPr lang="en-GB" sz="3200" b="1" dirty="0">
                <a:solidFill>
                  <a:schemeClr val="accent1"/>
                </a:solidFill>
              </a:endParaRPr>
            </a:p>
            <a:p>
              <a:pPr marL="0" indent="0" algn="ctr">
                <a:buNone/>
              </a:pPr>
              <a:r>
                <a:rPr lang="en-GB" sz="2400" b="1" dirty="0">
                  <a:solidFill>
                    <a:schemeClr val="accent1"/>
                  </a:solidFill>
                </a:rPr>
                <a:t>It is being recorded for your benefit and for the purpose of Learner Support and Quality</a:t>
              </a:r>
            </a:p>
            <a:p>
              <a:pPr marL="0" indent="0" algn="ctr">
                <a:buNone/>
              </a:pPr>
              <a:endParaRPr lang="en-GB" sz="2400" b="1" dirty="0">
                <a:solidFill>
                  <a:schemeClr val="accent1"/>
                </a:solidFill>
              </a:endParaRPr>
            </a:p>
            <a:p>
              <a:pPr marL="0" indent="0" algn="ctr">
                <a:buNone/>
              </a:pPr>
              <a:r>
                <a:rPr lang="en-GB" sz="2400" b="1" dirty="0">
                  <a:solidFill>
                    <a:schemeClr val="accent1"/>
                  </a:solidFill>
                </a:rPr>
                <a:t>Attendance at the session is consent to be recorded</a:t>
              </a:r>
            </a:p>
            <a:p>
              <a:pPr marL="0" indent="0" algn="ctr">
                <a:buNone/>
              </a:pPr>
              <a:endParaRPr lang="en-GB" sz="2400" b="1" dirty="0">
                <a:solidFill>
                  <a:schemeClr val="accent1"/>
                </a:solidFill>
              </a:endParaRPr>
            </a:p>
            <a:p>
              <a:pPr marL="0" indent="0" algn="ctr">
                <a:buNone/>
              </a:pPr>
              <a:r>
                <a:rPr lang="en-GB" sz="2400" b="1" dirty="0">
                  <a:solidFill>
                    <a:schemeClr val="accent1"/>
                  </a:solidFill>
                </a:rPr>
                <a:t>Should you have any questions or concerns, please let your Trainer know.</a:t>
              </a:r>
            </a:p>
          </p:txBody>
        </p:sp>
      </p:grpSp>
      <p:sp>
        <p:nvSpPr>
          <p:cNvPr id="12" name="Title 11">
            <a:extLst>
              <a:ext uri="{FF2B5EF4-FFF2-40B4-BE49-F238E27FC236}">
                <a16:creationId xmlns:a16="http://schemas.microsoft.com/office/drawing/2014/main" id="{90D008FD-B7AA-B15A-3B2C-E5FE69EA5FD0}"/>
              </a:ext>
            </a:extLst>
          </p:cNvPr>
          <p:cNvSpPr>
            <a:spLocks noGrp="1"/>
          </p:cNvSpPr>
          <p:nvPr>
            <p:ph type="title"/>
          </p:nvPr>
        </p:nvSpPr>
        <p:spPr/>
        <p:txBody>
          <a:bodyPr/>
          <a:lstStyle/>
          <a:p>
            <a:r>
              <a:rPr lang="en-US" dirty="0"/>
              <a:t>Click to edit Master title style</a:t>
            </a:r>
            <a:endParaRPr lang="en-GB" dirty="0"/>
          </a:p>
        </p:txBody>
      </p:sp>
    </p:spTree>
    <p:extLst>
      <p:ext uri="{BB962C8B-B14F-4D97-AF65-F5344CB8AC3E}">
        <p14:creationId xmlns:p14="http://schemas.microsoft.com/office/powerpoint/2010/main" val="37155691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2C Introductio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6A6650D-C61C-13C5-F86A-920EE227B9A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itle 3">
            <a:extLst>
              <a:ext uri="{FF2B5EF4-FFF2-40B4-BE49-F238E27FC236}">
                <a16:creationId xmlns:a16="http://schemas.microsoft.com/office/drawing/2014/main" id="{0BC4D96C-D562-1F2D-D84F-327D7A2486B6}"/>
              </a:ext>
            </a:extLst>
          </p:cNvPr>
          <p:cNvSpPr>
            <a:spLocks noGrp="1"/>
          </p:cNvSpPr>
          <p:nvPr>
            <p:ph type="title"/>
          </p:nvPr>
        </p:nvSpPr>
        <p:spPr>
          <a:xfrm>
            <a:off x="1147189" y="2442586"/>
            <a:ext cx="9897622" cy="1325563"/>
          </a:xfrm>
        </p:spPr>
        <p:txBody>
          <a:bodyPr/>
          <a:lstStyle>
            <a:lvl1pPr>
              <a:defRPr>
                <a:solidFill>
                  <a:schemeClr val="bg1"/>
                </a:solidFill>
              </a:defRPr>
            </a:lvl1pPr>
          </a:lstStyle>
          <a:p>
            <a:r>
              <a:rPr lang="en-US"/>
              <a:t>Click to edit Master title style</a:t>
            </a:r>
            <a:endParaRPr lang="en-GB"/>
          </a:p>
        </p:txBody>
      </p:sp>
      <p:sp>
        <p:nvSpPr>
          <p:cNvPr id="2" name="Subtitle 2">
            <a:extLst>
              <a:ext uri="{FF2B5EF4-FFF2-40B4-BE49-F238E27FC236}">
                <a16:creationId xmlns:a16="http://schemas.microsoft.com/office/drawing/2014/main" id="{F9A83B70-45B0-0721-CBD1-A05B07E7550E}"/>
              </a:ext>
            </a:extLst>
          </p:cNvPr>
          <p:cNvSpPr>
            <a:spLocks noGrp="1"/>
          </p:cNvSpPr>
          <p:nvPr>
            <p:ph type="subTitle" idx="1"/>
          </p:nvPr>
        </p:nvSpPr>
        <p:spPr>
          <a:xfrm>
            <a:off x="1147189" y="3834485"/>
            <a:ext cx="9244727" cy="450000"/>
          </a:xfrm>
          <a:noFill/>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5" name="Picture 4">
            <a:extLst>
              <a:ext uri="{FF2B5EF4-FFF2-40B4-BE49-F238E27FC236}">
                <a16:creationId xmlns:a16="http://schemas.microsoft.com/office/drawing/2014/main" id="{FBB132C8-CA17-50CF-4CF7-FFEF134745D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35738" y="640528"/>
            <a:ext cx="4305541" cy="979149"/>
          </a:xfrm>
          <a:prstGeom prst="rect">
            <a:avLst/>
          </a:prstGeom>
        </p:spPr>
      </p:pic>
    </p:spTree>
    <p:extLst>
      <p:ext uri="{BB962C8B-B14F-4D97-AF65-F5344CB8AC3E}">
        <p14:creationId xmlns:p14="http://schemas.microsoft.com/office/powerpoint/2010/main" val="22753840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F2C Introductio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6A6650D-C61C-13C5-F86A-920EE227B9A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4" name="Title 3">
            <a:extLst>
              <a:ext uri="{FF2B5EF4-FFF2-40B4-BE49-F238E27FC236}">
                <a16:creationId xmlns:a16="http://schemas.microsoft.com/office/drawing/2014/main" id="{0BC4D96C-D562-1F2D-D84F-327D7A2486B6}"/>
              </a:ext>
            </a:extLst>
          </p:cNvPr>
          <p:cNvSpPr>
            <a:spLocks noGrp="1"/>
          </p:cNvSpPr>
          <p:nvPr>
            <p:ph type="title"/>
          </p:nvPr>
        </p:nvSpPr>
        <p:spPr>
          <a:xfrm>
            <a:off x="1147189" y="2442586"/>
            <a:ext cx="9897622" cy="1325563"/>
          </a:xfrm>
        </p:spPr>
        <p:txBody>
          <a:bodyPr/>
          <a:lstStyle>
            <a:lvl1pPr>
              <a:defRPr>
                <a:solidFill>
                  <a:schemeClr val="bg1"/>
                </a:solidFill>
              </a:defRPr>
            </a:lvl1pPr>
          </a:lstStyle>
          <a:p>
            <a:r>
              <a:rPr lang="en-US"/>
              <a:t>Click to edit Master title style</a:t>
            </a:r>
            <a:endParaRPr lang="en-GB"/>
          </a:p>
        </p:txBody>
      </p:sp>
      <p:sp>
        <p:nvSpPr>
          <p:cNvPr id="2" name="Subtitle 2">
            <a:extLst>
              <a:ext uri="{FF2B5EF4-FFF2-40B4-BE49-F238E27FC236}">
                <a16:creationId xmlns:a16="http://schemas.microsoft.com/office/drawing/2014/main" id="{F9A83B70-45B0-0721-CBD1-A05B07E7550E}"/>
              </a:ext>
            </a:extLst>
          </p:cNvPr>
          <p:cNvSpPr>
            <a:spLocks noGrp="1"/>
          </p:cNvSpPr>
          <p:nvPr>
            <p:ph type="subTitle" idx="1"/>
          </p:nvPr>
        </p:nvSpPr>
        <p:spPr>
          <a:xfrm>
            <a:off x="1147189" y="3834485"/>
            <a:ext cx="9244727" cy="450000"/>
          </a:xfrm>
          <a:noFill/>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5" name="Picture 4">
            <a:extLst>
              <a:ext uri="{FF2B5EF4-FFF2-40B4-BE49-F238E27FC236}">
                <a16:creationId xmlns:a16="http://schemas.microsoft.com/office/drawing/2014/main" id="{FBB132C8-CA17-50CF-4CF7-FFEF134745D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35738" y="640528"/>
            <a:ext cx="4305541" cy="979149"/>
          </a:xfrm>
          <a:prstGeom prst="rect">
            <a:avLst/>
          </a:prstGeom>
        </p:spPr>
      </p:pic>
    </p:spTree>
    <p:extLst>
      <p:ext uri="{BB962C8B-B14F-4D97-AF65-F5344CB8AC3E}">
        <p14:creationId xmlns:p14="http://schemas.microsoft.com/office/powerpoint/2010/main" val="6413065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F2C Introductio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6A6650D-C61C-13C5-F86A-920EE227B9A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4" name="Title 3">
            <a:extLst>
              <a:ext uri="{FF2B5EF4-FFF2-40B4-BE49-F238E27FC236}">
                <a16:creationId xmlns:a16="http://schemas.microsoft.com/office/drawing/2014/main" id="{0BC4D96C-D562-1F2D-D84F-327D7A2486B6}"/>
              </a:ext>
            </a:extLst>
          </p:cNvPr>
          <p:cNvSpPr>
            <a:spLocks noGrp="1"/>
          </p:cNvSpPr>
          <p:nvPr>
            <p:ph type="title"/>
          </p:nvPr>
        </p:nvSpPr>
        <p:spPr>
          <a:xfrm>
            <a:off x="1147189" y="2442586"/>
            <a:ext cx="9897622" cy="1325563"/>
          </a:xfrm>
        </p:spPr>
        <p:txBody>
          <a:bodyPr/>
          <a:lstStyle>
            <a:lvl1pPr>
              <a:defRPr>
                <a:solidFill>
                  <a:schemeClr val="bg1"/>
                </a:solidFill>
              </a:defRPr>
            </a:lvl1pPr>
          </a:lstStyle>
          <a:p>
            <a:r>
              <a:rPr lang="en-US"/>
              <a:t>Click to edit Master title style</a:t>
            </a:r>
            <a:endParaRPr lang="en-GB"/>
          </a:p>
        </p:txBody>
      </p:sp>
      <p:sp>
        <p:nvSpPr>
          <p:cNvPr id="2" name="Subtitle 2">
            <a:extLst>
              <a:ext uri="{FF2B5EF4-FFF2-40B4-BE49-F238E27FC236}">
                <a16:creationId xmlns:a16="http://schemas.microsoft.com/office/drawing/2014/main" id="{F9A83B70-45B0-0721-CBD1-A05B07E7550E}"/>
              </a:ext>
            </a:extLst>
          </p:cNvPr>
          <p:cNvSpPr>
            <a:spLocks noGrp="1"/>
          </p:cNvSpPr>
          <p:nvPr>
            <p:ph type="subTitle" idx="1"/>
          </p:nvPr>
        </p:nvSpPr>
        <p:spPr>
          <a:xfrm>
            <a:off x="1147189" y="3834485"/>
            <a:ext cx="9244727" cy="450000"/>
          </a:xfrm>
          <a:noFill/>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5" name="Picture 4">
            <a:extLst>
              <a:ext uri="{FF2B5EF4-FFF2-40B4-BE49-F238E27FC236}">
                <a16:creationId xmlns:a16="http://schemas.microsoft.com/office/drawing/2014/main" id="{FBB132C8-CA17-50CF-4CF7-FFEF134745D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35738" y="640528"/>
            <a:ext cx="4305541" cy="979149"/>
          </a:xfrm>
          <a:prstGeom prst="rect">
            <a:avLst/>
          </a:prstGeom>
        </p:spPr>
      </p:pic>
    </p:spTree>
    <p:extLst>
      <p:ext uri="{BB962C8B-B14F-4D97-AF65-F5344CB8AC3E}">
        <p14:creationId xmlns:p14="http://schemas.microsoft.com/office/powerpoint/2010/main" val="24261026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F2C Introductio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6A6650D-C61C-13C5-F86A-920EE227B9A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4" name="Title 3">
            <a:extLst>
              <a:ext uri="{FF2B5EF4-FFF2-40B4-BE49-F238E27FC236}">
                <a16:creationId xmlns:a16="http://schemas.microsoft.com/office/drawing/2014/main" id="{0BC4D96C-D562-1F2D-D84F-327D7A2486B6}"/>
              </a:ext>
            </a:extLst>
          </p:cNvPr>
          <p:cNvSpPr>
            <a:spLocks noGrp="1"/>
          </p:cNvSpPr>
          <p:nvPr>
            <p:ph type="title"/>
          </p:nvPr>
        </p:nvSpPr>
        <p:spPr>
          <a:xfrm>
            <a:off x="1147189" y="2442586"/>
            <a:ext cx="9897622" cy="1325563"/>
          </a:xfrm>
        </p:spPr>
        <p:txBody>
          <a:bodyPr/>
          <a:lstStyle>
            <a:lvl1pPr>
              <a:defRPr>
                <a:solidFill>
                  <a:schemeClr val="bg1"/>
                </a:solidFill>
              </a:defRPr>
            </a:lvl1pPr>
          </a:lstStyle>
          <a:p>
            <a:r>
              <a:rPr lang="en-US"/>
              <a:t>Click to edit Master title style</a:t>
            </a:r>
            <a:endParaRPr lang="en-GB"/>
          </a:p>
        </p:txBody>
      </p:sp>
      <p:sp>
        <p:nvSpPr>
          <p:cNvPr id="2" name="Subtitle 2">
            <a:extLst>
              <a:ext uri="{FF2B5EF4-FFF2-40B4-BE49-F238E27FC236}">
                <a16:creationId xmlns:a16="http://schemas.microsoft.com/office/drawing/2014/main" id="{F9A83B70-45B0-0721-CBD1-A05B07E7550E}"/>
              </a:ext>
            </a:extLst>
          </p:cNvPr>
          <p:cNvSpPr>
            <a:spLocks noGrp="1"/>
          </p:cNvSpPr>
          <p:nvPr>
            <p:ph type="subTitle" idx="1"/>
          </p:nvPr>
        </p:nvSpPr>
        <p:spPr>
          <a:xfrm>
            <a:off x="1147189" y="3834485"/>
            <a:ext cx="9244727" cy="450000"/>
          </a:xfrm>
          <a:noFill/>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5" name="Picture 4">
            <a:extLst>
              <a:ext uri="{FF2B5EF4-FFF2-40B4-BE49-F238E27FC236}">
                <a16:creationId xmlns:a16="http://schemas.microsoft.com/office/drawing/2014/main" id="{FBB132C8-CA17-50CF-4CF7-FFEF134745D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35738" y="640528"/>
            <a:ext cx="4305541" cy="979149"/>
          </a:xfrm>
          <a:prstGeom prst="rect">
            <a:avLst/>
          </a:prstGeom>
        </p:spPr>
      </p:pic>
    </p:spTree>
    <p:extLst>
      <p:ext uri="{BB962C8B-B14F-4D97-AF65-F5344CB8AC3E}">
        <p14:creationId xmlns:p14="http://schemas.microsoft.com/office/powerpoint/2010/main" val="10201234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ubtitle">
    <p:spTree>
      <p:nvGrpSpPr>
        <p:cNvPr id="1" name=""/>
        <p:cNvGrpSpPr/>
        <p:nvPr/>
      </p:nvGrpSpPr>
      <p:grpSpPr>
        <a:xfrm>
          <a:off x="0" y="0"/>
          <a:ext cx="0" cy="0"/>
          <a:chOff x="0" y="0"/>
          <a:chExt cx="0" cy="0"/>
        </a:xfrm>
      </p:grpSpPr>
      <p:pic>
        <p:nvPicPr>
          <p:cNvPr id="3" name="Picture 2" descr="A colorful stream of water">
            <a:extLst>
              <a:ext uri="{FF2B5EF4-FFF2-40B4-BE49-F238E27FC236}">
                <a16:creationId xmlns:a16="http://schemas.microsoft.com/office/drawing/2014/main" id="{A38DC9F4-CF36-F7CD-78CA-C9198F3634D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984748"/>
          </a:xfrm>
          <a:prstGeom prst="rect">
            <a:avLst/>
          </a:prstGeom>
        </p:spPr>
      </p:pic>
      <p:sp>
        <p:nvSpPr>
          <p:cNvPr id="5" name="Title 1">
            <a:extLst>
              <a:ext uri="{FF2B5EF4-FFF2-40B4-BE49-F238E27FC236}">
                <a16:creationId xmlns:a16="http://schemas.microsoft.com/office/drawing/2014/main" id="{EA7208E6-346F-9F3A-2066-105CE8C32B22}"/>
              </a:ext>
            </a:extLst>
          </p:cNvPr>
          <p:cNvSpPr>
            <a:spLocks noGrp="1"/>
          </p:cNvSpPr>
          <p:nvPr>
            <p:ph type="ctrTitle"/>
          </p:nvPr>
        </p:nvSpPr>
        <p:spPr>
          <a:xfrm>
            <a:off x="388800" y="1616400"/>
            <a:ext cx="9936000" cy="1818000"/>
          </a:xfrm>
        </p:spPr>
        <p:txBody>
          <a:bodyPr anchor="b">
            <a:normAutofit/>
          </a:bodyPr>
          <a:lstStyle>
            <a:lvl1pPr algn="l">
              <a:defRPr sz="4800">
                <a:solidFill>
                  <a:schemeClr val="tx1"/>
                </a:solidFill>
              </a:defRPr>
            </a:lvl1pPr>
          </a:lstStyle>
          <a:p>
            <a:r>
              <a:rPr lang="en-US" dirty="0"/>
              <a:t>Click to edit Master title style</a:t>
            </a:r>
            <a:endParaRPr lang="en-GB" dirty="0"/>
          </a:p>
        </p:txBody>
      </p:sp>
      <p:sp>
        <p:nvSpPr>
          <p:cNvPr id="6" name="Subtitle 2">
            <a:extLst>
              <a:ext uri="{FF2B5EF4-FFF2-40B4-BE49-F238E27FC236}">
                <a16:creationId xmlns:a16="http://schemas.microsoft.com/office/drawing/2014/main" id="{5CE0F1A4-D5AE-8FA6-5CAF-106CC0F3A327}"/>
              </a:ext>
            </a:extLst>
          </p:cNvPr>
          <p:cNvSpPr>
            <a:spLocks noGrp="1"/>
          </p:cNvSpPr>
          <p:nvPr>
            <p:ph type="subTitle" idx="1"/>
          </p:nvPr>
        </p:nvSpPr>
        <p:spPr>
          <a:xfrm>
            <a:off x="388800" y="3474000"/>
            <a:ext cx="9244727" cy="450000"/>
          </a:xfrm>
          <a:solidFill>
            <a:schemeClr val="bg1"/>
          </a:solidFill>
        </p:spPr>
        <p:txBody>
          <a:bodyPr/>
          <a:lstStyle>
            <a:lvl1pPr marL="0" indent="0" algn="l">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Tree>
    <p:extLst>
      <p:ext uri="{BB962C8B-B14F-4D97-AF65-F5344CB8AC3E}">
        <p14:creationId xmlns:p14="http://schemas.microsoft.com/office/powerpoint/2010/main" val="33807894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urse Overview">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7EFA4-D2DE-B183-D9D0-EF20303ED45D}"/>
              </a:ext>
            </a:extLst>
          </p:cNvPr>
          <p:cNvSpPr>
            <a:spLocks noGrp="1"/>
          </p:cNvSpPr>
          <p:nvPr>
            <p:ph type="title" hasCustomPrompt="1"/>
          </p:nvPr>
        </p:nvSpPr>
        <p:spPr>
          <a:xfrm>
            <a:off x="143607" y="172800"/>
            <a:ext cx="9896400" cy="1324800"/>
          </a:xfrm>
        </p:spPr>
        <p:txBody>
          <a:bodyPr/>
          <a:lstStyle>
            <a:lvl1pPr>
              <a:defRPr/>
            </a:lvl1pPr>
          </a:lstStyle>
          <a:p>
            <a:r>
              <a:rPr lang="en-US" dirty="0"/>
              <a:t>Course Overview</a:t>
            </a:r>
            <a:endParaRPr lang="en-GB" dirty="0"/>
          </a:p>
        </p:txBody>
      </p:sp>
      <p:pic>
        <p:nvPicPr>
          <p:cNvPr id="4" name="Picture 3">
            <a:extLst>
              <a:ext uri="{FF2B5EF4-FFF2-40B4-BE49-F238E27FC236}">
                <a16:creationId xmlns:a16="http://schemas.microsoft.com/office/drawing/2014/main" id="{B4ACB4C6-75DF-091C-EE82-3AEE8D2697C0}"/>
              </a:ext>
            </a:extLst>
          </p:cNvPr>
          <p:cNvPicPr>
            <a:picLocks noChangeAspect="1"/>
          </p:cNvPicPr>
          <p:nvPr userDrawn="1"/>
        </p:nvPicPr>
        <p:blipFill>
          <a:blip r:embed="rId2">
            <a:duotone>
              <a:schemeClr val="accent4">
                <a:shade val="45000"/>
                <a:satMod val="135000"/>
              </a:schemeClr>
              <a:prstClr val="white"/>
            </a:duotone>
          </a:blip>
          <a:stretch>
            <a:fillRect/>
          </a:stretch>
        </p:blipFill>
        <p:spPr>
          <a:xfrm>
            <a:off x="643237" y="3543301"/>
            <a:ext cx="1279796" cy="1279796"/>
          </a:xfrm>
          <a:prstGeom prst="rect">
            <a:avLst/>
          </a:prstGeom>
          <a:ln>
            <a:noFill/>
          </a:ln>
        </p:spPr>
      </p:pic>
      <p:sp>
        <p:nvSpPr>
          <p:cNvPr id="5" name="Content Placeholder 2">
            <a:extLst>
              <a:ext uri="{FF2B5EF4-FFF2-40B4-BE49-F238E27FC236}">
                <a16:creationId xmlns:a16="http://schemas.microsoft.com/office/drawing/2014/main" id="{CCF4D228-0A16-16AB-CF0E-2F22897C5AE9}"/>
              </a:ext>
            </a:extLst>
          </p:cNvPr>
          <p:cNvSpPr>
            <a:spLocks noGrp="1"/>
          </p:cNvSpPr>
          <p:nvPr>
            <p:ph idx="1"/>
          </p:nvPr>
        </p:nvSpPr>
        <p:spPr>
          <a:xfrm>
            <a:off x="2250831" y="1681199"/>
            <a:ext cx="9801575" cy="1176301"/>
          </a:xfrm>
        </p:spPr>
        <p:txBody>
          <a:bodyPr/>
          <a:lstStyle>
            <a:lvl1pPr>
              <a:defRPr b="0"/>
            </a:lvl1pPr>
            <a:lvl2pPr>
              <a:defRPr b="0"/>
            </a:lvl2pPr>
            <a:lvl3pPr>
              <a:defRPr b="0"/>
            </a:lvl3pPr>
            <a:lvl4pPr>
              <a:defRPr b="0"/>
            </a:lvl4pPr>
            <a:lvl5pPr>
              <a:defRPr b="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Content Placeholder 7">
            <a:extLst>
              <a:ext uri="{FF2B5EF4-FFF2-40B4-BE49-F238E27FC236}">
                <a16:creationId xmlns:a16="http://schemas.microsoft.com/office/drawing/2014/main" id="{1CC543FE-B1AA-11E8-EBC5-0E6313C2B2B9}"/>
              </a:ext>
            </a:extLst>
          </p:cNvPr>
          <p:cNvSpPr>
            <a:spLocks noGrp="1"/>
          </p:cNvSpPr>
          <p:nvPr>
            <p:ph sz="quarter" idx="11"/>
          </p:nvPr>
        </p:nvSpPr>
        <p:spPr>
          <a:xfrm>
            <a:off x="2250830" y="3038965"/>
            <a:ext cx="9801575" cy="3644864"/>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290834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89EC0-0E7F-36B3-A4EB-836C88C9276A}"/>
              </a:ext>
            </a:extLst>
          </p:cNvPr>
          <p:cNvSpPr>
            <a:spLocks noGrp="1"/>
          </p:cNvSpPr>
          <p:nvPr>
            <p:ph type="title"/>
          </p:nvPr>
        </p:nvSpPr>
        <p:spPr>
          <a:xfrm>
            <a:off x="144000" y="172800"/>
            <a:ext cx="9896400" cy="1325563"/>
          </a:xfrm>
        </p:spPr>
        <p:txBody>
          <a:bodyPr/>
          <a:lstStyle/>
          <a:p>
            <a:r>
              <a:rPr lang="en-US"/>
              <a:t>Click to edit Master title style</a:t>
            </a:r>
            <a:endParaRPr lang="en-GB"/>
          </a:p>
        </p:txBody>
      </p:sp>
      <p:sp>
        <p:nvSpPr>
          <p:cNvPr id="4" name="Text Placeholder 3">
            <a:extLst>
              <a:ext uri="{FF2B5EF4-FFF2-40B4-BE49-F238E27FC236}">
                <a16:creationId xmlns:a16="http://schemas.microsoft.com/office/drawing/2014/main" id="{88E4F1AE-B921-01D2-1D22-C07269A058E4}"/>
              </a:ext>
            </a:extLst>
          </p:cNvPr>
          <p:cNvSpPr>
            <a:spLocks noGrp="1"/>
          </p:cNvSpPr>
          <p:nvPr>
            <p:ph type="body" sz="quarter" idx="10"/>
          </p:nvPr>
        </p:nvSpPr>
        <p:spPr>
          <a:xfrm>
            <a:off x="144000" y="1681200"/>
            <a:ext cx="11908800" cy="10971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martArt Placeholder 5">
            <a:extLst>
              <a:ext uri="{FF2B5EF4-FFF2-40B4-BE49-F238E27FC236}">
                <a16:creationId xmlns:a16="http://schemas.microsoft.com/office/drawing/2014/main" id="{E2CC15FC-1F7E-FAA2-B138-13E017A09DA7}"/>
              </a:ext>
            </a:extLst>
          </p:cNvPr>
          <p:cNvSpPr>
            <a:spLocks noGrp="1"/>
          </p:cNvSpPr>
          <p:nvPr>
            <p:ph type="dgm" sz="quarter" idx="11"/>
          </p:nvPr>
        </p:nvSpPr>
        <p:spPr>
          <a:xfrm>
            <a:off x="144000" y="2857500"/>
            <a:ext cx="11908800" cy="3827700"/>
          </a:xfrm>
        </p:spPr>
        <p:txBody>
          <a:bodyPr/>
          <a:lstStyle/>
          <a:p>
            <a:endParaRPr lang="en-GB"/>
          </a:p>
        </p:txBody>
      </p:sp>
    </p:spTree>
    <p:extLst>
      <p:ext uri="{BB962C8B-B14F-4D97-AF65-F5344CB8AC3E}">
        <p14:creationId xmlns:p14="http://schemas.microsoft.com/office/powerpoint/2010/main" val="38089007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urse Overview">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7EFA4-D2DE-B183-D9D0-EF20303ED45D}"/>
              </a:ext>
            </a:extLst>
          </p:cNvPr>
          <p:cNvSpPr>
            <a:spLocks noGrp="1"/>
          </p:cNvSpPr>
          <p:nvPr>
            <p:ph type="title" hasCustomPrompt="1"/>
          </p:nvPr>
        </p:nvSpPr>
        <p:spPr>
          <a:xfrm>
            <a:off x="144000" y="172800"/>
            <a:ext cx="9896400" cy="1324800"/>
          </a:xfrm>
        </p:spPr>
        <p:txBody>
          <a:bodyPr/>
          <a:lstStyle>
            <a:lvl1pPr>
              <a:defRPr/>
            </a:lvl1pPr>
          </a:lstStyle>
          <a:p>
            <a:r>
              <a:rPr lang="en-US" dirty="0"/>
              <a:t>Demo</a:t>
            </a:r>
            <a:endParaRPr lang="en-GB" dirty="0"/>
          </a:p>
        </p:txBody>
      </p:sp>
      <p:sp>
        <p:nvSpPr>
          <p:cNvPr id="3" name="Content Placeholder 2">
            <a:extLst>
              <a:ext uri="{FF2B5EF4-FFF2-40B4-BE49-F238E27FC236}">
                <a16:creationId xmlns:a16="http://schemas.microsoft.com/office/drawing/2014/main" id="{5667C292-F61F-2FD5-B991-E30CAC8F84CD}"/>
              </a:ext>
            </a:extLst>
          </p:cNvPr>
          <p:cNvSpPr>
            <a:spLocks noGrp="1"/>
          </p:cNvSpPr>
          <p:nvPr>
            <p:ph idx="1"/>
          </p:nvPr>
        </p:nvSpPr>
        <p:spPr>
          <a:xfrm>
            <a:off x="4572000" y="1681200"/>
            <a:ext cx="7480800" cy="5004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10" name="Picture 9">
            <a:extLst>
              <a:ext uri="{FF2B5EF4-FFF2-40B4-BE49-F238E27FC236}">
                <a16:creationId xmlns:a16="http://schemas.microsoft.com/office/drawing/2014/main" id="{1E032F72-312B-F060-716F-2C3818D7484F}"/>
              </a:ext>
            </a:extLst>
          </p:cNvPr>
          <p:cNvPicPr>
            <a:picLocks noChangeAspect="1"/>
          </p:cNvPicPr>
          <p:nvPr userDrawn="1"/>
        </p:nvPicPr>
        <p:blipFill>
          <a:blip r:embed="rId2"/>
          <a:stretch>
            <a:fillRect/>
          </a:stretch>
        </p:blipFill>
        <p:spPr>
          <a:xfrm>
            <a:off x="907200" y="2736000"/>
            <a:ext cx="2898000" cy="2898000"/>
          </a:xfrm>
          <a:prstGeom prst="rect">
            <a:avLst/>
          </a:prstGeom>
        </p:spPr>
      </p:pic>
    </p:spTree>
    <p:extLst>
      <p:ext uri="{BB962C8B-B14F-4D97-AF65-F5344CB8AC3E}">
        <p14:creationId xmlns:p14="http://schemas.microsoft.com/office/powerpoint/2010/main" val="1064059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bullet list No KS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7AD91-E2BC-3152-DB6C-8682347FE39B}"/>
              </a:ext>
            </a:extLst>
          </p:cNvPr>
          <p:cNvSpPr>
            <a:spLocks noGrp="1"/>
          </p:cNvSpPr>
          <p:nvPr>
            <p:ph type="title"/>
          </p:nvPr>
        </p:nvSpPr>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246B7EB-321E-8610-6E88-78CE997A557C}"/>
              </a:ext>
            </a:extLst>
          </p:cNvPr>
          <p:cNvSpPr>
            <a:spLocks noGrp="1"/>
          </p:cNvSpPr>
          <p:nvPr>
            <p:ph idx="1"/>
          </p:nvPr>
        </p:nvSpPr>
        <p:spPr>
          <a:xfrm>
            <a:off x="142128" y="1679521"/>
            <a:ext cx="11907740" cy="500430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25991893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67C292-F61F-2FD5-B991-E30CAC8F84CD}"/>
              </a:ext>
            </a:extLst>
          </p:cNvPr>
          <p:cNvSpPr>
            <a:spLocks noGrp="1"/>
          </p:cNvSpPr>
          <p:nvPr>
            <p:ph idx="1"/>
          </p:nvPr>
        </p:nvSpPr>
        <p:spPr>
          <a:xfrm>
            <a:off x="142128" y="1679521"/>
            <a:ext cx="11907740" cy="468611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itle 3">
            <a:extLst>
              <a:ext uri="{FF2B5EF4-FFF2-40B4-BE49-F238E27FC236}">
                <a16:creationId xmlns:a16="http://schemas.microsoft.com/office/drawing/2014/main" id="{E904B940-1F20-2C11-CA76-F3A38B796FED}"/>
              </a:ext>
            </a:extLst>
          </p:cNvPr>
          <p:cNvSpPr>
            <a:spLocks noGrp="1"/>
          </p:cNvSpPr>
          <p:nvPr>
            <p:ph type="title"/>
          </p:nvPr>
        </p:nvSpPr>
        <p:spPr/>
        <p:txBody>
          <a:bodyPr/>
          <a:lstStyle/>
          <a:p>
            <a:r>
              <a:rPr lang="en-US"/>
              <a:t>Click to edit Master title style</a:t>
            </a:r>
            <a:endParaRPr lang="en-GB"/>
          </a:p>
        </p:txBody>
      </p:sp>
      <p:sp>
        <p:nvSpPr>
          <p:cNvPr id="5" name="Text Placeholder 4">
            <a:extLst>
              <a:ext uri="{FF2B5EF4-FFF2-40B4-BE49-F238E27FC236}">
                <a16:creationId xmlns:a16="http://schemas.microsoft.com/office/drawing/2014/main" id="{21C45679-53F1-CD1E-5969-358664F10169}"/>
              </a:ext>
            </a:extLst>
          </p:cNvPr>
          <p:cNvSpPr>
            <a:spLocks noGrp="1"/>
          </p:cNvSpPr>
          <p:nvPr>
            <p:ph type="body" sz="quarter" idx="10"/>
          </p:nvPr>
        </p:nvSpPr>
        <p:spPr>
          <a:xfrm>
            <a:off x="896816" y="6505604"/>
            <a:ext cx="621030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
        <p:nvSpPr>
          <p:cNvPr id="6" name="TextBox 5">
            <a:extLst>
              <a:ext uri="{FF2B5EF4-FFF2-40B4-BE49-F238E27FC236}">
                <a16:creationId xmlns:a16="http://schemas.microsoft.com/office/drawing/2014/main" id="{4A14EE58-F612-C906-46F8-7979405C7459}"/>
              </a:ext>
            </a:extLst>
          </p:cNvPr>
          <p:cNvSpPr txBox="1"/>
          <p:nvPr userDrawn="1"/>
        </p:nvSpPr>
        <p:spPr>
          <a:xfrm>
            <a:off x="0" y="6435417"/>
            <a:ext cx="896815" cy="430887"/>
          </a:xfrm>
          <a:prstGeom prst="rect">
            <a:avLst/>
          </a:prstGeom>
          <a:noFill/>
        </p:spPr>
        <p:txBody>
          <a:bodyPr wrap="square" rtlCol="0" anchor="ctr">
            <a:spAutoFit/>
          </a:bodyPr>
          <a:lstStyle/>
          <a:p>
            <a:pPr algn="ctr"/>
            <a:r>
              <a:rPr lang="en-GB" sz="1100" dirty="0"/>
              <a:t>KSB Coverage:</a:t>
            </a:r>
          </a:p>
        </p:txBody>
      </p:sp>
      <p:sp>
        <p:nvSpPr>
          <p:cNvPr id="8" name="TextBox 7">
            <a:extLst>
              <a:ext uri="{FF2B5EF4-FFF2-40B4-BE49-F238E27FC236}">
                <a16:creationId xmlns:a16="http://schemas.microsoft.com/office/drawing/2014/main" id="{2A92E586-7093-69E3-DC5B-31C518D04F4F}"/>
              </a:ext>
            </a:extLst>
          </p:cNvPr>
          <p:cNvSpPr txBox="1"/>
          <p:nvPr userDrawn="1"/>
        </p:nvSpPr>
        <p:spPr>
          <a:xfrm>
            <a:off x="7107115" y="6435417"/>
            <a:ext cx="896815" cy="430887"/>
          </a:xfrm>
          <a:prstGeom prst="rect">
            <a:avLst/>
          </a:prstGeom>
          <a:noFill/>
        </p:spPr>
        <p:txBody>
          <a:bodyPr wrap="square" rtlCol="0">
            <a:spAutoFit/>
          </a:bodyPr>
          <a:lstStyle/>
          <a:p>
            <a:pPr algn="ctr"/>
            <a:r>
              <a:rPr lang="en-GB" sz="1100" dirty="0"/>
              <a:t>Exam Coverage:</a:t>
            </a:r>
          </a:p>
        </p:txBody>
      </p:sp>
      <p:sp>
        <p:nvSpPr>
          <p:cNvPr id="9" name="Text Placeholder 4">
            <a:extLst>
              <a:ext uri="{FF2B5EF4-FFF2-40B4-BE49-F238E27FC236}">
                <a16:creationId xmlns:a16="http://schemas.microsoft.com/office/drawing/2014/main" id="{94745C87-E321-8B9A-FD3D-758C807E4D2D}"/>
              </a:ext>
            </a:extLst>
          </p:cNvPr>
          <p:cNvSpPr>
            <a:spLocks noGrp="1"/>
          </p:cNvSpPr>
          <p:nvPr>
            <p:ph type="body" sz="quarter" idx="11"/>
          </p:nvPr>
        </p:nvSpPr>
        <p:spPr>
          <a:xfrm>
            <a:off x="8003930" y="6505604"/>
            <a:ext cx="418807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Tree>
    <p:extLst>
      <p:ext uri="{BB962C8B-B14F-4D97-AF65-F5344CB8AC3E}">
        <p14:creationId xmlns:p14="http://schemas.microsoft.com/office/powerpoint/2010/main" val="8177090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ctivity">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67C292-F61F-2FD5-B991-E30CAC8F84CD}"/>
              </a:ext>
            </a:extLst>
          </p:cNvPr>
          <p:cNvSpPr>
            <a:spLocks noGrp="1"/>
          </p:cNvSpPr>
          <p:nvPr>
            <p:ph idx="1"/>
          </p:nvPr>
        </p:nvSpPr>
        <p:spPr>
          <a:xfrm>
            <a:off x="1417294" y="1679710"/>
            <a:ext cx="9357413" cy="4687200"/>
          </a:xfrm>
        </p:spPr>
        <p:txBody>
          <a:bodyPr anchor="ctr"/>
          <a:lstStyle>
            <a:lvl1pPr algn="ctr">
              <a:buNone/>
              <a:defRPr/>
            </a:lvl1pPr>
            <a:lvl2pPr algn="ctr">
              <a:defRPr/>
            </a:lvl2pPr>
            <a:lvl3pPr algn="ctr">
              <a:defRPr/>
            </a:lvl3pPr>
            <a:lvl4pPr algn="ctr">
              <a:defRPr/>
            </a:lvl4pPr>
            <a:lvl5pPr algn="ctr">
              <a:defRPr/>
            </a:lvl5pPr>
          </a:lstStyle>
          <a:p>
            <a:pPr lvl="0"/>
            <a:r>
              <a:rPr lang="en-US" dirty="0"/>
              <a:t>Click to edit Master text styles</a:t>
            </a:r>
          </a:p>
        </p:txBody>
      </p:sp>
      <p:sp>
        <p:nvSpPr>
          <p:cNvPr id="4" name="Title 3">
            <a:extLst>
              <a:ext uri="{FF2B5EF4-FFF2-40B4-BE49-F238E27FC236}">
                <a16:creationId xmlns:a16="http://schemas.microsoft.com/office/drawing/2014/main" id="{E904B940-1F20-2C11-CA76-F3A38B796FED}"/>
              </a:ext>
            </a:extLst>
          </p:cNvPr>
          <p:cNvSpPr>
            <a:spLocks noGrp="1"/>
          </p:cNvSpPr>
          <p:nvPr>
            <p:ph type="title"/>
          </p:nvPr>
        </p:nvSpPr>
        <p:spPr/>
        <p:txBody>
          <a:bodyPr/>
          <a:lstStyle/>
          <a:p>
            <a:r>
              <a:rPr lang="en-US"/>
              <a:t>Click to edit Master title style</a:t>
            </a:r>
            <a:endParaRPr lang="en-GB"/>
          </a:p>
        </p:txBody>
      </p:sp>
      <p:grpSp>
        <p:nvGrpSpPr>
          <p:cNvPr id="28" name="Group 27">
            <a:extLst>
              <a:ext uri="{FF2B5EF4-FFF2-40B4-BE49-F238E27FC236}">
                <a16:creationId xmlns:a16="http://schemas.microsoft.com/office/drawing/2014/main" id="{FBE4C7C6-BBF4-A8B1-C2BE-A5DC4E243CEC}"/>
              </a:ext>
            </a:extLst>
          </p:cNvPr>
          <p:cNvGrpSpPr/>
          <p:nvPr userDrawn="1"/>
        </p:nvGrpSpPr>
        <p:grpSpPr>
          <a:xfrm>
            <a:off x="444981" y="1588270"/>
            <a:ext cx="656129" cy="4847987"/>
            <a:chOff x="444981" y="1588176"/>
            <a:chExt cx="656129" cy="4847987"/>
          </a:xfrm>
        </p:grpSpPr>
        <p:grpSp>
          <p:nvGrpSpPr>
            <p:cNvPr id="24" name="Group 23">
              <a:extLst>
                <a:ext uri="{FF2B5EF4-FFF2-40B4-BE49-F238E27FC236}">
                  <a16:creationId xmlns:a16="http://schemas.microsoft.com/office/drawing/2014/main" id="{70386204-DC36-594C-F95F-3FD2CF30EB64}"/>
                </a:ext>
              </a:extLst>
            </p:cNvPr>
            <p:cNvGrpSpPr/>
            <p:nvPr userDrawn="1"/>
          </p:nvGrpSpPr>
          <p:grpSpPr>
            <a:xfrm>
              <a:off x="444981" y="1588176"/>
              <a:ext cx="656129" cy="4847987"/>
              <a:chOff x="444981" y="1588176"/>
              <a:chExt cx="656129" cy="4847987"/>
            </a:xfrm>
          </p:grpSpPr>
          <p:pic>
            <p:nvPicPr>
              <p:cNvPr id="5" name="Graphic 4" descr="Blog with solid fill">
                <a:extLst>
                  <a:ext uri="{FF2B5EF4-FFF2-40B4-BE49-F238E27FC236}">
                    <a16:creationId xmlns:a16="http://schemas.microsoft.com/office/drawing/2014/main" id="{47CF4AC3-18FC-FC5B-FD65-23D5CC8AF43E}"/>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44981" y="1588176"/>
                <a:ext cx="653151" cy="653151"/>
              </a:xfrm>
              <a:prstGeom prst="rect">
                <a:avLst/>
              </a:prstGeom>
            </p:spPr>
          </p:pic>
          <p:sp>
            <p:nvSpPr>
              <p:cNvPr id="7" name="TextBox 6">
                <a:extLst>
                  <a:ext uri="{FF2B5EF4-FFF2-40B4-BE49-F238E27FC236}">
                    <a16:creationId xmlns:a16="http://schemas.microsoft.com/office/drawing/2014/main" id="{A692A134-5C96-6573-6BCB-3A68CE651316}"/>
                  </a:ext>
                </a:extLst>
              </p:cNvPr>
              <p:cNvSpPr txBox="1"/>
              <p:nvPr userDrawn="1"/>
            </p:nvSpPr>
            <p:spPr>
              <a:xfrm rot="16200000">
                <a:off x="-1112518" y="3765948"/>
                <a:ext cx="3697815" cy="492443"/>
              </a:xfrm>
              <a:prstGeom prst="rect">
                <a:avLst/>
              </a:prstGeom>
              <a:noFill/>
            </p:spPr>
            <p:txBody>
              <a:bodyPr wrap="square" lIns="0" tIns="0" rIns="0" bIns="0" rtlCol="0">
                <a:spAutoFit/>
              </a:bodyPr>
              <a:lstStyle/>
              <a:p>
                <a:pPr algn="ctr"/>
                <a:r>
                  <a:rPr lang="en-GB" sz="3200" b="1" spc="0" baseline="0" dirty="0">
                    <a:solidFill>
                      <a:schemeClr val="accent1"/>
                    </a:solidFill>
                  </a:rPr>
                  <a:t>ACTIVITY</a:t>
                </a:r>
              </a:p>
            </p:txBody>
          </p:sp>
          <p:pic>
            <p:nvPicPr>
              <p:cNvPr id="23" name="Graphic 22" descr="Blog with solid fill">
                <a:extLst>
                  <a:ext uri="{FF2B5EF4-FFF2-40B4-BE49-F238E27FC236}">
                    <a16:creationId xmlns:a16="http://schemas.microsoft.com/office/drawing/2014/main" id="{33214E56-6500-2417-09A9-85D2BD90428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47959" y="5783012"/>
                <a:ext cx="653151" cy="653151"/>
              </a:xfrm>
              <a:prstGeom prst="rect">
                <a:avLst/>
              </a:prstGeom>
            </p:spPr>
          </p:pic>
        </p:grpSp>
        <p:cxnSp>
          <p:nvCxnSpPr>
            <p:cNvPr id="26" name="Straight Connector 25">
              <a:extLst>
                <a:ext uri="{FF2B5EF4-FFF2-40B4-BE49-F238E27FC236}">
                  <a16:creationId xmlns:a16="http://schemas.microsoft.com/office/drawing/2014/main" id="{9AE7874F-B858-B765-BE37-339730524841}"/>
                </a:ext>
              </a:extLst>
            </p:cNvPr>
            <p:cNvCxnSpPr>
              <a:cxnSpLocks/>
            </p:cNvCxnSpPr>
            <p:nvPr userDrawn="1"/>
          </p:nvCxnSpPr>
          <p:spPr>
            <a:xfrm>
              <a:off x="490167" y="2206867"/>
              <a:ext cx="0" cy="357182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7D7344A0-F24C-F961-3478-BF0F518D4659}"/>
                </a:ext>
              </a:extLst>
            </p:cNvPr>
            <p:cNvCxnSpPr>
              <a:cxnSpLocks/>
            </p:cNvCxnSpPr>
            <p:nvPr userDrawn="1"/>
          </p:nvCxnSpPr>
          <p:spPr>
            <a:xfrm>
              <a:off x="982611" y="2206867"/>
              <a:ext cx="0" cy="3571820"/>
            </a:xfrm>
            <a:prstGeom prst="line">
              <a:avLst/>
            </a:prstGeom>
            <a:ln w="38100"/>
          </p:spPr>
          <p:style>
            <a:lnRef idx="2">
              <a:schemeClr val="accent1"/>
            </a:lnRef>
            <a:fillRef idx="0">
              <a:schemeClr val="accent1"/>
            </a:fillRef>
            <a:effectRef idx="1">
              <a:schemeClr val="accent1"/>
            </a:effectRef>
            <a:fontRef idx="minor">
              <a:schemeClr val="tx1"/>
            </a:fontRef>
          </p:style>
        </p:cxnSp>
      </p:grpSp>
      <p:sp>
        <p:nvSpPr>
          <p:cNvPr id="2" name="Text Placeholder 4">
            <a:extLst>
              <a:ext uri="{FF2B5EF4-FFF2-40B4-BE49-F238E27FC236}">
                <a16:creationId xmlns:a16="http://schemas.microsoft.com/office/drawing/2014/main" id="{841D7770-3C92-8288-44C9-A9B2199CD5F1}"/>
              </a:ext>
            </a:extLst>
          </p:cNvPr>
          <p:cNvSpPr>
            <a:spLocks noGrp="1"/>
          </p:cNvSpPr>
          <p:nvPr>
            <p:ph type="body" sz="quarter" idx="10"/>
          </p:nvPr>
        </p:nvSpPr>
        <p:spPr>
          <a:xfrm>
            <a:off x="896816" y="6505604"/>
            <a:ext cx="621030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
        <p:nvSpPr>
          <p:cNvPr id="6" name="TextBox 5">
            <a:extLst>
              <a:ext uri="{FF2B5EF4-FFF2-40B4-BE49-F238E27FC236}">
                <a16:creationId xmlns:a16="http://schemas.microsoft.com/office/drawing/2014/main" id="{3FEE09FE-E753-1C24-B196-2E58D6639FA9}"/>
              </a:ext>
            </a:extLst>
          </p:cNvPr>
          <p:cNvSpPr txBox="1"/>
          <p:nvPr userDrawn="1"/>
        </p:nvSpPr>
        <p:spPr>
          <a:xfrm>
            <a:off x="0" y="6435417"/>
            <a:ext cx="896815" cy="430887"/>
          </a:xfrm>
          <a:prstGeom prst="rect">
            <a:avLst/>
          </a:prstGeom>
          <a:noFill/>
        </p:spPr>
        <p:txBody>
          <a:bodyPr wrap="square" rtlCol="0" anchor="ctr">
            <a:spAutoFit/>
          </a:bodyPr>
          <a:lstStyle/>
          <a:p>
            <a:pPr algn="ctr"/>
            <a:r>
              <a:rPr lang="en-GB" sz="1100" dirty="0"/>
              <a:t>KSB Coverage:</a:t>
            </a:r>
          </a:p>
        </p:txBody>
      </p:sp>
      <p:sp>
        <p:nvSpPr>
          <p:cNvPr id="8" name="TextBox 7">
            <a:extLst>
              <a:ext uri="{FF2B5EF4-FFF2-40B4-BE49-F238E27FC236}">
                <a16:creationId xmlns:a16="http://schemas.microsoft.com/office/drawing/2014/main" id="{716F5A1F-5BF2-809E-4294-49E0A8A48583}"/>
              </a:ext>
            </a:extLst>
          </p:cNvPr>
          <p:cNvSpPr txBox="1"/>
          <p:nvPr userDrawn="1"/>
        </p:nvSpPr>
        <p:spPr>
          <a:xfrm>
            <a:off x="7107115" y="6435417"/>
            <a:ext cx="896815" cy="430887"/>
          </a:xfrm>
          <a:prstGeom prst="rect">
            <a:avLst/>
          </a:prstGeom>
          <a:noFill/>
        </p:spPr>
        <p:txBody>
          <a:bodyPr wrap="square" rtlCol="0">
            <a:spAutoFit/>
          </a:bodyPr>
          <a:lstStyle/>
          <a:p>
            <a:pPr algn="ctr"/>
            <a:r>
              <a:rPr lang="en-GB" sz="1100" dirty="0"/>
              <a:t>Exam Coverage:</a:t>
            </a:r>
          </a:p>
        </p:txBody>
      </p:sp>
      <p:sp>
        <p:nvSpPr>
          <p:cNvPr id="9" name="Text Placeholder 4">
            <a:extLst>
              <a:ext uri="{FF2B5EF4-FFF2-40B4-BE49-F238E27FC236}">
                <a16:creationId xmlns:a16="http://schemas.microsoft.com/office/drawing/2014/main" id="{20508520-62B5-43D6-ECDC-8A0E5BD3E761}"/>
              </a:ext>
            </a:extLst>
          </p:cNvPr>
          <p:cNvSpPr>
            <a:spLocks noGrp="1"/>
          </p:cNvSpPr>
          <p:nvPr>
            <p:ph type="body" sz="quarter" idx="11"/>
          </p:nvPr>
        </p:nvSpPr>
        <p:spPr>
          <a:xfrm>
            <a:off x="8003930" y="6505604"/>
            <a:ext cx="418807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grpSp>
        <p:nvGrpSpPr>
          <p:cNvPr id="14" name="Group 13">
            <a:extLst>
              <a:ext uri="{FF2B5EF4-FFF2-40B4-BE49-F238E27FC236}">
                <a16:creationId xmlns:a16="http://schemas.microsoft.com/office/drawing/2014/main" id="{6393AD82-D6A9-B84F-BACB-3E6D3C94B307}"/>
              </a:ext>
            </a:extLst>
          </p:cNvPr>
          <p:cNvGrpSpPr/>
          <p:nvPr userDrawn="1"/>
        </p:nvGrpSpPr>
        <p:grpSpPr>
          <a:xfrm>
            <a:off x="11143963" y="1587430"/>
            <a:ext cx="656129" cy="4847987"/>
            <a:chOff x="444981" y="1588176"/>
            <a:chExt cx="656129" cy="4847987"/>
          </a:xfrm>
        </p:grpSpPr>
        <p:grpSp>
          <p:nvGrpSpPr>
            <p:cNvPr id="15" name="Group 14">
              <a:extLst>
                <a:ext uri="{FF2B5EF4-FFF2-40B4-BE49-F238E27FC236}">
                  <a16:creationId xmlns:a16="http://schemas.microsoft.com/office/drawing/2014/main" id="{72E4D0A4-5365-9E22-C88A-1531AD74D697}"/>
                </a:ext>
              </a:extLst>
            </p:cNvPr>
            <p:cNvGrpSpPr/>
            <p:nvPr userDrawn="1"/>
          </p:nvGrpSpPr>
          <p:grpSpPr>
            <a:xfrm>
              <a:off x="444981" y="1588176"/>
              <a:ext cx="656129" cy="4847987"/>
              <a:chOff x="444981" y="1588176"/>
              <a:chExt cx="656129" cy="4847987"/>
            </a:xfrm>
          </p:grpSpPr>
          <p:pic>
            <p:nvPicPr>
              <p:cNvPr id="18" name="Graphic 17" descr="Blog with solid fill">
                <a:extLst>
                  <a:ext uri="{FF2B5EF4-FFF2-40B4-BE49-F238E27FC236}">
                    <a16:creationId xmlns:a16="http://schemas.microsoft.com/office/drawing/2014/main" id="{C1D2BFED-66C3-E8E6-5AF0-0CC60B56CD50}"/>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44981" y="1588176"/>
                <a:ext cx="653151" cy="653151"/>
              </a:xfrm>
              <a:prstGeom prst="rect">
                <a:avLst/>
              </a:prstGeom>
            </p:spPr>
          </p:pic>
          <p:sp>
            <p:nvSpPr>
              <p:cNvPr id="19" name="TextBox 18">
                <a:extLst>
                  <a:ext uri="{FF2B5EF4-FFF2-40B4-BE49-F238E27FC236}">
                    <a16:creationId xmlns:a16="http://schemas.microsoft.com/office/drawing/2014/main" id="{BE7C6B95-54F8-A763-14CB-2911617042A9}"/>
                  </a:ext>
                </a:extLst>
              </p:cNvPr>
              <p:cNvSpPr txBox="1"/>
              <p:nvPr userDrawn="1"/>
            </p:nvSpPr>
            <p:spPr>
              <a:xfrm rot="5400000">
                <a:off x="-1112518" y="3765948"/>
                <a:ext cx="3697815" cy="492443"/>
              </a:xfrm>
              <a:prstGeom prst="rect">
                <a:avLst/>
              </a:prstGeom>
              <a:noFill/>
            </p:spPr>
            <p:txBody>
              <a:bodyPr wrap="square" lIns="0" tIns="0" rIns="0" bIns="0" rtlCol="0">
                <a:spAutoFit/>
              </a:bodyPr>
              <a:lstStyle/>
              <a:p>
                <a:pPr algn="ctr"/>
                <a:r>
                  <a:rPr lang="en-GB" sz="3200" b="1" spc="0" baseline="0" dirty="0">
                    <a:solidFill>
                      <a:schemeClr val="accent1"/>
                    </a:solidFill>
                  </a:rPr>
                  <a:t>ACTIVITY</a:t>
                </a:r>
              </a:p>
            </p:txBody>
          </p:sp>
          <p:pic>
            <p:nvPicPr>
              <p:cNvPr id="20" name="Graphic 19" descr="Blog with solid fill">
                <a:extLst>
                  <a:ext uri="{FF2B5EF4-FFF2-40B4-BE49-F238E27FC236}">
                    <a16:creationId xmlns:a16="http://schemas.microsoft.com/office/drawing/2014/main" id="{CA90FDA9-7F73-9004-C100-34927FAE21C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47959" y="5783012"/>
                <a:ext cx="653151" cy="653151"/>
              </a:xfrm>
              <a:prstGeom prst="rect">
                <a:avLst/>
              </a:prstGeom>
            </p:spPr>
          </p:pic>
        </p:grpSp>
        <p:cxnSp>
          <p:nvCxnSpPr>
            <p:cNvPr id="16" name="Straight Connector 15">
              <a:extLst>
                <a:ext uri="{FF2B5EF4-FFF2-40B4-BE49-F238E27FC236}">
                  <a16:creationId xmlns:a16="http://schemas.microsoft.com/office/drawing/2014/main" id="{74C242E5-46E9-851F-C833-B4D33B057483}"/>
                </a:ext>
              </a:extLst>
            </p:cNvPr>
            <p:cNvCxnSpPr>
              <a:cxnSpLocks/>
            </p:cNvCxnSpPr>
            <p:nvPr userDrawn="1"/>
          </p:nvCxnSpPr>
          <p:spPr>
            <a:xfrm>
              <a:off x="490167" y="2206867"/>
              <a:ext cx="0" cy="357182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93E2C92A-2879-96C2-EC14-9A0112F2EE1E}"/>
                </a:ext>
              </a:extLst>
            </p:cNvPr>
            <p:cNvCxnSpPr>
              <a:cxnSpLocks/>
            </p:cNvCxnSpPr>
            <p:nvPr userDrawn="1"/>
          </p:nvCxnSpPr>
          <p:spPr>
            <a:xfrm>
              <a:off x="982611" y="2206867"/>
              <a:ext cx="0" cy="3571820"/>
            </a:xfrm>
            <a:prstGeom prst="line">
              <a:avLst/>
            </a:prstGeom>
            <a:ln w="38100"/>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3447007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ullet Left with Graphic Right No KSB">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67C292-F61F-2FD5-B991-E30CAC8F84CD}"/>
              </a:ext>
            </a:extLst>
          </p:cNvPr>
          <p:cNvSpPr>
            <a:spLocks noGrp="1"/>
          </p:cNvSpPr>
          <p:nvPr>
            <p:ph idx="1"/>
          </p:nvPr>
        </p:nvSpPr>
        <p:spPr>
          <a:xfrm>
            <a:off x="142129" y="1693739"/>
            <a:ext cx="5882400" cy="5004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Picture Placeholder 4">
            <a:extLst>
              <a:ext uri="{FF2B5EF4-FFF2-40B4-BE49-F238E27FC236}">
                <a16:creationId xmlns:a16="http://schemas.microsoft.com/office/drawing/2014/main" id="{CFFF65BC-205F-B781-3FB5-2A44E84855CB}"/>
              </a:ext>
            </a:extLst>
          </p:cNvPr>
          <p:cNvSpPr>
            <a:spLocks noGrp="1"/>
          </p:cNvSpPr>
          <p:nvPr>
            <p:ph type="pic" sz="quarter" idx="10"/>
          </p:nvPr>
        </p:nvSpPr>
        <p:spPr>
          <a:xfrm>
            <a:off x="6167473" y="1693738"/>
            <a:ext cx="5882400" cy="5004000"/>
          </a:xfrm>
        </p:spPr>
        <p:txBody>
          <a:bodyPr/>
          <a:lstStyle/>
          <a:p>
            <a:endParaRPr lang="en-GB"/>
          </a:p>
        </p:txBody>
      </p:sp>
      <p:sp>
        <p:nvSpPr>
          <p:cNvPr id="4" name="Title 3">
            <a:extLst>
              <a:ext uri="{FF2B5EF4-FFF2-40B4-BE49-F238E27FC236}">
                <a16:creationId xmlns:a16="http://schemas.microsoft.com/office/drawing/2014/main" id="{0E511FFD-5EF2-A201-EAE8-81FD1960C006}"/>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7074387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ullet Left with Graphic Righ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67C292-F61F-2FD5-B991-E30CAC8F84CD}"/>
              </a:ext>
            </a:extLst>
          </p:cNvPr>
          <p:cNvSpPr>
            <a:spLocks noGrp="1"/>
          </p:cNvSpPr>
          <p:nvPr>
            <p:ph idx="1"/>
          </p:nvPr>
        </p:nvSpPr>
        <p:spPr>
          <a:xfrm>
            <a:off x="142129" y="1693739"/>
            <a:ext cx="5882400" cy="4687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Picture Placeholder 4">
            <a:extLst>
              <a:ext uri="{FF2B5EF4-FFF2-40B4-BE49-F238E27FC236}">
                <a16:creationId xmlns:a16="http://schemas.microsoft.com/office/drawing/2014/main" id="{CFFF65BC-205F-B781-3FB5-2A44E84855CB}"/>
              </a:ext>
            </a:extLst>
          </p:cNvPr>
          <p:cNvSpPr>
            <a:spLocks noGrp="1"/>
          </p:cNvSpPr>
          <p:nvPr>
            <p:ph type="pic" sz="quarter" idx="10"/>
          </p:nvPr>
        </p:nvSpPr>
        <p:spPr>
          <a:xfrm>
            <a:off x="6167473" y="1693738"/>
            <a:ext cx="5882400" cy="4687200"/>
          </a:xfrm>
        </p:spPr>
        <p:txBody>
          <a:bodyPr/>
          <a:lstStyle/>
          <a:p>
            <a:endParaRPr lang="en-GB"/>
          </a:p>
        </p:txBody>
      </p:sp>
      <p:sp>
        <p:nvSpPr>
          <p:cNvPr id="4" name="Title 3">
            <a:extLst>
              <a:ext uri="{FF2B5EF4-FFF2-40B4-BE49-F238E27FC236}">
                <a16:creationId xmlns:a16="http://schemas.microsoft.com/office/drawing/2014/main" id="{0E511FFD-5EF2-A201-EAE8-81FD1960C006}"/>
              </a:ext>
            </a:extLst>
          </p:cNvPr>
          <p:cNvSpPr>
            <a:spLocks noGrp="1"/>
          </p:cNvSpPr>
          <p:nvPr>
            <p:ph type="title"/>
          </p:nvPr>
        </p:nvSpPr>
        <p:spPr/>
        <p:txBody>
          <a:bodyPr/>
          <a:lstStyle/>
          <a:p>
            <a:r>
              <a:rPr lang="en-US"/>
              <a:t>Click to edit Master title style</a:t>
            </a:r>
            <a:endParaRPr lang="en-GB"/>
          </a:p>
        </p:txBody>
      </p:sp>
      <p:sp>
        <p:nvSpPr>
          <p:cNvPr id="2" name="Text Placeholder 4">
            <a:extLst>
              <a:ext uri="{FF2B5EF4-FFF2-40B4-BE49-F238E27FC236}">
                <a16:creationId xmlns:a16="http://schemas.microsoft.com/office/drawing/2014/main" id="{30ED998D-8860-1C33-285A-8B1DD672217D}"/>
              </a:ext>
            </a:extLst>
          </p:cNvPr>
          <p:cNvSpPr>
            <a:spLocks noGrp="1"/>
          </p:cNvSpPr>
          <p:nvPr>
            <p:ph type="body" sz="quarter" idx="11"/>
          </p:nvPr>
        </p:nvSpPr>
        <p:spPr>
          <a:xfrm>
            <a:off x="896816" y="6505604"/>
            <a:ext cx="621030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
        <p:nvSpPr>
          <p:cNvPr id="6" name="TextBox 5">
            <a:extLst>
              <a:ext uri="{FF2B5EF4-FFF2-40B4-BE49-F238E27FC236}">
                <a16:creationId xmlns:a16="http://schemas.microsoft.com/office/drawing/2014/main" id="{BCC75ED5-2207-CA36-422E-2593EBCCD5A8}"/>
              </a:ext>
            </a:extLst>
          </p:cNvPr>
          <p:cNvSpPr txBox="1"/>
          <p:nvPr userDrawn="1"/>
        </p:nvSpPr>
        <p:spPr>
          <a:xfrm>
            <a:off x="0" y="6435417"/>
            <a:ext cx="896815" cy="430887"/>
          </a:xfrm>
          <a:prstGeom prst="rect">
            <a:avLst/>
          </a:prstGeom>
          <a:noFill/>
        </p:spPr>
        <p:txBody>
          <a:bodyPr wrap="square" rtlCol="0" anchor="ctr">
            <a:spAutoFit/>
          </a:bodyPr>
          <a:lstStyle/>
          <a:p>
            <a:pPr algn="ctr"/>
            <a:r>
              <a:rPr lang="en-GB" sz="1100" dirty="0"/>
              <a:t>KSB Coverage:</a:t>
            </a:r>
          </a:p>
        </p:txBody>
      </p:sp>
      <p:sp>
        <p:nvSpPr>
          <p:cNvPr id="7" name="TextBox 6">
            <a:extLst>
              <a:ext uri="{FF2B5EF4-FFF2-40B4-BE49-F238E27FC236}">
                <a16:creationId xmlns:a16="http://schemas.microsoft.com/office/drawing/2014/main" id="{135F67BD-F44D-7AED-8065-F38B8B15C60D}"/>
              </a:ext>
            </a:extLst>
          </p:cNvPr>
          <p:cNvSpPr txBox="1"/>
          <p:nvPr userDrawn="1"/>
        </p:nvSpPr>
        <p:spPr>
          <a:xfrm>
            <a:off x="7107115" y="6435417"/>
            <a:ext cx="896815" cy="430887"/>
          </a:xfrm>
          <a:prstGeom prst="rect">
            <a:avLst/>
          </a:prstGeom>
          <a:noFill/>
        </p:spPr>
        <p:txBody>
          <a:bodyPr wrap="square" rtlCol="0">
            <a:spAutoFit/>
          </a:bodyPr>
          <a:lstStyle/>
          <a:p>
            <a:pPr algn="ctr"/>
            <a:r>
              <a:rPr lang="en-GB" sz="1100" dirty="0"/>
              <a:t>Exam Coverage:</a:t>
            </a:r>
          </a:p>
        </p:txBody>
      </p:sp>
      <p:sp>
        <p:nvSpPr>
          <p:cNvPr id="8" name="Text Placeholder 4">
            <a:extLst>
              <a:ext uri="{FF2B5EF4-FFF2-40B4-BE49-F238E27FC236}">
                <a16:creationId xmlns:a16="http://schemas.microsoft.com/office/drawing/2014/main" id="{35CC6A6E-DE48-210A-020F-2F43E72B42AA}"/>
              </a:ext>
            </a:extLst>
          </p:cNvPr>
          <p:cNvSpPr>
            <a:spLocks noGrp="1"/>
          </p:cNvSpPr>
          <p:nvPr>
            <p:ph type="body" sz="quarter" idx="12"/>
          </p:nvPr>
        </p:nvSpPr>
        <p:spPr>
          <a:xfrm>
            <a:off x="8003930" y="6505604"/>
            <a:ext cx="418807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Tree>
    <p:extLst>
      <p:ext uri="{BB962C8B-B14F-4D97-AF65-F5344CB8AC3E}">
        <p14:creationId xmlns:p14="http://schemas.microsoft.com/office/powerpoint/2010/main" val="14741685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Graphic Right with Bullet Left No KSB">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67C292-F61F-2FD5-B991-E30CAC8F84CD}"/>
              </a:ext>
            </a:extLst>
          </p:cNvPr>
          <p:cNvSpPr>
            <a:spLocks noGrp="1"/>
          </p:cNvSpPr>
          <p:nvPr>
            <p:ph idx="1"/>
          </p:nvPr>
        </p:nvSpPr>
        <p:spPr>
          <a:xfrm>
            <a:off x="6165602" y="1681199"/>
            <a:ext cx="5882400" cy="5004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Picture Placeholder 4">
            <a:extLst>
              <a:ext uri="{FF2B5EF4-FFF2-40B4-BE49-F238E27FC236}">
                <a16:creationId xmlns:a16="http://schemas.microsoft.com/office/drawing/2014/main" id="{CFFF65BC-205F-B781-3FB5-2A44E84855CB}"/>
              </a:ext>
            </a:extLst>
          </p:cNvPr>
          <p:cNvSpPr>
            <a:spLocks noGrp="1"/>
          </p:cNvSpPr>
          <p:nvPr>
            <p:ph type="pic" sz="quarter" idx="10"/>
          </p:nvPr>
        </p:nvSpPr>
        <p:spPr>
          <a:xfrm>
            <a:off x="144000" y="1681200"/>
            <a:ext cx="5882400" cy="5004000"/>
          </a:xfrm>
        </p:spPr>
        <p:txBody>
          <a:bodyPr/>
          <a:lstStyle/>
          <a:p>
            <a:endParaRPr lang="en-GB"/>
          </a:p>
        </p:txBody>
      </p:sp>
      <p:sp>
        <p:nvSpPr>
          <p:cNvPr id="4" name="Title 3">
            <a:extLst>
              <a:ext uri="{FF2B5EF4-FFF2-40B4-BE49-F238E27FC236}">
                <a16:creationId xmlns:a16="http://schemas.microsoft.com/office/drawing/2014/main" id="{CB233D7C-1940-62F0-5BDE-DD5241CD46DE}"/>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40759073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Graphic Right with Bullet Lef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67C292-F61F-2FD5-B991-E30CAC8F84CD}"/>
              </a:ext>
            </a:extLst>
          </p:cNvPr>
          <p:cNvSpPr>
            <a:spLocks noGrp="1"/>
          </p:cNvSpPr>
          <p:nvPr>
            <p:ph idx="1"/>
          </p:nvPr>
        </p:nvSpPr>
        <p:spPr>
          <a:xfrm>
            <a:off x="6165602" y="1681199"/>
            <a:ext cx="5882400" cy="4687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Picture Placeholder 4">
            <a:extLst>
              <a:ext uri="{FF2B5EF4-FFF2-40B4-BE49-F238E27FC236}">
                <a16:creationId xmlns:a16="http://schemas.microsoft.com/office/drawing/2014/main" id="{CFFF65BC-205F-B781-3FB5-2A44E84855CB}"/>
              </a:ext>
            </a:extLst>
          </p:cNvPr>
          <p:cNvSpPr>
            <a:spLocks noGrp="1"/>
          </p:cNvSpPr>
          <p:nvPr>
            <p:ph type="pic" sz="quarter" idx="10"/>
          </p:nvPr>
        </p:nvSpPr>
        <p:spPr>
          <a:xfrm>
            <a:off x="144000" y="1681200"/>
            <a:ext cx="5882400" cy="4687200"/>
          </a:xfrm>
        </p:spPr>
        <p:txBody>
          <a:bodyPr/>
          <a:lstStyle/>
          <a:p>
            <a:endParaRPr lang="en-GB"/>
          </a:p>
        </p:txBody>
      </p:sp>
      <p:sp>
        <p:nvSpPr>
          <p:cNvPr id="4" name="Title 3">
            <a:extLst>
              <a:ext uri="{FF2B5EF4-FFF2-40B4-BE49-F238E27FC236}">
                <a16:creationId xmlns:a16="http://schemas.microsoft.com/office/drawing/2014/main" id="{CB233D7C-1940-62F0-5BDE-DD5241CD46DE}"/>
              </a:ext>
            </a:extLst>
          </p:cNvPr>
          <p:cNvSpPr>
            <a:spLocks noGrp="1"/>
          </p:cNvSpPr>
          <p:nvPr>
            <p:ph type="title"/>
          </p:nvPr>
        </p:nvSpPr>
        <p:spPr/>
        <p:txBody>
          <a:bodyPr/>
          <a:lstStyle/>
          <a:p>
            <a:r>
              <a:rPr lang="en-US"/>
              <a:t>Click to edit Master title style</a:t>
            </a:r>
            <a:endParaRPr lang="en-GB"/>
          </a:p>
        </p:txBody>
      </p:sp>
      <p:sp>
        <p:nvSpPr>
          <p:cNvPr id="2" name="Text Placeholder 4">
            <a:extLst>
              <a:ext uri="{FF2B5EF4-FFF2-40B4-BE49-F238E27FC236}">
                <a16:creationId xmlns:a16="http://schemas.microsoft.com/office/drawing/2014/main" id="{DC0E2CCF-2353-7FCD-EA6B-C0DAA4B7F10D}"/>
              </a:ext>
            </a:extLst>
          </p:cNvPr>
          <p:cNvSpPr>
            <a:spLocks noGrp="1"/>
          </p:cNvSpPr>
          <p:nvPr>
            <p:ph type="body" sz="quarter" idx="11"/>
          </p:nvPr>
        </p:nvSpPr>
        <p:spPr>
          <a:xfrm>
            <a:off x="896816" y="6505604"/>
            <a:ext cx="621030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
        <p:nvSpPr>
          <p:cNvPr id="6" name="TextBox 5">
            <a:extLst>
              <a:ext uri="{FF2B5EF4-FFF2-40B4-BE49-F238E27FC236}">
                <a16:creationId xmlns:a16="http://schemas.microsoft.com/office/drawing/2014/main" id="{905299A6-7D71-48EF-38ED-B15295034F2E}"/>
              </a:ext>
            </a:extLst>
          </p:cNvPr>
          <p:cNvSpPr txBox="1"/>
          <p:nvPr userDrawn="1"/>
        </p:nvSpPr>
        <p:spPr>
          <a:xfrm>
            <a:off x="0" y="6435417"/>
            <a:ext cx="896815" cy="430887"/>
          </a:xfrm>
          <a:prstGeom prst="rect">
            <a:avLst/>
          </a:prstGeom>
          <a:noFill/>
        </p:spPr>
        <p:txBody>
          <a:bodyPr wrap="square" rtlCol="0" anchor="ctr">
            <a:spAutoFit/>
          </a:bodyPr>
          <a:lstStyle/>
          <a:p>
            <a:pPr algn="ctr"/>
            <a:r>
              <a:rPr lang="en-GB" sz="1100" dirty="0"/>
              <a:t>KSB Coverage:</a:t>
            </a:r>
          </a:p>
        </p:txBody>
      </p:sp>
      <p:sp>
        <p:nvSpPr>
          <p:cNvPr id="7" name="TextBox 6">
            <a:extLst>
              <a:ext uri="{FF2B5EF4-FFF2-40B4-BE49-F238E27FC236}">
                <a16:creationId xmlns:a16="http://schemas.microsoft.com/office/drawing/2014/main" id="{EF7B8732-D557-788C-DCE2-BCF3327D67DB}"/>
              </a:ext>
            </a:extLst>
          </p:cNvPr>
          <p:cNvSpPr txBox="1"/>
          <p:nvPr userDrawn="1"/>
        </p:nvSpPr>
        <p:spPr>
          <a:xfrm>
            <a:off x="7107115" y="6435417"/>
            <a:ext cx="896815" cy="430887"/>
          </a:xfrm>
          <a:prstGeom prst="rect">
            <a:avLst/>
          </a:prstGeom>
          <a:noFill/>
        </p:spPr>
        <p:txBody>
          <a:bodyPr wrap="square" rtlCol="0">
            <a:spAutoFit/>
          </a:bodyPr>
          <a:lstStyle/>
          <a:p>
            <a:pPr algn="ctr"/>
            <a:r>
              <a:rPr lang="en-GB" sz="1100" dirty="0"/>
              <a:t>Exam Coverage:</a:t>
            </a:r>
          </a:p>
        </p:txBody>
      </p:sp>
      <p:sp>
        <p:nvSpPr>
          <p:cNvPr id="8" name="Text Placeholder 4">
            <a:extLst>
              <a:ext uri="{FF2B5EF4-FFF2-40B4-BE49-F238E27FC236}">
                <a16:creationId xmlns:a16="http://schemas.microsoft.com/office/drawing/2014/main" id="{3B8D99B4-119D-196C-6DE0-4C3CAE0A32A5}"/>
              </a:ext>
            </a:extLst>
          </p:cNvPr>
          <p:cNvSpPr>
            <a:spLocks noGrp="1"/>
          </p:cNvSpPr>
          <p:nvPr>
            <p:ph type="body" sz="quarter" idx="12"/>
          </p:nvPr>
        </p:nvSpPr>
        <p:spPr>
          <a:xfrm>
            <a:off x="8003930" y="6505604"/>
            <a:ext cx="418807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Tree>
    <p:extLst>
      <p:ext uri="{BB962C8B-B14F-4D97-AF65-F5344CB8AC3E}">
        <p14:creationId xmlns:p14="http://schemas.microsoft.com/office/powerpoint/2010/main" val="25231377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 No KSB">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475775-C9FF-1E11-138E-C8C3F1255EB2}"/>
              </a:ext>
            </a:extLst>
          </p:cNvPr>
          <p:cNvSpPr>
            <a:spLocks noGrp="1"/>
          </p:cNvSpPr>
          <p:nvPr>
            <p:ph sz="half" idx="1"/>
          </p:nvPr>
        </p:nvSpPr>
        <p:spPr>
          <a:xfrm>
            <a:off x="144000" y="1681200"/>
            <a:ext cx="5882400" cy="500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B7139DE-C8B6-956D-4805-D8FD1A78E8F2}"/>
              </a:ext>
            </a:extLst>
          </p:cNvPr>
          <p:cNvSpPr>
            <a:spLocks noGrp="1"/>
          </p:cNvSpPr>
          <p:nvPr>
            <p:ph sz="half" idx="2"/>
          </p:nvPr>
        </p:nvSpPr>
        <p:spPr>
          <a:xfrm>
            <a:off x="6165602" y="1681199"/>
            <a:ext cx="5882400" cy="5004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itle 4">
            <a:extLst>
              <a:ext uri="{FF2B5EF4-FFF2-40B4-BE49-F238E27FC236}">
                <a16:creationId xmlns:a16="http://schemas.microsoft.com/office/drawing/2014/main" id="{EE31F1BD-5915-DE80-A25F-9999085FD8BE}"/>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6132213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475775-C9FF-1E11-138E-C8C3F1255EB2}"/>
              </a:ext>
            </a:extLst>
          </p:cNvPr>
          <p:cNvSpPr>
            <a:spLocks noGrp="1"/>
          </p:cNvSpPr>
          <p:nvPr>
            <p:ph sz="half" idx="1"/>
          </p:nvPr>
        </p:nvSpPr>
        <p:spPr>
          <a:xfrm>
            <a:off x="144000" y="1681200"/>
            <a:ext cx="5882400" cy="468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B7139DE-C8B6-956D-4805-D8FD1A78E8F2}"/>
              </a:ext>
            </a:extLst>
          </p:cNvPr>
          <p:cNvSpPr>
            <a:spLocks noGrp="1"/>
          </p:cNvSpPr>
          <p:nvPr>
            <p:ph sz="half" idx="2"/>
          </p:nvPr>
        </p:nvSpPr>
        <p:spPr>
          <a:xfrm>
            <a:off x="6165602" y="1681199"/>
            <a:ext cx="5882400" cy="4687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itle 4">
            <a:extLst>
              <a:ext uri="{FF2B5EF4-FFF2-40B4-BE49-F238E27FC236}">
                <a16:creationId xmlns:a16="http://schemas.microsoft.com/office/drawing/2014/main" id="{EE31F1BD-5915-DE80-A25F-9999085FD8BE}"/>
              </a:ext>
            </a:extLst>
          </p:cNvPr>
          <p:cNvSpPr>
            <a:spLocks noGrp="1"/>
          </p:cNvSpPr>
          <p:nvPr>
            <p:ph type="title"/>
          </p:nvPr>
        </p:nvSpPr>
        <p:spPr/>
        <p:txBody>
          <a:bodyPr/>
          <a:lstStyle/>
          <a:p>
            <a:r>
              <a:rPr lang="en-US"/>
              <a:t>Click to edit Master title style</a:t>
            </a:r>
            <a:endParaRPr lang="en-GB"/>
          </a:p>
        </p:txBody>
      </p:sp>
      <p:sp>
        <p:nvSpPr>
          <p:cNvPr id="2" name="Text Placeholder 4">
            <a:extLst>
              <a:ext uri="{FF2B5EF4-FFF2-40B4-BE49-F238E27FC236}">
                <a16:creationId xmlns:a16="http://schemas.microsoft.com/office/drawing/2014/main" id="{5757F8C5-3D0E-C7A4-6A5E-CE98707EF5E4}"/>
              </a:ext>
            </a:extLst>
          </p:cNvPr>
          <p:cNvSpPr>
            <a:spLocks noGrp="1"/>
          </p:cNvSpPr>
          <p:nvPr>
            <p:ph type="body" sz="quarter" idx="10"/>
          </p:nvPr>
        </p:nvSpPr>
        <p:spPr>
          <a:xfrm>
            <a:off x="896816" y="6505604"/>
            <a:ext cx="621030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
        <p:nvSpPr>
          <p:cNvPr id="6" name="TextBox 5">
            <a:extLst>
              <a:ext uri="{FF2B5EF4-FFF2-40B4-BE49-F238E27FC236}">
                <a16:creationId xmlns:a16="http://schemas.microsoft.com/office/drawing/2014/main" id="{6404A935-9EA8-24C9-FD36-1CCCE6F7667E}"/>
              </a:ext>
            </a:extLst>
          </p:cNvPr>
          <p:cNvSpPr txBox="1"/>
          <p:nvPr userDrawn="1"/>
        </p:nvSpPr>
        <p:spPr>
          <a:xfrm>
            <a:off x="0" y="6435417"/>
            <a:ext cx="896815" cy="430887"/>
          </a:xfrm>
          <a:prstGeom prst="rect">
            <a:avLst/>
          </a:prstGeom>
          <a:noFill/>
        </p:spPr>
        <p:txBody>
          <a:bodyPr wrap="square" rtlCol="0" anchor="ctr">
            <a:spAutoFit/>
          </a:bodyPr>
          <a:lstStyle/>
          <a:p>
            <a:pPr algn="ctr"/>
            <a:r>
              <a:rPr lang="en-GB" sz="1100" dirty="0"/>
              <a:t>KSB Coverage:</a:t>
            </a:r>
          </a:p>
        </p:txBody>
      </p:sp>
      <p:sp>
        <p:nvSpPr>
          <p:cNvPr id="7" name="TextBox 6">
            <a:extLst>
              <a:ext uri="{FF2B5EF4-FFF2-40B4-BE49-F238E27FC236}">
                <a16:creationId xmlns:a16="http://schemas.microsoft.com/office/drawing/2014/main" id="{0451BBD0-E331-5A9D-2363-5611F8048DF4}"/>
              </a:ext>
            </a:extLst>
          </p:cNvPr>
          <p:cNvSpPr txBox="1"/>
          <p:nvPr userDrawn="1"/>
        </p:nvSpPr>
        <p:spPr>
          <a:xfrm>
            <a:off x="7107115" y="6435417"/>
            <a:ext cx="896815" cy="430887"/>
          </a:xfrm>
          <a:prstGeom prst="rect">
            <a:avLst/>
          </a:prstGeom>
          <a:noFill/>
        </p:spPr>
        <p:txBody>
          <a:bodyPr wrap="square" rtlCol="0">
            <a:spAutoFit/>
          </a:bodyPr>
          <a:lstStyle/>
          <a:p>
            <a:pPr algn="ctr"/>
            <a:r>
              <a:rPr lang="en-GB" sz="1100" dirty="0"/>
              <a:t>Exam Coverage:</a:t>
            </a:r>
          </a:p>
        </p:txBody>
      </p:sp>
      <p:sp>
        <p:nvSpPr>
          <p:cNvPr id="8" name="Text Placeholder 4">
            <a:extLst>
              <a:ext uri="{FF2B5EF4-FFF2-40B4-BE49-F238E27FC236}">
                <a16:creationId xmlns:a16="http://schemas.microsoft.com/office/drawing/2014/main" id="{31B03309-60D3-B677-E31C-D43D359572CE}"/>
              </a:ext>
            </a:extLst>
          </p:cNvPr>
          <p:cNvSpPr>
            <a:spLocks noGrp="1"/>
          </p:cNvSpPr>
          <p:nvPr>
            <p:ph type="body" sz="quarter" idx="11"/>
          </p:nvPr>
        </p:nvSpPr>
        <p:spPr>
          <a:xfrm>
            <a:off x="8003930" y="6505604"/>
            <a:ext cx="418807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Tree>
    <p:extLst>
      <p:ext uri="{BB962C8B-B14F-4D97-AF65-F5344CB8AC3E}">
        <p14:creationId xmlns:p14="http://schemas.microsoft.com/office/powerpoint/2010/main" val="28567409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arison No KSB">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25410F0-CAB2-D034-BF81-F513F571C8EF}"/>
              </a:ext>
            </a:extLst>
          </p:cNvPr>
          <p:cNvSpPr>
            <a:spLocks noGrp="1"/>
          </p:cNvSpPr>
          <p:nvPr>
            <p:ph type="body" idx="1"/>
          </p:nvPr>
        </p:nvSpPr>
        <p:spPr>
          <a:xfrm>
            <a:off x="144000" y="1681200"/>
            <a:ext cx="588240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D289DC6D-4B4C-BF2B-4B8B-3D2435961301}"/>
              </a:ext>
            </a:extLst>
          </p:cNvPr>
          <p:cNvSpPr>
            <a:spLocks noGrp="1"/>
          </p:cNvSpPr>
          <p:nvPr>
            <p:ph sz="half" idx="2"/>
          </p:nvPr>
        </p:nvSpPr>
        <p:spPr>
          <a:xfrm>
            <a:off x="142128" y="2602523"/>
            <a:ext cx="5882400" cy="4082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a:extLst>
              <a:ext uri="{FF2B5EF4-FFF2-40B4-BE49-F238E27FC236}">
                <a16:creationId xmlns:a16="http://schemas.microsoft.com/office/drawing/2014/main" id="{C7AFB030-A96B-BA10-C761-510674C9A38A}"/>
              </a:ext>
            </a:extLst>
          </p:cNvPr>
          <p:cNvSpPr>
            <a:spLocks noGrp="1"/>
          </p:cNvSpPr>
          <p:nvPr>
            <p:ph type="body" sz="quarter" idx="3"/>
          </p:nvPr>
        </p:nvSpPr>
        <p:spPr>
          <a:xfrm>
            <a:off x="6172200" y="1681163"/>
            <a:ext cx="588240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05C8C28-7E5E-9EB5-2854-1842ABD553E1}"/>
              </a:ext>
            </a:extLst>
          </p:cNvPr>
          <p:cNvSpPr>
            <a:spLocks noGrp="1"/>
          </p:cNvSpPr>
          <p:nvPr>
            <p:ph sz="quarter" idx="4"/>
          </p:nvPr>
        </p:nvSpPr>
        <p:spPr>
          <a:xfrm>
            <a:off x="6167474" y="2602523"/>
            <a:ext cx="5882400" cy="4082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Title 6">
            <a:extLst>
              <a:ext uri="{FF2B5EF4-FFF2-40B4-BE49-F238E27FC236}">
                <a16:creationId xmlns:a16="http://schemas.microsoft.com/office/drawing/2014/main" id="{DB2050A5-D18C-2F28-1B67-47A82DE670CE}"/>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1093682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25410F0-CAB2-D034-BF81-F513F571C8EF}"/>
              </a:ext>
            </a:extLst>
          </p:cNvPr>
          <p:cNvSpPr>
            <a:spLocks noGrp="1"/>
          </p:cNvSpPr>
          <p:nvPr>
            <p:ph type="body" idx="1"/>
          </p:nvPr>
        </p:nvSpPr>
        <p:spPr>
          <a:xfrm>
            <a:off x="144000" y="1681200"/>
            <a:ext cx="588240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D289DC6D-4B4C-BF2B-4B8B-3D2435961301}"/>
              </a:ext>
            </a:extLst>
          </p:cNvPr>
          <p:cNvSpPr>
            <a:spLocks noGrp="1"/>
          </p:cNvSpPr>
          <p:nvPr>
            <p:ph sz="half" idx="2"/>
          </p:nvPr>
        </p:nvSpPr>
        <p:spPr>
          <a:xfrm>
            <a:off x="142128" y="2602523"/>
            <a:ext cx="5882400" cy="37656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a:extLst>
              <a:ext uri="{FF2B5EF4-FFF2-40B4-BE49-F238E27FC236}">
                <a16:creationId xmlns:a16="http://schemas.microsoft.com/office/drawing/2014/main" id="{C7AFB030-A96B-BA10-C761-510674C9A38A}"/>
              </a:ext>
            </a:extLst>
          </p:cNvPr>
          <p:cNvSpPr>
            <a:spLocks noGrp="1"/>
          </p:cNvSpPr>
          <p:nvPr>
            <p:ph type="body" sz="quarter" idx="3"/>
          </p:nvPr>
        </p:nvSpPr>
        <p:spPr>
          <a:xfrm>
            <a:off x="6172200" y="1681163"/>
            <a:ext cx="588240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05C8C28-7E5E-9EB5-2854-1842ABD553E1}"/>
              </a:ext>
            </a:extLst>
          </p:cNvPr>
          <p:cNvSpPr>
            <a:spLocks noGrp="1"/>
          </p:cNvSpPr>
          <p:nvPr>
            <p:ph sz="quarter" idx="4"/>
          </p:nvPr>
        </p:nvSpPr>
        <p:spPr>
          <a:xfrm>
            <a:off x="6167474" y="2602523"/>
            <a:ext cx="5882400" cy="3765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Title 6">
            <a:extLst>
              <a:ext uri="{FF2B5EF4-FFF2-40B4-BE49-F238E27FC236}">
                <a16:creationId xmlns:a16="http://schemas.microsoft.com/office/drawing/2014/main" id="{DB2050A5-D18C-2F28-1B67-47A82DE670CE}"/>
              </a:ext>
            </a:extLst>
          </p:cNvPr>
          <p:cNvSpPr>
            <a:spLocks noGrp="1"/>
          </p:cNvSpPr>
          <p:nvPr>
            <p:ph type="title"/>
          </p:nvPr>
        </p:nvSpPr>
        <p:spPr/>
        <p:txBody>
          <a:bodyPr/>
          <a:lstStyle/>
          <a:p>
            <a:r>
              <a:rPr lang="en-US"/>
              <a:t>Click to edit Master title style</a:t>
            </a:r>
            <a:endParaRPr lang="en-GB"/>
          </a:p>
        </p:txBody>
      </p:sp>
      <p:sp>
        <p:nvSpPr>
          <p:cNvPr id="2" name="Text Placeholder 4">
            <a:extLst>
              <a:ext uri="{FF2B5EF4-FFF2-40B4-BE49-F238E27FC236}">
                <a16:creationId xmlns:a16="http://schemas.microsoft.com/office/drawing/2014/main" id="{DD7FA9BB-0216-21DC-586E-FB3CEC5B1D61}"/>
              </a:ext>
            </a:extLst>
          </p:cNvPr>
          <p:cNvSpPr>
            <a:spLocks noGrp="1"/>
          </p:cNvSpPr>
          <p:nvPr>
            <p:ph type="body" sz="quarter" idx="10"/>
          </p:nvPr>
        </p:nvSpPr>
        <p:spPr>
          <a:xfrm>
            <a:off x="896816" y="6505604"/>
            <a:ext cx="621030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
        <p:nvSpPr>
          <p:cNvPr id="8" name="TextBox 7">
            <a:extLst>
              <a:ext uri="{FF2B5EF4-FFF2-40B4-BE49-F238E27FC236}">
                <a16:creationId xmlns:a16="http://schemas.microsoft.com/office/drawing/2014/main" id="{1D585EC4-AB57-DB2C-1C5D-44AEFD0DF604}"/>
              </a:ext>
            </a:extLst>
          </p:cNvPr>
          <p:cNvSpPr txBox="1"/>
          <p:nvPr userDrawn="1"/>
        </p:nvSpPr>
        <p:spPr>
          <a:xfrm>
            <a:off x="0" y="6435417"/>
            <a:ext cx="896815" cy="430887"/>
          </a:xfrm>
          <a:prstGeom prst="rect">
            <a:avLst/>
          </a:prstGeom>
          <a:noFill/>
        </p:spPr>
        <p:txBody>
          <a:bodyPr wrap="square" rtlCol="0" anchor="ctr">
            <a:spAutoFit/>
          </a:bodyPr>
          <a:lstStyle/>
          <a:p>
            <a:pPr algn="ctr"/>
            <a:r>
              <a:rPr lang="en-GB" sz="1100" dirty="0"/>
              <a:t>KSB Coverage:</a:t>
            </a:r>
          </a:p>
        </p:txBody>
      </p:sp>
      <p:sp>
        <p:nvSpPr>
          <p:cNvPr id="9" name="TextBox 8">
            <a:extLst>
              <a:ext uri="{FF2B5EF4-FFF2-40B4-BE49-F238E27FC236}">
                <a16:creationId xmlns:a16="http://schemas.microsoft.com/office/drawing/2014/main" id="{66C5C7CF-45D8-F540-729B-6DFE7360C400}"/>
              </a:ext>
            </a:extLst>
          </p:cNvPr>
          <p:cNvSpPr txBox="1"/>
          <p:nvPr userDrawn="1"/>
        </p:nvSpPr>
        <p:spPr>
          <a:xfrm>
            <a:off x="7107115" y="6435417"/>
            <a:ext cx="896815" cy="430887"/>
          </a:xfrm>
          <a:prstGeom prst="rect">
            <a:avLst/>
          </a:prstGeom>
          <a:noFill/>
        </p:spPr>
        <p:txBody>
          <a:bodyPr wrap="square" rtlCol="0">
            <a:spAutoFit/>
          </a:bodyPr>
          <a:lstStyle/>
          <a:p>
            <a:pPr algn="ctr"/>
            <a:r>
              <a:rPr lang="en-GB" sz="1100" dirty="0"/>
              <a:t>Exam Coverage:</a:t>
            </a:r>
          </a:p>
        </p:txBody>
      </p:sp>
      <p:sp>
        <p:nvSpPr>
          <p:cNvPr id="10" name="Text Placeholder 4">
            <a:extLst>
              <a:ext uri="{FF2B5EF4-FFF2-40B4-BE49-F238E27FC236}">
                <a16:creationId xmlns:a16="http://schemas.microsoft.com/office/drawing/2014/main" id="{44F9600C-5530-271F-8540-99F2427C8E10}"/>
              </a:ext>
            </a:extLst>
          </p:cNvPr>
          <p:cNvSpPr>
            <a:spLocks noGrp="1"/>
          </p:cNvSpPr>
          <p:nvPr>
            <p:ph type="body" sz="quarter" idx="11"/>
          </p:nvPr>
        </p:nvSpPr>
        <p:spPr>
          <a:xfrm>
            <a:off x="8003930" y="6505604"/>
            <a:ext cx="418807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Tree>
    <p:extLst>
      <p:ext uri="{BB962C8B-B14F-4D97-AF65-F5344CB8AC3E}">
        <p14:creationId xmlns:p14="http://schemas.microsoft.com/office/powerpoint/2010/main" val="40637092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martArt Slide No KSB">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8CFA2DD-70C5-2379-CE0F-BBF505CF5E6D}"/>
              </a:ext>
            </a:extLst>
          </p:cNvPr>
          <p:cNvSpPr>
            <a:spLocks noGrp="1"/>
          </p:cNvSpPr>
          <p:nvPr>
            <p:ph type="title"/>
          </p:nvPr>
        </p:nvSpPr>
        <p:spPr/>
        <p:txBody>
          <a:bodyPr/>
          <a:lstStyle/>
          <a:p>
            <a:r>
              <a:rPr lang="en-US"/>
              <a:t>Click to edit Master title style</a:t>
            </a:r>
            <a:endParaRPr lang="en-GB"/>
          </a:p>
        </p:txBody>
      </p:sp>
      <p:sp>
        <p:nvSpPr>
          <p:cNvPr id="11" name="SmartArt Placeholder 10">
            <a:extLst>
              <a:ext uri="{FF2B5EF4-FFF2-40B4-BE49-F238E27FC236}">
                <a16:creationId xmlns:a16="http://schemas.microsoft.com/office/drawing/2014/main" id="{DB235358-4164-A41A-88F6-44E980CDA6AB}"/>
              </a:ext>
            </a:extLst>
          </p:cNvPr>
          <p:cNvSpPr>
            <a:spLocks noGrp="1"/>
          </p:cNvSpPr>
          <p:nvPr>
            <p:ph type="dgm" sz="quarter" idx="10"/>
          </p:nvPr>
        </p:nvSpPr>
        <p:spPr>
          <a:xfrm>
            <a:off x="142129" y="1681200"/>
            <a:ext cx="11908800" cy="5004000"/>
          </a:xfrm>
        </p:spPr>
        <p:txBody>
          <a:bodyPr/>
          <a:lstStyle/>
          <a:p>
            <a:endParaRPr lang="en-GB"/>
          </a:p>
        </p:txBody>
      </p:sp>
    </p:spTree>
    <p:extLst>
      <p:ext uri="{BB962C8B-B14F-4D97-AF65-F5344CB8AC3E}">
        <p14:creationId xmlns:p14="http://schemas.microsoft.com/office/powerpoint/2010/main" val="13585653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martArt Slid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8CFA2DD-70C5-2379-CE0F-BBF505CF5E6D}"/>
              </a:ext>
            </a:extLst>
          </p:cNvPr>
          <p:cNvSpPr>
            <a:spLocks noGrp="1"/>
          </p:cNvSpPr>
          <p:nvPr>
            <p:ph type="title"/>
          </p:nvPr>
        </p:nvSpPr>
        <p:spPr/>
        <p:txBody>
          <a:bodyPr/>
          <a:lstStyle/>
          <a:p>
            <a:r>
              <a:rPr lang="en-US"/>
              <a:t>Click to edit Master title style</a:t>
            </a:r>
            <a:endParaRPr lang="en-GB"/>
          </a:p>
        </p:txBody>
      </p:sp>
      <p:sp>
        <p:nvSpPr>
          <p:cNvPr id="11" name="SmartArt Placeholder 10">
            <a:extLst>
              <a:ext uri="{FF2B5EF4-FFF2-40B4-BE49-F238E27FC236}">
                <a16:creationId xmlns:a16="http://schemas.microsoft.com/office/drawing/2014/main" id="{DB235358-4164-A41A-88F6-44E980CDA6AB}"/>
              </a:ext>
            </a:extLst>
          </p:cNvPr>
          <p:cNvSpPr>
            <a:spLocks noGrp="1"/>
          </p:cNvSpPr>
          <p:nvPr>
            <p:ph type="dgm" sz="quarter" idx="10"/>
          </p:nvPr>
        </p:nvSpPr>
        <p:spPr>
          <a:xfrm>
            <a:off x="142129" y="1681200"/>
            <a:ext cx="11908800" cy="4687200"/>
          </a:xfrm>
        </p:spPr>
        <p:txBody>
          <a:bodyPr/>
          <a:lstStyle/>
          <a:p>
            <a:endParaRPr lang="en-GB"/>
          </a:p>
        </p:txBody>
      </p:sp>
      <p:sp>
        <p:nvSpPr>
          <p:cNvPr id="2" name="Text Placeholder 4">
            <a:extLst>
              <a:ext uri="{FF2B5EF4-FFF2-40B4-BE49-F238E27FC236}">
                <a16:creationId xmlns:a16="http://schemas.microsoft.com/office/drawing/2014/main" id="{09359B97-947A-AA82-5115-A14DCD796C53}"/>
              </a:ext>
            </a:extLst>
          </p:cNvPr>
          <p:cNvSpPr>
            <a:spLocks noGrp="1"/>
          </p:cNvSpPr>
          <p:nvPr>
            <p:ph type="body" sz="quarter" idx="11"/>
          </p:nvPr>
        </p:nvSpPr>
        <p:spPr>
          <a:xfrm>
            <a:off x="896816" y="6505604"/>
            <a:ext cx="621030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
        <p:nvSpPr>
          <p:cNvPr id="3" name="TextBox 2">
            <a:extLst>
              <a:ext uri="{FF2B5EF4-FFF2-40B4-BE49-F238E27FC236}">
                <a16:creationId xmlns:a16="http://schemas.microsoft.com/office/drawing/2014/main" id="{E37D7ADA-F8A5-8BA0-CDD1-D757DAF59A17}"/>
              </a:ext>
            </a:extLst>
          </p:cNvPr>
          <p:cNvSpPr txBox="1"/>
          <p:nvPr userDrawn="1"/>
        </p:nvSpPr>
        <p:spPr>
          <a:xfrm>
            <a:off x="0" y="6435417"/>
            <a:ext cx="896815" cy="430887"/>
          </a:xfrm>
          <a:prstGeom prst="rect">
            <a:avLst/>
          </a:prstGeom>
          <a:noFill/>
        </p:spPr>
        <p:txBody>
          <a:bodyPr wrap="square" rtlCol="0" anchor="ctr">
            <a:spAutoFit/>
          </a:bodyPr>
          <a:lstStyle/>
          <a:p>
            <a:pPr algn="ctr"/>
            <a:r>
              <a:rPr lang="en-GB" sz="1100" dirty="0"/>
              <a:t>KSB Coverage:</a:t>
            </a:r>
          </a:p>
        </p:txBody>
      </p:sp>
      <p:sp>
        <p:nvSpPr>
          <p:cNvPr id="5" name="TextBox 4">
            <a:extLst>
              <a:ext uri="{FF2B5EF4-FFF2-40B4-BE49-F238E27FC236}">
                <a16:creationId xmlns:a16="http://schemas.microsoft.com/office/drawing/2014/main" id="{99034CEC-3550-A837-B2A5-5A911F00675C}"/>
              </a:ext>
            </a:extLst>
          </p:cNvPr>
          <p:cNvSpPr txBox="1"/>
          <p:nvPr userDrawn="1"/>
        </p:nvSpPr>
        <p:spPr>
          <a:xfrm>
            <a:off x="7107115" y="6435417"/>
            <a:ext cx="896815" cy="430887"/>
          </a:xfrm>
          <a:prstGeom prst="rect">
            <a:avLst/>
          </a:prstGeom>
          <a:noFill/>
        </p:spPr>
        <p:txBody>
          <a:bodyPr wrap="square" rtlCol="0">
            <a:spAutoFit/>
          </a:bodyPr>
          <a:lstStyle/>
          <a:p>
            <a:pPr algn="ctr"/>
            <a:r>
              <a:rPr lang="en-GB" sz="1100" dirty="0"/>
              <a:t>Exam Coverage:</a:t>
            </a:r>
          </a:p>
        </p:txBody>
      </p:sp>
      <p:sp>
        <p:nvSpPr>
          <p:cNvPr id="6" name="Text Placeholder 4">
            <a:extLst>
              <a:ext uri="{FF2B5EF4-FFF2-40B4-BE49-F238E27FC236}">
                <a16:creationId xmlns:a16="http://schemas.microsoft.com/office/drawing/2014/main" id="{CA77293C-75DF-39B0-27CC-EAE6D4903EBE}"/>
              </a:ext>
            </a:extLst>
          </p:cNvPr>
          <p:cNvSpPr>
            <a:spLocks noGrp="1"/>
          </p:cNvSpPr>
          <p:nvPr>
            <p:ph type="body" sz="quarter" idx="12"/>
          </p:nvPr>
        </p:nvSpPr>
        <p:spPr>
          <a:xfrm>
            <a:off x="8003930" y="6505604"/>
            <a:ext cx="418807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Tree>
    <p:extLst>
      <p:ext uri="{BB962C8B-B14F-4D97-AF65-F5344CB8AC3E}">
        <p14:creationId xmlns:p14="http://schemas.microsoft.com/office/powerpoint/2010/main" val="20417482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Only No KSB">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ED1CE0-5D64-2993-B68B-9CAED6157AE6}"/>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88707332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ED1CE0-5D64-2993-B68B-9CAED6157AE6}"/>
              </a:ext>
            </a:extLst>
          </p:cNvPr>
          <p:cNvSpPr>
            <a:spLocks noGrp="1"/>
          </p:cNvSpPr>
          <p:nvPr>
            <p:ph type="title"/>
          </p:nvPr>
        </p:nvSpPr>
        <p:spPr/>
        <p:txBody>
          <a:bodyPr/>
          <a:lstStyle/>
          <a:p>
            <a:r>
              <a:rPr lang="en-US"/>
              <a:t>Click to edit Master title style</a:t>
            </a:r>
            <a:endParaRPr lang="en-GB"/>
          </a:p>
        </p:txBody>
      </p:sp>
      <p:sp>
        <p:nvSpPr>
          <p:cNvPr id="2" name="Text Placeholder 4">
            <a:extLst>
              <a:ext uri="{FF2B5EF4-FFF2-40B4-BE49-F238E27FC236}">
                <a16:creationId xmlns:a16="http://schemas.microsoft.com/office/drawing/2014/main" id="{DA58B6A5-E39A-0B01-08BA-8A28A43A35C3}"/>
              </a:ext>
            </a:extLst>
          </p:cNvPr>
          <p:cNvSpPr>
            <a:spLocks noGrp="1"/>
          </p:cNvSpPr>
          <p:nvPr>
            <p:ph type="body" sz="quarter" idx="11"/>
          </p:nvPr>
        </p:nvSpPr>
        <p:spPr>
          <a:xfrm>
            <a:off x="896816" y="6505604"/>
            <a:ext cx="621030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
        <p:nvSpPr>
          <p:cNvPr id="4" name="TextBox 3">
            <a:extLst>
              <a:ext uri="{FF2B5EF4-FFF2-40B4-BE49-F238E27FC236}">
                <a16:creationId xmlns:a16="http://schemas.microsoft.com/office/drawing/2014/main" id="{702023F7-E8A5-E9B4-9769-1743A3E62066}"/>
              </a:ext>
            </a:extLst>
          </p:cNvPr>
          <p:cNvSpPr txBox="1"/>
          <p:nvPr userDrawn="1"/>
        </p:nvSpPr>
        <p:spPr>
          <a:xfrm>
            <a:off x="0" y="6435417"/>
            <a:ext cx="896815" cy="430887"/>
          </a:xfrm>
          <a:prstGeom prst="rect">
            <a:avLst/>
          </a:prstGeom>
          <a:noFill/>
        </p:spPr>
        <p:txBody>
          <a:bodyPr wrap="square" rtlCol="0" anchor="ctr">
            <a:spAutoFit/>
          </a:bodyPr>
          <a:lstStyle/>
          <a:p>
            <a:pPr algn="ctr"/>
            <a:r>
              <a:rPr lang="en-GB" sz="1100" dirty="0"/>
              <a:t>KSB Coverage:</a:t>
            </a:r>
          </a:p>
        </p:txBody>
      </p:sp>
      <p:sp>
        <p:nvSpPr>
          <p:cNvPr id="5" name="TextBox 4">
            <a:extLst>
              <a:ext uri="{FF2B5EF4-FFF2-40B4-BE49-F238E27FC236}">
                <a16:creationId xmlns:a16="http://schemas.microsoft.com/office/drawing/2014/main" id="{BFD0E641-F450-C0E5-F36D-4DBA0C50A745}"/>
              </a:ext>
            </a:extLst>
          </p:cNvPr>
          <p:cNvSpPr txBox="1"/>
          <p:nvPr userDrawn="1"/>
        </p:nvSpPr>
        <p:spPr>
          <a:xfrm>
            <a:off x="7107115" y="6435417"/>
            <a:ext cx="896815" cy="430887"/>
          </a:xfrm>
          <a:prstGeom prst="rect">
            <a:avLst/>
          </a:prstGeom>
          <a:noFill/>
        </p:spPr>
        <p:txBody>
          <a:bodyPr wrap="square" rtlCol="0">
            <a:spAutoFit/>
          </a:bodyPr>
          <a:lstStyle/>
          <a:p>
            <a:pPr algn="ctr"/>
            <a:r>
              <a:rPr lang="en-GB" sz="1100" dirty="0"/>
              <a:t>Exam Coverage:</a:t>
            </a:r>
          </a:p>
        </p:txBody>
      </p:sp>
      <p:sp>
        <p:nvSpPr>
          <p:cNvPr id="6" name="Text Placeholder 4">
            <a:extLst>
              <a:ext uri="{FF2B5EF4-FFF2-40B4-BE49-F238E27FC236}">
                <a16:creationId xmlns:a16="http://schemas.microsoft.com/office/drawing/2014/main" id="{A786B3D5-F79E-70E4-3B9B-5B5BE1693CF8}"/>
              </a:ext>
            </a:extLst>
          </p:cNvPr>
          <p:cNvSpPr>
            <a:spLocks noGrp="1"/>
          </p:cNvSpPr>
          <p:nvPr>
            <p:ph type="body" sz="quarter" idx="12"/>
          </p:nvPr>
        </p:nvSpPr>
        <p:spPr>
          <a:xfrm>
            <a:off x="8003930" y="6505604"/>
            <a:ext cx="418807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Tree>
    <p:extLst>
      <p:ext uri="{BB962C8B-B14F-4D97-AF65-F5344CB8AC3E}">
        <p14:creationId xmlns:p14="http://schemas.microsoft.com/office/powerpoint/2010/main" val="185628863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Quote/Cita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8C436-1E16-B62E-21AC-C33168FB2A14}"/>
              </a:ext>
            </a:extLst>
          </p:cNvPr>
          <p:cNvSpPr>
            <a:spLocks noGrp="1"/>
          </p:cNvSpPr>
          <p:nvPr>
            <p:ph type="title" hasCustomPrompt="1"/>
          </p:nvPr>
        </p:nvSpPr>
        <p:spPr>
          <a:xfrm>
            <a:off x="838200" y="2766218"/>
            <a:ext cx="10515600" cy="1325563"/>
          </a:xfrm>
        </p:spPr>
        <p:txBody>
          <a:bodyPr/>
          <a:lstStyle>
            <a:lvl1pPr algn="ctr">
              <a:defRPr/>
            </a:lvl1pPr>
          </a:lstStyle>
          <a:p>
            <a:r>
              <a:rPr lang="en-US" dirty="0"/>
              <a:t>“Add Quote/Citation”</a:t>
            </a:r>
            <a:endParaRPr lang="en-GB" dirty="0"/>
          </a:p>
        </p:txBody>
      </p:sp>
    </p:spTree>
    <p:extLst>
      <p:ext uri="{BB962C8B-B14F-4D97-AF65-F5344CB8AC3E}">
        <p14:creationId xmlns:p14="http://schemas.microsoft.com/office/powerpoint/2010/main" val="131073090"/>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urse Summary">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D272974-92D2-F499-AD39-71CC474A4F0A}"/>
              </a:ext>
            </a:extLst>
          </p:cNvPr>
          <p:cNvSpPr>
            <a:spLocks noGrp="1"/>
          </p:cNvSpPr>
          <p:nvPr>
            <p:ph type="title"/>
          </p:nvPr>
        </p:nvSpPr>
        <p:spPr/>
        <p:txBody>
          <a:bodyPr/>
          <a:lstStyle/>
          <a:p>
            <a:r>
              <a:rPr lang="en-US"/>
              <a:t>Click to edit Master title style</a:t>
            </a:r>
            <a:endParaRPr lang="en-GB"/>
          </a:p>
        </p:txBody>
      </p:sp>
      <p:pic>
        <p:nvPicPr>
          <p:cNvPr id="5" name="Picture 4">
            <a:extLst>
              <a:ext uri="{FF2B5EF4-FFF2-40B4-BE49-F238E27FC236}">
                <a16:creationId xmlns:a16="http://schemas.microsoft.com/office/drawing/2014/main" id="{4071E67C-636E-343E-00E9-99BA6A8FE6C0}"/>
              </a:ext>
            </a:extLst>
          </p:cNvPr>
          <p:cNvPicPr>
            <a:picLocks noChangeAspect="1"/>
          </p:cNvPicPr>
          <p:nvPr userDrawn="1"/>
        </p:nvPicPr>
        <p:blipFill>
          <a:blip r:embed="rId2">
            <a:duotone>
              <a:schemeClr val="accent4">
                <a:shade val="45000"/>
                <a:satMod val="135000"/>
              </a:schemeClr>
              <a:prstClr val="white"/>
            </a:duotone>
          </a:blip>
          <a:stretch>
            <a:fillRect/>
          </a:stretch>
        </p:blipFill>
        <p:spPr>
          <a:xfrm>
            <a:off x="643237" y="3543301"/>
            <a:ext cx="1279796" cy="1279796"/>
          </a:xfrm>
          <a:prstGeom prst="rect">
            <a:avLst/>
          </a:prstGeom>
          <a:ln>
            <a:noFill/>
          </a:ln>
        </p:spPr>
      </p:pic>
      <p:sp>
        <p:nvSpPr>
          <p:cNvPr id="2" name="Content Placeholder 2">
            <a:extLst>
              <a:ext uri="{FF2B5EF4-FFF2-40B4-BE49-F238E27FC236}">
                <a16:creationId xmlns:a16="http://schemas.microsoft.com/office/drawing/2014/main" id="{06585132-7D30-64BB-6CA6-13F38FFE0BD8}"/>
              </a:ext>
            </a:extLst>
          </p:cNvPr>
          <p:cNvSpPr>
            <a:spLocks noGrp="1"/>
          </p:cNvSpPr>
          <p:nvPr>
            <p:ph idx="1"/>
          </p:nvPr>
        </p:nvSpPr>
        <p:spPr>
          <a:xfrm>
            <a:off x="2250831" y="1681199"/>
            <a:ext cx="9801575" cy="117630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Content Placeholder 7">
            <a:extLst>
              <a:ext uri="{FF2B5EF4-FFF2-40B4-BE49-F238E27FC236}">
                <a16:creationId xmlns:a16="http://schemas.microsoft.com/office/drawing/2014/main" id="{317D7988-1C7C-EC64-840C-45752992439B}"/>
              </a:ext>
            </a:extLst>
          </p:cNvPr>
          <p:cNvSpPr>
            <a:spLocks noGrp="1"/>
          </p:cNvSpPr>
          <p:nvPr>
            <p:ph sz="quarter" idx="11"/>
          </p:nvPr>
        </p:nvSpPr>
        <p:spPr>
          <a:xfrm>
            <a:off x="2250830" y="3038965"/>
            <a:ext cx="9801575" cy="36448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955443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Final Slide - Additional Learning">
    <p:spTree>
      <p:nvGrpSpPr>
        <p:cNvPr id="1" name=""/>
        <p:cNvGrpSpPr/>
        <p:nvPr/>
      </p:nvGrpSpPr>
      <p:grpSpPr>
        <a:xfrm>
          <a:off x="0" y="0"/>
          <a:ext cx="0" cy="0"/>
          <a:chOff x="0" y="0"/>
          <a:chExt cx="0" cy="0"/>
        </a:xfrm>
      </p:grpSpPr>
      <p:pic>
        <p:nvPicPr>
          <p:cNvPr id="4" name="Picture 3" descr="A colorful stream of water">
            <a:extLst>
              <a:ext uri="{FF2B5EF4-FFF2-40B4-BE49-F238E27FC236}">
                <a16:creationId xmlns:a16="http://schemas.microsoft.com/office/drawing/2014/main" id="{C2D5B7E2-BA4F-FD11-E2B4-C993F3C84BC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984748"/>
          </a:xfrm>
          <a:prstGeom prst="rect">
            <a:avLst/>
          </a:prstGeom>
        </p:spPr>
      </p:pic>
      <p:pic>
        <p:nvPicPr>
          <p:cNvPr id="6" name="Picture 5">
            <a:extLst>
              <a:ext uri="{FF2B5EF4-FFF2-40B4-BE49-F238E27FC236}">
                <a16:creationId xmlns:a16="http://schemas.microsoft.com/office/drawing/2014/main" id="{2A71CF8C-1CFC-C91E-27C0-6BB9EDA2B3F9}"/>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8583283" y="5788305"/>
            <a:ext cx="3098758" cy="704707"/>
          </a:xfrm>
          <a:prstGeom prst="rect">
            <a:avLst/>
          </a:prstGeom>
        </p:spPr>
      </p:pic>
      <p:sp>
        <p:nvSpPr>
          <p:cNvPr id="7" name="TextBox 6">
            <a:extLst>
              <a:ext uri="{FF2B5EF4-FFF2-40B4-BE49-F238E27FC236}">
                <a16:creationId xmlns:a16="http://schemas.microsoft.com/office/drawing/2014/main" id="{2D89F7EE-E9CA-0061-3A85-00A6CD18938C}"/>
              </a:ext>
            </a:extLst>
          </p:cNvPr>
          <p:cNvSpPr txBox="1"/>
          <p:nvPr userDrawn="1"/>
        </p:nvSpPr>
        <p:spPr>
          <a:xfrm>
            <a:off x="1415306" y="5971381"/>
            <a:ext cx="2723246" cy="338554"/>
          </a:xfrm>
          <a:prstGeom prst="rect">
            <a:avLst/>
          </a:prstGeom>
          <a:noFill/>
        </p:spPr>
        <p:txBody>
          <a:bodyPr wrap="none" rtlCol="0">
            <a:spAutoFit/>
          </a:bodyPr>
          <a:lstStyle/>
          <a:p>
            <a:r>
              <a:rPr lang="en-GB" sz="1600" b="1" dirty="0"/>
              <a:t>www.firebrandtraining.com</a:t>
            </a:r>
          </a:p>
        </p:txBody>
      </p:sp>
      <p:sp>
        <p:nvSpPr>
          <p:cNvPr id="9" name="Text Placeholder 8">
            <a:extLst>
              <a:ext uri="{FF2B5EF4-FFF2-40B4-BE49-F238E27FC236}">
                <a16:creationId xmlns:a16="http://schemas.microsoft.com/office/drawing/2014/main" id="{69BFE999-40A5-1E01-1993-E6CCB88B11E2}"/>
              </a:ext>
            </a:extLst>
          </p:cNvPr>
          <p:cNvSpPr>
            <a:spLocks noGrp="1"/>
          </p:cNvSpPr>
          <p:nvPr>
            <p:ph type="body" sz="quarter" idx="10"/>
          </p:nvPr>
        </p:nvSpPr>
        <p:spPr>
          <a:xfrm>
            <a:off x="142129" y="1643616"/>
            <a:ext cx="11876956" cy="372067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11" name="Picture 10" descr="A colorful swirly logo&#10;&#10;AI-generated content may be incorrect.">
            <a:extLst>
              <a:ext uri="{FF2B5EF4-FFF2-40B4-BE49-F238E27FC236}">
                <a16:creationId xmlns:a16="http://schemas.microsoft.com/office/drawing/2014/main" id="{EB258DCD-53CF-456B-E558-44184D4871C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75849" y="5971381"/>
            <a:ext cx="339457" cy="338554"/>
          </a:xfrm>
          <a:prstGeom prst="rect">
            <a:avLst/>
          </a:prstGeom>
        </p:spPr>
      </p:pic>
      <p:sp>
        <p:nvSpPr>
          <p:cNvPr id="3" name="Title 2">
            <a:extLst>
              <a:ext uri="{FF2B5EF4-FFF2-40B4-BE49-F238E27FC236}">
                <a16:creationId xmlns:a16="http://schemas.microsoft.com/office/drawing/2014/main" id="{E21CF459-3AE1-C9FA-7600-4B52BD0262BF}"/>
              </a:ext>
            </a:extLst>
          </p:cNvPr>
          <p:cNvSpPr>
            <a:spLocks noGrp="1"/>
          </p:cNvSpPr>
          <p:nvPr>
            <p:ph type="title"/>
          </p:nvPr>
        </p:nvSpPr>
        <p:spPr>
          <a:xfrm>
            <a:off x="142129" y="174171"/>
            <a:ext cx="11876956" cy="1325563"/>
          </a:xfrm>
        </p:spPr>
        <p:txBody>
          <a:bodyPr/>
          <a:lstStyle/>
          <a:p>
            <a:r>
              <a:rPr lang="en-US"/>
              <a:t>Click to edit Master title style</a:t>
            </a:r>
            <a:endParaRPr lang="en-GB"/>
          </a:p>
        </p:txBody>
      </p:sp>
    </p:spTree>
    <p:extLst>
      <p:ext uri="{BB962C8B-B14F-4D97-AF65-F5344CB8AC3E}">
        <p14:creationId xmlns:p14="http://schemas.microsoft.com/office/powerpoint/2010/main" val="262600360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49C71-7267-4634-CD17-615D67ABB407}"/>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A588A0B1-E85D-2C77-ED4E-E8BDFBFB66B8}"/>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48A62925-39C5-349D-DE19-10A20C9E5E62}"/>
              </a:ext>
            </a:extLst>
          </p:cNvPr>
          <p:cNvSpPr>
            <a:spLocks noGrp="1"/>
          </p:cNvSpPr>
          <p:nvPr>
            <p:ph type="dt" sz="half" idx="10"/>
          </p:nvPr>
        </p:nvSpPr>
        <p:spPr/>
        <p:txBody>
          <a:bodyPr/>
          <a:lstStyle/>
          <a:p>
            <a:fld id="{C75493B6-578C-4CAE-AFF9-7B098D043DE2}" type="datetimeFigureOut">
              <a:rPr lang="en-GB" smtClean="0"/>
              <a:t>04/08/2026</a:t>
            </a:fld>
            <a:endParaRPr lang="en-GB"/>
          </a:p>
        </p:txBody>
      </p:sp>
      <p:sp>
        <p:nvSpPr>
          <p:cNvPr id="5" name="Footer Placeholder 4">
            <a:extLst>
              <a:ext uri="{FF2B5EF4-FFF2-40B4-BE49-F238E27FC236}">
                <a16:creationId xmlns:a16="http://schemas.microsoft.com/office/drawing/2014/main" id="{6F051F8D-F385-A783-99F6-F75CF91B998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6F02F3F-1891-52B2-F769-8184735F6418}"/>
              </a:ext>
            </a:extLst>
          </p:cNvPr>
          <p:cNvSpPr>
            <a:spLocks noGrp="1"/>
          </p:cNvSpPr>
          <p:nvPr>
            <p:ph type="sldNum" sz="quarter" idx="12"/>
          </p:nvPr>
        </p:nvSpPr>
        <p:spPr/>
        <p:txBody>
          <a:bodyPr/>
          <a:lstStyle/>
          <a:p>
            <a:fld id="{7FB429FE-8567-4430-AA1A-6E969ACE573A}" type="slidenum">
              <a:rPr lang="en-GB" smtClean="0"/>
              <a:t>‹#›</a:t>
            </a:fld>
            <a:endParaRPr lang="en-GB"/>
          </a:p>
        </p:txBody>
      </p:sp>
    </p:spTree>
    <p:extLst>
      <p:ext uri="{BB962C8B-B14F-4D97-AF65-F5344CB8AC3E}">
        <p14:creationId xmlns:p14="http://schemas.microsoft.com/office/powerpoint/2010/main" val="32463565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42B29F0-D0A1-C569-BB60-DB1AB1A1087D}"/>
              </a:ext>
            </a:extLst>
          </p:cNvPr>
          <p:cNvPicPr>
            <a:picLocks noChangeAspect="1"/>
          </p:cNvPicPr>
          <p:nvPr userDrawn="1"/>
        </p:nvPicPr>
        <p:blipFill>
          <a:blip r:embed="rId30">
            <a:alphaModFix/>
            <a:extLst>
              <a:ext uri="{28A0092B-C50C-407E-A947-70E740481C1C}">
                <a14:useLocalDpi xmlns:a14="http://schemas.microsoft.com/office/drawing/2010/main" val="0"/>
              </a:ext>
            </a:extLst>
          </a:blip>
          <a:srcRect b="-364"/>
          <a:stretch>
            <a:fillRect/>
          </a:stretch>
        </p:blipFill>
        <p:spPr>
          <a:xfrm>
            <a:off x="-10282" y="0"/>
            <a:ext cx="12202281" cy="2899775"/>
          </a:xfrm>
          <a:prstGeom prst="rect">
            <a:avLst/>
          </a:prstGeom>
        </p:spPr>
      </p:pic>
      <p:sp>
        <p:nvSpPr>
          <p:cNvPr id="5" name="Rectangle 4">
            <a:extLst>
              <a:ext uri="{FF2B5EF4-FFF2-40B4-BE49-F238E27FC236}">
                <a16:creationId xmlns:a16="http://schemas.microsoft.com/office/drawing/2014/main" id="{DE34E0B8-395E-D132-5142-A21B8A84940F}"/>
              </a:ext>
            </a:extLst>
          </p:cNvPr>
          <p:cNvSpPr/>
          <p:nvPr userDrawn="1"/>
        </p:nvSpPr>
        <p:spPr>
          <a:xfrm>
            <a:off x="142129" y="174171"/>
            <a:ext cx="11907742" cy="6509658"/>
          </a:xfrm>
          <a:prstGeom prst="rect">
            <a:avLst/>
          </a:prstGeom>
          <a:solidFill>
            <a:schemeClr val="bg1">
              <a:alpha val="50359"/>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Placeholder 1">
            <a:extLst>
              <a:ext uri="{FF2B5EF4-FFF2-40B4-BE49-F238E27FC236}">
                <a16:creationId xmlns:a16="http://schemas.microsoft.com/office/drawing/2014/main" id="{10975499-9B58-0B10-C61E-46BF06D6017B}"/>
              </a:ext>
            </a:extLst>
          </p:cNvPr>
          <p:cNvSpPr>
            <a:spLocks noGrp="1"/>
          </p:cNvSpPr>
          <p:nvPr>
            <p:ph type="title"/>
          </p:nvPr>
        </p:nvSpPr>
        <p:spPr>
          <a:xfrm>
            <a:off x="142129" y="174171"/>
            <a:ext cx="9897622" cy="1325563"/>
          </a:xfrm>
          <a:prstGeom prst="rect">
            <a:avLst/>
          </a:prstGeom>
        </p:spPr>
        <p:txBody>
          <a:bodyPr vert="horz" lIns="91440" tIns="45720" rIns="91440" bIns="45720" rtlCol="0" anchor="ctr">
            <a:norm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38BF3570-0B8C-C9DF-702F-421851CEA2EE}"/>
              </a:ext>
            </a:extLst>
          </p:cNvPr>
          <p:cNvSpPr>
            <a:spLocks noGrp="1"/>
          </p:cNvSpPr>
          <p:nvPr>
            <p:ph type="body" idx="1"/>
          </p:nvPr>
        </p:nvSpPr>
        <p:spPr>
          <a:xfrm>
            <a:off x="142128" y="1679521"/>
            <a:ext cx="11907740" cy="500430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10" name="Picture 9">
            <a:extLst>
              <a:ext uri="{FF2B5EF4-FFF2-40B4-BE49-F238E27FC236}">
                <a16:creationId xmlns:a16="http://schemas.microsoft.com/office/drawing/2014/main" id="{A8FFE8ED-0261-670A-9DCB-CFFB146B8441}"/>
              </a:ext>
            </a:extLst>
          </p:cNvPr>
          <p:cNvPicPr>
            <a:picLocks noChangeAspect="1"/>
          </p:cNvPicPr>
          <p:nvPr userDrawn="1"/>
        </p:nvPicPr>
        <p:blipFill>
          <a:blip r:embed="rId31">
            <a:extLst>
              <a:ext uri="{28A0092B-C50C-407E-A947-70E740481C1C}">
                <a14:useLocalDpi xmlns:a14="http://schemas.microsoft.com/office/drawing/2010/main" val="0"/>
              </a:ext>
            </a:extLst>
          </a:blip>
          <a:srcRect/>
          <a:stretch/>
        </p:blipFill>
        <p:spPr>
          <a:xfrm>
            <a:off x="10137192" y="615463"/>
            <a:ext cx="1855183" cy="421898"/>
          </a:xfrm>
          <a:prstGeom prst="rect">
            <a:avLst/>
          </a:prstGeom>
        </p:spPr>
      </p:pic>
    </p:spTree>
    <p:extLst>
      <p:ext uri="{BB962C8B-B14F-4D97-AF65-F5344CB8AC3E}">
        <p14:creationId xmlns:p14="http://schemas.microsoft.com/office/powerpoint/2010/main" val="824584085"/>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 id="2147483701" r:id="rId15"/>
    <p:sldLayoutId id="2147483702" r:id="rId16"/>
    <p:sldLayoutId id="2147483703" r:id="rId17"/>
    <p:sldLayoutId id="2147483704" r:id="rId18"/>
    <p:sldLayoutId id="2147483705" r:id="rId19"/>
    <p:sldLayoutId id="2147483706" r:id="rId20"/>
    <p:sldLayoutId id="2147483707" r:id="rId21"/>
    <p:sldLayoutId id="2147483708" r:id="rId22"/>
    <p:sldLayoutId id="2147483709" r:id="rId23"/>
    <p:sldLayoutId id="2147483710" r:id="rId24"/>
    <p:sldLayoutId id="2147483711" r:id="rId25"/>
    <p:sldLayoutId id="2147483712" r:id="rId26"/>
    <p:sldLayoutId id="2147483713" r:id="rId27"/>
    <p:sldLayoutId id="2147483714" r:id="rId28"/>
  </p:sldLayoutIdLst>
  <p:txStyles>
    <p:titleStyle>
      <a:lvl1pPr algn="l" defTabSz="914400" rtl="0" eaLnBrk="1" latinLnBrk="0" hangingPunct="1">
        <a:lnSpc>
          <a:spcPct val="90000"/>
        </a:lnSpc>
        <a:spcBef>
          <a:spcPct val="0"/>
        </a:spcBef>
        <a:buNone/>
        <a:defRPr sz="4400" b="1"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4.sv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2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notesSlide" Target="../notesSlides/notesSlide2.xml"/><Relationship Id="rId7" Type="http://schemas.openxmlformats.org/officeDocument/2006/relationships/diagramColors" Target="../diagrams/colors2.xml"/><Relationship Id="rId2" Type="http://schemas.openxmlformats.org/officeDocument/2006/relationships/slideLayout" Target="../slideLayouts/slideLayout28.xml"/><Relationship Id="rId1" Type="http://schemas.openxmlformats.org/officeDocument/2006/relationships/tags" Target="../tags/tag1.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3.xml"/><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1.xml"/><Relationship Id="rId1" Type="http://schemas.openxmlformats.org/officeDocument/2006/relationships/video" Target="https://www.youtube.com/embed/hvDTweQJWRg?feature=oembed" TargetMode="External"/><Relationship Id="rId4" Type="http://schemas.openxmlformats.org/officeDocument/2006/relationships/image" Target="../media/image18.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7.xml"/><Relationship Id="rId1" Type="http://schemas.openxmlformats.org/officeDocument/2006/relationships/slideLayout" Target="../slideLayouts/slideLayout11.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8.xml"/><Relationship Id="rId1" Type="http://schemas.openxmlformats.org/officeDocument/2006/relationships/slideLayout" Target="../slideLayouts/slideLayout11.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9.xml"/><Relationship Id="rId1" Type="http://schemas.openxmlformats.org/officeDocument/2006/relationships/slideLayout" Target="../slideLayouts/slideLayout11.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1.xml"/><Relationship Id="rId1" Type="http://schemas.openxmlformats.org/officeDocument/2006/relationships/slideLayout" Target="../slideLayouts/slideLayout11.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2.xml"/><Relationship Id="rId1" Type="http://schemas.openxmlformats.org/officeDocument/2006/relationships/slideLayout" Target="../slideLayouts/slideLayout11.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3.xml"/><Relationship Id="rId1" Type="http://schemas.openxmlformats.org/officeDocument/2006/relationships/slideLayout" Target="../slideLayouts/slideLayout11.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14.xml"/><Relationship Id="rId1" Type="http://schemas.openxmlformats.org/officeDocument/2006/relationships/slideLayout" Target="../slideLayouts/slideLayout11.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1.xml"/><Relationship Id="rId1" Type="http://schemas.openxmlformats.org/officeDocument/2006/relationships/video" Target="https://www.youtube.com/embed/s4thQcgLCqk?feature=oembed" TargetMode="External"/><Relationship Id="rId4" Type="http://schemas.openxmlformats.org/officeDocument/2006/relationships/image" Target="../media/image19.jpeg"/></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16.xml"/><Relationship Id="rId1" Type="http://schemas.openxmlformats.org/officeDocument/2006/relationships/slideLayout" Target="../slideLayouts/slideLayout11.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17.xml"/><Relationship Id="rId1" Type="http://schemas.openxmlformats.org/officeDocument/2006/relationships/slideLayout" Target="../slideLayouts/slideLayout11.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1.xml"/><Relationship Id="rId1" Type="http://schemas.openxmlformats.org/officeDocument/2006/relationships/video" Target="https://www.youtube.com/embed/hHIikHJV9fI?feature=oembed" TargetMode="External"/><Relationship Id="rId4" Type="http://schemas.openxmlformats.org/officeDocument/2006/relationships/image" Target="../media/image20.jpeg"/></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20.xml"/><Relationship Id="rId1" Type="http://schemas.openxmlformats.org/officeDocument/2006/relationships/slideLayout" Target="../slideLayouts/slideLayout26.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3.xml"/><Relationship Id="rId1" Type="http://schemas.openxmlformats.org/officeDocument/2006/relationships/tags" Target="../tags/tag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A83874A-6C5F-0CBE-4C8A-D577CA918A06}"/>
              </a:ext>
            </a:extLst>
          </p:cNvPr>
          <p:cNvSpPr>
            <a:spLocks noGrp="1"/>
          </p:cNvSpPr>
          <p:nvPr>
            <p:ph type="title"/>
          </p:nvPr>
        </p:nvSpPr>
        <p:spPr/>
        <p:txBody>
          <a:bodyPr/>
          <a:lstStyle/>
          <a:p>
            <a:r>
              <a:rPr lang="en-GB" dirty="0"/>
              <a:t>Roles and Responsibilities</a:t>
            </a:r>
          </a:p>
        </p:txBody>
      </p:sp>
      <p:sp>
        <p:nvSpPr>
          <p:cNvPr id="2" name="Text Placeholder 1">
            <a:extLst>
              <a:ext uri="{FF2B5EF4-FFF2-40B4-BE49-F238E27FC236}">
                <a16:creationId xmlns:a16="http://schemas.microsoft.com/office/drawing/2014/main" id="{248F6599-16CD-7E07-26BF-2D89B595A254}"/>
              </a:ext>
            </a:extLst>
          </p:cNvPr>
          <p:cNvSpPr>
            <a:spLocks noGrp="1"/>
          </p:cNvSpPr>
          <p:nvPr>
            <p:ph type="subTitle" idx="1"/>
          </p:nvPr>
        </p:nvSpPr>
        <p:spPr/>
        <p:txBody>
          <a:bodyPr/>
          <a:lstStyle/>
          <a:p>
            <a:r>
              <a:rPr lang="en-GB" dirty="0"/>
              <a:t>Introduction to </a:t>
            </a:r>
            <a:r>
              <a:rPr lang="en-GB"/>
              <a:t>Software Development</a:t>
            </a:r>
            <a:endParaRPr lang="en-GB" dirty="0"/>
          </a:p>
        </p:txBody>
      </p:sp>
    </p:spTree>
    <p:extLst>
      <p:ext uri="{BB962C8B-B14F-4D97-AF65-F5344CB8AC3E}">
        <p14:creationId xmlns:p14="http://schemas.microsoft.com/office/powerpoint/2010/main" val="19205482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Graphic 9" descr="Radio microphone with solid fill">
            <a:extLst>
              <a:ext uri="{FF2B5EF4-FFF2-40B4-BE49-F238E27FC236}">
                <a16:creationId xmlns:a16="http://schemas.microsoft.com/office/drawing/2014/main" id="{50196963-2D98-2543-D9F6-8436ED3026D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7741" y="694800"/>
            <a:ext cx="6089458" cy="6089458"/>
          </a:xfrm>
          <a:prstGeom prst="rect">
            <a:avLst/>
          </a:prstGeom>
        </p:spPr>
      </p:pic>
      <p:graphicFrame>
        <p:nvGraphicFramePr>
          <p:cNvPr id="3" name="Content Placeholder 2">
            <a:extLst>
              <a:ext uri="{FF2B5EF4-FFF2-40B4-BE49-F238E27FC236}">
                <a16:creationId xmlns:a16="http://schemas.microsoft.com/office/drawing/2014/main" id="{03E09615-9405-8842-E2E7-749094E4D0FC}"/>
              </a:ext>
            </a:extLst>
          </p:cNvPr>
          <p:cNvGraphicFramePr>
            <a:graphicFrameLocks noGrp="1"/>
          </p:cNvGraphicFramePr>
          <p:nvPr>
            <p:ph idx="1"/>
          </p:nvPr>
        </p:nvGraphicFramePr>
        <p:xfrm>
          <a:off x="154864" y="914400"/>
          <a:ext cx="11883535" cy="503470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6" name="Title 1">
            <a:extLst>
              <a:ext uri="{FF2B5EF4-FFF2-40B4-BE49-F238E27FC236}">
                <a16:creationId xmlns:a16="http://schemas.microsoft.com/office/drawing/2014/main" id="{DFCA83C4-4338-7CED-D0F1-2220F5DD86A5}"/>
              </a:ext>
            </a:extLst>
          </p:cNvPr>
          <p:cNvSpPr>
            <a:spLocks noGrp="1"/>
          </p:cNvSpPr>
          <p:nvPr/>
        </p:nvSpPr>
        <p:spPr>
          <a:xfrm>
            <a:off x="154864" y="118800"/>
            <a:ext cx="11883535" cy="576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Session Recording &amp; Professional Expectations</a:t>
            </a:r>
          </a:p>
        </p:txBody>
      </p:sp>
    </p:spTree>
    <p:extLst>
      <p:ext uri="{BB962C8B-B14F-4D97-AF65-F5344CB8AC3E}">
        <p14:creationId xmlns:p14="http://schemas.microsoft.com/office/powerpoint/2010/main" val="13297774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3AF6C-564A-65E2-7EAE-1A035D744146}"/>
            </a:ext>
          </a:extLst>
        </p:cNvPr>
        <p:cNvGrpSpPr/>
        <p:nvPr/>
      </p:nvGrpSpPr>
      <p:grpSpPr>
        <a:xfrm>
          <a:off x="0" y="0"/>
          <a:ext cx="0" cy="0"/>
          <a:chOff x="0" y="0"/>
          <a:chExt cx="0" cy="0"/>
        </a:xfrm>
      </p:grpSpPr>
      <p:graphicFrame>
        <p:nvGraphicFramePr>
          <p:cNvPr id="9" name="Diagram 8">
            <a:extLst>
              <a:ext uri="{FF2B5EF4-FFF2-40B4-BE49-F238E27FC236}">
                <a16:creationId xmlns:a16="http://schemas.microsoft.com/office/drawing/2014/main" id="{5742F79B-558A-4ED7-F3B0-E2DB354638F8}"/>
              </a:ext>
            </a:extLst>
          </p:cNvPr>
          <p:cNvGraphicFramePr/>
          <p:nvPr/>
        </p:nvGraphicFramePr>
        <p:xfrm>
          <a:off x="364096" y="858275"/>
          <a:ext cx="11747455" cy="454852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TextBox 3">
            <a:extLst>
              <a:ext uri="{FF2B5EF4-FFF2-40B4-BE49-F238E27FC236}">
                <a16:creationId xmlns:a16="http://schemas.microsoft.com/office/drawing/2014/main" id="{B569487B-82E0-D20A-D91F-1204A991C3D4}"/>
              </a:ext>
            </a:extLst>
          </p:cNvPr>
          <p:cNvSpPr txBox="1"/>
          <p:nvPr/>
        </p:nvSpPr>
        <p:spPr>
          <a:xfrm>
            <a:off x="290945" y="5153890"/>
            <a:ext cx="8656410" cy="1323439"/>
          </a:xfrm>
          <a:prstGeom prst="rect">
            <a:avLst/>
          </a:prstGeom>
          <a:solidFill>
            <a:schemeClr val="bg1">
              <a:lumMod val="65000"/>
              <a:alpha val="19000"/>
            </a:schemeClr>
          </a:solidFill>
          <a:ln w="19050">
            <a:solidFill>
              <a:schemeClr val="tx1"/>
            </a:solidFill>
          </a:ln>
          <a:effectLst/>
        </p:spPr>
        <p:txBody>
          <a:bodyPr wrap="square" rtlCol="0">
            <a:spAutoFit/>
          </a:bodyPr>
          <a:lstStyle/>
          <a:p>
            <a:r>
              <a:rPr lang="en-US" sz="1600" b="1" dirty="0"/>
              <a:t>As we go through today’s session, consider:</a:t>
            </a:r>
          </a:p>
          <a:p>
            <a:r>
              <a:rPr lang="en-US" sz="1600" dirty="0"/>
              <a:t>How today’s topic connects to British Values</a:t>
            </a:r>
            <a:br>
              <a:rPr lang="en-US" sz="1600" dirty="0"/>
            </a:br>
            <a:r>
              <a:rPr lang="en-US" sz="1600" dirty="0"/>
              <a:t>Whether there are any Prevent or digital safety themes</a:t>
            </a:r>
            <a:br>
              <a:rPr lang="en-US" sz="1600" dirty="0"/>
            </a:br>
            <a:r>
              <a:rPr lang="en-US" sz="1600" dirty="0"/>
              <a:t>How this learning supports your professional and career development</a:t>
            </a:r>
          </a:p>
          <a:p>
            <a:r>
              <a:rPr lang="en-US" sz="1600" dirty="0"/>
              <a:t>Your tutor will guide discussion and help you make these connections.</a:t>
            </a:r>
          </a:p>
        </p:txBody>
      </p:sp>
      <p:sp>
        <p:nvSpPr>
          <p:cNvPr id="8" name="Title 1">
            <a:extLst>
              <a:ext uri="{FF2B5EF4-FFF2-40B4-BE49-F238E27FC236}">
                <a16:creationId xmlns:a16="http://schemas.microsoft.com/office/drawing/2014/main" id="{33BDD559-9A09-1091-6218-03E18F909B1B}"/>
              </a:ext>
            </a:extLst>
          </p:cNvPr>
          <p:cNvSpPr>
            <a:spLocks noGrp="1"/>
          </p:cNvSpPr>
          <p:nvPr/>
        </p:nvSpPr>
        <p:spPr>
          <a:xfrm>
            <a:off x="593145" y="380671"/>
            <a:ext cx="11883535" cy="576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Safeguarding, British Values &amp; Wider Learning</a:t>
            </a:r>
            <a:endParaRPr lang="en-GB" dirty="0"/>
          </a:p>
        </p:txBody>
      </p:sp>
    </p:spTree>
    <p:custDataLst>
      <p:tags r:id="rId1"/>
    </p:custDataLst>
    <p:extLst>
      <p:ext uri="{BB962C8B-B14F-4D97-AF65-F5344CB8AC3E}">
        <p14:creationId xmlns:p14="http://schemas.microsoft.com/office/powerpoint/2010/main" val="27771913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B9B43307-1CEB-D0AB-FBCD-2AD74A63D152}"/>
              </a:ext>
            </a:extLst>
          </p:cNvPr>
          <p:cNvSpPr>
            <a:spLocks noGrp="1"/>
          </p:cNvSpPr>
          <p:nvPr>
            <p:ph type="ctrTitle"/>
          </p:nvPr>
        </p:nvSpPr>
        <p:spPr/>
        <p:txBody>
          <a:bodyPr/>
          <a:lstStyle/>
          <a:p>
            <a:r>
              <a:rPr lang="en-GB" dirty="0"/>
              <a:t>Roles and Responsibilities</a:t>
            </a:r>
          </a:p>
        </p:txBody>
      </p:sp>
      <p:sp>
        <p:nvSpPr>
          <p:cNvPr id="15" name="Subtitle 14">
            <a:extLst>
              <a:ext uri="{FF2B5EF4-FFF2-40B4-BE49-F238E27FC236}">
                <a16:creationId xmlns:a16="http://schemas.microsoft.com/office/drawing/2014/main" id="{70BF94B3-9708-1FC8-0B84-834EFE16B841}"/>
              </a:ext>
            </a:extLst>
          </p:cNvPr>
          <p:cNvSpPr>
            <a:spLocks noGrp="1"/>
          </p:cNvSpPr>
          <p:nvPr>
            <p:ph type="subTitle" idx="1"/>
          </p:nvPr>
        </p:nvSpPr>
        <p:spPr/>
        <p:txBody>
          <a:bodyPr/>
          <a:lstStyle/>
          <a:p>
            <a:r>
              <a:rPr lang="en-GB" dirty="0"/>
              <a:t>Introduction to Software Development</a:t>
            </a:r>
          </a:p>
          <a:p>
            <a:endParaRPr lang="en-GB" dirty="0"/>
          </a:p>
        </p:txBody>
      </p:sp>
    </p:spTree>
    <p:extLst>
      <p:ext uri="{BB962C8B-B14F-4D97-AF65-F5344CB8AC3E}">
        <p14:creationId xmlns:p14="http://schemas.microsoft.com/office/powerpoint/2010/main" val="7166116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49DA1-0D92-9D34-D686-11CBB6E14783}"/>
              </a:ext>
            </a:extLst>
          </p:cNvPr>
          <p:cNvSpPr>
            <a:spLocks noGrp="1"/>
          </p:cNvSpPr>
          <p:nvPr>
            <p:ph type="title"/>
          </p:nvPr>
        </p:nvSpPr>
        <p:spPr/>
        <p:txBody>
          <a:bodyPr/>
          <a:lstStyle/>
          <a:p>
            <a:r>
              <a:rPr lang="en-GB" dirty="0"/>
              <a:t>Learning Aim and Objectives</a:t>
            </a:r>
          </a:p>
        </p:txBody>
      </p:sp>
      <p:sp>
        <p:nvSpPr>
          <p:cNvPr id="3" name="Content Placeholder 2">
            <a:extLst>
              <a:ext uri="{FF2B5EF4-FFF2-40B4-BE49-F238E27FC236}">
                <a16:creationId xmlns:a16="http://schemas.microsoft.com/office/drawing/2014/main" id="{53599526-BF6C-6271-929E-05161C7053FD}"/>
              </a:ext>
            </a:extLst>
          </p:cNvPr>
          <p:cNvSpPr>
            <a:spLocks noGrp="1"/>
          </p:cNvSpPr>
          <p:nvPr>
            <p:ph idx="1"/>
          </p:nvPr>
        </p:nvSpPr>
        <p:spPr/>
        <p:txBody>
          <a:bodyPr>
            <a:normAutofit fontScale="85000" lnSpcReduction="20000"/>
          </a:bodyPr>
          <a:lstStyle/>
          <a:p>
            <a:pPr marL="0" indent="0">
              <a:buNone/>
            </a:pPr>
            <a:r>
              <a:rPr lang="en-GB" sz="2200" b="1" dirty="0"/>
              <a:t>Session Aim</a:t>
            </a:r>
          </a:p>
          <a:p>
            <a:r>
              <a:rPr lang="en-GB" sz="1700" dirty="0"/>
              <a:t>Define and describe the Roles and Responsibilities within Software Development (D1, D7, D17, D18, D21)</a:t>
            </a:r>
          </a:p>
          <a:p>
            <a:endParaRPr lang="en-GB" sz="1200" dirty="0"/>
          </a:p>
          <a:p>
            <a:pPr marL="0" indent="0">
              <a:buNone/>
            </a:pPr>
            <a:r>
              <a:rPr lang="en-GB" sz="2200" b="1" dirty="0"/>
              <a:t>Objectives</a:t>
            </a:r>
          </a:p>
        </p:txBody>
      </p:sp>
      <p:graphicFrame>
        <p:nvGraphicFramePr>
          <p:cNvPr id="5" name="Content Placeholder 4">
            <a:extLst>
              <a:ext uri="{FF2B5EF4-FFF2-40B4-BE49-F238E27FC236}">
                <a16:creationId xmlns:a16="http://schemas.microsoft.com/office/drawing/2014/main" id="{6355F423-A8FD-2E90-A6EF-607827DE555F}"/>
              </a:ext>
            </a:extLst>
          </p:cNvPr>
          <p:cNvGraphicFramePr>
            <a:graphicFrameLocks noGrp="1"/>
          </p:cNvGraphicFramePr>
          <p:nvPr>
            <p:ph sz="quarter" idx="11"/>
            <p:extLst>
              <p:ext uri="{D42A27DB-BD31-4B8C-83A1-F6EECF244321}">
                <p14:modId xmlns:p14="http://schemas.microsoft.com/office/powerpoint/2010/main" val="1517062463"/>
              </p:ext>
            </p:extLst>
          </p:nvPr>
        </p:nvGraphicFramePr>
        <p:xfrm>
          <a:off x="2251075" y="3038475"/>
          <a:ext cx="9801225" cy="36449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388224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094AC94-8D65-658A-11D4-4DDBDB6BF5D6}"/>
              </a:ext>
            </a:extLst>
          </p:cNvPr>
          <p:cNvSpPr>
            <a:spLocks noGrp="1"/>
          </p:cNvSpPr>
          <p:nvPr>
            <p:ph type="title"/>
          </p:nvPr>
        </p:nvSpPr>
        <p:spPr/>
        <p:txBody>
          <a:bodyPr>
            <a:normAutofit/>
          </a:bodyPr>
          <a:lstStyle/>
          <a:p>
            <a:r>
              <a:rPr lang="en-GB" dirty="0"/>
              <a:t>Competencies and Coverage</a:t>
            </a:r>
          </a:p>
        </p:txBody>
      </p:sp>
      <p:graphicFrame>
        <p:nvGraphicFramePr>
          <p:cNvPr id="2" name="Table 4">
            <a:extLst>
              <a:ext uri="{FF2B5EF4-FFF2-40B4-BE49-F238E27FC236}">
                <a16:creationId xmlns:a16="http://schemas.microsoft.com/office/drawing/2014/main" id="{CDA304EB-53D1-4206-6D3B-19E6D7F8B2B9}"/>
              </a:ext>
            </a:extLst>
          </p:cNvPr>
          <p:cNvGraphicFramePr>
            <a:graphicFrameLocks noGrp="1"/>
          </p:cNvGraphicFramePr>
          <p:nvPr>
            <p:extLst>
              <p:ext uri="{D42A27DB-BD31-4B8C-83A1-F6EECF244321}">
                <p14:modId xmlns:p14="http://schemas.microsoft.com/office/powerpoint/2010/main" val="4086710232"/>
              </p:ext>
            </p:extLst>
          </p:nvPr>
        </p:nvGraphicFramePr>
        <p:xfrm>
          <a:off x="264883" y="2498799"/>
          <a:ext cx="8127999" cy="1371600"/>
        </p:xfrm>
        <a:graphic>
          <a:graphicData uri="http://schemas.openxmlformats.org/drawingml/2006/table">
            <a:tbl>
              <a:tblPr firstRow="1" bandRow="1">
                <a:tableStyleId>{69012ECD-51FC-41F1-AA8D-1B2483CD663E}</a:tableStyleId>
              </a:tblPr>
              <a:tblGrid>
                <a:gridCol w="2709333">
                  <a:extLst>
                    <a:ext uri="{9D8B030D-6E8A-4147-A177-3AD203B41FA5}">
                      <a16:colId xmlns:a16="http://schemas.microsoft.com/office/drawing/2014/main" val="3030813770"/>
                    </a:ext>
                  </a:extLst>
                </a:gridCol>
                <a:gridCol w="2709333">
                  <a:extLst>
                    <a:ext uri="{9D8B030D-6E8A-4147-A177-3AD203B41FA5}">
                      <a16:colId xmlns:a16="http://schemas.microsoft.com/office/drawing/2014/main" val="79954557"/>
                    </a:ext>
                  </a:extLst>
                </a:gridCol>
                <a:gridCol w="2709333">
                  <a:extLst>
                    <a:ext uri="{9D8B030D-6E8A-4147-A177-3AD203B41FA5}">
                      <a16:colId xmlns:a16="http://schemas.microsoft.com/office/drawing/2014/main" val="1113414384"/>
                    </a:ext>
                  </a:extLst>
                </a:gridCol>
              </a:tblGrid>
              <a:tr h="238094">
                <a:tc gridSpan="3">
                  <a:txBody>
                    <a:bodyPr/>
                    <a:lstStyle/>
                    <a:p>
                      <a:pPr algn="ctr"/>
                      <a:r>
                        <a:rPr lang="en-GB" dirty="0"/>
                        <a:t>Professional Discussion underpinned by Portfolio</a:t>
                      </a:r>
                    </a:p>
                  </a:txBody>
                  <a:tcPr/>
                </a:tc>
                <a:tc hMerge="1">
                  <a:txBody>
                    <a:bodyPr/>
                    <a:lstStyle/>
                    <a:p>
                      <a:endParaRPr lang="en-GB" dirty="0"/>
                    </a:p>
                  </a:txBody>
                  <a:tcPr/>
                </a:tc>
                <a:tc hMerge="1">
                  <a:txBody>
                    <a:bodyPr/>
                    <a:lstStyle/>
                    <a:p>
                      <a:endParaRPr lang="en-GB" dirty="0"/>
                    </a:p>
                  </a:txBody>
                  <a:tcPr/>
                </a:tc>
                <a:extLst>
                  <a:ext uri="{0D108BD9-81ED-4DB2-BD59-A6C34878D82A}">
                    <a16:rowId xmlns:a16="http://schemas.microsoft.com/office/drawing/2014/main" val="432273095"/>
                  </a:ext>
                </a:extLst>
              </a:tr>
              <a:tr h="238094">
                <a:tc>
                  <a:txBody>
                    <a:bodyPr/>
                    <a:lstStyle/>
                    <a:p>
                      <a:pPr algn="ctr"/>
                      <a:r>
                        <a:rPr lang="en-GB" b="1" dirty="0">
                          <a:solidFill>
                            <a:schemeClr val="tx2"/>
                          </a:solidFill>
                        </a:rPr>
                        <a:t>Knowledge</a:t>
                      </a:r>
                    </a:p>
                  </a:txBody>
                  <a:tcPr/>
                </a:tc>
                <a:tc>
                  <a:txBody>
                    <a:bodyPr/>
                    <a:lstStyle/>
                    <a:p>
                      <a:pPr algn="ctr"/>
                      <a:r>
                        <a:rPr lang="en-GB" b="1" dirty="0">
                          <a:solidFill>
                            <a:schemeClr val="tx2"/>
                          </a:solidFill>
                        </a:rPr>
                        <a:t>Skills</a:t>
                      </a:r>
                    </a:p>
                  </a:txBody>
                  <a:tcPr/>
                </a:tc>
                <a:tc>
                  <a:txBody>
                    <a:bodyPr/>
                    <a:lstStyle/>
                    <a:p>
                      <a:pPr algn="ctr"/>
                      <a:r>
                        <a:rPr lang="en-GB" b="1" dirty="0">
                          <a:solidFill>
                            <a:schemeClr val="tx2"/>
                          </a:solidFill>
                        </a:rPr>
                        <a:t>Behaviours</a:t>
                      </a:r>
                    </a:p>
                  </a:txBody>
                  <a:tcPr/>
                </a:tc>
                <a:extLst>
                  <a:ext uri="{0D108BD9-81ED-4DB2-BD59-A6C34878D82A}">
                    <a16:rowId xmlns:a16="http://schemas.microsoft.com/office/drawing/2014/main" val="2345125783"/>
                  </a:ext>
                </a:extLst>
              </a:tr>
              <a:tr h="515930">
                <a:tc>
                  <a:txBody>
                    <a:bodyPr/>
                    <a:lstStyle/>
                    <a:p>
                      <a:pPr algn="ctr"/>
                      <a:r>
                        <a:rPr lang="en-GB" sz="1800" kern="1200" dirty="0">
                          <a:solidFill>
                            <a:schemeClr val="bg1">
                              <a:lumMod val="75000"/>
                            </a:schemeClr>
                          </a:solidFill>
                        </a:rPr>
                        <a:t>K1, </a:t>
                      </a:r>
                      <a:r>
                        <a:rPr lang="en-GB" sz="1800" b="1" kern="1200" dirty="0">
                          <a:solidFill>
                            <a:schemeClr val="tx1"/>
                          </a:solidFill>
                        </a:rPr>
                        <a:t>K3</a:t>
                      </a:r>
                      <a:r>
                        <a:rPr lang="en-GB" dirty="0">
                          <a:solidFill>
                            <a:schemeClr val="bg1">
                              <a:lumMod val="75000"/>
                            </a:schemeClr>
                          </a:solidFill>
                        </a:rPr>
                        <a:t>, </a:t>
                      </a:r>
                      <a:r>
                        <a:rPr lang="en-GB" sz="1800" kern="1200" dirty="0">
                          <a:solidFill>
                            <a:schemeClr val="bg1">
                              <a:lumMod val="75000"/>
                            </a:schemeClr>
                          </a:solidFill>
                        </a:rPr>
                        <a:t>K4</a:t>
                      </a:r>
                      <a:r>
                        <a:rPr lang="en-GB" dirty="0">
                          <a:solidFill>
                            <a:schemeClr val="bg1">
                              <a:lumMod val="75000"/>
                            </a:schemeClr>
                          </a:solidFill>
                        </a:rPr>
                        <a:t>, </a:t>
                      </a:r>
                      <a:r>
                        <a:rPr lang="en-GB" b="1" dirty="0">
                          <a:solidFill>
                            <a:schemeClr val="tx1"/>
                          </a:solidFill>
                        </a:rPr>
                        <a:t>K5</a:t>
                      </a:r>
                      <a:r>
                        <a:rPr lang="en-GB" dirty="0">
                          <a:solidFill>
                            <a:schemeClr val="bg1">
                              <a:lumMod val="75000"/>
                            </a:schemeClr>
                          </a:solidFill>
                        </a:rPr>
                        <a:t>, K7, K8, K10, K12</a:t>
                      </a:r>
                    </a:p>
                  </a:txBody>
                  <a:tcPr/>
                </a:tc>
                <a:tc>
                  <a:txBody>
                    <a:bodyPr/>
                    <a:lstStyle/>
                    <a:p>
                      <a:pPr algn="ctr"/>
                      <a:r>
                        <a:rPr lang="en-GB" sz="1800" kern="1200" dirty="0">
                          <a:solidFill>
                            <a:schemeClr val="bg1">
                              <a:lumMod val="75000"/>
                            </a:schemeClr>
                          </a:solidFill>
                        </a:rPr>
                        <a:t>S2, S3, S5, S8, S9, S13, S14, S15, S17</a:t>
                      </a:r>
                      <a:endParaRPr lang="en-GB" sz="1800" kern="1200" dirty="0">
                        <a:solidFill>
                          <a:schemeClr val="bg1">
                            <a:lumMod val="75000"/>
                          </a:schemeClr>
                        </a:solidFill>
                        <a:latin typeface="+mn-lt"/>
                        <a:ea typeface="+mn-ea"/>
                        <a:cs typeface="+mn-cs"/>
                      </a:endParaRPr>
                    </a:p>
                  </a:txBody>
                  <a:tcPr/>
                </a:tc>
                <a:tc>
                  <a:txBody>
                    <a:bodyPr/>
                    <a:lstStyle/>
                    <a:p>
                      <a:pPr algn="ctr"/>
                      <a:r>
                        <a:rPr lang="en-GB" sz="1800" kern="1200" dirty="0">
                          <a:solidFill>
                            <a:schemeClr val="bg1">
                              <a:lumMod val="75000"/>
                            </a:schemeClr>
                          </a:solidFill>
                        </a:rPr>
                        <a:t>B1, </a:t>
                      </a:r>
                      <a:r>
                        <a:rPr lang="en-GB" sz="1800" b="1" kern="1200" dirty="0">
                          <a:solidFill>
                            <a:schemeClr val="tx1"/>
                          </a:solidFill>
                        </a:rPr>
                        <a:t>B4</a:t>
                      </a:r>
                      <a:r>
                        <a:rPr lang="en-GB" sz="1800" kern="1200" dirty="0">
                          <a:solidFill>
                            <a:schemeClr val="bg1">
                              <a:lumMod val="75000"/>
                            </a:schemeClr>
                          </a:solidFill>
                        </a:rPr>
                        <a:t>, B5, B6, </a:t>
                      </a:r>
                      <a:r>
                        <a:rPr lang="en-GB" sz="1800" b="1" kern="1200" dirty="0">
                          <a:solidFill>
                            <a:schemeClr val="tx1"/>
                          </a:solidFill>
                        </a:rPr>
                        <a:t>B7</a:t>
                      </a:r>
                      <a:r>
                        <a:rPr lang="en-GB" sz="1800" kern="1200" dirty="0">
                          <a:solidFill>
                            <a:schemeClr val="bg1">
                              <a:lumMod val="75000"/>
                            </a:schemeClr>
                          </a:solidFill>
                        </a:rPr>
                        <a:t>, B8, </a:t>
                      </a:r>
                      <a:r>
                        <a:rPr lang="en-GB" sz="1800" b="1" kern="1200" dirty="0">
                          <a:solidFill>
                            <a:schemeClr val="tx1"/>
                          </a:solidFill>
                        </a:rPr>
                        <a:t>B9</a:t>
                      </a:r>
                      <a:endParaRPr lang="en-GB" sz="1800" b="1" kern="1200" dirty="0">
                        <a:solidFill>
                          <a:schemeClr val="tx1"/>
                        </a:solidFill>
                        <a:latin typeface="+mn-lt"/>
                        <a:ea typeface="+mn-ea"/>
                        <a:cs typeface="+mn-cs"/>
                      </a:endParaRPr>
                    </a:p>
                  </a:txBody>
                  <a:tcPr/>
                </a:tc>
                <a:extLst>
                  <a:ext uri="{0D108BD9-81ED-4DB2-BD59-A6C34878D82A}">
                    <a16:rowId xmlns:a16="http://schemas.microsoft.com/office/drawing/2014/main" val="2058850495"/>
                  </a:ext>
                </a:extLst>
              </a:tr>
            </a:tbl>
          </a:graphicData>
        </a:graphic>
      </p:graphicFrame>
      <p:graphicFrame>
        <p:nvGraphicFramePr>
          <p:cNvPr id="5" name="Table 4">
            <a:extLst>
              <a:ext uri="{FF2B5EF4-FFF2-40B4-BE49-F238E27FC236}">
                <a16:creationId xmlns:a16="http://schemas.microsoft.com/office/drawing/2014/main" id="{7BBEFE34-8F25-DB8E-35DA-170B9ED9C85A}"/>
              </a:ext>
            </a:extLst>
          </p:cNvPr>
          <p:cNvGraphicFramePr>
            <a:graphicFrameLocks noGrp="1"/>
          </p:cNvGraphicFramePr>
          <p:nvPr>
            <p:extLst>
              <p:ext uri="{D42A27DB-BD31-4B8C-83A1-F6EECF244321}">
                <p14:modId xmlns:p14="http://schemas.microsoft.com/office/powerpoint/2010/main" val="2863800041"/>
              </p:ext>
            </p:extLst>
          </p:nvPr>
        </p:nvGraphicFramePr>
        <p:xfrm>
          <a:off x="3799118" y="4327941"/>
          <a:ext cx="8127999" cy="1371600"/>
        </p:xfrm>
        <a:graphic>
          <a:graphicData uri="http://schemas.openxmlformats.org/drawingml/2006/table">
            <a:tbl>
              <a:tblPr firstRow="1" bandRow="1">
                <a:tableStyleId>{72833802-FEF1-4C79-8D5D-14CF1EAF98D9}</a:tableStyleId>
              </a:tblPr>
              <a:tblGrid>
                <a:gridCol w="2709333">
                  <a:extLst>
                    <a:ext uri="{9D8B030D-6E8A-4147-A177-3AD203B41FA5}">
                      <a16:colId xmlns:a16="http://schemas.microsoft.com/office/drawing/2014/main" val="3030813770"/>
                    </a:ext>
                  </a:extLst>
                </a:gridCol>
                <a:gridCol w="2709333">
                  <a:extLst>
                    <a:ext uri="{9D8B030D-6E8A-4147-A177-3AD203B41FA5}">
                      <a16:colId xmlns:a16="http://schemas.microsoft.com/office/drawing/2014/main" val="79954557"/>
                    </a:ext>
                  </a:extLst>
                </a:gridCol>
                <a:gridCol w="2709333">
                  <a:extLst>
                    <a:ext uri="{9D8B030D-6E8A-4147-A177-3AD203B41FA5}">
                      <a16:colId xmlns:a16="http://schemas.microsoft.com/office/drawing/2014/main" val="1113414384"/>
                    </a:ext>
                  </a:extLst>
                </a:gridCol>
              </a:tblGrid>
              <a:tr h="186663">
                <a:tc gridSpan="3">
                  <a:txBody>
                    <a:bodyPr/>
                    <a:lstStyle/>
                    <a:p>
                      <a:pPr algn="ctr"/>
                      <a:r>
                        <a:rPr lang="en-GB" dirty="0"/>
                        <a:t>Work-based Project with Questioning</a:t>
                      </a:r>
                    </a:p>
                  </a:txBody>
                  <a:tcPr/>
                </a:tc>
                <a:tc hMerge="1">
                  <a:txBody>
                    <a:bodyPr/>
                    <a:lstStyle/>
                    <a:p>
                      <a:endParaRPr lang="en-GB" dirty="0"/>
                    </a:p>
                  </a:txBody>
                  <a:tcPr/>
                </a:tc>
                <a:tc hMerge="1">
                  <a:txBody>
                    <a:bodyPr/>
                    <a:lstStyle/>
                    <a:p>
                      <a:endParaRPr lang="en-GB" dirty="0"/>
                    </a:p>
                  </a:txBody>
                  <a:tcPr/>
                </a:tc>
                <a:extLst>
                  <a:ext uri="{0D108BD9-81ED-4DB2-BD59-A6C34878D82A}">
                    <a16:rowId xmlns:a16="http://schemas.microsoft.com/office/drawing/2014/main" val="432273095"/>
                  </a:ext>
                </a:extLst>
              </a:tr>
              <a:tr h="186663">
                <a:tc>
                  <a:txBody>
                    <a:bodyPr/>
                    <a:lstStyle/>
                    <a:p>
                      <a:pPr algn="ctr"/>
                      <a:r>
                        <a:rPr lang="en-GB" b="1" dirty="0">
                          <a:solidFill>
                            <a:schemeClr val="tx2"/>
                          </a:solidFill>
                        </a:rPr>
                        <a:t>Knowledge</a:t>
                      </a:r>
                    </a:p>
                  </a:txBody>
                  <a:tcPr/>
                </a:tc>
                <a:tc>
                  <a:txBody>
                    <a:bodyPr/>
                    <a:lstStyle/>
                    <a:p>
                      <a:pPr algn="ctr"/>
                      <a:r>
                        <a:rPr lang="en-GB" b="1" dirty="0">
                          <a:solidFill>
                            <a:schemeClr val="tx2"/>
                          </a:solidFill>
                        </a:rPr>
                        <a:t>Skills</a:t>
                      </a:r>
                    </a:p>
                  </a:txBody>
                  <a:tcPr/>
                </a:tc>
                <a:tc>
                  <a:txBody>
                    <a:bodyPr/>
                    <a:lstStyle/>
                    <a:p>
                      <a:pPr algn="ctr"/>
                      <a:r>
                        <a:rPr lang="en-GB" b="1" dirty="0">
                          <a:solidFill>
                            <a:schemeClr val="tx2"/>
                          </a:solidFill>
                        </a:rPr>
                        <a:t>Behaviours</a:t>
                      </a:r>
                    </a:p>
                  </a:txBody>
                  <a:tcPr/>
                </a:tc>
                <a:extLst>
                  <a:ext uri="{0D108BD9-81ED-4DB2-BD59-A6C34878D82A}">
                    <a16:rowId xmlns:a16="http://schemas.microsoft.com/office/drawing/2014/main" val="2345125783"/>
                  </a:ext>
                </a:extLst>
              </a:tr>
              <a:tr h="388410">
                <a:tc>
                  <a:txBody>
                    <a:bodyPr/>
                    <a:lstStyle/>
                    <a:p>
                      <a:pPr algn="ctr"/>
                      <a:r>
                        <a:rPr lang="en-GB" sz="1800" b="1" kern="1200" dirty="0">
                          <a:solidFill>
                            <a:schemeClr val="tx1"/>
                          </a:solidFill>
                        </a:rPr>
                        <a:t>K2</a:t>
                      </a:r>
                      <a:r>
                        <a:rPr lang="en-GB" sz="1800" kern="1200" dirty="0">
                          <a:solidFill>
                            <a:schemeClr val="bg1">
                              <a:lumMod val="75000"/>
                            </a:schemeClr>
                          </a:solidFill>
                        </a:rPr>
                        <a:t>, </a:t>
                      </a:r>
                      <a:r>
                        <a:rPr lang="en-GB" sz="1800" b="1" kern="1200" dirty="0">
                          <a:solidFill>
                            <a:schemeClr val="tx1"/>
                          </a:solidFill>
                        </a:rPr>
                        <a:t>K6</a:t>
                      </a:r>
                      <a:r>
                        <a:rPr lang="en-GB" dirty="0">
                          <a:solidFill>
                            <a:schemeClr val="bg1">
                              <a:lumMod val="75000"/>
                            </a:schemeClr>
                          </a:solidFill>
                        </a:rPr>
                        <a:t>, K9, K11</a:t>
                      </a:r>
                      <a:endParaRPr lang="en-GB" b="1" dirty="0">
                        <a:solidFill>
                          <a:schemeClr val="tx1"/>
                        </a:solidFill>
                      </a:endParaRPr>
                    </a:p>
                  </a:txBody>
                  <a:tcPr/>
                </a:tc>
                <a:tc>
                  <a:txBody>
                    <a:bodyPr/>
                    <a:lstStyle/>
                    <a:p>
                      <a:pPr algn="ctr"/>
                      <a:r>
                        <a:rPr lang="en-GB" sz="1800" kern="1200" dirty="0">
                          <a:solidFill>
                            <a:schemeClr val="bg1">
                              <a:lumMod val="75000"/>
                            </a:schemeClr>
                          </a:solidFill>
                        </a:rPr>
                        <a:t>S1, S4, S6, S7, S10, S11, S12, S16</a:t>
                      </a:r>
                      <a:endParaRPr lang="en-GB" sz="1800" kern="1200" dirty="0">
                        <a:solidFill>
                          <a:schemeClr val="bg1">
                            <a:lumMod val="75000"/>
                          </a:schemeClr>
                        </a:solidFill>
                        <a:latin typeface="+mn-lt"/>
                        <a:ea typeface="+mn-ea"/>
                        <a:cs typeface="+mn-cs"/>
                      </a:endParaRPr>
                    </a:p>
                  </a:txBody>
                  <a:tcPr/>
                </a:tc>
                <a:tc>
                  <a:txBody>
                    <a:bodyPr/>
                    <a:lstStyle/>
                    <a:p>
                      <a:pPr marL="0" algn="ctr" defTabSz="914400" rtl="0" eaLnBrk="1" latinLnBrk="0" hangingPunct="1"/>
                      <a:r>
                        <a:rPr lang="en-GB" sz="1800" kern="1200" dirty="0">
                          <a:solidFill>
                            <a:schemeClr val="bg1">
                              <a:lumMod val="75000"/>
                            </a:schemeClr>
                          </a:solidFill>
                        </a:rPr>
                        <a:t>B2, </a:t>
                      </a:r>
                      <a:r>
                        <a:rPr lang="en-GB" sz="1800" b="1" kern="1200" dirty="0">
                          <a:solidFill>
                            <a:schemeClr val="tx1"/>
                          </a:solidFill>
                        </a:rPr>
                        <a:t>B3</a:t>
                      </a:r>
                      <a:endParaRPr lang="en-GB" sz="1800" b="1" kern="1200" dirty="0">
                        <a:solidFill>
                          <a:schemeClr val="tx1"/>
                        </a:solidFill>
                        <a:latin typeface="+mn-lt"/>
                        <a:ea typeface="+mn-ea"/>
                        <a:cs typeface="+mn-cs"/>
                      </a:endParaRPr>
                    </a:p>
                  </a:txBody>
                  <a:tcPr/>
                </a:tc>
                <a:extLst>
                  <a:ext uri="{0D108BD9-81ED-4DB2-BD59-A6C34878D82A}">
                    <a16:rowId xmlns:a16="http://schemas.microsoft.com/office/drawing/2014/main" val="2058850495"/>
                  </a:ext>
                </a:extLst>
              </a:tr>
            </a:tbl>
          </a:graphicData>
        </a:graphic>
      </p:graphicFrame>
    </p:spTree>
    <p:custDataLst>
      <p:tags r:id="rId1"/>
    </p:custDataLst>
    <p:extLst>
      <p:ext uri="{BB962C8B-B14F-4D97-AF65-F5344CB8AC3E}">
        <p14:creationId xmlns:p14="http://schemas.microsoft.com/office/powerpoint/2010/main" val="26279221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30C6E-C461-A131-4B14-BB5A3C6B5F5E}"/>
              </a:ext>
            </a:extLst>
          </p:cNvPr>
          <p:cNvSpPr>
            <a:spLocks noGrp="1"/>
          </p:cNvSpPr>
          <p:nvPr>
            <p:ph type="ctrTitle"/>
          </p:nvPr>
        </p:nvSpPr>
        <p:spPr/>
        <p:txBody>
          <a:bodyPr>
            <a:normAutofit/>
          </a:bodyPr>
          <a:lstStyle/>
          <a:p>
            <a:r>
              <a:rPr lang="en-US" dirty="0"/>
              <a:t>Roles</a:t>
            </a:r>
            <a:endParaRPr lang="en-GB" dirty="0"/>
          </a:p>
        </p:txBody>
      </p:sp>
      <p:sp>
        <p:nvSpPr>
          <p:cNvPr id="3" name="Text Placeholder 2">
            <a:extLst>
              <a:ext uri="{FF2B5EF4-FFF2-40B4-BE49-F238E27FC236}">
                <a16:creationId xmlns:a16="http://schemas.microsoft.com/office/drawing/2014/main" id="{4E5FF3B9-C553-7362-6394-D3933A0DDEFA}"/>
              </a:ext>
            </a:extLst>
          </p:cNvPr>
          <p:cNvSpPr>
            <a:spLocks noGrp="1"/>
          </p:cNvSpPr>
          <p:nvPr>
            <p:ph type="subTitle" idx="1"/>
          </p:nvPr>
        </p:nvSpPr>
        <p:spPr/>
        <p:txBody>
          <a:bodyPr/>
          <a:lstStyle/>
          <a:p>
            <a:r>
              <a:rPr lang="en-GB" dirty="0"/>
              <a:t>Roles and responsibilities within Software Development</a:t>
            </a:r>
          </a:p>
          <a:p>
            <a:endParaRPr lang="en-GB" dirty="0"/>
          </a:p>
        </p:txBody>
      </p:sp>
    </p:spTree>
    <p:extLst>
      <p:ext uri="{BB962C8B-B14F-4D97-AF65-F5344CB8AC3E}">
        <p14:creationId xmlns:p14="http://schemas.microsoft.com/office/powerpoint/2010/main" val="28696340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1">
            <a:extLst>
              <a:ext uri="{FF2B5EF4-FFF2-40B4-BE49-F238E27FC236}">
                <a16:creationId xmlns:a16="http://schemas.microsoft.com/office/drawing/2014/main" id="{CC3CB9E1-13DC-2446-D7FD-34F0D8D91AE1}"/>
              </a:ext>
            </a:extLst>
          </p:cNvPr>
          <p:cNvSpPr>
            <a:spLocks noGrp="1"/>
          </p:cNvSpPr>
          <p:nvPr>
            <p:ph idx="1"/>
          </p:nvPr>
        </p:nvSpPr>
        <p:spPr/>
        <p:txBody>
          <a:bodyPr anchor="ctr" anchorCtr="0"/>
          <a:lstStyle/>
          <a:p>
            <a:pPr marL="0" indent="0" algn="ctr">
              <a:buNone/>
            </a:pPr>
            <a:r>
              <a:rPr lang="en-GB" dirty="0"/>
              <a:t>1. List all the roles that you are aware of in Software Development.</a:t>
            </a:r>
          </a:p>
          <a:p>
            <a:pPr marL="0" indent="0" algn="ctr">
              <a:buNone/>
            </a:pPr>
            <a:endParaRPr lang="en-GB" dirty="0"/>
          </a:p>
          <a:p>
            <a:pPr marL="0" indent="0" algn="ctr">
              <a:buNone/>
            </a:pPr>
            <a:r>
              <a:rPr lang="en-GB" dirty="0"/>
              <a:t>2. Add to your list a description and definition to each role you have identified.</a:t>
            </a:r>
          </a:p>
          <a:p>
            <a:pPr marL="0" indent="0" algn="ctr">
              <a:buNone/>
            </a:pPr>
            <a:endParaRPr lang="en-GB" dirty="0"/>
          </a:p>
          <a:p>
            <a:pPr marL="0" indent="0" algn="ctr">
              <a:buNone/>
            </a:pPr>
            <a:r>
              <a:rPr lang="en-GB" dirty="0"/>
              <a:t>3. Present your findings</a:t>
            </a:r>
          </a:p>
        </p:txBody>
      </p:sp>
      <p:sp>
        <p:nvSpPr>
          <p:cNvPr id="2" name="Title 1">
            <a:extLst>
              <a:ext uri="{FF2B5EF4-FFF2-40B4-BE49-F238E27FC236}">
                <a16:creationId xmlns:a16="http://schemas.microsoft.com/office/drawing/2014/main" id="{39097979-570D-1FCA-B7B5-D50725354F4C}"/>
              </a:ext>
            </a:extLst>
          </p:cNvPr>
          <p:cNvSpPr>
            <a:spLocks noGrp="1"/>
          </p:cNvSpPr>
          <p:nvPr>
            <p:ph type="title"/>
          </p:nvPr>
        </p:nvSpPr>
        <p:spPr/>
        <p:txBody>
          <a:bodyPr/>
          <a:lstStyle/>
          <a:p>
            <a:r>
              <a:rPr lang="en-GB" dirty="0"/>
              <a:t>Roles</a:t>
            </a:r>
          </a:p>
        </p:txBody>
      </p:sp>
      <p:sp>
        <p:nvSpPr>
          <p:cNvPr id="3" name="Text Placeholder 2">
            <a:extLst>
              <a:ext uri="{FF2B5EF4-FFF2-40B4-BE49-F238E27FC236}">
                <a16:creationId xmlns:a16="http://schemas.microsoft.com/office/drawing/2014/main" id="{A5F55697-88E0-AFB5-F3C2-57AC1A5B8796}"/>
              </a:ext>
            </a:extLst>
          </p:cNvPr>
          <p:cNvSpPr>
            <a:spLocks noGrp="1"/>
          </p:cNvSpPr>
          <p:nvPr>
            <p:ph type="body" sz="quarter" idx="10"/>
          </p:nvPr>
        </p:nvSpPr>
        <p:spPr/>
        <p:txBody>
          <a:bodyPr/>
          <a:lstStyle/>
          <a:p>
            <a:r>
              <a:rPr lang="en-GB" dirty="0"/>
              <a:t>K2, K3, B4, B9</a:t>
            </a:r>
          </a:p>
        </p:txBody>
      </p:sp>
      <p:sp>
        <p:nvSpPr>
          <p:cNvPr id="4" name="Text Placeholder 3">
            <a:extLst>
              <a:ext uri="{FF2B5EF4-FFF2-40B4-BE49-F238E27FC236}">
                <a16:creationId xmlns:a16="http://schemas.microsoft.com/office/drawing/2014/main" id="{C43CF92B-1DC9-16F4-37FB-707079B59F30}"/>
              </a:ext>
            </a:extLst>
          </p:cNvPr>
          <p:cNvSpPr>
            <a:spLocks noGrp="1"/>
          </p:cNvSpPr>
          <p:nvPr>
            <p:ph type="body" sz="quarter" idx="11"/>
          </p:nvPr>
        </p:nvSpPr>
        <p:spPr/>
        <p:txBody>
          <a:bodyPr/>
          <a:lstStyle/>
          <a:p>
            <a:r>
              <a:rPr lang="en-GB" dirty="0"/>
              <a:t>N/A</a:t>
            </a:r>
          </a:p>
        </p:txBody>
      </p:sp>
    </p:spTree>
    <p:extLst>
      <p:ext uri="{BB962C8B-B14F-4D97-AF65-F5344CB8AC3E}">
        <p14:creationId xmlns:p14="http://schemas.microsoft.com/office/powerpoint/2010/main" val="701930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Online Media 9" title="The Roles of a Software Development Team">
            <a:hlinkClick r:id="" action="ppaction://media"/>
            <a:extLst>
              <a:ext uri="{FF2B5EF4-FFF2-40B4-BE49-F238E27FC236}">
                <a16:creationId xmlns:a16="http://schemas.microsoft.com/office/drawing/2014/main" id="{3769DADA-BA8A-B176-7521-4200C2593AB0}"/>
              </a:ext>
            </a:extLst>
          </p:cNvPr>
          <p:cNvPicPr>
            <a:picLocks noGrp="1" noRot="1" noChangeAspect="1"/>
          </p:cNvPicPr>
          <p:nvPr>
            <p:ph idx="1"/>
            <a:videoFile r:link="rId1"/>
          </p:nvPr>
        </p:nvPicPr>
        <p:blipFill>
          <a:blip r:embed="rId4"/>
          <a:stretch>
            <a:fillRect/>
          </a:stretch>
        </p:blipFill>
        <p:spPr>
          <a:xfrm>
            <a:off x="1949450" y="1679575"/>
            <a:ext cx="8293100" cy="4686300"/>
          </a:xfrm>
          <a:prstGeom prst="rect">
            <a:avLst/>
          </a:prstGeom>
        </p:spPr>
      </p:pic>
      <p:sp>
        <p:nvSpPr>
          <p:cNvPr id="2" name="Title 1">
            <a:extLst>
              <a:ext uri="{FF2B5EF4-FFF2-40B4-BE49-F238E27FC236}">
                <a16:creationId xmlns:a16="http://schemas.microsoft.com/office/drawing/2014/main" id="{76989B48-3EF6-76B6-7E01-BF7B4ECC34DE}"/>
              </a:ext>
            </a:extLst>
          </p:cNvPr>
          <p:cNvSpPr>
            <a:spLocks noGrp="1"/>
          </p:cNvSpPr>
          <p:nvPr>
            <p:ph type="title"/>
          </p:nvPr>
        </p:nvSpPr>
        <p:spPr/>
        <p:txBody>
          <a:bodyPr>
            <a:normAutofit/>
          </a:bodyPr>
          <a:lstStyle/>
          <a:p>
            <a:r>
              <a:rPr lang="en-GB" dirty="0"/>
              <a:t>Roles of a Software Development Team</a:t>
            </a:r>
          </a:p>
        </p:txBody>
      </p:sp>
      <p:sp>
        <p:nvSpPr>
          <p:cNvPr id="3" name="Text Placeholder 2">
            <a:extLst>
              <a:ext uri="{FF2B5EF4-FFF2-40B4-BE49-F238E27FC236}">
                <a16:creationId xmlns:a16="http://schemas.microsoft.com/office/drawing/2014/main" id="{D6B30209-FE3A-17F6-C14F-ED0F773FB1FE}"/>
              </a:ext>
            </a:extLst>
          </p:cNvPr>
          <p:cNvSpPr>
            <a:spLocks noGrp="1"/>
          </p:cNvSpPr>
          <p:nvPr>
            <p:ph type="body" sz="quarter" idx="10"/>
          </p:nvPr>
        </p:nvSpPr>
        <p:spPr/>
        <p:txBody>
          <a:bodyPr/>
          <a:lstStyle/>
          <a:p>
            <a:r>
              <a:rPr lang="en-GB" dirty="0"/>
              <a:t>K2, K3</a:t>
            </a:r>
          </a:p>
        </p:txBody>
      </p:sp>
      <p:sp>
        <p:nvSpPr>
          <p:cNvPr id="4" name="Text Placeholder 3">
            <a:extLst>
              <a:ext uri="{FF2B5EF4-FFF2-40B4-BE49-F238E27FC236}">
                <a16:creationId xmlns:a16="http://schemas.microsoft.com/office/drawing/2014/main" id="{7528AB1F-10F8-41B7-E77E-41FA08C7725A}"/>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3300003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7"/>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7"/>
                                        </p:tgtEl>
                                      </p:cBhvr>
                                    </p:cmd>
                                  </p:childTnLst>
                                </p:cTn>
                              </p:par>
                            </p:childTnLst>
                          </p:cTn>
                        </p:par>
                      </p:childTnLst>
                    </p:cTn>
                  </p:par>
                </p:childTnLst>
              </p:cTn>
              <p:nextCondLst>
                <p:cond evt="onClick" delay="0">
                  <p:tgtEl>
                    <p:spTgt spid="7"/>
                  </p:tgtEl>
                </p:cond>
              </p:nextCondLst>
            </p:seq>
            <p:video>
              <p:cMediaNode vol="80000">
                <p:cTn id="12" fill="hold" display="0">
                  <p:stCondLst>
                    <p:cond delay="indefinite"/>
                  </p:stCondLst>
                </p:cTn>
                <p:tgtEl>
                  <p:spTgt spid="7"/>
                </p:tgtEl>
              </p:cMediaNode>
            </p:vide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E5FF3B9-C553-7362-6394-D3933A0DDEFA}"/>
              </a:ext>
            </a:extLst>
          </p:cNvPr>
          <p:cNvSpPr>
            <a:spLocks noGrp="1"/>
          </p:cNvSpPr>
          <p:nvPr>
            <p:ph idx="1"/>
          </p:nvPr>
        </p:nvSpPr>
        <p:spPr/>
        <p:txBody>
          <a:bodyPr>
            <a:normAutofit lnSpcReduction="10000"/>
          </a:bodyPr>
          <a:lstStyle/>
          <a:p>
            <a:r>
              <a:rPr lang="en-GB" dirty="0"/>
              <a:t>Common roles</a:t>
            </a:r>
          </a:p>
          <a:p>
            <a:pPr lvl="1"/>
            <a:r>
              <a:rPr lang="en-GB" dirty="0"/>
              <a:t>Business Analyst</a:t>
            </a:r>
          </a:p>
          <a:p>
            <a:pPr lvl="1"/>
            <a:r>
              <a:rPr lang="en-GB" dirty="0"/>
              <a:t>Product Owner</a:t>
            </a:r>
          </a:p>
          <a:p>
            <a:pPr lvl="1"/>
            <a:r>
              <a:rPr lang="en-GB" dirty="0"/>
              <a:t>Project Manager</a:t>
            </a:r>
          </a:p>
          <a:p>
            <a:pPr lvl="1"/>
            <a:r>
              <a:rPr lang="en-GB" dirty="0"/>
              <a:t>Team Leader</a:t>
            </a:r>
          </a:p>
          <a:p>
            <a:pPr lvl="1"/>
            <a:r>
              <a:rPr lang="en-GB" dirty="0"/>
              <a:t>Software Architect</a:t>
            </a:r>
          </a:p>
          <a:p>
            <a:pPr lvl="1"/>
            <a:r>
              <a:rPr lang="en-GB" dirty="0"/>
              <a:t>Scrum Master</a:t>
            </a:r>
          </a:p>
          <a:p>
            <a:pPr lvl="1"/>
            <a:r>
              <a:rPr lang="en-GB" dirty="0"/>
              <a:t>Developer</a:t>
            </a:r>
          </a:p>
          <a:p>
            <a:pPr lvl="1"/>
            <a:r>
              <a:rPr lang="en-GB" dirty="0"/>
              <a:t>QA Team</a:t>
            </a:r>
          </a:p>
          <a:p>
            <a:pPr lvl="1"/>
            <a:r>
              <a:rPr lang="en-GB" dirty="0"/>
              <a:t>UX/UI Designer</a:t>
            </a:r>
          </a:p>
          <a:p>
            <a:pPr lvl="1"/>
            <a:r>
              <a:rPr lang="en-GB" dirty="0"/>
              <a:t>Tester</a:t>
            </a:r>
          </a:p>
          <a:p>
            <a:endParaRPr lang="en-GB" dirty="0"/>
          </a:p>
          <a:p>
            <a:r>
              <a:rPr lang="en-GB" dirty="0"/>
              <a:t>We will review each of these, but these may vary depending on your company and your company’s structure.</a:t>
            </a:r>
          </a:p>
          <a:p>
            <a:endParaRPr lang="en-GB" dirty="0"/>
          </a:p>
        </p:txBody>
      </p:sp>
      <p:sp>
        <p:nvSpPr>
          <p:cNvPr id="2" name="Title 1">
            <a:extLst>
              <a:ext uri="{FF2B5EF4-FFF2-40B4-BE49-F238E27FC236}">
                <a16:creationId xmlns:a16="http://schemas.microsoft.com/office/drawing/2014/main" id="{FC030C6E-C461-A131-4B14-BB5A3C6B5F5E}"/>
              </a:ext>
            </a:extLst>
          </p:cNvPr>
          <p:cNvSpPr>
            <a:spLocks noGrp="1"/>
          </p:cNvSpPr>
          <p:nvPr>
            <p:ph type="title"/>
          </p:nvPr>
        </p:nvSpPr>
        <p:spPr/>
        <p:txBody>
          <a:bodyPr>
            <a:normAutofit/>
          </a:bodyPr>
          <a:lstStyle/>
          <a:p>
            <a:r>
              <a:rPr lang="en-US" dirty="0"/>
              <a:t>Role Review</a:t>
            </a:r>
            <a:endParaRPr lang="en-GB" dirty="0"/>
          </a:p>
        </p:txBody>
      </p:sp>
      <p:sp>
        <p:nvSpPr>
          <p:cNvPr id="4" name="Text Placeholder 3">
            <a:extLst>
              <a:ext uri="{FF2B5EF4-FFF2-40B4-BE49-F238E27FC236}">
                <a16:creationId xmlns:a16="http://schemas.microsoft.com/office/drawing/2014/main" id="{48394A3D-5B92-D942-00E5-FE43F140CE0D}"/>
              </a:ext>
            </a:extLst>
          </p:cNvPr>
          <p:cNvSpPr>
            <a:spLocks noGrp="1"/>
          </p:cNvSpPr>
          <p:nvPr>
            <p:ph type="body" sz="quarter" idx="10"/>
          </p:nvPr>
        </p:nvSpPr>
        <p:spPr/>
        <p:txBody>
          <a:bodyPr/>
          <a:lstStyle/>
          <a:p>
            <a:r>
              <a:rPr lang="en-GB" dirty="0"/>
              <a:t>K2, K3</a:t>
            </a:r>
          </a:p>
        </p:txBody>
      </p:sp>
      <p:sp>
        <p:nvSpPr>
          <p:cNvPr id="5" name="Text Placeholder 4">
            <a:extLst>
              <a:ext uri="{FF2B5EF4-FFF2-40B4-BE49-F238E27FC236}">
                <a16:creationId xmlns:a16="http://schemas.microsoft.com/office/drawing/2014/main" id="{C837496D-D6C5-96E2-2DF4-B677D03C20DC}"/>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16215762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9DBE2-FB2E-872D-EAA5-540C783C7E7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21B3F3-56DA-4BB2-EC04-616D578E21EF}"/>
              </a:ext>
            </a:extLst>
          </p:cNvPr>
          <p:cNvSpPr>
            <a:spLocks noGrp="1"/>
          </p:cNvSpPr>
          <p:nvPr>
            <p:ph idx="1"/>
          </p:nvPr>
        </p:nvSpPr>
        <p:spPr>
          <a:xfrm>
            <a:off x="142128" y="4209068"/>
            <a:ext cx="11907740" cy="2156563"/>
          </a:xfrm>
        </p:spPr>
        <p:txBody>
          <a:bodyPr>
            <a:noAutofit/>
          </a:bodyPr>
          <a:lstStyle/>
          <a:p>
            <a:pPr marL="0" indent="0">
              <a:buNone/>
            </a:pPr>
            <a:r>
              <a:rPr lang="en-GB" sz="1600" dirty="0"/>
              <a:t>In addition;</a:t>
            </a:r>
          </a:p>
          <a:p>
            <a:r>
              <a:rPr lang="en-GB" sz="1600" dirty="0"/>
              <a:t>They act as a link between the product owner and the developers</a:t>
            </a:r>
          </a:p>
          <a:p>
            <a:r>
              <a:rPr lang="en-GB" sz="1600" dirty="0"/>
              <a:t>They accompany the customer through the process, clearing up questions, proposing improvements etc.</a:t>
            </a:r>
          </a:p>
          <a:p>
            <a:r>
              <a:rPr lang="en-GB" sz="1600" dirty="0"/>
              <a:t>They are the guardians of the project methodology and the main promoters of quality</a:t>
            </a:r>
          </a:p>
        </p:txBody>
      </p:sp>
      <p:sp>
        <p:nvSpPr>
          <p:cNvPr id="8" name="Title 7">
            <a:extLst>
              <a:ext uri="{FF2B5EF4-FFF2-40B4-BE49-F238E27FC236}">
                <a16:creationId xmlns:a16="http://schemas.microsoft.com/office/drawing/2014/main" id="{F633591C-A22F-54B8-D1C1-3D83718FFCE6}"/>
              </a:ext>
            </a:extLst>
          </p:cNvPr>
          <p:cNvSpPr>
            <a:spLocks noGrp="1"/>
          </p:cNvSpPr>
          <p:nvPr>
            <p:ph type="title"/>
          </p:nvPr>
        </p:nvSpPr>
        <p:spPr>
          <a:prstGeom prst="rect">
            <a:avLst/>
          </a:prstGeom>
        </p:spPr>
        <p:txBody>
          <a:bodyPr lIns="0" tIns="0" rIns="0" bIns="0"/>
          <a:lstStyle/>
          <a:p>
            <a:r>
              <a:rPr lang="en-US" dirty="0">
                <a:solidFill>
                  <a:srgbClr val="3C3C3B"/>
                </a:solidFill>
              </a:rPr>
              <a:t>Business Analyst</a:t>
            </a:r>
            <a:endParaRPr lang="en-GB" sz="3200" b="1" dirty="0">
              <a:effectLst/>
            </a:endParaRPr>
          </a:p>
        </p:txBody>
      </p:sp>
      <p:sp>
        <p:nvSpPr>
          <p:cNvPr id="2" name="Text Placeholder 1">
            <a:extLst>
              <a:ext uri="{FF2B5EF4-FFF2-40B4-BE49-F238E27FC236}">
                <a16:creationId xmlns:a16="http://schemas.microsoft.com/office/drawing/2014/main" id="{0C15E275-3C24-E843-79F5-9ADF8F7DBB89}"/>
              </a:ext>
            </a:extLst>
          </p:cNvPr>
          <p:cNvSpPr>
            <a:spLocks noGrp="1"/>
          </p:cNvSpPr>
          <p:nvPr>
            <p:ph type="body" sz="quarter" idx="10"/>
          </p:nvPr>
        </p:nvSpPr>
        <p:spPr/>
        <p:txBody>
          <a:bodyPr/>
          <a:lstStyle/>
          <a:p>
            <a:r>
              <a:rPr lang="en-GB" dirty="0"/>
              <a:t>K2, K3, K6</a:t>
            </a:r>
          </a:p>
        </p:txBody>
      </p:sp>
      <p:sp>
        <p:nvSpPr>
          <p:cNvPr id="4" name="Text Placeholder 3">
            <a:extLst>
              <a:ext uri="{FF2B5EF4-FFF2-40B4-BE49-F238E27FC236}">
                <a16:creationId xmlns:a16="http://schemas.microsoft.com/office/drawing/2014/main" id="{9A1A4F7D-ECA6-BBC5-D6B7-E625712E0205}"/>
              </a:ext>
            </a:extLst>
          </p:cNvPr>
          <p:cNvSpPr>
            <a:spLocks noGrp="1"/>
          </p:cNvSpPr>
          <p:nvPr>
            <p:ph type="body" sz="quarter" idx="11"/>
          </p:nvPr>
        </p:nvSpPr>
        <p:spPr/>
        <p:txBody>
          <a:bodyPr/>
          <a:lstStyle/>
          <a:p>
            <a:endParaRPr lang="en-GB"/>
          </a:p>
        </p:txBody>
      </p:sp>
      <p:graphicFrame>
        <p:nvGraphicFramePr>
          <p:cNvPr id="5" name="Diagram 4">
            <a:extLst>
              <a:ext uri="{FF2B5EF4-FFF2-40B4-BE49-F238E27FC236}">
                <a16:creationId xmlns:a16="http://schemas.microsoft.com/office/drawing/2014/main" id="{4057B2FD-48F8-9FCF-492B-3DD2E679800C}"/>
              </a:ext>
            </a:extLst>
          </p:cNvPr>
          <p:cNvGraphicFramePr/>
          <p:nvPr>
            <p:extLst>
              <p:ext uri="{D42A27DB-BD31-4B8C-83A1-F6EECF244321}">
                <p14:modId xmlns:p14="http://schemas.microsoft.com/office/powerpoint/2010/main" val="432796194"/>
              </p:ext>
            </p:extLst>
          </p:nvPr>
        </p:nvGraphicFramePr>
        <p:xfrm>
          <a:off x="1305558" y="1499734"/>
          <a:ext cx="9580880" cy="25693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542827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3B76F-1FB9-B254-FA14-AAC6054BA54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5449E2-31B8-8003-71CD-4E2BC1DB96AA}"/>
              </a:ext>
            </a:extLst>
          </p:cNvPr>
          <p:cNvSpPr>
            <a:spLocks noGrp="1"/>
          </p:cNvSpPr>
          <p:nvPr>
            <p:ph idx="1"/>
          </p:nvPr>
        </p:nvSpPr>
        <p:spPr>
          <a:xfrm>
            <a:off x="142128" y="4209068"/>
            <a:ext cx="11907740" cy="2156563"/>
          </a:xfrm>
        </p:spPr>
        <p:txBody>
          <a:bodyPr>
            <a:noAutofit/>
          </a:bodyPr>
          <a:lstStyle/>
          <a:p>
            <a:pPr marL="0" indent="0">
              <a:buNone/>
            </a:pPr>
            <a:r>
              <a:rPr lang="en-GB" sz="1600" dirty="0"/>
              <a:t>In addition;</a:t>
            </a:r>
          </a:p>
          <a:p>
            <a:r>
              <a:rPr lang="en-GB" sz="1600" dirty="0"/>
              <a:t>Develop functional specifications</a:t>
            </a:r>
          </a:p>
          <a:p>
            <a:r>
              <a:rPr lang="en-GB" sz="1600" dirty="0"/>
              <a:t>Keep track of project progress</a:t>
            </a:r>
          </a:p>
          <a:p>
            <a:r>
              <a:rPr lang="en-GB" sz="1600" dirty="0"/>
              <a:t>Identify necessary adjustments to the plan</a:t>
            </a:r>
          </a:p>
          <a:p>
            <a:r>
              <a:rPr lang="en-GB" sz="1600" dirty="0"/>
              <a:t>Supervise the development team</a:t>
            </a:r>
          </a:p>
        </p:txBody>
      </p:sp>
      <p:sp>
        <p:nvSpPr>
          <p:cNvPr id="8" name="Title 7">
            <a:extLst>
              <a:ext uri="{FF2B5EF4-FFF2-40B4-BE49-F238E27FC236}">
                <a16:creationId xmlns:a16="http://schemas.microsoft.com/office/drawing/2014/main" id="{692852CB-018F-645B-43CD-20BDCFCC0518}"/>
              </a:ext>
            </a:extLst>
          </p:cNvPr>
          <p:cNvSpPr>
            <a:spLocks noGrp="1"/>
          </p:cNvSpPr>
          <p:nvPr>
            <p:ph type="title"/>
          </p:nvPr>
        </p:nvSpPr>
        <p:spPr>
          <a:prstGeom prst="rect">
            <a:avLst/>
          </a:prstGeom>
        </p:spPr>
        <p:txBody>
          <a:bodyPr lIns="0" tIns="0" rIns="0" bIns="0"/>
          <a:lstStyle/>
          <a:p>
            <a:r>
              <a:rPr lang="en-GB" dirty="0"/>
              <a:t>Project Manager</a:t>
            </a:r>
            <a:endParaRPr lang="en-GB" sz="3200" b="1" dirty="0">
              <a:effectLst/>
            </a:endParaRPr>
          </a:p>
        </p:txBody>
      </p:sp>
      <p:sp>
        <p:nvSpPr>
          <p:cNvPr id="2" name="Text Placeholder 1">
            <a:extLst>
              <a:ext uri="{FF2B5EF4-FFF2-40B4-BE49-F238E27FC236}">
                <a16:creationId xmlns:a16="http://schemas.microsoft.com/office/drawing/2014/main" id="{935F87F4-EF4B-9233-0378-B77996BB66C4}"/>
              </a:ext>
            </a:extLst>
          </p:cNvPr>
          <p:cNvSpPr>
            <a:spLocks noGrp="1"/>
          </p:cNvSpPr>
          <p:nvPr>
            <p:ph type="body" sz="quarter" idx="10"/>
          </p:nvPr>
        </p:nvSpPr>
        <p:spPr/>
        <p:txBody>
          <a:bodyPr/>
          <a:lstStyle/>
          <a:p>
            <a:r>
              <a:rPr lang="en-GB" dirty="0"/>
              <a:t>K2, K3, K6</a:t>
            </a:r>
          </a:p>
        </p:txBody>
      </p:sp>
      <p:sp>
        <p:nvSpPr>
          <p:cNvPr id="4" name="Text Placeholder 3">
            <a:extLst>
              <a:ext uri="{FF2B5EF4-FFF2-40B4-BE49-F238E27FC236}">
                <a16:creationId xmlns:a16="http://schemas.microsoft.com/office/drawing/2014/main" id="{4D880630-4236-D0C5-827F-6A1657BD00ED}"/>
              </a:ext>
            </a:extLst>
          </p:cNvPr>
          <p:cNvSpPr>
            <a:spLocks noGrp="1"/>
          </p:cNvSpPr>
          <p:nvPr>
            <p:ph type="body" sz="quarter" idx="11"/>
          </p:nvPr>
        </p:nvSpPr>
        <p:spPr/>
        <p:txBody>
          <a:bodyPr/>
          <a:lstStyle/>
          <a:p>
            <a:endParaRPr lang="en-GB"/>
          </a:p>
        </p:txBody>
      </p:sp>
      <p:graphicFrame>
        <p:nvGraphicFramePr>
          <p:cNvPr id="5" name="Diagram 4">
            <a:extLst>
              <a:ext uri="{FF2B5EF4-FFF2-40B4-BE49-F238E27FC236}">
                <a16:creationId xmlns:a16="http://schemas.microsoft.com/office/drawing/2014/main" id="{930FBAFC-4ED9-5282-4C9F-994B4BC68328}"/>
              </a:ext>
            </a:extLst>
          </p:cNvPr>
          <p:cNvGraphicFramePr/>
          <p:nvPr>
            <p:extLst>
              <p:ext uri="{D42A27DB-BD31-4B8C-83A1-F6EECF244321}">
                <p14:modId xmlns:p14="http://schemas.microsoft.com/office/powerpoint/2010/main" val="4237628177"/>
              </p:ext>
            </p:extLst>
          </p:nvPr>
        </p:nvGraphicFramePr>
        <p:xfrm>
          <a:off x="1305558" y="1499734"/>
          <a:ext cx="9580880" cy="25693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487029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9F8D8-46EF-8F2D-A9EB-CC611CA3B5C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4329E1-FC2B-F5F5-9FAD-436B593FCF61}"/>
              </a:ext>
            </a:extLst>
          </p:cNvPr>
          <p:cNvSpPr>
            <a:spLocks noGrp="1"/>
          </p:cNvSpPr>
          <p:nvPr>
            <p:ph idx="1"/>
          </p:nvPr>
        </p:nvSpPr>
        <p:spPr>
          <a:xfrm>
            <a:off x="142128" y="4209068"/>
            <a:ext cx="11907740" cy="2156563"/>
          </a:xfrm>
        </p:spPr>
        <p:txBody>
          <a:bodyPr>
            <a:noAutofit/>
          </a:bodyPr>
          <a:lstStyle/>
          <a:p>
            <a:pPr marL="0" indent="0">
              <a:buNone/>
            </a:pPr>
            <a:r>
              <a:rPr lang="en-GB" sz="1600" dirty="0"/>
              <a:t>In addition;</a:t>
            </a:r>
          </a:p>
          <a:p>
            <a:r>
              <a:rPr lang="en-GB" sz="1600" dirty="0"/>
              <a:t>Provide technical leadership</a:t>
            </a:r>
          </a:p>
          <a:p>
            <a:r>
              <a:rPr lang="en-GB" sz="1600" dirty="0"/>
              <a:t>Ensure that the team have all the resources required to complete the project</a:t>
            </a:r>
          </a:p>
          <a:p>
            <a:pPr marL="0" indent="0">
              <a:buNone/>
            </a:pPr>
            <a:endParaRPr lang="en-GB" sz="1600" dirty="0"/>
          </a:p>
          <a:p>
            <a:pPr marL="0" indent="0">
              <a:buNone/>
            </a:pPr>
            <a:r>
              <a:rPr lang="en-GB" sz="1600" dirty="0"/>
              <a:t>This role is usually undertaken by experienced senior developers, architects or lead testers who have strong leadership qualities.</a:t>
            </a:r>
          </a:p>
        </p:txBody>
      </p:sp>
      <p:sp>
        <p:nvSpPr>
          <p:cNvPr id="8" name="Title 7">
            <a:extLst>
              <a:ext uri="{FF2B5EF4-FFF2-40B4-BE49-F238E27FC236}">
                <a16:creationId xmlns:a16="http://schemas.microsoft.com/office/drawing/2014/main" id="{3D8475B1-49D0-D8F5-1DF6-9B23686A8802}"/>
              </a:ext>
            </a:extLst>
          </p:cNvPr>
          <p:cNvSpPr>
            <a:spLocks noGrp="1"/>
          </p:cNvSpPr>
          <p:nvPr>
            <p:ph type="title"/>
          </p:nvPr>
        </p:nvSpPr>
        <p:spPr>
          <a:prstGeom prst="rect">
            <a:avLst/>
          </a:prstGeom>
        </p:spPr>
        <p:txBody>
          <a:bodyPr lIns="0" tIns="0" rIns="0" bIns="0"/>
          <a:lstStyle/>
          <a:p>
            <a:r>
              <a:rPr lang="en-GB" dirty="0"/>
              <a:t>Team Lead</a:t>
            </a:r>
            <a:endParaRPr lang="en-GB" sz="3200" b="1" dirty="0">
              <a:effectLst/>
            </a:endParaRPr>
          </a:p>
        </p:txBody>
      </p:sp>
      <p:sp>
        <p:nvSpPr>
          <p:cNvPr id="2" name="Text Placeholder 1">
            <a:extLst>
              <a:ext uri="{FF2B5EF4-FFF2-40B4-BE49-F238E27FC236}">
                <a16:creationId xmlns:a16="http://schemas.microsoft.com/office/drawing/2014/main" id="{3890C0F9-606E-7DFA-DE39-FCCAEF26230C}"/>
              </a:ext>
            </a:extLst>
          </p:cNvPr>
          <p:cNvSpPr>
            <a:spLocks noGrp="1"/>
          </p:cNvSpPr>
          <p:nvPr>
            <p:ph type="body" sz="quarter" idx="10"/>
          </p:nvPr>
        </p:nvSpPr>
        <p:spPr/>
        <p:txBody>
          <a:bodyPr/>
          <a:lstStyle/>
          <a:p>
            <a:r>
              <a:rPr lang="en-GB" dirty="0"/>
              <a:t>K2, K3, K6</a:t>
            </a:r>
          </a:p>
        </p:txBody>
      </p:sp>
      <p:sp>
        <p:nvSpPr>
          <p:cNvPr id="4" name="Text Placeholder 3">
            <a:extLst>
              <a:ext uri="{FF2B5EF4-FFF2-40B4-BE49-F238E27FC236}">
                <a16:creationId xmlns:a16="http://schemas.microsoft.com/office/drawing/2014/main" id="{B9AF18C6-B281-9C3E-ABF6-5F44695C1AE3}"/>
              </a:ext>
            </a:extLst>
          </p:cNvPr>
          <p:cNvSpPr>
            <a:spLocks noGrp="1"/>
          </p:cNvSpPr>
          <p:nvPr>
            <p:ph type="body" sz="quarter" idx="11"/>
          </p:nvPr>
        </p:nvSpPr>
        <p:spPr/>
        <p:txBody>
          <a:bodyPr/>
          <a:lstStyle/>
          <a:p>
            <a:endParaRPr lang="en-GB"/>
          </a:p>
        </p:txBody>
      </p:sp>
      <p:graphicFrame>
        <p:nvGraphicFramePr>
          <p:cNvPr id="5" name="Diagram 4">
            <a:extLst>
              <a:ext uri="{FF2B5EF4-FFF2-40B4-BE49-F238E27FC236}">
                <a16:creationId xmlns:a16="http://schemas.microsoft.com/office/drawing/2014/main" id="{34244FE4-D13A-6E70-1D03-9479198E7F3D}"/>
              </a:ext>
            </a:extLst>
          </p:cNvPr>
          <p:cNvGraphicFramePr/>
          <p:nvPr>
            <p:extLst>
              <p:ext uri="{D42A27DB-BD31-4B8C-83A1-F6EECF244321}">
                <p14:modId xmlns:p14="http://schemas.microsoft.com/office/powerpoint/2010/main" val="493325797"/>
              </p:ext>
            </p:extLst>
          </p:nvPr>
        </p:nvGraphicFramePr>
        <p:xfrm>
          <a:off x="1305558" y="1499734"/>
          <a:ext cx="9580880" cy="25693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913394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ADC98-31F3-E454-B68E-6F357D4F951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7FAFF0-44E6-2BE4-5F6F-D4164540BF5A}"/>
              </a:ext>
            </a:extLst>
          </p:cNvPr>
          <p:cNvSpPr>
            <a:spLocks noGrp="1"/>
          </p:cNvSpPr>
          <p:nvPr>
            <p:ph idx="1"/>
          </p:nvPr>
        </p:nvSpPr>
        <p:spPr>
          <a:xfrm>
            <a:off x="142128" y="4209068"/>
            <a:ext cx="11907740" cy="2156563"/>
          </a:xfrm>
        </p:spPr>
        <p:txBody>
          <a:bodyPr>
            <a:noAutofit/>
          </a:bodyPr>
          <a:lstStyle/>
          <a:p>
            <a:pPr marL="0" indent="0">
              <a:buNone/>
            </a:pPr>
            <a:r>
              <a:rPr lang="en-GB" sz="1600" dirty="0"/>
              <a:t>In addition;</a:t>
            </a:r>
          </a:p>
          <a:p>
            <a:r>
              <a:rPr lang="en-GB" sz="1600" dirty="0"/>
              <a:t>Dictate the coding standards, tools and platforms</a:t>
            </a:r>
          </a:p>
          <a:p>
            <a:r>
              <a:rPr lang="en-GB" sz="1600" dirty="0"/>
              <a:t>Guide developers in the design and implementation of the solution</a:t>
            </a:r>
          </a:p>
          <a:p>
            <a:r>
              <a:rPr lang="en-GB" sz="1600" dirty="0"/>
              <a:t>Review the code and guarantee the design’s quality</a:t>
            </a:r>
          </a:p>
        </p:txBody>
      </p:sp>
      <p:sp>
        <p:nvSpPr>
          <p:cNvPr id="8" name="Title 7">
            <a:extLst>
              <a:ext uri="{FF2B5EF4-FFF2-40B4-BE49-F238E27FC236}">
                <a16:creationId xmlns:a16="http://schemas.microsoft.com/office/drawing/2014/main" id="{4E74E7EF-8D23-B930-2C47-C0BC3F676DC8}"/>
              </a:ext>
            </a:extLst>
          </p:cNvPr>
          <p:cNvSpPr>
            <a:spLocks noGrp="1"/>
          </p:cNvSpPr>
          <p:nvPr>
            <p:ph type="title"/>
          </p:nvPr>
        </p:nvSpPr>
        <p:spPr>
          <a:prstGeom prst="rect">
            <a:avLst/>
          </a:prstGeom>
        </p:spPr>
        <p:txBody>
          <a:bodyPr lIns="0" tIns="0" rIns="0" bIns="0"/>
          <a:lstStyle/>
          <a:p>
            <a:r>
              <a:rPr lang="en-GB" dirty="0"/>
              <a:t>Software Architect</a:t>
            </a:r>
            <a:endParaRPr lang="en-GB" sz="3200" b="1" dirty="0">
              <a:effectLst/>
            </a:endParaRPr>
          </a:p>
        </p:txBody>
      </p:sp>
      <p:sp>
        <p:nvSpPr>
          <p:cNvPr id="2" name="Text Placeholder 1">
            <a:extLst>
              <a:ext uri="{FF2B5EF4-FFF2-40B4-BE49-F238E27FC236}">
                <a16:creationId xmlns:a16="http://schemas.microsoft.com/office/drawing/2014/main" id="{7D777C36-F418-2055-89F5-5200C6967F10}"/>
              </a:ext>
            </a:extLst>
          </p:cNvPr>
          <p:cNvSpPr>
            <a:spLocks noGrp="1"/>
          </p:cNvSpPr>
          <p:nvPr>
            <p:ph type="body" sz="quarter" idx="10"/>
          </p:nvPr>
        </p:nvSpPr>
        <p:spPr/>
        <p:txBody>
          <a:bodyPr/>
          <a:lstStyle/>
          <a:p>
            <a:r>
              <a:rPr lang="en-GB" dirty="0"/>
              <a:t>K2, K3, K6</a:t>
            </a:r>
          </a:p>
        </p:txBody>
      </p:sp>
      <p:sp>
        <p:nvSpPr>
          <p:cNvPr id="4" name="Text Placeholder 3">
            <a:extLst>
              <a:ext uri="{FF2B5EF4-FFF2-40B4-BE49-F238E27FC236}">
                <a16:creationId xmlns:a16="http://schemas.microsoft.com/office/drawing/2014/main" id="{EA79F121-82BE-326D-C8A8-0E86F0DF5C15}"/>
              </a:ext>
            </a:extLst>
          </p:cNvPr>
          <p:cNvSpPr>
            <a:spLocks noGrp="1"/>
          </p:cNvSpPr>
          <p:nvPr>
            <p:ph type="body" sz="quarter" idx="11"/>
          </p:nvPr>
        </p:nvSpPr>
        <p:spPr/>
        <p:txBody>
          <a:bodyPr/>
          <a:lstStyle/>
          <a:p>
            <a:endParaRPr lang="en-GB"/>
          </a:p>
        </p:txBody>
      </p:sp>
      <p:graphicFrame>
        <p:nvGraphicFramePr>
          <p:cNvPr id="5" name="Diagram 4">
            <a:extLst>
              <a:ext uri="{FF2B5EF4-FFF2-40B4-BE49-F238E27FC236}">
                <a16:creationId xmlns:a16="http://schemas.microsoft.com/office/drawing/2014/main" id="{20C3F53F-98A0-207F-C292-2D193E956A8A}"/>
              </a:ext>
            </a:extLst>
          </p:cNvPr>
          <p:cNvGraphicFramePr/>
          <p:nvPr>
            <p:extLst>
              <p:ext uri="{D42A27DB-BD31-4B8C-83A1-F6EECF244321}">
                <p14:modId xmlns:p14="http://schemas.microsoft.com/office/powerpoint/2010/main" val="703083550"/>
              </p:ext>
            </p:extLst>
          </p:nvPr>
        </p:nvGraphicFramePr>
        <p:xfrm>
          <a:off x="1305558" y="1499734"/>
          <a:ext cx="9580880" cy="25693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048488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D65EF-6B73-D9E8-81F7-FC880D7324C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5551F3-5BC8-F897-8C8A-0220F4A21FC4}"/>
              </a:ext>
            </a:extLst>
          </p:cNvPr>
          <p:cNvSpPr>
            <a:spLocks noGrp="1"/>
          </p:cNvSpPr>
          <p:nvPr>
            <p:ph idx="1"/>
          </p:nvPr>
        </p:nvSpPr>
        <p:spPr>
          <a:xfrm>
            <a:off x="142128" y="4209068"/>
            <a:ext cx="11907740" cy="2156563"/>
          </a:xfrm>
        </p:spPr>
        <p:txBody>
          <a:bodyPr>
            <a:noAutofit/>
          </a:bodyPr>
          <a:lstStyle/>
          <a:p>
            <a:pPr marL="0" indent="0">
              <a:buNone/>
            </a:pPr>
            <a:r>
              <a:rPr lang="en-US" sz="1600" dirty="0"/>
              <a:t>Developers</a:t>
            </a:r>
            <a:r>
              <a:rPr lang="en-GB" sz="1600" dirty="0"/>
              <a:t> can be;</a:t>
            </a:r>
          </a:p>
          <a:p>
            <a:r>
              <a:rPr lang="en-GB" sz="1600" dirty="0"/>
              <a:t>Full-stack Developers who work on every architectural layer of the system</a:t>
            </a:r>
          </a:p>
          <a:p>
            <a:r>
              <a:rPr lang="en-GB" sz="1600" dirty="0"/>
              <a:t>Front-end Developers who focus mainly on the view layer of the software product and are responsible for the communication between the business logic layers and the view layer.</a:t>
            </a:r>
          </a:p>
          <a:p>
            <a:r>
              <a:rPr lang="en-GB" sz="1600" dirty="0"/>
              <a:t>Back-end Developers who focus mainly on the code for the business logic and the data layers.</a:t>
            </a:r>
          </a:p>
        </p:txBody>
      </p:sp>
      <p:sp>
        <p:nvSpPr>
          <p:cNvPr id="8" name="Title 7">
            <a:extLst>
              <a:ext uri="{FF2B5EF4-FFF2-40B4-BE49-F238E27FC236}">
                <a16:creationId xmlns:a16="http://schemas.microsoft.com/office/drawing/2014/main" id="{A8768120-AD60-F579-2E8E-FC52E9DCC71D}"/>
              </a:ext>
            </a:extLst>
          </p:cNvPr>
          <p:cNvSpPr>
            <a:spLocks noGrp="1"/>
          </p:cNvSpPr>
          <p:nvPr>
            <p:ph type="title"/>
          </p:nvPr>
        </p:nvSpPr>
        <p:spPr>
          <a:prstGeom prst="rect">
            <a:avLst/>
          </a:prstGeom>
        </p:spPr>
        <p:txBody>
          <a:bodyPr lIns="0" tIns="0" rIns="0" bIns="0"/>
          <a:lstStyle/>
          <a:p>
            <a:r>
              <a:rPr lang="en-GB" dirty="0"/>
              <a:t>Developer</a:t>
            </a:r>
            <a:endParaRPr lang="en-GB" sz="3200" b="1" dirty="0">
              <a:effectLst/>
            </a:endParaRPr>
          </a:p>
        </p:txBody>
      </p:sp>
      <p:sp>
        <p:nvSpPr>
          <p:cNvPr id="2" name="Text Placeholder 1">
            <a:extLst>
              <a:ext uri="{FF2B5EF4-FFF2-40B4-BE49-F238E27FC236}">
                <a16:creationId xmlns:a16="http://schemas.microsoft.com/office/drawing/2014/main" id="{076BB5BE-4919-83EA-26ED-3232782343E8}"/>
              </a:ext>
            </a:extLst>
          </p:cNvPr>
          <p:cNvSpPr>
            <a:spLocks noGrp="1"/>
          </p:cNvSpPr>
          <p:nvPr>
            <p:ph type="body" sz="quarter" idx="10"/>
          </p:nvPr>
        </p:nvSpPr>
        <p:spPr/>
        <p:txBody>
          <a:bodyPr/>
          <a:lstStyle/>
          <a:p>
            <a:r>
              <a:rPr lang="en-GB" dirty="0"/>
              <a:t>K2, K3, K6</a:t>
            </a:r>
          </a:p>
        </p:txBody>
      </p:sp>
      <p:sp>
        <p:nvSpPr>
          <p:cNvPr id="4" name="Text Placeholder 3">
            <a:extLst>
              <a:ext uri="{FF2B5EF4-FFF2-40B4-BE49-F238E27FC236}">
                <a16:creationId xmlns:a16="http://schemas.microsoft.com/office/drawing/2014/main" id="{682D3920-CFBA-12EE-4396-B3E532497A79}"/>
              </a:ext>
            </a:extLst>
          </p:cNvPr>
          <p:cNvSpPr>
            <a:spLocks noGrp="1"/>
          </p:cNvSpPr>
          <p:nvPr>
            <p:ph type="body" sz="quarter" idx="11"/>
          </p:nvPr>
        </p:nvSpPr>
        <p:spPr/>
        <p:txBody>
          <a:bodyPr/>
          <a:lstStyle/>
          <a:p>
            <a:endParaRPr lang="en-GB"/>
          </a:p>
        </p:txBody>
      </p:sp>
      <p:graphicFrame>
        <p:nvGraphicFramePr>
          <p:cNvPr id="5" name="Diagram 4">
            <a:extLst>
              <a:ext uri="{FF2B5EF4-FFF2-40B4-BE49-F238E27FC236}">
                <a16:creationId xmlns:a16="http://schemas.microsoft.com/office/drawing/2014/main" id="{72512AA5-28B7-E595-8FDB-9372CED1A8CE}"/>
              </a:ext>
            </a:extLst>
          </p:cNvPr>
          <p:cNvGraphicFramePr/>
          <p:nvPr>
            <p:extLst>
              <p:ext uri="{D42A27DB-BD31-4B8C-83A1-F6EECF244321}">
                <p14:modId xmlns:p14="http://schemas.microsoft.com/office/powerpoint/2010/main" val="2636399631"/>
              </p:ext>
            </p:extLst>
          </p:nvPr>
        </p:nvGraphicFramePr>
        <p:xfrm>
          <a:off x="1305558" y="1499734"/>
          <a:ext cx="9580880" cy="25693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749304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B3322-4622-3A37-23AD-5442EB6F9E5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45B747-833F-0AD6-EF7A-E26C7AF15BAA}"/>
              </a:ext>
            </a:extLst>
          </p:cNvPr>
          <p:cNvSpPr>
            <a:spLocks noGrp="1"/>
          </p:cNvSpPr>
          <p:nvPr>
            <p:ph idx="1"/>
          </p:nvPr>
        </p:nvSpPr>
        <p:spPr>
          <a:xfrm>
            <a:off x="142128" y="4209068"/>
            <a:ext cx="11907740" cy="2156563"/>
          </a:xfrm>
        </p:spPr>
        <p:txBody>
          <a:bodyPr>
            <a:noAutofit/>
          </a:bodyPr>
          <a:lstStyle/>
          <a:p>
            <a:pPr marL="0" indent="0">
              <a:buNone/>
            </a:pPr>
            <a:r>
              <a:rPr lang="en-GB" sz="1600" dirty="0"/>
              <a:t>In addition;</a:t>
            </a:r>
          </a:p>
          <a:p>
            <a:r>
              <a:rPr lang="en-GB" sz="1600" dirty="0"/>
              <a:t>Prepare tools that allow automated processes that verify software quality</a:t>
            </a:r>
          </a:p>
          <a:p>
            <a:r>
              <a:rPr lang="en-GB" sz="1600" dirty="0"/>
              <a:t>Ensure any legislation, standards or similar are being followed</a:t>
            </a:r>
          </a:p>
          <a:p>
            <a:r>
              <a:rPr lang="en-GB" sz="1600" dirty="0"/>
              <a:t>Liaise and work with the testing team</a:t>
            </a:r>
          </a:p>
        </p:txBody>
      </p:sp>
      <p:sp>
        <p:nvSpPr>
          <p:cNvPr id="8" name="Title 7">
            <a:extLst>
              <a:ext uri="{FF2B5EF4-FFF2-40B4-BE49-F238E27FC236}">
                <a16:creationId xmlns:a16="http://schemas.microsoft.com/office/drawing/2014/main" id="{ACCDC0D8-7DC3-B6C5-7C20-AEE865DC5D4F}"/>
              </a:ext>
            </a:extLst>
          </p:cNvPr>
          <p:cNvSpPr>
            <a:spLocks noGrp="1"/>
          </p:cNvSpPr>
          <p:nvPr>
            <p:ph type="title"/>
          </p:nvPr>
        </p:nvSpPr>
        <p:spPr>
          <a:prstGeom prst="rect">
            <a:avLst/>
          </a:prstGeom>
        </p:spPr>
        <p:txBody>
          <a:bodyPr lIns="0" tIns="0" rIns="0" bIns="0"/>
          <a:lstStyle/>
          <a:p>
            <a:r>
              <a:rPr lang="en-GB" dirty="0"/>
              <a:t>QA Team</a:t>
            </a:r>
            <a:endParaRPr lang="en-GB" sz="3200" b="1" dirty="0">
              <a:effectLst/>
            </a:endParaRPr>
          </a:p>
        </p:txBody>
      </p:sp>
      <p:sp>
        <p:nvSpPr>
          <p:cNvPr id="2" name="Text Placeholder 1">
            <a:extLst>
              <a:ext uri="{FF2B5EF4-FFF2-40B4-BE49-F238E27FC236}">
                <a16:creationId xmlns:a16="http://schemas.microsoft.com/office/drawing/2014/main" id="{B8414038-FFD6-6C3C-9E22-374912F24547}"/>
              </a:ext>
            </a:extLst>
          </p:cNvPr>
          <p:cNvSpPr>
            <a:spLocks noGrp="1"/>
          </p:cNvSpPr>
          <p:nvPr>
            <p:ph type="body" sz="quarter" idx="10"/>
          </p:nvPr>
        </p:nvSpPr>
        <p:spPr/>
        <p:txBody>
          <a:bodyPr/>
          <a:lstStyle/>
          <a:p>
            <a:r>
              <a:rPr lang="en-GB" dirty="0"/>
              <a:t>K2, K3, K6</a:t>
            </a:r>
          </a:p>
        </p:txBody>
      </p:sp>
      <p:sp>
        <p:nvSpPr>
          <p:cNvPr id="4" name="Text Placeholder 3">
            <a:extLst>
              <a:ext uri="{FF2B5EF4-FFF2-40B4-BE49-F238E27FC236}">
                <a16:creationId xmlns:a16="http://schemas.microsoft.com/office/drawing/2014/main" id="{3E2CA21C-D33B-8660-63CB-772782AE26A6}"/>
              </a:ext>
            </a:extLst>
          </p:cNvPr>
          <p:cNvSpPr>
            <a:spLocks noGrp="1"/>
          </p:cNvSpPr>
          <p:nvPr>
            <p:ph type="body" sz="quarter" idx="11"/>
          </p:nvPr>
        </p:nvSpPr>
        <p:spPr/>
        <p:txBody>
          <a:bodyPr/>
          <a:lstStyle/>
          <a:p>
            <a:endParaRPr lang="en-GB"/>
          </a:p>
        </p:txBody>
      </p:sp>
      <p:graphicFrame>
        <p:nvGraphicFramePr>
          <p:cNvPr id="5" name="Diagram 4">
            <a:extLst>
              <a:ext uri="{FF2B5EF4-FFF2-40B4-BE49-F238E27FC236}">
                <a16:creationId xmlns:a16="http://schemas.microsoft.com/office/drawing/2014/main" id="{FEDF3F68-8FAE-5A12-3E08-C2EE840A908C}"/>
              </a:ext>
            </a:extLst>
          </p:cNvPr>
          <p:cNvGraphicFramePr/>
          <p:nvPr>
            <p:extLst>
              <p:ext uri="{D42A27DB-BD31-4B8C-83A1-F6EECF244321}">
                <p14:modId xmlns:p14="http://schemas.microsoft.com/office/powerpoint/2010/main" val="2752498993"/>
              </p:ext>
            </p:extLst>
          </p:nvPr>
        </p:nvGraphicFramePr>
        <p:xfrm>
          <a:off x="1305558" y="1499734"/>
          <a:ext cx="9580880" cy="25693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502190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78930-06E6-8A06-CA38-44C7BCDED1E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662ADE-9B8F-4260-663E-1E3788E2437F}"/>
              </a:ext>
            </a:extLst>
          </p:cNvPr>
          <p:cNvSpPr>
            <a:spLocks noGrp="1"/>
          </p:cNvSpPr>
          <p:nvPr>
            <p:ph idx="1"/>
          </p:nvPr>
        </p:nvSpPr>
        <p:spPr>
          <a:xfrm>
            <a:off x="142128" y="4209068"/>
            <a:ext cx="11907740" cy="2156563"/>
          </a:xfrm>
        </p:spPr>
        <p:txBody>
          <a:bodyPr>
            <a:noAutofit/>
          </a:bodyPr>
          <a:lstStyle/>
          <a:p>
            <a:pPr marL="0" indent="0">
              <a:buNone/>
            </a:pPr>
            <a:r>
              <a:rPr lang="en-GB" sz="1600" dirty="0"/>
              <a:t>In addition;</a:t>
            </a:r>
          </a:p>
          <a:p>
            <a:r>
              <a:rPr lang="en-GB" sz="1600" dirty="0"/>
              <a:t>Generate prototypes for the validation of the proposal throughout the design process</a:t>
            </a:r>
          </a:p>
          <a:p>
            <a:endParaRPr lang="en-GB" sz="1600" dirty="0"/>
          </a:p>
          <a:p>
            <a:pPr marL="0" indent="0">
              <a:buNone/>
            </a:pPr>
            <a:r>
              <a:rPr lang="en-GB" sz="1600" dirty="0"/>
              <a:t>Although some designers will do both UX and UI, some will specialise in either UX and focus on the user’s having the best experience and some will specialise in UI and the user interface and how the content is displayed</a:t>
            </a:r>
          </a:p>
        </p:txBody>
      </p:sp>
      <p:sp>
        <p:nvSpPr>
          <p:cNvPr id="8" name="Title 7">
            <a:extLst>
              <a:ext uri="{FF2B5EF4-FFF2-40B4-BE49-F238E27FC236}">
                <a16:creationId xmlns:a16="http://schemas.microsoft.com/office/drawing/2014/main" id="{67017C78-FDE8-9A49-8C03-60B50196D6AF}"/>
              </a:ext>
            </a:extLst>
          </p:cNvPr>
          <p:cNvSpPr>
            <a:spLocks noGrp="1"/>
          </p:cNvSpPr>
          <p:nvPr>
            <p:ph type="title"/>
          </p:nvPr>
        </p:nvSpPr>
        <p:spPr>
          <a:prstGeom prst="rect">
            <a:avLst/>
          </a:prstGeom>
        </p:spPr>
        <p:txBody>
          <a:bodyPr lIns="0" tIns="0" rIns="0" bIns="0"/>
          <a:lstStyle/>
          <a:p>
            <a:r>
              <a:rPr lang="en-GB" dirty="0"/>
              <a:t>UX/UI Designer</a:t>
            </a:r>
            <a:endParaRPr lang="en-GB" sz="3200" b="1" dirty="0">
              <a:effectLst/>
            </a:endParaRPr>
          </a:p>
        </p:txBody>
      </p:sp>
      <p:sp>
        <p:nvSpPr>
          <p:cNvPr id="2" name="Text Placeholder 1">
            <a:extLst>
              <a:ext uri="{FF2B5EF4-FFF2-40B4-BE49-F238E27FC236}">
                <a16:creationId xmlns:a16="http://schemas.microsoft.com/office/drawing/2014/main" id="{B6508505-D783-8CC8-C453-75F05B9B8514}"/>
              </a:ext>
            </a:extLst>
          </p:cNvPr>
          <p:cNvSpPr>
            <a:spLocks noGrp="1"/>
          </p:cNvSpPr>
          <p:nvPr>
            <p:ph type="body" sz="quarter" idx="10"/>
          </p:nvPr>
        </p:nvSpPr>
        <p:spPr/>
        <p:txBody>
          <a:bodyPr/>
          <a:lstStyle/>
          <a:p>
            <a:r>
              <a:rPr lang="en-GB" dirty="0"/>
              <a:t>K2, K3, K6</a:t>
            </a:r>
          </a:p>
        </p:txBody>
      </p:sp>
      <p:sp>
        <p:nvSpPr>
          <p:cNvPr id="4" name="Text Placeholder 3">
            <a:extLst>
              <a:ext uri="{FF2B5EF4-FFF2-40B4-BE49-F238E27FC236}">
                <a16:creationId xmlns:a16="http://schemas.microsoft.com/office/drawing/2014/main" id="{EEBAFFC1-C139-146F-4BC4-3AB7A62B4077}"/>
              </a:ext>
            </a:extLst>
          </p:cNvPr>
          <p:cNvSpPr>
            <a:spLocks noGrp="1"/>
          </p:cNvSpPr>
          <p:nvPr>
            <p:ph type="body" sz="quarter" idx="11"/>
          </p:nvPr>
        </p:nvSpPr>
        <p:spPr/>
        <p:txBody>
          <a:bodyPr/>
          <a:lstStyle/>
          <a:p>
            <a:endParaRPr lang="en-GB"/>
          </a:p>
        </p:txBody>
      </p:sp>
      <p:graphicFrame>
        <p:nvGraphicFramePr>
          <p:cNvPr id="5" name="Diagram 4">
            <a:extLst>
              <a:ext uri="{FF2B5EF4-FFF2-40B4-BE49-F238E27FC236}">
                <a16:creationId xmlns:a16="http://schemas.microsoft.com/office/drawing/2014/main" id="{0BEC1242-220B-7719-42A4-672E2C126193}"/>
              </a:ext>
            </a:extLst>
          </p:cNvPr>
          <p:cNvGraphicFramePr/>
          <p:nvPr>
            <p:extLst>
              <p:ext uri="{D42A27DB-BD31-4B8C-83A1-F6EECF244321}">
                <p14:modId xmlns:p14="http://schemas.microsoft.com/office/powerpoint/2010/main" val="200190285"/>
              </p:ext>
            </p:extLst>
          </p:nvPr>
        </p:nvGraphicFramePr>
        <p:xfrm>
          <a:off x="1305558" y="1499734"/>
          <a:ext cx="9580880" cy="25693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08161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E9676-2771-D5F5-9AFE-000FB40FB0C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F75B53-0EAF-45A5-5F13-AEE6B730E5DF}"/>
              </a:ext>
            </a:extLst>
          </p:cNvPr>
          <p:cNvSpPr>
            <a:spLocks noGrp="1"/>
          </p:cNvSpPr>
          <p:nvPr>
            <p:ph idx="1"/>
          </p:nvPr>
        </p:nvSpPr>
        <p:spPr>
          <a:xfrm>
            <a:off x="142128" y="4209068"/>
            <a:ext cx="11907740" cy="2156563"/>
          </a:xfrm>
        </p:spPr>
        <p:txBody>
          <a:bodyPr>
            <a:noAutofit/>
          </a:bodyPr>
          <a:lstStyle/>
          <a:p>
            <a:pPr marL="0" indent="0">
              <a:buNone/>
            </a:pPr>
            <a:r>
              <a:rPr lang="en-GB" sz="1600" dirty="0"/>
              <a:t>In addition;</a:t>
            </a:r>
          </a:p>
          <a:p>
            <a:r>
              <a:rPr lang="en-GB" sz="1600" dirty="0"/>
              <a:t>Use automation tools to facilitate regression tasks</a:t>
            </a:r>
          </a:p>
          <a:p>
            <a:r>
              <a:rPr lang="en-GB" sz="1600" dirty="0"/>
              <a:t>Administering the process of usability testing</a:t>
            </a:r>
          </a:p>
          <a:p>
            <a:r>
              <a:rPr lang="en-GB" sz="1600" dirty="0"/>
              <a:t>Develop documentation related to the testing process</a:t>
            </a:r>
          </a:p>
        </p:txBody>
      </p:sp>
      <p:sp>
        <p:nvSpPr>
          <p:cNvPr id="8" name="Title 7">
            <a:extLst>
              <a:ext uri="{FF2B5EF4-FFF2-40B4-BE49-F238E27FC236}">
                <a16:creationId xmlns:a16="http://schemas.microsoft.com/office/drawing/2014/main" id="{EFEA95FE-CFCF-AAC9-AB7E-7711CCCB7D19}"/>
              </a:ext>
            </a:extLst>
          </p:cNvPr>
          <p:cNvSpPr>
            <a:spLocks noGrp="1"/>
          </p:cNvSpPr>
          <p:nvPr>
            <p:ph type="title"/>
          </p:nvPr>
        </p:nvSpPr>
        <p:spPr>
          <a:prstGeom prst="rect">
            <a:avLst/>
          </a:prstGeom>
        </p:spPr>
        <p:txBody>
          <a:bodyPr lIns="0" tIns="0" rIns="0" bIns="0"/>
          <a:lstStyle/>
          <a:p>
            <a:r>
              <a:rPr lang="en-GB" dirty="0"/>
              <a:t>Tester</a:t>
            </a:r>
            <a:endParaRPr lang="en-GB" sz="3200" b="1" dirty="0">
              <a:effectLst/>
            </a:endParaRPr>
          </a:p>
        </p:txBody>
      </p:sp>
      <p:sp>
        <p:nvSpPr>
          <p:cNvPr id="2" name="Text Placeholder 1">
            <a:extLst>
              <a:ext uri="{FF2B5EF4-FFF2-40B4-BE49-F238E27FC236}">
                <a16:creationId xmlns:a16="http://schemas.microsoft.com/office/drawing/2014/main" id="{E3D160ED-C2AC-2C4A-F60A-56B9B0F3C995}"/>
              </a:ext>
            </a:extLst>
          </p:cNvPr>
          <p:cNvSpPr>
            <a:spLocks noGrp="1"/>
          </p:cNvSpPr>
          <p:nvPr>
            <p:ph type="body" sz="quarter" idx="10"/>
          </p:nvPr>
        </p:nvSpPr>
        <p:spPr/>
        <p:txBody>
          <a:bodyPr/>
          <a:lstStyle/>
          <a:p>
            <a:r>
              <a:rPr lang="en-GB" dirty="0"/>
              <a:t>K2, K3, K6</a:t>
            </a:r>
          </a:p>
        </p:txBody>
      </p:sp>
      <p:sp>
        <p:nvSpPr>
          <p:cNvPr id="4" name="Text Placeholder 3">
            <a:extLst>
              <a:ext uri="{FF2B5EF4-FFF2-40B4-BE49-F238E27FC236}">
                <a16:creationId xmlns:a16="http://schemas.microsoft.com/office/drawing/2014/main" id="{9E3D2AFD-242E-C70B-9DFB-F3D808D6B33F}"/>
              </a:ext>
            </a:extLst>
          </p:cNvPr>
          <p:cNvSpPr>
            <a:spLocks noGrp="1"/>
          </p:cNvSpPr>
          <p:nvPr>
            <p:ph type="body" sz="quarter" idx="11"/>
          </p:nvPr>
        </p:nvSpPr>
        <p:spPr/>
        <p:txBody>
          <a:bodyPr/>
          <a:lstStyle/>
          <a:p>
            <a:endParaRPr lang="en-GB"/>
          </a:p>
        </p:txBody>
      </p:sp>
      <p:graphicFrame>
        <p:nvGraphicFramePr>
          <p:cNvPr id="5" name="Diagram 4">
            <a:extLst>
              <a:ext uri="{FF2B5EF4-FFF2-40B4-BE49-F238E27FC236}">
                <a16:creationId xmlns:a16="http://schemas.microsoft.com/office/drawing/2014/main" id="{2B389E7F-A427-E697-9F27-CC7D77EE2AFB}"/>
              </a:ext>
            </a:extLst>
          </p:cNvPr>
          <p:cNvGraphicFramePr/>
          <p:nvPr>
            <p:extLst>
              <p:ext uri="{D42A27DB-BD31-4B8C-83A1-F6EECF244321}">
                <p14:modId xmlns:p14="http://schemas.microsoft.com/office/powerpoint/2010/main" val="4240102109"/>
              </p:ext>
            </p:extLst>
          </p:nvPr>
        </p:nvGraphicFramePr>
        <p:xfrm>
          <a:off x="1305558" y="1499734"/>
          <a:ext cx="9580880" cy="25693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223339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30C6E-C461-A131-4B14-BB5A3C6B5F5E}"/>
              </a:ext>
            </a:extLst>
          </p:cNvPr>
          <p:cNvSpPr>
            <a:spLocks noGrp="1"/>
          </p:cNvSpPr>
          <p:nvPr>
            <p:ph type="ctrTitle"/>
          </p:nvPr>
        </p:nvSpPr>
        <p:spPr/>
        <p:txBody>
          <a:bodyPr>
            <a:normAutofit/>
          </a:bodyPr>
          <a:lstStyle/>
          <a:p>
            <a:r>
              <a:rPr lang="en-US" dirty="0"/>
              <a:t>SCRUM Team Roles</a:t>
            </a:r>
            <a:endParaRPr lang="en-GB" dirty="0"/>
          </a:p>
        </p:txBody>
      </p:sp>
      <p:sp>
        <p:nvSpPr>
          <p:cNvPr id="3" name="Subtitle 2">
            <a:extLst>
              <a:ext uri="{FF2B5EF4-FFF2-40B4-BE49-F238E27FC236}">
                <a16:creationId xmlns:a16="http://schemas.microsoft.com/office/drawing/2014/main" id="{EDDE1FD2-F0CB-C445-A59A-D37DA26DBE15}"/>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25047890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Online Media 5" title="Scrum: How to do twice as much in half the time | Jeff Sutherland | TEDxAix">
            <a:hlinkClick r:id="" action="ppaction://media"/>
            <a:extLst>
              <a:ext uri="{FF2B5EF4-FFF2-40B4-BE49-F238E27FC236}">
                <a16:creationId xmlns:a16="http://schemas.microsoft.com/office/drawing/2014/main" id="{CA1488E9-C385-0D10-A619-A50682911E14}"/>
              </a:ext>
            </a:extLst>
          </p:cNvPr>
          <p:cNvPicPr>
            <a:picLocks noGrp="1" noRot="1" noChangeAspect="1"/>
          </p:cNvPicPr>
          <p:nvPr>
            <p:ph idx="1"/>
            <a:videoFile r:link="rId1"/>
          </p:nvPr>
        </p:nvPicPr>
        <p:blipFill>
          <a:blip r:embed="rId4"/>
          <a:stretch>
            <a:fillRect/>
          </a:stretch>
        </p:blipFill>
        <p:spPr>
          <a:xfrm>
            <a:off x="1949450" y="1679575"/>
            <a:ext cx="8293100" cy="4686300"/>
          </a:xfrm>
          <a:prstGeom prst="rect">
            <a:avLst/>
          </a:prstGeom>
        </p:spPr>
      </p:pic>
      <p:sp>
        <p:nvSpPr>
          <p:cNvPr id="2" name="Title 1">
            <a:extLst>
              <a:ext uri="{FF2B5EF4-FFF2-40B4-BE49-F238E27FC236}">
                <a16:creationId xmlns:a16="http://schemas.microsoft.com/office/drawing/2014/main" id="{76AEAB4A-3E7D-B713-09C0-5D234E29328D}"/>
              </a:ext>
            </a:extLst>
          </p:cNvPr>
          <p:cNvSpPr>
            <a:spLocks noGrp="1"/>
          </p:cNvSpPr>
          <p:nvPr>
            <p:ph type="title"/>
          </p:nvPr>
        </p:nvSpPr>
        <p:spPr/>
        <p:txBody>
          <a:bodyPr/>
          <a:lstStyle/>
          <a:p>
            <a:r>
              <a:rPr lang="en-GB" dirty="0"/>
              <a:t>SCRUM</a:t>
            </a:r>
          </a:p>
        </p:txBody>
      </p:sp>
      <p:sp>
        <p:nvSpPr>
          <p:cNvPr id="3" name="Text Placeholder 2">
            <a:extLst>
              <a:ext uri="{FF2B5EF4-FFF2-40B4-BE49-F238E27FC236}">
                <a16:creationId xmlns:a16="http://schemas.microsoft.com/office/drawing/2014/main" id="{A267D765-1E4C-4B3F-80EF-C1FF61D09B5C}"/>
              </a:ext>
            </a:extLst>
          </p:cNvPr>
          <p:cNvSpPr>
            <a:spLocks noGrp="1"/>
          </p:cNvSpPr>
          <p:nvPr>
            <p:ph type="body" sz="quarter" idx="10"/>
          </p:nvPr>
        </p:nvSpPr>
        <p:spPr/>
        <p:txBody>
          <a:bodyPr/>
          <a:lstStyle/>
          <a:p>
            <a:r>
              <a:rPr lang="en-GB" dirty="0"/>
              <a:t>K2, K3, K5, K6</a:t>
            </a:r>
          </a:p>
        </p:txBody>
      </p:sp>
      <p:sp>
        <p:nvSpPr>
          <p:cNvPr id="4" name="Text Placeholder 3">
            <a:extLst>
              <a:ext uri="{FF2B5EF4-FFF2-40B4-BE49-F238E27FC236}">
                <a16:creationId xmlns:a16="http://schemas.microsoft.com/office/drawing/2014/main" id="{482635A1-BECC-DB1A-75CB-D31C92D82BF7}"/>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742388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8"/>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8"/>
                                        </p:tgtEl>
                                      </p:cBhvr>
                                    </p:cmd>
                                  </p:childTnLst>
                                </p:cTn>
                              </p:par>
                            </p:childTnLst>
                          </p:cTn>
                        </p:par>
                      </p:childTnLst>
                    </p:cTn>
                  </p:par>
                </p:childTnLst>
              </p:cTn>
              <p:nextCondLst>
                <p:cond evt="onClick" delay="0">
                  <p:tgtEl>
                    <p:spTgt spid="8"/>
                  </p:tgtEl>
                </p:cond>
              </p:nextCondLst>
            </p:seq>
            <p:video>
              <p:cMediaNode vol="80000">
                <p:cTn id="12" fill="hold" display="0">
                  <p:stCondLst>
                    <p:cond delay="indefinite"/>
                  </p:stCondLst>
                </p:cTn>
                <p:tgtEl>
                  <p:spTgt spid="8"/>
                </p:tgtEl>
              </p:cMediaNode>
            </p:vide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BF168-101C-76E5-170B-32A3FE94461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39C6C0-2C8A-CAAD-B191-BD108D25568A}"/>
              </a:ext>
            </a:extLst>
          </p:cNvPr>
          <p:cNvSpPr>
            <a:spLocks noGrp="1"/>
          </p:cNvSpPr>
          <p:nvPr>
            <p:ph idx="1"/>
          </p:nvPr>
        </p:nvSpPr>
        <p:spPr>
          <a:xfrm>
            <a:off x="142128" y="4209068"/>
            <a:ext cx="11907740" cy="2156563"/>
          </a:xfrm>
        </p:spPr>
        <p:txBody>
          <a:bodyPr>
            <a:noAutofit/>
          </a:bodyPr>
          <a:lstStyle/>
          <a:p>
            <a:pPr marL="0" indent="0">
              <a:buNone/>
            </a:pPr>
            <a:r>
              <a:rPr lang="en-GB" sz="1600" dirty="0"/>
              <a:t>In addition;</a:t>
            </a:r>
          </a:p>
          <a:p>
            <a:r>
              <a:rPr lang="en-GB" sz="1600" dirty="0"/>
              <a:t>Set and communicate work priorities, updates and issues that emerge during development</a:t>
            </a:r>
          </a:p>
          <a:p>
            <a:r>
              <a:rPr lang="en-GB" sz="1600" dirty="0"/>
              <a:t>Document user stories or requirements for the software project</a:t>
            </a:r>
          </a:p>
          <a:p>
            <a:r>
              <a:rPr lang="en-GB" sz="1600" dirty="0"/>
              <a:t>Maximise the return on investment (ROI) of the software project</a:t>
            </a:r>
          </a:p>
          <a:p>
            <a:r>
              <a:rPr lang="en-GB" sz="1600" dirty="0"/>
              <a:t>Make the final decision on all scope-related decisions</a:t>
            </a:r>
          </a:p>
        </p:txBody>
      </p:sp>
      <p:sp>
        <p:nvSpPr>
          <p:cNvPr id="8" name="Title 7">
            <a:extLst>
              <a:ext uri="{FF2B5EF4-FFF2-40B4-BE49-F238E27FC236}">
                <a16:creationId xmlns:a16="http://schemas.microsoft.com/office/drawing/2014/main" id="{6A96BD24-F76E-9B11-D7CE-FAD353D41E20}"/>
              </a:ext>
            </a:extLst>
          </p:cNvPr>
          <p:cNvSpPr>
            <a:spLocks noGrp="1"/>
          </p:cNvSpPr>
          <p:nvPr>
            <p:ph type="title"/>
          </p:nvPr>
        </p:nvSpPr>
        <p:spPr>
          <a:prstGeom prst="rect">
            <a:avLst/>
          </a:prstGeom>
        </p:spPr>
        <p:txBody>
          <a:bodyPr lIns="0" tIns="0" rIns="0" bIns="0"/>
          <a:lstStyle/>
          <a:p>
            <a:r>
              <a:rPr lang="en-GB" dirty="0"/>
              <a:t>Product Owner</a:t>
            </a:r>
            <a:endParaRPr lang="en-GB" sz="3200" b="1" dirty="0">
              <a:effectLst/>
            </a:endParaRPr>
          </a:p>
        </p:txBody>
      </p:sp>
      <p:sp>
        <p:nvSpPr>
          <p:cNvPr id="2" name="Text Placeholder 1">
            <a:extLst>
              <a:ext uri="{FF2B5EF4-FFF2-40B4-BE49-F238E27FC236}">
                <a16:creationId xmlns:a16="http://schemas.microsoft.com/office/drawing/2014/main" id="{1EC36F7F-FC39-3308-A8CA-829253DC2FFA}"/>
              </a:ext>
            </a:extLst>
          </p:cNvPr>
          <p:cNvSpPr>
            <a:spLocks noGrp="1"/>
          </p:cNvSpPr>
          <p:nvPr>
            <p:ph type="body" sz="quarter" idx="10"/>
          </p:nvPr>
        </p:nvSpPr>
        <p:spPr/>
        <p:txBody>
          <a:bodyPr/>
          <a:lstStyle/>
          <a:p>
            <a:r>
              <a:rPr lang="en-GB" dirty="0"/>
              <a:t>K2, K3, K6</a:t>
            </a:r>
          </a:p>
        </p:txBody>
      </p:sp>
      <p:sp>
        <p:nvSpPr>
          <p:cNvPr id="4" name="Text Placeholder 3">
            <a:extLst>
              <a:ext uri="{FF2B5EF4-FFF2-40B4-BE49-F238E27FC236}">
                <a16:creationId xmlns:a16="http://schemas.microsoft.com/office/drawing/2014/main" id="{990A57CA-98D5-F919-9FB5-88A74D782E25}"/>
              </a:ext>
            </a:extLst>
          </p:cNvPr>
          <p:cNvSpPr>
            <a:spLocks noGrp="1"/>
          </p:cNvSpPr>
          <p:nvPr>
            <p:ph type="body" sz="quarter" idx="11"/>
          </p:nvPr>
        </p:nvSpPr>
        <p:spPr/>
        <p:txBody>
          <a:bodyPr/>
          <a:lstStyle/>
          <a:p>
            <a:endParaRPr lang="en-GB"/>
          </a:p>
        </p:txBody>
      </p:sp>
      <p:graphicFrame>
        <p:nvGraphicFramePr>
          <p:cNvPr id="5" name="Diagram 4">
            <a:extLst>
              <a:ext uri="{FF2B5EF4-FFF2-40B4-BE49-F238E27FC236}">
                <a16:creationId xmlns:a16="http://schemas.microsoft.com/office/drawing/2014/main" id="{92795904-B37C-9F2F-826D-233B02476FAD}"/>
              </a:ext>
            </a:extLst>
          </p:cNvPr>
          <p:cNvGraphicFramePr/>
          <p:nvPr>
            <p:extLst>
              <p:ext uri="{D42A27DB-BD31-4B8C-83A1-F6EECF244321}">
                <p14:modId xmlns:p14="http://schemas.microsoft.com/office/powerpoint/2010/main" val="432831437"/>
              </p:ext>
            </p:extLst>
          </p:nvPr>
        </p:nvGraphicFramePr>
        <p:xfrm>
          <a:off x="1305558" y="1499734"/>
          <a:ext cx="9580880" cy="25693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159186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000785-6F6B-09DF-0028-A920B7C876D9}"/>
              </a:ext>
            </a:extLst>
          </p:cNvPr>
          <p:cNvSpPr>
            <a:spLocks noGrp="1"/>
          </p:cNvSpPr>
          <p:nvPr>
            <p:ph idx="1"/>
          </p:nvPr>
        </p:nvSpPr>
        <p:spPr>
          <a:xfrm>
            <a:off x="142128" y="4209068"/>
            <a:ext cx="11907740" cy="2156563"/>
          </a:xfrm>
        </p:spPr>
        <p:txBody>
          <a:bodyPr>
            <a:noAutofit/>
          </a:bodyPr>
          <a:lstStyle/>
          <a:p>
            <a:pPr marL="0" indent="0">
              <a:buNone/>
            </a:pPr>
            <a:r>
              <a:rPr lang="en-GB" sz="1700" dirty="0"/>
              <a:t>In addition;</a:t>
            </a:r>
          </a:p>
          <a:p>
            <a:r>
              <a:rPr lang="en-GB" sz="1700" dirty="0"/>
              <a:t>Lead, plan and follow up on all Agile meetings</a:t>
            </a:r>
          </a:p>
          <a:p>
            <a:r>
              <a:rPr lang="en-GB" sz="1700" dirty="0"/>
              <a:t>Teach the team about the best practices and concepts of Agile</a:t>
            </a:r>
          </a:p>
          <a:p>
            <a:r>
              <a:rPr lang="en-GB" sz="1700" dirty="0"/>
              <a:t>Be the buffer between the team and the Product Owner or any outside participator</a:t>
            </a:r>
          </a:p>
          <a:p>
            <a:r>
              <a:rPr lang="en-GB" sz="1700" dirty="0"/>
              <a:t>Help the product owner maintain product backlogs</a:t>
            </a:r>
          </a:p>
          <a:p>
            <a:r>
              <a:rPr lang="en-GB" sz="1700" dirty="0"/>
              <a:t>Help the team focus on the most valuable activities and results </a:t>
            </a:r>
          </a:p>
          <a:p>
            <a:pPr marL="0" indent="0">
              <a:buNone/>
            </a:pPr>
            <a:endParaRPr lang="en-GB" sz="1700" dirty="0"/>
          </a:p>
        </p:txBody>
      </p:sp>
      <p:sp>
        <p:nvSpPr>
          <p:cNvPr id="8" name="Title 7">
            <a:extLst>
              <a:ext uri="{FF2B5EF4-FFF2-40B4-BE49-F238E27FC236}">
                <a16:creationId xmlns:a16="http://schemas.microsoft.com/office/drawing/2014/main" id="{549174B0-7220-4137-A082-BA5496138F9C}"/>
              </a:ext>
            </a:extLst>
          </p:cNvPr>
          <p:cNvSpPr>
            <a:spLocks noGrp="1"/>
          </p:cNvSpPr>
          <p:nvPr>
            <p:ph type="title"/>
          </p:nvPr>
        </p:nvSpPr>
        <p:spPr>
          <a:prstGeom prst="rect">
            <a:avLst/>
          </a:prstGeom>
        </p:spPr>
        <p:txBody>
          <a:bodyPr lIns="0" tIns="0" rIns="0" bIns="0"/>
          <a:lstStyle/>
          <a:p>
            <a:pPr rtl="0" eaLnBrk="1" latinLnBrk="0" hangingPunct="1"/>
            <a:r>
              <a:rPr lang="en-GB" dirty="0"/>
              <a:t>Scrum Master</a:t>
            </a:r>
            <a:endParaRPr lang="en-GB" sz="3200" b="1" dirty="0">
              <a:effectLst/>
            </a:endParaRPr>
          </a:p>
        </p:txBody>
      </p:sp>
      <p:sp>
        <p:nvSpPr>
          <p:cNvPr id="2" name="Text Placeholder 1">
            <a:extLst>
              <a:ext uri="{FF2B5EF4-FFF2-40B4-BE49-F238E27FC236}">
                <a16:creationId xmlns:a16="http://schemas.microsoft.com/office/drawing/2014/main" id="{EC9EBC2F-0A71-5FFA-EF2B-CCB0F057506D}"/>
              </a:ext>
            </a:extLst>
          </p:cNvPr>
          <p:cNvSpPr>
            <a:spLocks noGrp="1"/>
          </p:cNvSpPr>
          <p:nvPr>
            <p:ph type="body" sz="quarter" idx="10"/>
          </p:nvPr>
        </p:nvSpPr>
        <p:spPr/>
        <p:txBody>
          <a:bodyPr/>
          <a:lstStyle/>
          <a:p>
            <a:r>
              <a:rPr lang="en-GB" dirty="0"/>
              <a:t>K2, K3, K6</a:t>
            </a:r>
          </a:p>
        </p:txBody>
      </p:sp>
      <p:sp>
        <p:nvSpPr>
          <p:cNvPr id="4" name="Text Placeholder 3">
            <a:extLst>
              <a:ext uri="{FF2B5EF4-FFF2-40B4-BE49-F238E27FC236}">
                <a16:creationId xmlns:a16="http://schemas.microsoft.com/office/drawing/2014/main" id="{20AD58CE-276A-FE8F-E421-D43B525A4663}"/>
              </a:ext>
            </a:extLst>
          </p:cNvPr>
          <p:cNvSpPr>
            <a:spLocks noGrp="1"/>
          </p:cNvSpPr>
          <p:nvPr>
            <p:ph type="body" sz="quarter" idx="11"/>
          </p:nvPr>
        </p:nvSpPr>
        <p:spPr/>
        <p:txBody>
          <a:bodyPr/>
          <a:lstStyle/>
          <a:p>
            <a:endParaRPr lang="en-GB"/>
          </a:p>
        </p:txBody>
      </p:sp>
      <p:graphicFrame>
        <p:nvGraphicFramePr>
          <p:cNvPr id="5" name="Diagram 4">
            <a:extLst>
              <a:ext uri="{FF2B5EF4-FFF2-40B4-BE49-F238E27FC236}">
                <a16:creationId xmlns:a16="http://schemas.microsoft.com/office/drawing/2014/main" id="{D51683B6-0B08-F22E-90D6-9187809B9ADB}"/>
              </a:ext>
            </a:extLst>
          </p:cNvPr>
          <p:cNvGraphicFramePr/>
          <p:nvPr>
            <p:extLst>
              <p:ext uri="{D42A27DB-BD31-4B8C-83A1-F6EECF244321}">
                <p14:modId xmlns:p14="http://schemas.microsoft.com/office/powerpoint/2010/main" val="3724462214"/>
              </p:ext>
            </p:extLst>
          </p:nvPr>
        </p:nvGraphicFramePr>
        <p:xfrm>
          <a:off x="1305558" y="1499734"/>
          <a:ext cx="9580880" cy="25693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230751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30C6E-C461-A131-4B14-BB5A3C6B5F5E}"/>
              </a:ext>
            </a:extLst>
          </p:cNvPr>
          <p:cNvSpPr>
            <a:spLocks noGrp="1"/>
          </p:cNvSpPr>
          <p:nvPr>
            <p:ph type="ctrTitle"/>
          </p:nvPr>
        </p:nvSpPr>
        <p:spPr/>
        <p:txBody>
          <a:bodyPr>
            <a:normAutofit/>
          </a:bodyPr>
          <a:lstStyle/>
          <a:p>
            <a:r>
              <a:rPr lang="en-US" dirty="0"/>
              <a:t>Effective Teamwork</a:t>
            </a:r>
            <a:endParaRPr lang="en-GB" dirty="0"/>
          </a:p>
        </p:txBody>
      </p:sp>
      <p:sp>
        <p:nvSpPr>
          <p:cNvPr id="3" name="Text Placeholder 2">
            <a:extLst>
              <a:ext uri="{FF2B5EF4-FFF2-40B4-BE49-F238E27FC236}">
                <a16:creationId xmlns:a16="http://schemas.microsoft.com/office/drawing/2014/main" id="{1C7DDD4E-965C-ADA7-81BB-2A59E3F60FFB}"/>
              </a:ext>
            </a:extLst>
          </p:cNvPr>
          <p:cNvSpPr>
            <a:spLocks noGrp="1"/>
          </p:cNvSpPr>
          <p:nvPr>
            <p:ph type="subTitle" idx="1"/>
          </p:nvPr>
        </p:nvSpPr>
        <p:spPr/>
        <p:txBody>
          <a:bodyPr/>
          <a:lstStyle/>
          <a:p>
            <a:r>
              <a:rPr lang="en-US" dirty="0"/>
              <a:t>Working effectively within a team</a:t>
            </a:r>
            <a:endParaRPr lang="en-GB" dirty="0"/>
          </a:p>
        </p:txBody>
      </p:sp>
    </p:spTree>
    <p:extLst>
      <p:ext uri="{BB962C8B-B14F-4D97-AF65-F5344CB8AC3E}">
        <p14:creationId xmlns:p14="http://schemas.microsoft.com/office/powerpoint/2010/main" val="41303710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1">
            <a:extLst>
              <a:ext uri="{FF2B5EF4-FFF2-40B4-BE49-F238E27FC236}">
                <a16:creationId xmlns:a16="http://schemas.microsoft.com/office/drawing/2014/main" id="{CC3CB9E1-13DC-2446-D7FD-34F0D8D91AE1}"/>
              </a:ext>
            </a:extLst>
          </p:cNvPr>
          <p:cNvSpPr>
            <a:spLocks noGrp="1"/>
          </p:cNvSpPr>
          <p:nvPr>
            <p:ph idx="1"/>
          </p:nvPr>
        </p:nvSpPr>
        <p:spPr/>
        <p:txBody>
          <a:bodyPr anchor="ctr" anchorCtr="0"/>
          <a:lstStyle/>
          <a:p>
            <a:pPr marL="0" indent="0" algn="ctr">
              <a:buNone/>
            </a:pPr>
            <a:r>
              <a:rPr lang="en-US" dirty="0"/>
              <a:t>Answer the following questions;</a:t>
            </a:r>
          </a:p>
          <a:p>
            <a:pPr marL="0" indent="0" algn="ctr">
              <a:buNone/>
            </a:pPr>
            <a:endParaRPr lang="en-US" dirty="0"/>
          </a:p>
          <a:p>
            <a:pPr marL="0" indent="0" algn="ctr">
              <a:buNone/>
            </a:pPr>
            <a:r>
              <a:rPr lang="en-US" dirty="0"/>
              <a:t>In your opinion what is effective teamwork?</a:t>
            </a:r>
          </a:p>
          <a:p>
            <a:pPr marL="0" indent="0" algn="ctr">
              <a:buNone/>
            </a:pPr>
            <a:endParaRPr lang="en-US" dirty="0"/>
          </a:p>
          <a:p>
            <a:pPr marL="0" indent="0" algn="ctr">
              <a:buNone/>
            </a:pPr>
            <a:r>
              <a:rPr lang="en-US" dirty="0"/>
              <a:t>In your opinion what makes someone a good team player?</a:t>
            </a:r>
            <a:endParaRPr lang="en-GB" dirty="0"/>
          </a:p>
        </p:txBody>
      </p:sp>
      <p:sp>
        <p:nvSpPr>
          <p:cNvPr id="2" name="Title 1">
            <a:extLst>
              <a:ext uri="{FF2B5EF4-FFF2-40B4-BE49-F238E27FC236}">
                <a16:creationId xmlns:a16="http://schemas.microsoft.com/office/drawing/2014/main" id="{39097979-570D-1FCA-B7B5-D50725354F4C}"/>
              </a:ext>
            </a:extLst>
          </p:cNvPr>
          <p:cNvSpPr>
            <a:spLocks noGrp="1"/>
          </p:cNvSpPr>
          <p:nvPr>
            <p:ph type="title"/>
          </p:nvPr>
        </p:nvSpPr>
        <p:spPr/>
        <p:txBody>
          <a:bodyPr/>
          <a:lstStyle/>
          <a:p>
            <a:r>
              <a:rPr lang="en-US" dirty="0"/>
              <a:t>Effective Teamwork</a:t>
            </a:r>
            <a:endParaRPr lang="en-GB" dirty="0"/>
          </a:p>
        </p:txBody>
      </p:sp>
      <p:sp>
        <p:nvSpPr>
          <p:cNvPr id="5" name="Text Placeholder 4">
            <a:extLst>
              <a:ext uri="{FF2B5EF4-FFF2-40B4-BE49-F238E27FC236}">
                <a16:creationId xmlns:a16="http://schemas.microsoft.com/office/drawing/2014/main" id="{5A508E04-3C49-5AEB-CE38-6ED1B1ABDB1F}"/>
              </a:ext>
            </a:extLst>
          </p:cNvPr>
          <p:cNvSpPr>
            <a:spLocks noGrp="1"/>
          </p:cNvSpPr>
          <p:nvPr>
            <p:ph type="body" sz="quarter" idx="10"/>
          </p:nvPr>
        </p:nvSpPr>
        <p:spPr/>
        <p:txBody>
          <a:bodyPr/>
          <a:lstStyle/>
          <a:p>
            <a:r>
              <a:rPr lang="en-GB" dirty="0"/>
              <a:t>K2, K3, K6, B3, B4, B9</a:t>
            </a:r>
          </a:p>
        </p:txBody>
      </p:sp>
      <p:sp>
        <p:nvSpPr>
          <p:cNvPr id="3" name="Text Placeholder 2">
            <a:extLst>
              <a:ext uri="{FF2B5EF4-FFF2-40B4-BE49-F238E27FC236}">
                <a16:creationId xmlns:a16="http://schemas.microsoft.com/office/drawing/2014/main" id="{249F8126-7BA9-44BB-02C1-CE9722D8F940}"/>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2434647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Online Media 5" title="Secrets Of Successful Teamwork: Insights From Google">
            <a:hlinkClick r:id="" action="ppaction://media"/>
            <a:extLst>
              <a:ext uri="{FF2B5EF4-FFF2-40B4-BE49-F238E27FC236}">
                <a16:creationId xmlns:a16="http://schemas.microsoft.com/office/drawing/2014/main" id="{6904349A-6C83-8691-79EC-846092B2A8F2}"/>
              </a:ext>
            </a:extLst>
          </p:cNvPr>
          <p:cNvPicPr>
            <a:picLocks noGrp="1" noRot="1" noChangeAspect="1"/>
          </p:cNvPicPr>
          <p:nvPr>
            <p:ph idx="1"/>
            <a:videoFile r:link="rId1"/>
          </p:nvPr>
        </p:nvPicPr>
        <p:blipFill>
          <a:blip r:embed="rId4"/>
          <a:stretch>
            <a:fillRect/>
          </a:stretch>
        </p:blipFill>
        <p:spPr>
          <a:xfrm>
            <a:off x="1949450" y="1679575"/>
            <a:ext cx="8293100" cy="4686300"/>
          </a:xfrm>
          <a:prstGeom prst="rect">
            <a:avLst/>
          </a:prstGeom>
        </p:spPr>
      </p:pic>
      <p:sp>
        <p:nvSpPr>
          <p:cNvPr id="3" name="Title 2">
            <a:extLst>
              <a:ext uri="{FF2B5EF4-FFF2-40B4-BE49-F238E27FC236}">
                <a16:creationId xmlns:a16="http://schemas.microsoft.com/office/drawing/2014/main" id="{3A783F03-DA48-095C-0E68-58E1815B5870}"/>
              </a:ext>
            </a:extLst>
          </p:cNvPr>
          <p:cNvSpPr>
            <a:spLocks noGrp="1"/>
          </p:cNvSpPr>
          <p:nvPr>
            <p:ph type="title"/>
          </p:nvPr>
        </p:nvSpPr>
        <p:spPr/>
        <p:txBody>
          <a:bodyPr/>
          <a:lstStyle/>
          <a:p>
            <a:r>
              <a:rPr lang="en-GB" dirty="0"/>
              <a:t>Project Aristotle</a:t>
            </a:r>
          </a:p>
        </p:txBody>
      </p:sp>
      <p:sp>
        <p:nvSpPr>
          <p:cNvPr id="2" name="Text Placeholder 1">
            <a:extLst>
              <a:ext uri="{FF2B5EF4-FFF2-40B4-BE49-F238E27FC236}">
                <a16:creationId xmlns:a16="http://schemas.microsoft.com/office/drawing/2014/main" id="{400AB5AE-3EDF-8F10-67BF-4920BFA5B14A}"/>
              </a:ext>
            </a:extLst>
          </p:cNvPr>
          <p:cNvSpPr>
            <a:spLocks noGrp="1"/>
          </p:cNvSpPr>
          <p:nvPr>
            <p:ph type="body" sz="quarter" idx="10"/>
          </p:nvPr>
        </p:nvSpPr>
        <p:spPr/>
        <p:txBody>
          <a:bodyPr/>
          <a:lstStyle/>
          <a:p>
            <a:r>
              <a:rPr lang="en-GB" dirty="0"/>
              <a:t>K2, K3, K6</a:t>
            </a:r>
          </a:p>
        </p:txBody>
      </p:sp>
      <p:sp>
        <p:nvSpPr>
          <p:cNvPr id="4" name="Text Placeholder 3">
            <a:extLst>
              <a:ext uri="{FF2B5EF4-FFF2-40B4-BE49-F238E27FC236}">
                <a16:creationId xmlns:a16="http://schemas.microsoft.com/office/drawing/2014/main" id="{25547460-5F51-69D3-13E3-16DBDED693CA}"/>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2431058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8"/>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8"/>
                                        </p:tgtEl>
                                      </p:cBhvr>
                                    </p:cmd>
                                  </p:childTnLst>
                                </p:cTn>
                              </p:par>
                            </p:childTnLst>
                          </p:cTn>
                        </p:par>
                      </p:childTnLst>
                    </p:cTn>
                  </p:par>
                </p:childTnLst>
              </p:cTn>
              <p:nextCondLst>
                <p:cond evt="onClick" delay="0">
                  <p:tgtEl>
                    <p:spTgt spid="8"/>
                  </p:tgtEl>
                </p:cond>
              </p:nextCondLst>
            </p:seq>
            <p:video>
              <p:cMediaNode vol="80000">
                <p:cTn id="12" fill="hold" display="0">
                  <p:stCondLst>
                    <p:cond delay="indefinite"/>
                  </p:stCondLst>
                </p:cTn>
                <p:tgtEl>
                  <p:spTgt spid="8"/>
                </p:tgtEl>
              </p:cMediaNode>
            </p:video>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E5FF3B9-C553-7362-6394-D3933A0DDEFA}"/>
              </a:ext>
            </a:extLst>
          </p:cNvPr>
          <p:cNvSpPr>
            <a:spLocks noGrp="1"/>
          </p:cNvSpPr>
          <p:nvPr>
            <p:ph idx="1"/>
          </p:nvPr>
        </p:nvSpPr>
        <p:spPr>
          <a:xfrm>
            <a:off x="2235738" y="1679710"/>
            <a:ext cx="9357413" cy="4687200"/>
          </a:xfrm>
        </p:spPr>
        <p:txBody>
          <a:bodyPr>
            <a:normAutofit/>
          </a:bodyPr>
          <a:lstStyle/>
          <a:p>
            <a:r>
              <a:rPr lang="en-US" dirty="0"/>
              <a:t>Project Aristotle states that 5 things are key elements of effective teamwork</a:t>
            </a:r>
          </a:p>
          <a:p>
            <a:pPr marL="457200" lvl="1" indent="0">
              <a:buNone/>
            </a:pPr>
            <a:endParaRPr lang="en-GB" dirty="0"/>
          </a:p>
          <a:p>
            <a:pPr marL="0" indent="0" algn="ctr">
              <a:buNone/>
            </a:pPr>
            <a:r>
              <a:rPr lang="en-GB" dirty="0"/>
              <a:t>Summarise what each of the them mean</a:t>
            </a:r>
          </a:p>
          <a:p>
            <a:pPr marL="0" indent="0" algn="ctr">
              <a:buNone/>
            </a:pPr>
            <a:endParaRPr lang="en-GB" dirty="0"/>
          </a:p>
          <a:p>
            <a:pPr marL="0" indent="0" algn="ctr">
              <a:buNone/>
            </a:pPr>
            <a:r>
              <a:rPr lang="en-GB" dirty="0"/>
              <a:t>Would you add anything to the list of elements?</a:t>
            </a:r>
          </a:p>
          <a:p>
            <a:pPr marL="0" indent="0" algn="ctr">
              <a:buNone/>
            </a:pPr>
            <a:endParaRPr lang="en-GB" dirty="0"/>
          </a:p>
          <a:p>
            <a:pPr marL="0" indent="0" algn="ctr">
              <a:buNone/>
            </a:pPr>
            <a:r>
              <a:rPr lang="en-GB" dirty="0"/>
              <a:t>How could your team be more effective? </a:t>
            </a:r>
          </a:p>
          <a:p>
            <a:pPr marL="0" indent="0" algn="ctr">
              <a:buNone/>
            </a:pPr>
            <a:endParaRPr lang="en-GB" dirty="0"/>
          </a:p>
          <a:p>
            <a:pPr marL="0" indent="0" algn="ctr">
              <a:buNone/>
            </a:pPr>
            <a:r>
              <a:rPr lang="en-GB" dirty="0"/>
              <a:t>How could you be more effective?</a:t>
            </a:r>
          </a:p>
        </p:txBody>
      </p:sp>
      <p:sp>
        <p:nvSpPr>
          <p:cNvPr id="2" name="Title 1">
            <a:extLst>
              <a:ext uri="{FF2B5EF4-FFF2-40B4-BE49-F238E27FC236}">
                <a16:creationId xmlns:a16="http://schemas.microsoft.com/office/drawing/2014/main" id="{FC030C6E-C461-A131-4B14-BB5A3C6B5F5E}"/>
              </a:ext>
            </a:extLst>
          </p:cNvPr>
          <p:cNvSpPr>
            <a:spLocks noGrp="1"/>
          </p:cNvSpPr>
          <p:nvPr>
            <p:ph type="title"/>
          </p:nvPr>
        </p:nvSpPr>
        <p:spPr/>
        <p:txBody>
          <a:bodyPr>
            <a:normAutofit/>
          </a:bodyPr>
          <a:lstStyle/>
          <a:p>
            <a:r>
              <a:rPr lang="en-US" dirty="0"/>
              <a:t>Effective Teamwork</a:t>
            </a:r>
            <a:endParaRPr lang="en-GB" dirty="0"/>
          </a:p>
        </p:txBody>
      </p:sp>
      <p:sp>
        <p:nvSpPr>
          <p:cNvPr id="5" name="Text Placeholder 4">
            <a:extLst>
              <a:ext uri="{FF2B5EF4-FFF2-40B4-BE49-F238E27FC236}">
                <a16:creationId xmlns:a16="http://schemas.microsoft.com/office/drawing/2014/main" id="{3BF4F2D7-2B6F-81C6-7424-C5F00A829A0A}"/>
              </a:ext>
            </a:extLst>
          </p:cNvPr>
          <p:cNvSpPr>
            <a:spLocks noGrp="1"/>
          </p:cNvSpPr>
          <p:nvPr>
            <p:ph type="body" sz="quarter" idx="10"/>
          </p:nvPr>
        </p:nvSpPr>
        <p:spPr/>
        <p:txBody>
          <a:bodyPr/>
          <a:lstStyle/>
          <a:p>
            <a:r>
              <a:rPr lang="en-GB" dirty="0"/>
              <a:t>K2, K3, K6, B3, B4, B7, B9</a:t>
            </a:r>
          </a:p>
        </p:txBody>
      </p:sp>
      <p:sp>
        <p:nvSpPr>
          <p:cNvPr id="7" name="Text Placeholder 6">
            <a:extLst>
              <a:ext uri="{FF2B5EF4-FFF2-40B4-BE49-F238E27FC236}">
                <a16:creationId xmlns:a16="http://schemas.microsoft.com/office/drawing/2014/main" id="{8312E779-0E13-EB12-A3FD-03011E7EDED6}"/>
              </a:ext>
            </a:extLst>
          </p:cNvPr>
          <p:cNvSpPr>
            <a:spLocks noGrp="1"/>
          </p:cNvSpPr>
          <p:nvPr>
            <p:ph type="body" sz="quarter" idx="11"/>
          </p:nvPr>
        </p:nvSpPr>
        <p:spPr/>
        <p:txBody>
          <a:bodyPr/>
          <a:lstStyle/>
          <a:p>
            <a:endParaRPr lang="en-GB"/>
          </a:p>
        </p:txBody>
      </p:sp>
      <p:graphicFrame>
        <p:nvGraphicFramePr>
          <p:cNvPr id="4" name="Diagram 3">
            <a:extLst>
              <a:ext uri="{FF2B5EF4-FFF2-40B4-BE49-F238E27FC236}">
                <a16:creationId xmlns:a16="http://schemas.microsoft.com/office/drawing/2014/main" id="{6BBACC92-EE22-4D82-68E9-B01AA978D3DE}"/>
              </a:ext>
            </a:extLst>
          </p:cNvPr>
          <p:cNvGraphicFramePr/>
          <p:nvPr>
            <p:extLst>
              <p:ext uri="{D42A27DB-BD31-4B8C-83A1-F6EECF244321}">
                <p14:modId xmlns:p14="http://schemas.microsoft.com/office/powerpoint/2010/main" val="3652001347"/>
              </p:ext>
            </p:extLst>
          </p:nvPr>
        </p:nvGraphicFramePr>
        <p:xfrm>
          <a:off x="1020286" y="1679710"/>
          <a:ext cx="1949157" cy="468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558072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30C6E-C461-A131-4B14-BB5A3C6B5F5E}"/>
              </a:ext>
            </a:extLst>
          </p:cNvPr>
          <p:cNvSpPr>
            <a:spLocks noGrp="1"/>
          </p:cNvSpPr>
          <p:nvPr>
            <p:ph type="ctrTitle"/>
          </p:nvPr>
        </p:nvSpPr>
        <p:spPr/>
        <p:txBody>
          <a:bodyPr>
            <a:normAutofit/>
          </a:bodyPr>
          <a:lstStyle/>
          <a:p>
            <a:r>
              <a:rPr lang="en-US" dirty="0"/>
              <a:t>Summary</a:t>
            </a:r>
            <a:endParaRPr lang="en-GB" dirty="0"/>
          </a:p>
        </p:txBody>
      </p:sp>
      <p:sp>
        <p:nvSpPr>
          <p:cNvPr id="3" name="Subtitle 2">
            <a:extLst>
              <a:ext uri="{FF2B5EF4-FFF2-40B4-BE49-F238E27FC236}">
                <a16:creationId xmlns:a16="http://schemas.microsoft.com/office/drawing/2014/main" id="{DC2EA36B-147F-8DA3-0AD0-CC9FC99A703B}"/>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38555175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3882F-78FD-6A9E-9FC7-D8256C8049F2}"/>
              </a:ext>
            </a:extLst>
          </p:cNvPr>
          <p:cNvSpPr>
            <a:spLocks noGrp="1"/>
          </p:cNvSpPr>
          <p:nvPr>
            <p:ph type="title"/>
          </p:nvPr>
        </p:nvSpPr>
        <p:spPr/>
        <p:txBody>
          <a:bodyPr>
            <a:normAutofit/>
          </a:bodyPr>
          <a:lstStyle/>
          <a:p>
            <a:r>
              <a:rPr lang="en-GB" sz="4000" dirty="0"/>
              <a:t>Achieving Learning Aim and Objectives</a:t>
            </a:r>
          </a:p>
        </p:txBody>
      </p:sp>
      <p:sp>
        <p:nvSpPr>
          <p:cNvPr id="14" name="Content Placeholder 2">
            <a:extLst>
              <a:ext uri="{FF2B5EF4-FFF2-40B4-BE49-F238E27FC236}">
                <a16:creationId xmlns:a16="http://schemas.microsoft.com/office/drawing/2014/main" id="{873F6C5A-1133-FE4F-0FBB-0F9B8A6D21A2}"/>
              </a:ext>
            </a:extLst>
          </p:cNvPr>
          <p:cNvSpPr>
            <a:spLocks noGrp="1"/>
          </p:cNvSpPr>
          <p:nvPr>
            <p:ph idx="1"/>
          </p:nvPr>
        </p:nvSpPr>
        <p:spPr/>
        <p:txBody>
          <a:bodyPr>
            <a:normAutofit fontScale="85000" lnSpcReduction="20000"/>
          </a:bodyPr>
          <a:lstStyle/>
          <a:p>
            <a:pPr marL="0" indent="0">
              <a:buNone/>
            </a:pPr>
            <a:r>
              <a:rPr lang="en-GB" sz="2200" b="1" dirty="0"/>
              <a:t>Session Aim</a:t>
            </a:r>
          </a:p>
          <a:p>
            <a:r>
              <a:rPr lang="en-GB" sz="1700" dirty="0"/>
              <a:t>Define and describe the Roles and Responsibilities within Software Development (D1, D7, D17, D18, D21)</a:t>
            </a:r>
          </a:p>
          <a:p>
            <a:pPr marL="0" indent="0">
              <a:buNone/>
            </a:pPr>
            <a:endParaRPr lang="en-GB" sz="1200" dirty="0"/>
          </a:p>
          <a:p>
            <a:pPr marL="0" indent="0">
              <a:buNone/>
            </a:pPr>
            <a:r>
              <a:rPr lang="en-GB" sz="2200" b="1" dirty="0"/>
              <a:t>Objectives</a:t>
            </a:r>
          </a:p>
        </p:txBody>
      </p:sp>
      <p:graphicFrame>
        <p:nvGraphicFramePr>
          <p:cNvPr id="10" name="Content Placeholder 9">
            <a:extLst>
              <a:ext uri="{FF2B5EF4-FFF2-40B4-BE49-F238E27FC236}">
                <a16:creationId xmlns:a16="http://schemas.microsoft.com/office/drawing/2014/main" id="{0F06B608-D0EC-78EE-B652-DB30D2BB1BD1}"/>
              </a:ext>
            </a:extLst>
          </p:cNvPr>
          <p:cNvGraphicFramePr>
            <a:graphicFrameLocks noGrp="1"/>
          </p:cNvGraphicFramePr>
          <p:nvPr>
            <p:ph sz="quarter" idx="11"/>
            <p:extLst>
              <p:ext uri="{D42A27DB-BD31-4B8C-83A1-F6EECF244321}">
                <p14:modId xmlns:p14="http://schemas.microsoft.com/office/powerpoint/2010/main" val="2092038461"/>
              </p:ext>
            </p:extLst>
          </p:nvPr>
        </p:nvGraphicFramePr>
        <p:xfrm>
          <a:off x="2251075" y="3038475"/>
          <a:ext cx="9801225" cy="36449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749927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0FCC4-0743-4E32-47B1-0E8F61F541C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BA7A21F9-8301-87C2-22FA-B706F92A85C9}"/>
              </a:ext>
            </a:extLst>
          </p:cNvPr>
          <p:cNvSpPr>
            <a:spLocks noGrp="1"/>
          </p:cNvSpPr>
          <p:nvPr>
            <p:ph type="title"/>
          </p:nvPr>
        </p:nvSpPr>
        <p:spPr/>
        <p:txBody>
          <a:bodyPr>
            <a:normAutofit/>
          </a:bodyPr>
          <a:lstStyle/>
          <a:p>
            <a:r>
              <a:rPr lang="en-GB" dirty="0"/>
              <a:t>Competencies and Coverage</a:t>
            </a:r>
          </a:p>
        </p:txBody>
      </p:sp>
      <p:graphicFrame>
        <p:nvGraphicFramePr>
          <p:cNvPr id="2" name="Table 4">
            <a:extLst>
              <a:ext uri="{FF2B5EF4-FFF2-40B4-BE49-F238E27FC236}">
                <a16:creationId xmlns:a16="http://schemas.microsoft.com/office/drawing/2014/main" id="{8A6F559D-5B85-4452-9F58-07026C99814B}"/>
              </a:ext>
            </a:extLst>
          </p:cNvPr>
          <p:cNvGraphicFramePr>
            <a:graphicFrameLocks noGrp="1"/>
          </p:cNvGraphicFramePr>
          <p:nvPr>
            <p:extLst>
              <p:ext uri="{D42A27DB-BD31-4B8C-83A1-F6EECF244321}">
                <p14:modId xmlns:p14="http://schemas.microsoft.com/office/powerpoint/2010/main" val="3417277061"/>
              </p:ext>
            </p:extLst>
          </p:nvPr>
        </p:nvGraphicFramePr>
        <p:xfrm>
          <a:off x="264883" y="2498799"/>
          <a:ext cx="8127999" cy="1371600"/>
        </p:xfrm>
        <a:graphic>
          <a:graphicData uri="http://schemas.openxmlformats.org/drawingml/2006/table">
            <a:tbl>
              <a:tblPr firstRow="1" bandRow="1">
                <a:tableStyleId>{69012ECD-51FC-41F1-AA8D-1B2483CD663E}</a:tableStyleId>
              </a:tblPr>
              <a:tblGrid>
                <a:gridCol w="2709333">
                  <a:extLst>
                    <a:ext uri="{9D8B030D-6E8A-4147-A177-3AD203B41FA5}">
                      <a16:colId xmlns:a16="http://schemas.microsoft.com/office/drawing/2014/main" val="3030813770"/>
                    </a:ext>
                  </a:extLst>
                </a:gridCol>
                <a:gridCol w="2709333">
                  <a:extLst>
                    <a:ext uri="{9D8B030D-6E8A-4147-A177-3AD203B41FA5}">
                      <a16:colId xmlns:a16="http://schemas.microsoft.com/office/drawing/2014/main" val="79954557"/>
                    </a:ext>
                  </a:extLst>
                </a:gridCol>
                <a:gridCol w="2709333">
                  <a:extLst>
                    <a:ext uri="{9D8B030D-6E8A-4147-A177-3AD203B41FA5}">
                      <a16:colId xmlns:a16="http://schemas.microsoft.com/office/drawing/2014/main" val="1113414384"/>
                    </a:ext>
                  </a:extLst>
                </a:gridCol>
              </a:tblGrid>
              <a:tr h="238094">
                <a:tc gridSpan="3">
                  <a:txBody>
                    <a:bodyPr/>
                    <a:lstStyle/>
                    <a:p>
                      <a:pPr algn="ctr"/>
                      <a:r>
                        <a:rPr lang="en-GB" dirty="0"/>
                        <a:t>Professional Discussion underpinned by Portfolio</a:t>
                      </a:r>
                    </a:p>
                  </a:txBody>
                  <a:tcPr/>
                </a:tc>
                <a:tc hMerge="1">
                  <a:txBody>
                    <a:bodyPr/>
                    <a:lstStyle/>
                    <a:p>
                      <a:endParaRPr lang="en-GB" dirty="0"/>
                    </a:p>
                  </a:txBody>
                  <a:tcPr/>
                </a:tc>
                <a:tc hMerge="1">
                  <a:txBody>
                    <a:bodyPr/>
                    <a:lstStyle/>
                    <a:p>
                      <a:endParaRPr lang="en-GB" dirty="0"/>
                    </a:p>
                  </a:txBody>
                  <a:tcPr/>
                </a:tc>
                <a:extLst>
                  <a:ext uri="{0D108BD9-81ED-4DB2-BD59-A6C34878D82A}">
                    <a16:rowId xmlns:a16="http://schemas.microsoft.com/office/drawing/2014/main" val="432273095"/>
                  </a:ext>
                </a:extLst>
              </a:tr>
              <a:tr h="238094">
                <a:tc>
                  <a:txBody>
                    <a:bodyPr/>
                    <a:lstStyle/>
                    <a:p>
                      <a:pPr algn="ctr"/>
                      <a:r>
                        <a:rPr lang="en-GB" b="1" dirty="0">
                          <a:solidFill>
                            <a:schemeClr val="tx2"/>
                          </a:solidFill>
                        </a:rPr>
                        <a:t>Knowledge</a:t>
                      </a:r>
                    </a:p>
                  </a:txBody>
                  <a:tcPr/>
                </a:tc>
                <a:tc>
                  <a:txBody>
                    <a:bodyPr/>
                    <a:lstStyle/>
                    <a:p>
                      <a:pPr algn="ctr"/>
                      <a:r>
                        <a:rPr lang="en-GB" b="1" dirty="0">
                          <a:solidFill>
                            <a:schemeClr val="tx2"/>
                          </a:solidFill>
                        </a:rPr>
                        <a:t>Skills</a:t>
                      </a:r>
                    </a:p>
                  </a:txBody>
                  <a:tcPr/>
                </a:tc>
                <a:tc>
                  <a:txBody>
                    <a:bodyPr/>
                    <a:lstStyle/>
                    <a:p>
                      <a:pPr algn="ctr"/>
                      <a:r>
                        <a:rPr lang="en-GB" b="1" dirty="0">
                          <a:solidFill>
                            <a:schemeClr val="tx2"/>
                          </a:solidFill>
                        </a:rPr>
                        <a:t>Behaviours</a:t>
                      </a:r>
                    </a:p>
                  </a:txBody>
                  <a:tcPr/>
                </a:tc>
                <a:extLst>
                  <a:ext uri="{0D108BD9-81ED-4DB2-BD59-A6C34878D82A}">
                    <a16:rowId xmlns:a16="http://schemas.microsoft.com/office/drawing/2014/main" val="2345125783"/>
                  </a:ext>
                </a:extLst>
              </a:tr>
              <a:tr h="515930">
                <a:tc>
                  <a:txBody>
                    <a:bodyPr/>
                    <a:lstStyle/>
                    <a:p>
                      <a:pPr algn="ctr"/>
                      <a:r>
                        <a:rPr lang="en-GB" sz="1800" kern="1200" dirty="0">
                          <a:solidFill>
                            <a:schemeClr val="bg1">
                              <a:lumMod val="75000"/>
                            </a:schemeClr>
                          </a:solidFill>
                        </a:rPr>
                        <a:t>K1, </a:t>
                      </a:r>
                      <a:r>
                        <a:rPr lang="en-GB" sz="1800" b="1" kern="1200" dirty="0">
                          <a:solidFill>
                            <a:schemeClr val="tx1"/>
                          </a:solidFill>
                        </a:rPr>
                        <a:t>K3</a:t>
                      </a:r>
                      <a:r>
                        <a:rPr lang="en-GB" dirty="0">
                          <a:solidFill>
                            <a:schemeClr val="bg1">
                              <a:lumMod val="75000"/>
                            </a:schemeClr>
                          </a:solidFill>
                        </a:rPr>
                        <a:t>, </a:t>
                      </a:r>
                      <a:r>
                        <a:rPr lang="en-GB" sz="1800" kern="1200" dirty="0">
                          <a:solidFill>
                            <a:schemeClr val="bg1">
                              <a:lumMod val="75000"/>
                            </a:schemeClr>
                          </a:solidFill>
                        </a:rPr>
                        <a:t>K4</a:t>
                      </a:r>
                      <a:r>
                        <a:rPr lang="en-GB" dirty="0">
                          <a:solidFill>
                            <a:schemeClr val="bg1">
                              <a:lumMod val="75000"/>
                            </a:schemeClr>
                          </a:solidFill>
                        </a:rPr>
                        <a:t>, </a:t>
                      </a:r>
                      <a:r>
                        <a:rPr lang="en-GB" b="1" dirty="0">
                          <a:solidFill>
                            <a:schemeClr val="tx1"/>
                          </a:solidFill>
                        </a:rPr>
                        <a:t>K5</a:t>
                      </a:r>
                      <a:r>
                        <a:rPr lang="en-GB" dirty="0">
                          <a:solidFill>
                            <a:schemeClr val="bg1">
                              <a:lumMod val="75000"/>
                            </a:schemeClr>
                          </a:solidFill>
                        </a:rPr>
                        <a:t>, K7, K8, K10, K12</a:t>
                      </a:r>
                    </a:p>
                  </a:txBody>
                  <a:tcPr/>
                </a:tc>
                <a:tc>
                  <a:txBody>
                    <a:bodyPr/>
                    <a:lstStyle/>
                    <a:p>
                      <a:pPr algn="ctr"/>
                      <a:r>
                        <a:rPr lang="en-GB" sz="1800" kern="1200" dirty="0">
                          <a:solidFill>
                            <a:schemeClr val="bg1">
                              <a:lumMod val="75000"/>
                            </a:schemeClr>
                          </a:solidFill>
                        </a:rPr>
                        <a:t>S2, S3, S5, S8, S9, S13, S14, S15, S17</a:t>
                      </a:r>
                      <a:endParaRPr lang="en-GB" sz="1800" kern="1200" dirty="0">
                        <a:solidFill>
                          <a:schemeClr val="bg1">
                            <a:lumMod val="75000"/>
                          </a:schemeClr>
                        </a:solidFill>
                        <a:latin typeface="+mn-lt"/>
                        <a:ea typeface="+mn-ea"/>
                        <a:cs typeface="+mn-cs"/>
                      </a:endParaRPr>
                    </a:p>
                  </a:txBody>
                  <a:tcPr/>
                </a:tc>
                <a:tc>
                  <a:txBody>
                    <a:bodyPr/>
                    <a:lstStyle/>
                    <a:p>
                      <a:pPr algn="ctr"/>
                      <a:r>
                        <a:rPr lang="en-GB" sz="1800" kern="1200" dirty="0">
                          <a:solidFill>
                            <a:schemeClr val="bg1">
                              <a:lumMod val="75000"/>
                            </a:schemeClr>
                          </a:solidFill>
                        </a:rPr>
                        <a:t>B1, </a:t>
                      </a:r>
                      <a:r>
                        <a:rPr lang="en-GB" sz="1800" b="1" kern="1200" dirty="0">
                          <a:solidFill>
                            <a:schemeClr val="tx1"/>
                          </a:solidFill>
                        </a:rPr>
                        <a:t>B4</a:t>
                      </a:r>
                      <a:r>
                        <a:rPr lang="en-GB" sz="1800" kern="1200" dirty="0">
                          <a:solidFill>
                            <a:schemeClr val="bg1">
                              <a:lumMod val="75000"/>
                            </a:schemeClr>
                          </a:solidFill>
                        </a:rPr>
                        <a:t>, B5, B6, </a:t>
                      </a:r>
                      <a:r>
                        <a:rPr lang="en-GB" sz="1800" b="1" kern="1200" dirty="0">
                          <a:solidFill>
                            <a:schemeClr val="tx1"/>
                          </a:solidFill>
                        </a:rPr>
                        <a:t>B7</a:t>
                      </a:r>
                      <a:r>
                        <a:rPr lang="en-GB" sz="1800" kern="1200" dirty="0">
                          <a:solidFill>
                            <a:schemeClr val="bg1">
                              <a:lumMod val="75000"/>
                            </a:schemeClr>
                          </a:solidFill>
                        </a:rPr>
                        <a:t>, B8, </a:t>
                      </a:r>
                      <a:r>
                        <a:rPr lang="en-GB" sz="1800" b="1" kern="1200" dirty="0">
                          <a:solidFill>
                            <a:schemeClr val="tx1"/>
                          </a:solidFill>
                        </a:rPr>
                        <a:t>B9</a:t>
                      </a:r>
                      <a:endParaRPr lang="en-GB" sz="1800" b="1" kern="1200" dirty="0">
                        <a:solidFill>
                          <a:schemeClr val="tx1"/>
                        </a:solidFill>
                        <a:latin typeface="+mn-lt"/>
                        <a:ea typeface="+mn-ea"/>
                        <a:cs typeface="+mn-cs"/>
                      </a:endParaRPr>
                    </a:p>
                  </a:txBody>
                  <a:tcPr/>
                </a:tc>
                <a:extLst>
                  <a:ext uri="{0D108BD9-81ED-4DB2-BD59-A6C34878D82A}">
                    <a16:rowId xmlns:a16="http://schemas.microsoft.com/office/drawing/2014/main" val="2058850495"/>
                  </a:ext>
                </a:extLst>
              </a:tr>
            </a:tbl>
          </a:graphicData>
        </a:graphic>
      </p:graphicFrame>
      <p:graphicFrame>
        <p:nvGraphicFramePr>
          <p:cNvPr id="5" name="Table 4">
            <a:extLst>
              <a:ext uri="{FF2B5EF4-FFF2-40B4-BE49-F238E27FC236}">
                <a16:creationId xmlns:a16="http://schemas.microsoft.com/office/drawing/2014/main" id="{851523B3-C20D-9D2D-1F29-6D47A3282BEF}"/>
              </a:ext>
            </a:extLst>
          </p:cNvPr>
          <p:cNvGraphicFramePr>
            <a:graphicFrameLocks noGrp="1"/>
          </p:cNvGraphicFramePr>
          <p:nvPr>
            <p:extLst>
              <p:ext uri="{D42A27DB-BD31-4B8C-83A1-F6EECF244321}">
                <p14:modId xmlns:p14="http://schemas.microsoft.com/office/powerpoint/2010/main" val="2155793755"/>
              </p:ext>
            </p:extLst>
          </p:nvPr>
        </p:nvGraphicFramePr>
        <p:xfrm>
          <a:off x="3799118" y="4327941"/>
          <a:ext cx="8127999" cy="1371600"/>
        </p:xfrm>
        <a:graphic>
          <a:graphicData uri="http://schemas.openxmlformats.org/drawingml/2006/table">
            <a:tbl>
              <a:tblPr firstRow="1" bandRow="1">
                <a:tableStyleId>{72833802-FEF1-4C79-8D5D-14CF1EAF98D9}</a:tableStyleId>
              </a:tblPr>
              <a:tblGrid>
                <a:gridCol w="2709333">
                  <a:extLst>
                    <a:ext uri="{9D8B030D-6E8A-4147-A177-3AD203B41FA5}">
                      <a16:colId xmlns:a16="http://schemas.microsoft.com/office/drawing/2014/main" val="3030813770"/>
                    </a:ext>
                  </a:extLst>
                </a:gridCol>
                <a:gridCol w="2709333">
                  <a:extLst>
                    <a:ext uri="{9D8B030D-6E8A-4147-A177-3AD203B41FA5}">
                      <a16:colId xmlns:a16="http://schemas.microsoft.com/office/drawing/2014/main" val="79954557"/>
                    </a:ext>
                  </a:extLst>
                </a:gridCol>
                <a:gridCol w="2709333">
                  <a:extLst>
                    <a:ext uri="{9D8B030D-6E8A-4147-A177-3AD203B41FA5}">
                      <a16:colId xmlns:a16="http://schemas.microsoft.com/office/drawing/2014/main" val="1113414384"/>
                    </a:ext>
                  </a:extLst>
                </a:gridCol>
              </a:tblGrid>
              <a:tr h="186663">
                <a:tc gridSpan="3">
                  <a:txBody>
                    <a:bodyPr/>
                    <a:lstStyle/>
                    <a:p>
                      <a:pPr algn="ctr"/>
                      <a:r>
                        <a:rPr lang="en-GB" dirty="0"/>
                        <a:t>Work-based Project with Questioning</a:t>
                      </a:r>
                    </a:p>
                  </a:txBody>
                  <a:tcPr/>
                </a:tc>
                <a:tc hMerge="1">
                  <a:txBody>
                    <a:bodyPr/>
                    <a:lstStyle/>
                    <a:p>
                      <a:endParaRPr lang="en-GB" dirty="0"/>
                    </a:p>
                  </a:txBody>
                  <a:tcPr/>
                </a:tc>
                <a:tc hMerge="1">
                  <a:txBody>
                    <a:bodyPr/>
                    <a:lstStyle/>
                    <a:p>
                      <a:endParaRPr lang="en-GB" dirty="0"/>
                    </a:p>
                  </a:txBody>
                  <a:tcPr/>
                </a:tc>
                <a:extLst>
                  <a:ext uri="{0D108BD9-81ED-4DB2-BD59-A6C34878D82A}">
                    <a16:rowId xmlns:a16="http://schemas.microsoft.com/office/drawing/2014/main" val="432273095"/>
                  </a:ext>
                </a:extLst>
              </a:tr>
              <a:tr h="186663">
                <a:tc>
                  <a:txBody>
                    <a:bodyPr/>
                    <a:lstStyle/>
                    <a:p>
                      <a:pPr algn="ctr"/>
                      <a:r>
                        <a:rPr lang="en-GB" b="1" dirty="0">
                          <a:solidFill>
                            <a:schemeClr val="tx2"/>
                          </a:solidFill>
                        </a:rPr>
                        <a:t>Knowledge</a:t>
                      </a:r>
                    </a:p>
                  </a:txBody>
                  <a:tcPr/>
                </a:tc>
                <a:tc>
                  <a:txBody>
                    <a:bodyPr/>
                    <a:lstStyle/>
                    <a:p>
                      <a:pPr algn="ctr"/>
                      <a:r>
                        <a:rPr lang="en-GB" b="1" dirty="0">
                          <a:solidFill>
                            <a:schemeClr val="tx2"/>
                          </a:solidFill>
                        </a:rPr>
                        <a:t>Skills</a:t>
                      </a:r>
                    </a:p>
                  </a:txBody>
                  <a:tcPr/>
                </a:tc>
                <a:tc>
                  <a:txBody>
                    <a:bodyPr/>
                    <a:lstStyle/>
                    <a:p>
                      <a:pPr algn="ctr"/>
                      <a:r>
                        <a:rPr lang="en-GB" b="1" dirty="0">
                          <a:solidFill>
                            <a:schemeClr val="tx2"/>
                          </a:solidFill>
                        </a:rPr>
                        <a:t>Behaviours</a:t>
                      </a:r>
                    </a:p>
                  </a:txBody>
                  <a:tcPr/>
                </a:tc>
                <a:extLst>
                  <a:ext uri="{0D108BD9-81ED-4DB2-BD59-A6C34878D82A}">
                    <a16:rowId xmlns:a16="http://schemas.microsoft.com/office/drawing/2014/main" val="2345125783"/>
                  </a:ext>
                </a:extLst>
              </a:tr>
              <a:tr h="388410">
                <a:tc>
                  <a:txBody>
                    <a:bodyPr/>
                    <a:lstStyle/>
                    <a:p>
                      <a:pPr algn="ctr"/>
                      <a:r>
                        <a:rPr lang="en-GB" sz="1800" b="1" kern="1200" dirty="0">
                          <a:solidFill>
                            <a:schemeClr val="tx1"/>
                          </a:solidFill>
                        </a:rPr>
                        <a:t>K2</a:t>
                      </a:r>
                      <a:r>
                        <a:rPr lang="en-GB" sz="1800" kern="1200" dirty="0">
                          <a:solidFill>
                            <a:schemeClr val="bg1">
                              <a:lumMod val="75000"/>
                            </a:schemeClr>
                          </a:solidFill>
                        </a:rPr>
                        <a:t>, </a:t>
                      </a:r>
                      <a:r>
                        <a:rPr lang="en-GB" sz="1800" b="1" kern="1200" dirty="0">
                          <a:solidFill>
                            <a:schemeClr val="tx1"/>
                          </a:solidFill>
                        </a:rPr>
                        <a:t>K6</a:t>
                      </a:r>
                      <a:r>
                        <a:rPr lang="en-GB" dirty="0">
                          <a:solidFill>
                            <a:schemeClr val="bg1">
                              <a:lumMod val="75000"/>
                            </a:schemeClr>
                          </a:solidFill>
                        </a:rPr>
                        <a:t>, K9, K11</a:t>
                      </a:r>
                      <a:endParaRPr lang="en-GB" b="1" dirty="0">
                        <a:solidFill>
                          <a:schemeClr val="tx1"/>
                        </a:solidFill>
                      </a:endParaRPr>
                    </a:p>
                  </a:txBody>
                  <a:tcPr/>
                </a:tc>
                <a:tc>
                  <a:txBody>
                    <a:bodyPr/>
                    <a:lstStyle/>
                    <a:p>
                      <a:pPr algn="ctr"/>
                      <a:r>
                        <a:rPr lang="en-GB" sz="1800" kern="1200" dirty="0">
                          <a:solidFill>
                            <a:schemeClr val="bg1">
                              <a:lumMod val="75000"/>
                            </a:schemeClr>
                          </a:solidFill>
                        </a:rPr>
                        <a:t>S1, S4, S6, S7, S10, S11, S12, S16</a:t>
                      </a:r>
                      <a:endParaRPr lang="en-GB" sz="1800" kern="1200" dirty="0">
                        <a:solidFill>
                          <a:schemeClr val="bg1">
                            <a:lumMod val="75000"/>
                          </a:schemeClr>
                        </a:solidFill>
                        <a:latin typeface="+mn-lt"/>
                        <a:ea typeface="+mn-ea"/>
                        <a:cs typeface="+mn-cs"/>
                      </a:endParaRPr>
                    </a:p>
                  </a:txBody>
                  <a:tcPr/>
                </a:tc>
                <a:tc>
                  <a:txBody>
                    <a:bodyPr/>
                    <a:lstStyle/>
                    <a:p>
                      <a:pPr marL="0" algn="ctr" defTabSz="914400" rtl="0" eaLnBrk="1" latinLnBrk="0" hangingPunct="1"/>
                      <a:r>
                        <a:rPr lang="en-GB" sz="1800" kern="1200" dirty="0">
                          <a:solidFill>
                            <a:schemeClr val="bg1">
                              <a:lumMod val="75000"/>
                            </a:schemeClr>
                          </a:solidFill>
                        </a:rPr>
                        <a:t>B2, </a:t>
                      </a:r>
                      <a:r>
                        <a:rPr lang="en-GB" sz="1800" b="1" kern="1200" dirty="0">
                          <a:solidFill>
                            <a:schemeClr val="tx1"/>
                          </a:solidFill>
                        </a:rPr>
                        <a:t>B3</a:t>
                      </a:r>
                      <a:endParaRPr lang="en-GB" sz="1800" b="1" kern="1200" dirty="0">
                        <a:solidFill>
                          <a:schemeClr val="tx1"/>
                        </a:solidFill>
                        <a:latin typeface="+mn-lt"/>
                        <a:ea typeface="+mn-ea"/>
                        <a:cs typeface="+mn-cs"/>
                      </a:endParaRPr>
                    </a:p>
                  </a:txBody>
                  <a:tcPr/>
                </a:tc>
                <a:extLst>
                  <a:ext uri="{0D108BD9-81ED-4DB2-BD59-A6C34878D82A}">
                    <a16:rowId xmlns:a16="http://schemas.microsoft.com/office/drawing/2014/main" val="2058850495"/>
                  </a:ext>
                </a:extLst>
              </a:tr>
            </a:tbl>
          </a:graphicData>
        </a:graphic>
      </p:graphicFrame>
    </p:spTree>
    <p:custDataLst>
      <p:tags r:id="rId1"/>
    </p:custDataLst>
    <p:extLst>
      <p:ext uri="{BB962C8B-B14F-4D97-AF65-F5344CB8AC3E}">
        <p14:creationId xmlns:p14="http://schemas.microsoft.com/office/powerpoint/2010/main" val="27412666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E92F91-456C-7A83-3869-3712623534B9}"/>
              </a:ext>
            </a:extLst>
          </p:cNvPr>
          <p:cNvSpPr>
            <a:spLocks noGrp="1"/>
          </p:cNvSpPr>
          <p:nvPr>
            <p:ph type="body" sz="quarter" idx="10"/>
          </p:nvPr>
        </p:nvSpPr>
        <p:spPr/>
        <p:txBody>
          <a:bodyPr/>
          <a:lstStyle/>
          <a:p>
            <a:endParaRPr lang="en-GB"/>
          </a:p>
        </p:txBody>
      </p:sp>
      <p:sp>
        <p:nvSpPr>
          <p:cNvPr id="3" name="Title 2">
            <a:extLst>
              <a:ext uri="{FF2B5EF4-FFF2-40B4-BE49-F238E27FC236}">
                <a16:creationId xmlns:a16="http://schemas.microsoft.com/office/drawing/2014/main" id="{1CBAF9C0-7DB5-4966-DFE1-68E814A873A7}"/>
              </a:ext>
            </a:extLst>
          </p:cNvPr>
          <p:cNvSpPr>
            <a:spLocks noGrp="1"/>
          </p:cNvSpPr>
          <p:nvPr>
            <p:ph type="title"/>
          </p:nvPr>
        </p:nvSpPr>
        <p:spPr/>
        <p:txBody>
          <a:bodyPr/>
          <a:lstStyle/>
          <a:p>
            <a:endParaRPr lang="en-GB"/>
          </a:p>
        </p:txBody>
      </p:sp>
    </p:spTree>
    <p:extLst>
      <p:ext uri="{BB962C8B-B14F-4D97-AF65-F5344CB8AC3E}">
        <p14:creationId xmlns:p14="http://schemas.microsoft.com/office/powerpoint/2010/main" val="177413894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Firebrand">
      <a:dk1>
        <a:srgbClr val="111110"/>
      </a:dk1>
      <a:lt1>
        <a:srgbClr val="FFFFFF"/>
      </a:lt1>
      <a:dk2>
        <a:srgbClr val="3B3B3A"/>
      </a:dk2>
      <a:lt2>
        <a:srgbClr val="F9F7F7"/>
      </a:lt2>
      <a:accent1>
        <a:srgbClr val="D30047"/>
      </a:accent1>
      <a:accent2>
        <a:srgbClr val="FF6717"/>
      </a:accent2>
      <a:accent3>
        <a:srgbClr val="FFDB46"/>
      </a:accent3>
      <a:accent4>
        <a:srgbClr val="D30047"/>
      </a:accent4>
      <a:accent5>
        <a:srgbClr val="FF6717"/>
      </a:accent5>
      <a:accent6>
        <a:srgbClr val="FFDB46"/>
      </a:accent6>
      <a:hlink>
        <a:srgbClr val="00B0F0"/>
      </a:hlink>
      <a:folHlink>
        <a:srgbClr val="00CFB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907E80B901FE44787F31FF6EE1E667A" ma:contentTypeVersion="12" ma:contentTypeDescription="Create a new document." ma:contentTypeScope="" ma:versionID="36f97bdd8a811af635b62d6528a9f31f">
  <xsd:schema xmlns:xsd="http://www.w3.org/2001/XMLSchema" xmlns:xs="http://www.w3.org/2001/XMLSchema" xmlns:p="http://schemas.microsoft.com/office/2006/metadata/properties" xmlns:ns2="30b87968-6865-4029-8dea-377bb56c67df" xmlns:ns3="07227ca3-12f4-4989-82a5-2752d4afcbb2" targetNamespace="http://schemas.microsoft.com/office/2006/metadata/properties" ma:root="true" ma:fieldsID="9a7b9cdf5da5d647bb3de7c041bfbd25" ns2:_="" ns3:_="">
    <xsd:import namespace="30b87968-6865-4029-8dea-377bb56c67df"/>
    <xsd:import namespace="07227ca3-12f4-4989-82a5-2752d4afcbb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0b87968-6865-4029-8dea-377bb56c67d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42764dbc-7309-45b3-8ffb-b5aa3fc55abb"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7227ca3-12f4-4989-82a5-2752d4afcbb2"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bf150ec1-2474-4b82-8252-cfef7524f9d2}" ma:internalName="TaxCatchAll" ma:showField="CatchAllData" ma:web="07227ca3-12f4-4989-82a5-2752d4afcbb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30b87968-6865-4029-8dea-377bb56c67df">
      <Terms xmlns="http://schemas.microsoft.com/office/infopath/2007/PartnerControls"/>
    </lcf76f155ced4ddcb4097134ff3c332f>
    <TaxCatchAll xmlns="07227ca3-12f4-4989-82a5-2752d4afcbb2" xsi:nil="true"/>
  </documentManagement>
</p:properties>
</file>

<file path=customXml/itemProps1.xml><?xml version="1.0" encoding="utf-8"?>
<ds:datastoreItem xmlns:ds="http://schemas.openxmlformats.org/officeDocument/2006/customXml" ds:itemID="{42238B2B-749C-442A-9899-6F2A92B3828C}">
  <ds:schemaRefs>
    <ds:schemaRef ds:uri="http://schemas.microsoft.com/sharepoint/v3/contenttype/forms"/>
  </ds:schemaRefs>
</ds:datastoreItem>
</file>

<file path=customXml/itemProps2.xml><?xml version="1.0" encoding="utf-8"?>
<ds:datastoreItem xmlns:ds="http://schemas.openxmlformats.org/officeDocument/2006/customXml" ds:itemID="{A904A62F-C721-4E7D-8AD3-1F210B826A3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0b87968-6865-4029-8dea-377bb56c67df"/>
    <ds:schemaRef ds:uri="07227ca3-12f4-4989-82a5-2752d4afcbb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6831D08-0091-4FD6-BC61-A7A261C1F3EB}">
  <ds:schemaRefs>
    <ds:schemaRef ds:uri="http://purl.org/dc/term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c69e57dd-4b01-4106-900e-f9a18139baff"/>
    <ds:schemaRef ds:uri="967f75fe-2e59-4dde-be94-0a8bfc312cf2"/>
    <ds:schemaRef ds:uri="http://schemas.microsoft.com/office/2006/metadata/properties"/>
    <ds:schemaRef ds:uri="http://www.w3.org/XML/1998/namespace"/>
    <ds:schemaRef ds:uri="http://purl.org/dc/dcmitype/"/>
    <ds:schemaRef ds:uri="ca7576cf-6e24-46cd-9834-137838317a61"/>
    <ds:schemaRef ds:uri="e7c3de4d-a658-4fb0-9e10-c4121cf93e9c"/>
    <ds:schemaRef ds:uri="30b87968-6865-4029-8dea-377bb56c67df"/>
    <ds:schemaRef ds:uri="07227ca3-12f4-4989-82a5-2752d4afcbb2"/>
  </ds:schemaRefs>
</ds:datastoreItem>
</file>

<file path=docMetadata/LabelInfo.xml><?xml version="1.0" encoding="utf-8"?>
<clbl:labelList xmlns:clbl="http://schemas.microsoft.com/office/2020/mipLabelMetadata">
  <clbl:label id="{3e2d752b-4bff-4307-bf29-f83cd9f18672}" enabled="0" method="" siteId="{3e2d752b-4bff-4307-bf29-f83cd9f18672}" removed="1"/>
</clbl:labelList>
</file>

<file path=docProps/app.xml><?xml version="1.0" encoding="utf-8"?>
<Properties xmlns="http://schemas.openxmlformats.org/officeDocument/2006/extended-properties" xmlns:vt="http://schemas.openxmlformats.org/officeDocument/2006/docPropsVTypes">
  <Template/>
  <TotalTime>5088</TotalTime>
  <Words>2282</Words>
  <Application>Microsoft Office PowerPoint</Application>
  <PresentationFormat>Widescreen</PresentationFormat>
  <Paragraphs>304</Paragraphs>
  <Slides>30</Slides>
  <Notes>21</Notes>
  <HiddenSlides>0</HiddenSlides>
  <MMClips>3</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1_Office Theme</vt:lpstr>
      <vt:lpstr>Roles and Responsibilities</vt:lpstr>
      <vt:lpstr>PowerPoint Presentation</vt:lpstr>
      <vt:lpstr>PowerPoint Presentation</vt:lpstr>
      <vt:lpstr>Roles and Responsibilities</vt:lpstr>
      <vt:lpstr>Learning Aim and Objectives</vt:lpstr>
      <vt:lpstr>Competencies and Coverage</vt:lpstr>
      <vt:lpstr>Roles</vt:lpstr>
      <vt:lpstr>Roles</vt:lpstr>
      <vt:lpstr>Roles of a Software Development Team</vt:lpstr>
      <vt:lpstr>Role Review</vt:lpstr>
      <vt:lpstr>Business Analyst</vt:lpstr>
      <vt:lpstr>Project Manager</vt:lpstr>
      <vt:lpstr>Team Lead</vt:lpstr>
      <vt:lpstr>Software Architect</vt:lpstr>
      <vt:lpstr>Developer</vt:lpstr>
      <vt:lpstr>QA Team</vt:lpstr>
      <vt:lpstr>UX/UI Designer</vt:lpstr>
      <vt:lpstr>Tester</vt:lpstr>
      <vt:lpstr>SCRUM Team Roles</vt:lpstr>
      <vt:lpstr>SCRUM</vt:lpstr>
      <vt:lpstr>Product Owner</vt:lpstr>
      <vt:lpstr>Scrum Master</vt:lpstr>
      <vt:lpstr>Effective Teamwork</vt:lpstr>
      <vt:lpstr>Effective Teamwork</vt:lpstr>
      <vt:lpstr>Project Aristotle</vt:lpstr>
      <vt:lpstr>Effective Teamwork</vt:lpstr>
      <vt:lpstr>Summary</vt:lpstr>
      <vt:lpstr>Achieving Learning Aim and Objectives</vt:lpstr>
      <vt:lpstr>Competencies and Coverage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Phil Chapman</dc:creator>
  <cp:lastModifiedBy>Steph Ferguson</cp:lastModifiedBy>
  <cp:revision>20</cp:revision>
  <dcterms:created xsi:type="dcterms:W3CDTF">2025-07-24T10:07:49Z</dcterms:created>
  <dcterms:modified xsi:type="dcterms:W3CDTF">2026-08-04T12:43:33Z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0x0101005907E80B901FE44787F31FF6EE1E667A</vt:lpwstr>
  </property>
  <property fmtid="{D5CDD505-2E9C-101B-9397-08002B2CF9AE}" pid="3" name="MediaServiceImageTags">
    <vt:lpwstr/>
  </property>
  <property fmtid="{D5CDD505-2E9C-101B-9397-08002B2CF9AE}" pid="4" name="KSB">
    <vt:lpwstr/>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_ExtendedDescription">
    <vt:lpwstr/>
  </property>
  <property fmtid="{D5CDD505-2E9C-101B-9397-08002B2CF9AE}" pid="9" name="TriggerFlowInfo">
    <vt:lpwstr/>
  </property>
  <property fmtid="{D5CDD505-2E9C-101B-9397-08002B2CF9AE}" pid="10" name="xd_Signature">
    <vt:bool>false</vt:bool>
  </property>
  <property fmtid="{D5CDD505-2E9C-101B-9397-08002B2CF9AE}" pid="11" name="Competency">
    <vt:lpwstr/>
  </property>
</Properties>
</file>