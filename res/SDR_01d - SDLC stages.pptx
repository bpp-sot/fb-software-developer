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2.xml" ContentType="application/vnd.openxmlformats-officedocument.presentationml.tags+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3.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ags/tag4.xml" ContentType="application/vnd.openxmlformats-officedocument.presentationml.tags+xml"/>
  <Override PartName="/ppt/notesSlides/notesSlide1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tags/tag5.xml" ContentType="application/vnd.openxmlformats-officedocument.presentationml.tags+xml"/>
  <Override PartName="/ppt/notesSlides/notesSlide15.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6.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17.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18.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tags/tag6.xml" ContentType="application/vnd.openxmlformats-officedocument.presentationml.tags+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4"/>
  </p:sldMasterIdLst>
  <p:notesMasterIdLst>
    <p:notesMasterId r:id="rId95"/>
  </p:notesMasterIdLst>
  <p:handoutMasterIdLst>
    <p:handoutMasterId r:id="rId96"/>
  </p:handoutMasterIdLst>
  <p:sldIdLst>
    <p:sldId id="256" r:id="rId5"/>
    <p:sldId id="1000" r:id="rId6"/>
    <p:sldId id="999" r:id="rId7"/>
    <p:sldId id="280" r:id="rId8"/>
    <p:sldId id="281" r:id="rId9"/>
    <p:sldId id="572" r:id="rId10"/>
    <p:sldId id="288" r:id="rId11"/>
    <p:sldId id="384" r:id="rId12"/>
    <p:sldId id="394" r:id="rId13"/>
    <p:sldId id="385" r:id="rId14"/>
    <p:sldId id="408" r:id="rId15"/>
    <p:sldId id="403" r:id="rId16"/>
    <p:sldId id="395" r:id="rId17"/>
    <p:sldId id="386" r:id="rId18"/>
    <p:sldId id="409" r:id="rId19"/>
    <p:sldId id="415" r:id="rId20"/>
    <p:sldId id="396" r:id="rId21"/>
    <p:sldId id="387" r:id="rId22"/>
    <p:sldId id="410" r:id="rId23"/>
    <p:sldId id="416" r:id="rId24"/>
    <p:sldId id="397" r:id="rId25"/>
    <p:sldId id="388" r:id="rId26"/>
    <p:sldId id="411" r:id="rId27"/>
    <p:sldId id="417" r:id="rId28"/>
    <p:sldId id="398" r:id="rId29"/>
    <p:sldId id="389" r:id="rId30"/>
    <p:sldId id="422" r:id="rId31"/>
    <p:sldId id="412" r:id="rId32"/>
    <p:sldId id="418" r:id="rId33"/>
    <p:sldId id="399" r:id="rId34"/>
    <p:sldId id="390" r:id="rId35"/>
    <p:sldId id="423" r:id="rId36"/>
    <p:sldId id="413" r:id="rId37"/>
    <p:sldId id="419" r:id="rId38"/>
    <p:sldId id="400" r:id="rId39"/>
    <p:sldId id="392" r:id="rId40"/>
    <p:sldId id="414" r:id="rId41"/>
    <p:sldId id="420" r:id="rId42"/>
    <p:sldId id="424" r:id="rId43"/>
    <p:sldId id="425" r:id="rId44"/>
    <p:sldId id="995" r:id="rId45"/>
    <p:sldId id="996" r:id="rId46"/>
    <p:sldId id="993" r:id="rId47"/>
    <p:sldId id="375" r:id="rId48"/>
    <p:sldId id="585" r:id="rId49"/>
    <p:sldId id="428" r:id="rId50"/>
    <p:sldId id="429" r:id="rId51"/>
    <p:sldId id="997" r:id="rId52"/>
    <p:sldId id="421" r:id="rId53"/>
    <p:sldId id="406" r:id="rId54"/>
    <p:sldId id="401" r:id="rId55"/>
    <p:sldId id="391" r:id="rId56"/>
    <p:sldId id="393" r:id="rId57"/>
    <p:sldId id="404" r:id="rId58"/>
    <p:sldId id="443" r:id="rId59"/>
    <p:sldId id="405" r:id="rId60"/>
    <p:sldId id="448" r:id="rId61"/>
    <p:sldId id="435" r:id="rId62"/>
    <p:sldId id="452" r:id="rId63"/>
    <p:sldId id="437" r:id="rId64"/>
    <p:sldId id="431" r:id="rId65"/>
    <p:sldId id="433" r:id="rId66"/>
    <p:sldId id="453" r:id="rId67"/>
    <p:sldId id="450" r:id="rId68"/>
    <p:sldId id="434" r:id="rId69"/>
    <p:sldId id="444" r:id="rId70"/>
    <p:sldId id="445" r:id="rId71"/>
    <p:sldId id="449" r:id="rId72"/>
    <p:sldId id="432" r:id="rId73"/>
    <p:sldId id="438" r:id="rId74"/>
    <p:sldId id="456" r:id="rId75"/>
    <p:sldId id="458" r:id="rId76"/>
    <p:sldId id="457" r:id="rId77"/>
    <p:sldId id="436" r:id="rId78"/>
    <p:sldId id="439" r:id="rId79"/>
    <p:sldId id="459" r:id="rId80"/>
    <p:sldId id="440" r:id="rId81"/>
    <p:sldId id="441" r:id="rId82"/>
    <p:sldId id="460" r:id="rId83"/>
    <p:sldId id="461" r:id="rId84"/>
    <p:sldId id="454" r:id="rId85"/>
    <p:sldId id="455" r:id="rId86"/>
    <p:sldId id="446" r:id="rId87"/>
    <p:sldId id="447" r:id="rId88"/>
    <p:sldId id="402" r:id="rId89"/>
    <p:sldId id="383" r:id="rId90"/>
    <p:sldId id="287" r:id="rId91"/>
    <p:sldId id="344" r:id="rId92"/>
    <p:sldId id="998" r:id="rId93"/>
    <p:sldId id="962" r:id="rId9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1 Intro" id="{A0013A8F-88B8-42D4-8F20-24C9F2C72B4A}">
          <p14:sldIdLst>
            <p14:sldId id="256"/>
            <p14:sldId id="1000"/>
            <p14:sldId id="999"/>
          </p14:sldIdLst>
        </p14:section>
        <p14:section name="Part 1 Objectives" id="{58052AD5-B5F2-4043-9C33-3A427EAE037E}">
          <p14:sldIdLst>
            <p14:sldId id="280"/>
            <p14:sldId id="281"/>
            <p14:sldId id="572"/>
          </p14:sldIdLst>
        </p14:section>
        <p14:section name="Part 1 Content" id="{01568920-2250-4F43-BC1F-AD43DE6CE5A6}">
          <p14:sldIdLst>
            <p14:sldId id="288"/>
            <p14:sldId id="384"/>
            <p14:sldId id="394"/>
            <p14:sldId id="385"/>
            <p14:sldId id="408"/>
            <p14:sldId id="403"/>
            <p14:sldId id="395"/>
            <p14:sldId id="386"/>
            <p14:sldId id="409"/>
            <p14:sldId id="415"/>
            <p14:sldId id="396"/>
            <p14:sldId id="387"/>
            <p14:sldId id="410"/>
            <p14:sldId id="416"/>
            <p14:sldId id="397"/>
            <p14:sldId id="388"/>
            <p14:sldId id="411"/>
            <p14:sldId id="417"/>
            <p14:sldId id="398"/>
            <p14:sldId id="389"/>
            <p14:sldId id="422"/>
            <p14:sldId id="412"/>
            <p14:sldId id="418"/>
            <p14:sldId id="399"/>
            <p14:sldId id="390"/>
            <p14:sldId id="423"/>
            <p14:sldId id="413"/>
            <p14:sldId id="419"/>
            <p14:sldId id="400"/>
            <p14:sldId id="392"/>
            <p14:sldId id="414"/>
            <p14:sldId id="420"/>
          </p14:sldIdLst>
        </p14:section>
        <p14:section name="Part 1 Wrap Up" id="{193868F6-9352-4DA5-9747-0918B0E1310A}">
          <p14:sldIdLst>
            <p14:sldId id="424"/>
            <p14:sldId id="425"/>
            <p14:sldId id="995"/>
            <p14:sldId id="996"/>
          </p14:sldIdLst>
        </p14:section>
        <p14:section name="Part 2 Intro" id="{839FDD42-84DF-4B97-9CA1-880B882C146B}">
          <p14:sldIdLst>
            <p14:sldId id="993"/>
            <p14:sldId id="375"/>
            <p14:sldId id="585"/>
          </p14:sldIdLst>
        </p14:section>
        <p14:section name="Part 2 Objectives" id="{F6576BDA-A275-462B-ACC2-FC0AF973E0C6}">
          <p14:sldIdLst>
            <p14:sldId id="428"/>
            <p14:sldId id="429"/>
            <p14:sldId id="997"/>
          </p14:sldIdLst>
        </p14:section>
        <p14:section name="Part 2 Content" id="{73B2E28B-4169-4F35-8355-0C755333066B}">
          <p14:sldIdLst>
            <p14:sldId id="421"/>
            <p14:sldId id="406"/>
            <p14:sldId id="401"/>
            <p14:sldId id="391"/>
            <p14:sldId id="393"/>
            <p14:sldId id="404"/>
            <p14:sldId id="443"/>
            <p14:sldId id="405"/>
            <p14:sldId id="448"/>
            <p14:sldId id="435"/>
            <p14:sldId id="452"/>
            <p14:sldId id="437"/>
            <p14:sldId id="431"/>
            <p14:sldId id="433"/>
            <p14:sldId id="453"/>
            <p14:sldId id="450"/>
            <p14:sldId id="434"/>
            <p14:sldId id="444"/>
            <p14:sldId id="445"/>
            <p14:sldId id="449"/>
            <p14:sldId id="432"/>
            <p14:sldId id="438"/>
            <p14:sldId id="456"/>
            <p14:sldId id="458"/>
            <p14:sldId id="457"/>
            <p14:sldId id="436"/>
            <p14:sldId id="439"/>
            <p14:sldId id="459"/>
            <p14:sldId id="440"/>
            <p14:sldId id="441"/>
            <p14:sldId id="460"/>
            <p14:sldId id="461"/>
            <p14:sldId id="454"/>
            <p14:sldId id="455"/>
            <p14:sldId id="446"/>
            <p14:sldId id="447"/>
            <p14:sldId id="402"/>
            <p14:sldId id="383"/>
          </p14:sldIdLst>
        </p14:section>
        <p14:section name="Part 2 Wrap-up" id="{71603E5A-30A7-48E3-A3B4-F039B3B467C5}">
          <p14:sldIdLst>
            <p14:sldId id="287"/>
            <p14:sldId id="344"/>
            <p14:sldId id="998"/>
            <p14:sldId id="96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A65CE"/>
    <a:srgbClr val="00CFBF"/>
    <a:srgbClr val="FFDB46"/>
    <a:srgbClr val="FF6717"/>
    <a:srgbClr val="D30047"/>
    <a:srgbClr val="D9D0C3"/>
    <a:srgbClr val="23CEFD"/>
    <a:srgbClr val="FA388E"/>
    <a:srgbClr val="7950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1949F5-091E-DC75-C1C2-3C3361862923}" v="17" dt="2026-08-04T12:44:16.204"/>
  </p1510:revLst>
</p1510:revInfo>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94660"/>
  </p:normalViewPr>
  <p:slideViewPr>
    <p:cSldViewPr snapToGrid="0">
      <p:cViewPr varScale="1">
        <p:scale>
          <a:sx n="109" d="100"/>
          <a:sy n="109" d="100"/>
        </p:scale>
        <p:origin x="750" y="78"/>
      </p:cViewPr>
      <p:guideLst/>
    </p:cSldViewPr>
  </p:slideViewPr>
  <p:notesTextViewPr>
    <p:cViewPr>
      <p:scale>
        <a:sx n="1" d="1"/>
        <a:sy n="1" d="1"/>
      </p:scale>
      <p:origin x="0" y="0"/>
    </p:cViewPr>
  </p:notesTextViewPr>
  <p:notesViewPr>
    <p:cSldViewPr snapToGrid="0">
      <p:cViewPr varScale="1">
        <p:scale>
          <a:sx n="79" d="100"/>
          <a:sy n="79" d="100"/>
        </p:scale>
        <p:origin x="3942"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microsoft.com/office/2015/10/relationships/revisionInfo" Target="revisionInfo.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notesMaster" Target="notesMasters/notesMaster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theme" Target="theme/theme1.xml"/><Relationship Id="rId10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viewProps" Target="viewProps.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Kenyon" userId="S::scottkenyon@bpp.com::e0a4f75c-ff2f-4b47-b5b5-5accc1cea1d5" providerId="AD" clId="Web-{C31949F5-091E-DC75-C1C2-3C3361862923}"/>
    <pc:docChg chg="addSld delSld modSld sldOrd modSection">
      <pc:chgData name="Scott Kenyon" userId="S::scottkenyon@bpp.com::e0a4f75c-ff2f-4b47-b5b5-5accc1cea1d5" providerId="AD" clId="Web-{C31949F5-091E-DC75-C1C2-3C3361862923}" dt="2026-08-04T12:44:16.204" v="16"/>
      <pc:docMkLst>
        <pc:docMk/>
      </pc:docMkLst>
      <pc:sldChg chg="ord">
        <pc:chgData name="Scott Kenyon" userId="S::scottkenyon@bpp.com::e0a4f75c-ff2f-4b47-b5b5-5accc1cea1d5" providerId="AD" clId="Web-{C31949F5-091E-DC75-C1C2-3C3361862923}" dt="2026-08-04T12:43:21.624" v="13"/>
        <pc:sldMkLst>
          <pc:docMk/>
          <pc:sldMk cId="716611668" sldId="256"/>
        </pc:sldMkLst>
      </pc:sldChg>
      <pc:sldChg chg="modSp">
        <pc:chgData name="Scott Kenyon" userId="S::scottkenyon@bpp.com::e0a4f75c-ff2f-4b47-b5b5-5accc1cea1d5" providerId="AD" clId="Web-{C31949F5-091E-DC75-C1C2-3C3361862923}" dt="2026-08-04T12:38:57.226" v="1" actId="20577"/>
        <pc:sldMkLst>
          <pc:docMk/>
          <pc:sldMk cId="401619279" sldId="288"/>
        </pc:sldMkLst>
        <pc:spChg chg="mod">
          <ac:chgData name="Scott Kenyon" userId="S::scottkenyon@bpp.com::e0a4f75c-ff2f-4b47-b5b5-5accc1cea1d5" providerId="AD" clId="Web-{C31949F5-091E-DC75-C1C2-3C3361862923}" dt="2026-08-04T12:38:57.226" v="1" actId="20577"/>
          <ac:spMkLst>
            <pc:docMk/>
            <pc:sldMk cId="401619279" sldId="288"/>
            <ac:spMk id="2" creationId="{3B826C34-468E-AEDF-9244-260716C7EEE1}"/>
          </ac:spMkLst>
        </pc:spChg>
      </pc:sldChg>
      <pc:sldChg chg="add del">
        <pc:chgData name="Scott Kenyon" userId="S::scottkenyon@bpp.com::e0a4f75c-ff2f-4b47-b5b5-5accc1cea1d5" providerId="AD" clId="Web-{C31949F5-091E-DC75-C1C2-3C3361862923}" dt="2026-08-04T12:42:48.936" v="6"/>
        <pc:sldMkLst>
          <pc:docMk/>
          <pc:sldMk cId="1329777431" sldId="375"/>
        </pc:sldMkLst>
      </pc:sldChg>
      <pc:sldChg chg="del">
        <pc:chgData name="Scott Kenyon" userId="S::scottkenyon@bpp.com::e0a4f75c-ff2f-4b47-b5b5-5accc1cea1d5" providerId="AD" clId="Web-{C31949F5-091E-DC75-C1C2-3C3361862923}" dt="2026-08-04T12:44:16.204" v="16"/>
        <pc:sldMkLst>
          <pc:docMk/>
          <pc:sldMk cId="1646956219" sldId="426"/>
        </pc:sldMkLst>
      </pc:sldChg>
      <pc:sldChg chg="modSp">
        <pc:chgData name="Scott Kenyon" userId="S::scottkenyon@bpp.com::e0a4f75c-ff2f-4b47-b5b5-5accc1cea1d5" providerId="AD" clId="Web-{C31949F5-091E-DC75-C1C2-3C3361862923}" dt="2026-08-04T12:37:45.943" v="0" actId="20577"/>
        <pc:sldMkLst>
          <pc:docMk/>
          <pc:sldMk cId="4218518180" sldId="428"/>
        </pc:sldMkLst>
        <pc:spChg chg="mod">
          <ac:chgData name="Scott Kenyon" userId="S::scottkenyon@bpp.com::e0a4f75c-ff2f-4b47-b5b5-5accc1cea1d5" providerId="AD" clId="Web-{C31949F5-091E-DC75-C1C2-3C3361862923}" dt="2026-08-04T12:37:45.943" v="0" actId="20577"/>
          <ac:spMkLst>
            <pc:docMk/>
            <pc:sldMk cId="4218518180" sldId="428"/>
            <ac:spMk id="3" creationId="{1D618AFF-B706-D4B6-7419-AE036596C324}"/>
          </ac:spMkLst>
        </pc:spChg>
      </pc:sldChg>
      <pc:sldChg chg="del">
        <pc:chgData name="Scott Kenyon" userId="S::scottkenyon@bpp.com::e0a4f75c-ff2f-4b47-b5b5-5accc1cea1d5" providerId="AD" clId="Web-{C31949F5-091E-DC75-C1C2-3C3361862923}" dt="2026-08-04T12:42:50.420" v="8"/>
        <pc:sldMkLst>
          <pc:docMk/>
          <pc:sldMk cId="3459574300" sldId="581"/>
        </pc:sldMkLst>
      </pc:sldChg>
      <pc:sldChg chg="add del">
        <pc:chgData name="Scott Kenyon" userId="S::scottkenyon@bpp.com::e0a4f75c-ff2f-4b47-b5b5-5accc1cea1d5" providerId="AD" clId="Web-{C31949F5-091E-DC75-C1C2-3C3361862923}" dt="2026-08-04T12:42:49.248" v="7"/>
        <pc:sldMkLst>
          <pc:docMk/>
          <pc:sldMk cId="2777191371" sldId="585"/>
        </pc:sldMkLst>
      </pc:sldChg>
      <pc:sldChg chg="del">
        <pc:chgData name="Scott Kenyon" userId="S::scottkenyon@bpp.com::e0a4f75c-ff2f-4b47-b5b5-5accc1cea1d5" providerId="AD" clId="Web-{C31949F5-091E-DC75-C1C2-3C3361862923}" dt="2026-08-04T12:43:19.749" v="12"/>
        <pc:sldMkLst>
          <pc:docMk/>
          <pc:sldMk cId="39332995" sldId="992"/>
        </pc:sldMkLst>
      </pc:sldChg>
      <pc:sldChg chg="del">
        <pc:chgData name="Scott Kenyon" userId="S::scottkenyon@bpp.com::e0a4f75c-ff2f-4b47-b5b5-5accc1cea1d5" providerId="AD" clId="Web-{C31949F5-091E-DC75-C1C2-3C3361862923}" dt="2026-08-04T12:43:03.827" v="9"/>
        <pc:sldMkLst>
          <pc:docMk/>
          <pc:sldMk cId="172778120" sldId="994"/>
        </pc:sldMkLst>
      </pc:sldChg>
      <pc:sldChg chg="add ord replId">
        <pc:chgData name="Scott Kenyon" userId="S::scottkenyon@bpp.com::e0a4f75c-ff2f-4b47-b5b5-5accc1cea1d5" providerId="AD" clId="Web-{C31949F5-091E-DC75-C1C2-3C3361862923}" dt="2026-08-04T12:43:25.484" v="14"/>
        <pc:sldMkLst>
          <pc:docMk/>
          <pc:sldMk cId="1699367764" sldId="999"/>
        </pc:sldMkLst>
      </pc:sldChg>
      <pc:sldChg chg="add ord replId">
        <pc:chgData name="Scott Kenyon" userId="S::scottkenyon@bpp.com::e0a4f75c-ff2f-4b47-b5b5-5accc1cea1d5" providerId="AD" clId="Web-{C31949F5-091E-DC75-C1C2-3C3361862923}" dt="2026-08-04T12:43:27.077" v="15"/>
        <pc:sldMkLst>
          <pc:docMk/>
          <pc:sldMk cId="3803166781" sldId="1000"/>
        </pc:sldMkLst>
      </pc:sldChg>
      <pc:sldMasterChg chg="addSldLayout">
        <pc:chgData name="Scott Kenyon" userId="S::scottkenyon@bpp.com::e0a4f75c-ff2f-4b47-b5b5-5accc1cea1d5" providerId="AD" clId="Web-{C31949F5-091E-DC75-C1C2-3C3361862923}" dt="2026-08-04T12:42:39.701" v="2"/>
        <pc:sldMasterMkLst>
          <pc:docMk/>
          <pc:sldMasterMk cId="482292644" sldId="2147483686"/>
        </pc:sldMasterMkLst>
        <pc:sldLayoutChg chg="add">
          <pc:chgData name="Scott Kenyon" userId="S::scottkenyon@bpp.com::e0a4f75c-ff2f-4b47-b5b5-5accc1cea1d5" providerId="AD" clId="Web-{C31949F5-091E-DC75-C1C2-3C3361862923}" dt="2026-08-04T12:42:39.701" v="2"/>
          <pc:sldLayoutMkLst>
            <pc:docMk/>
            <pc:sldMasterMk cId="482292644" sldId="2147483686"/>
            <pc:sldLayoutMk cId="613066160" sldId="2147483714"/>
          </pc:sldLayoutMkLst>
        </pc:sldLayoutChg>
      </pc:sldMaster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hyperlink" Target="mailto:safeguarding@bpp.com" TargetMode="External"/><Relationship Id="rId4" Type="http://schemas.openxmlformats.org/officeDocument/2006/relationships/image" Target="../media/image17.svg"/></Relationships>
</file>

<file path=ppt/diagrams/_rels/data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hyperlink" Target="mailto:safeguarding@bpp.com" TargetMode="External"/><Relationship Id="rId4" Type="http://schemas.openxmlformats.org/officeDocument/2006/relationships/image" Target="../media/image1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hyperlink" Target="mailto:safeguarding@bpp.com" TargetMode="External"/><Relationship Id="rId4" Type="http://schemas.openxmlformats.org/officeDocument/2006/relationships/image" Target="../media/image17.svg"/></Relationships>
</file>

<file path=ppt/diagrams/_rels/drawing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hyperlink" Target="mailto:safeguarding@bpp.com" TargetMode="External"/><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0FED63-0D31-44AB-B0E3-B071C589F1D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FDE026C3-DA7A-46B1-ADA6-F5324AC79498}">
      <dgm:prSet/>
      <dgm:spPr/>
      <dgm:t>
        <a:bodyPr/>
        <a:lstStyle/>
        <a:p>
          <a:r>
            <a:rPr lang="en-GB" b="1"/>
            <a:t>Session Recording</a:t>
          </a:r>
          <a:endParaRPr lang="en-GB"/>
        </a:p>
      </dgm:t>
    </dgm:pt>
    <dgm:pt modelId="{0DCA9DE3-7D85-4555-8C69-E62982FBD879}" type="parTrans" cxnId="{E4164DC3-C02E-4186-9C1D-D73E7AE470E6}">
      <dgm:prSet/>
      <dgm:spPr/>
      <dgm:t>
        <a:bodyPr/>
        <a:lstStyle/>
        <a:p>
          <a:endParaRPr lang="en-GB"/>
        </a:p>
      </dgm:t>
    </dgm:pt>
    <dgm:pt modelId="{E249CE21-5B36-4D9E-99BF-2C2C51243FB0}" type="sibTrans" cxnId="{E4164DC3-C02E-4186-9C1D-D73E7AE470E6}">
      <dgm:prSet/>
      <dgm:spPr/>
      <dgm:t>
        <a:bodyPr/>
        <a:lstStyle/>
        <a:p>
          <a:endParaRPr lang="en-GB"/>
        </a:p>
      </dgm:t>
    </dgm:pt>
    <dgm:pt modelId="{917FCFB2-8C22-49C4-B6AC-6FB5E24C9FCF}">
      <dgm:prSet/>
      <dgm:spPr/>
      <dgm:t>
        <a:bodyPr/>
        <a:lstStyle/>
        <a:p>
          <a:r>
            <a:rPr lang="en-US" dirty="0"/>
            <a:t>All training sessions are recorded to:</a:t>
          </a:r>
          <a:endParaRPr lang="en-GB" dirty="0"/>
        </a:p>
      </dgm:t>
    </dgm:pt>
    <dgm:pt modelId="{158B5EAB-237D-4E83-AD92-80AE3FFB1A47}" type="parTrans" cxnId="{279BB417-90AF-435B-B67E-1C73A656E297}">
      <dgm:prSet/>
      <dgm:spPr/>
      <dgm:t>
        <a:bodyPr/>
        <a:lstStyle/>
        <a:p>
          <a:endParaRPr lang="en-GB"/>
        </a:p>
      </dgm:t>
    </dgm:pt>
    <dgm:pt modelId="{47ACA70B-DDBB-403B-AB1C-96862A3814D4}" type="sibTrans" cxnId="{279BB417-90AF-435B-B67E-1C73A656E297}">
      <dgm:prSet/>
      <dgm:spPr/>
      <dgm:t>
        <a:bodyPr/>
        <a:lstStyle/>
        <a:p>
          <a:endParaRPr lang="en-GB"/>
        </a:p>
      </dgm:t>
    </dgm:pt>
    <dgm:pt modelId="{9E0B245E-8AFB-4C99-8968-6B3DF1C512BF}">
      <dgm:prSet/>
      <dgm:spPr/>
      <dgm:t>
        <a:bodyPr/>
        <a:lstStyle/>
        <a:p>
          <a:r>
            <a:rPr lang="en-GB"/>
            <a:t>Support learner progress</a:t>
          </a:r>
        </a:p>
      </dgm:t>
    </dgm:pt>
    <dgm:pt modelId="{9CBAEC7D-27A6-4F40-9919-D6B0DFD648C6}" type="parTrans" cxnId="{68D683FC-0C55-4A71-8058-CC22813438EF}">
      <dgm:prSet/>
      <dgm:spPr/>
      <dgm:t>
        <a:bodyPr/>
        <a:lstStyle/>
        <a:p>
          <a:endParaRPr lang="en-GB"/>
        </a:p>
      </dgm:t>
    </dgm:pt>
    <dgm:pt modelId="{5C331BE5-4E19-4653-A709-5582998E5295}" type="sibTrans" cxnId="{68D683FC-0C55-4A71-8058-CC22813438EF}">
      <dgm:prSet/>
      <dgm:spPr/>
      <dgm:t>
        <a:bodyPr/>
        <a:lstStyle/>
        <a:p>
          <a:endParaRPr lang="en-GB"/>
        </a:p>
      </dgm:t>
    </dgm:pt>
    <dgm:pt modelId="{F9846799-A32E-4711-9248-5B718ADDEDD1}">
      <dgm:prSet/>
      <dgm:spPr/>
      <dgm:t>
        <a:bodyPr/>
        <a:lstStyle/>
        <a:p>
          <a:r>
            <a:rPr lang="en-GB"/>
            <a:t>Enable review of content</a:t>
          </a:r>
        </a:p>
      </dgm:t>
    </dgm:pt>
    <dgm:pt modelId="{6A677E30-C000-4D81-BADA-850A0AD46DD1}" type="parTrans" cxnId="{8ED22146-CFC8-4357-A7EE-4A27F4ED3BF5}">
      <dgm:prSet/>
      <dgm:spPr/>
      <dgm:t>
        <a:bodyPr/>
        <a:lstStyle/>
        <a:p>
          <a:endParaRPr lang="en-GB"/>
        </a:p>
      </dgm:t>
    </dgm:pt>
    <dgm:pt modelId="{65C169BF-3B94-48CC-949A-9547B5573E84}" type="sibTrans" cxnId="{8ED22146-CFC8-4357-A7EE-4A27F4ED3BF5}">
      <dgm:prSet/>
      <dgm:spPr/>
      <dgm:t>
        <a:bodyPr/>
        <a:lstStyle/>
        <a:p>
          <a:endParaRPr lang="en-GB"/>
        </a:p>
      </dgm:t>
    </dgm:pt>
    <dgm:pt modelId="{FA6519F2-CAA6-479A-96E0-DF3E984DDF09}">
      <dgm:prSet/>
      <dgm:spPr/>
      <dgm:t>
        <a:bodyPr/>
        <a:lstStyle/>
        <a:p>
          <a:r>
            <a:rPr lang="en-US"/>
            <a:t>Maintain quality and compliance standards</a:t>
          </a:r>
          <a:endParaRPr lang="en-GB"/>
        </a:p>
      </dgm:t>
    </dgm:pt>
    <dgm:pt modelId="{6F4A7DFC-9225-44EE-B9AE-EB2AC47FD332}" type="parTrans" cxnId="{11DE9207-0988-41B7-BAB5-EF1BC4AF0A8B}">
      <dgm:prSet/>
      <dgm:spPr/>
      <dgm:t>
        <a:bodyPr/>
        <a:lstStyle/>
        <a:p>
          <a:endParaRPr lang="en-GB"/>
        </a:p>
      </dgm:t>
    </dgm:pt>
    <dgm:pt modelId="{25FB8CE4-9C81-4399-8A2D-80BA9AD5C51D}" type="sibTrans" cxnId="{11DE9207-0988-41B7-BAB5-EF1BC4AF0A8B}">
      <dgm:prSet/>
      <dgm:spPr/>
      <dgm:t>
        <a:bodyPr/>
        <a:lstStyle/>
        <a:p>
          <a:endParaRPr lang="en-GB"/>
        </a:p>
      </dgm:t>
    </dgm:pt>
    <dgm:pt modelId="{57A9F304-0F1F-4B8E-A0DE-C626C8F5A85A}">
      <dgm:prSet/>
      <dgm:spPr/>
      <dgm:t>
        <a:bodyPr/>
        <a:lstStyle/>
        <a:p>
          <a:r>
            <a:rPr lang="en-US"/>
            <a:t>By attending this session, you acknowledge that recording is taking place.</a:t>
          </a:r>
          <a:endParaRPr lang="en-GB"/>
        </a:p>
      </dgm:t>
    </dgm:pt>
    <dgm:pt modelId="{3AE66EA6-B310-4D76-AD24-25CD3239FC92}" type="parTrans" cxnId="{7FFD092B-32F5-4FA0-8DE4-A0D63EC4FF66}">
      <dgm:prSet/>
      <dgm:spPr/>
      <dgm:t>
        <a:bodyPr/>
        <a:lstStyle/>
        <a:p>
          <a:endParaRPr lang="en-GB"/>
        </a:p>
      </dgm:t>
    </dgm:pt>
    <dgm:pt modelId="{45D623A2-E302-458E-96ED-4DB492BE6285}" type="sibTrans" cxnId="{7FFD092B-32F5-4FA0-8DE4-A0D63EC4FF66}">
      <dgm:prSet/>
      <dgm:spPr/>
      <dgm:t>
        <a:bodyPr/>
        <a:lstStyle/>
        <a:p>
          <a:endParaRPr lang="en-GB"/>
        </a:p>
      </dgm:t>
    </dgm:pt>
    <dgm:pt modelId="{870D59FD-9719-45F1-BC26-5123A77E2B00}">
      <dgm:prSet/>
      <dgm:spPr/>
      <dgm:t>
        <a:bodyPr/>
        <a:lstStyle/>
        <a:p>
          <a:r>
            <a:rPr lang="fr-FR" b="1"/>
            <a:t>Camera &amp; Participation Expectations</a:t>
          </a:r>
          <a:endParaRPr lang="en-GB"/>
        </a:p>
      </dgm:t>
    </dgm:pt>
    <dgm:pt modelId="{E6063C19-FFCD-4A80-B21E-7D1FD25F7715}" type="parTrans" cxnId="{BFF5A2A4-75A6-411A-BCCD-A1851111E553}">
      <dgm:prSet/>
      <dgm:spPr/>
      <dgm:t>
        <a:bodyPr/>
        <a:lstStyle/>
        <a:p>
          <a:endParaRPr lang="en-GB"/>
        </a:p>
      </dgm:t>
    </dgm:pt>
    <dgm:pt modelId="{601FA339-FE45-4BDD-BEA7-96F27F142A1B}" type="sibTrans" cxnId="{BFF5A2A4-75A6-411A-BCCD-A1851111E553}">
      <dgm:prSet/>
      <dgm:spPr/>
      <dgm:t>
        <a:bodyPr/>
        <a:lstStyle/>
        <a:p>
          <a:endParaRPr lang="en-GB"/>
        </a:p>
      </dgm:t>
    </dgm:pt>
    <dgm:pt modelId="{6221AEC9-C322-423A-86FF-2755BCAC9B14}">
      <dgm:prSet/>
      <dgm:spPr/>
      <dgm:t>
        <a:bodyPr/>
        <a:lstStyle/>
        <a:p>
          <a:r>
            <a:rPr lang="en-US"/>
            <a:t>To support engagement and attendance monitoring:</a:t>
          </a:r>
          <a:endParaRPr lang="en-GB"/>
        </a:p>
      </dgm:t>
    </dgm:pt>
    <dgm:pt modelId="{566C1C4E-A20E-453F-A7F5-2943C2FB4996}" type="parTrans" cxnId="{B56758A9-B3C9-48D2-A95D-F9C2F5E66046}">
      <dgm:prSet/>
      <dgm:spPr/>
      <dgm:t>
        <a:bodyPr/>
        <a:lstStyle/>
        <a:p>
          <a:endParaRPr lang="en-GB"/>
        </a:p>
      </dgm:t>
    </dgm:pt>
    <dgm:pt modelId="{EFA4CB43-AB67-4F1E-AC07-938417D2CD23}" type="sibTrans" cxnId="{B56758A9-B3C9-48D2-A95D-F9C2F5E66046}">
      <dgm:prSet/>
      <dgm:spPr/>
      <dgm:t>
        <a:bodyPr/>
        <a:lstStyle/>
        <a:p>
          <a:endParaRPr lang="en-GB"/>
        </a:p>
      </dgm:t>
    </dgm:pt>
    <dgm:pt modelId="{6BC9725C-8BED-499F-8E6D-C34F30E54D75}">
      <dgm:prSet/>
      <dgm:spPr/>
      <dgm:t>
        <a:bodyPr/>
        <a:lstStyle/>
        <a:p>
          <a:r>
            <a:rPr lang="en-US"/>
            <a:t>Cameras should remain on during the session</a:t>
          </a:r>
          <a:endParaRPr lang="en-GB"/>
        </a:p>
      </dgm:t>
    </dgm:pt>
    <dgm:pt modelId="{C8033E3E-83F8-42EB-A4F4-66041CBE8698}" type="parTrans" cxnId="{1EA6ADB1-A99E-4363-864A-C10AB97F886E}">
      <dgm:prSet/>
      <dgm:spPr/>
      <dgm:t>
        <a:bodyPr/>
        <a:lstStyle/>
        <a:p>
          <a:endParaRPr lang="en-GB"/>
        </a:p>
      </dgm:t>
    </dgm:pt>
    <dgm:pt modelId="{55F3EB25-25EF-4C87-A632-336AB8B98022}" type="sibTrans" cxnId="{1EA6ADB1-A99E-4363-864A-C10AB97F886E}">
      <dgm:prSet/>
      <dgm:spPr/>
      <dgm:t>
        <a:bodyPr/>
        <a:lstStyle/>
        <a:p>
          <a:endParaRPr lang="en-GB"/>
        </a:p>
      </dgm:t>
    </dgm:pt>
    <dgm:pt modelId="{D101DD14-E066-4CA9-8D40-8D4ED59799B5}">
      <dgm:prSet/>
      <dgm:spPr/>
      <dgm:t>
        <a:bodyPr/>
        <a:lstStyle/>
        <a:p>
          <a:r>
            <a:rPr lang="en-US"/>
            <a:t>Please participate actively in discussions and activities</a:t>
          </a:r>
          <a:endParaRPr lang="en-GB"/>
        </a:p>
      </dgm:t>
    </dgm:pt>
    <dgm:pt modelId="{507A8C9D-AF4F-410B-99C7-84C811EF1A6D}" type="parTrans" cxnId="{FA536F33-5ACB-4532-932E-D2DBD8CBB84F}">
      <dgm:prSet/>
      <dgm:spPr/>
      <dgm:t>
        <a:bodyPr/>
        <a:lstStyle/>
        <a:p>
          <a:endParaRPr lang="en-GB"/>
        </a:p>
      </dgm:t>
    </dgm:pt>
    <dgm:pt modelId="{E99A59C4-CC9C-457D-85C6-91BA064E4D19}" type="sibTrans" cxnId="{FA536F33-5ACB-4532-932E-D2DBD8CBB84F}">
      <dgm:prSet/>
      <dgm:spPr/>
      <dgm:t>
        <a:bodyPr/>
        <a:lstStyle/>
        <a:p>
          <a:endParaRPr lang="en-GB"/>
        </a:p>
      </dgm:t>
    </dgm:pt>
    <dgm:pt modelId="{3B7844BC-A322-4C85-8FFF-6C17C908885D}">
      <dgm:prSet/>
      <dgm:spPr/>
      <dgm:t>
        <a:bodyPr/>
        <a:lstStyle/>
        <a:p>
          <a:r>
            <a:rPr lang="en-US"/>
            <a:t>If you are unable to use your camera or microphone for any reason, please inform your tutor directly via chat or message.</a:t>
          </a:r>
          <a:endParaRPr lang="en-GB"/>
        </a:p>
      </dgm:t>
    </dgm:pt>
    <dgm:pt modelId="{2BF36C44-32D2-4955-AB8B-CA14141B8DF2}" type="parTrans" cxnId="{3DC61D1D-112A-461B-891F-2436D8692508}">
      <dgm:prSet/>
      <dgm:spPr/>
      <dgm:t>
        <a:bodyPr/>
        <a:lstStyle/>
        <a:p>
          <a:endParaRPr lang="en-GB"/>
        </a:p>
      </dgm:t>
    </dgm:pt>
    <dgm:pt modelId="{8121291A-77D9-461E-9884-DDD3DA0D8C11}" type="sibTrans" cxnId="{3DC61D1D-112A-461B-891F-2436D8692508}">
      <dgm:prSet/>
      <dgm:spPr/>
      <dgm:t>
        <a:bodyPr/>
        <a:lstStyle/>
        <a:p>
          <a:endParaRPr lang="en-GB"/>
        </a:p>
      </dgm:t>
    </dgm:pt>
    <dgm:pt modelId="{0CE66663-DD68-47A3-B4F7-F818A7096FF5}">
      <dgm:prSet/>
      <dgm:spPr/>
      <dgm:t>
        <a:bodyPr/>
        <a:lstStyle/>
        <a:p>
          <a:r>
            <a:rPr lang="en-US" dirty="0"/>
            <a:t>This session forms part of your professional apprenticeship experience. Please engage respectfully and professionally throughout.</a:t>
          </a:r>
          <a:endParaRPr lang="en-GB" dirty="0"/>
        </a:p>
      </dgm:t>
    </dgm:pt>
    <dgm:pt modelId="{C9A1C40A-4E27-4D8B-B87C-570AE0BA30E8}" type="parTrans" cxnId="{9444C23A-8C60-4CEA-8F56-FCFA14C360C6}">
      <dgm:prSet/>
      <dgm:spPr/>
      <dgm:t>
        <a:bodyPr/>
        <a:lstStyle/>
        <a:p>
          <a:endParaRPr lang="en-GB"/>
        </a:p>
      </dgm:t>
    </dgm:pt>
    <dgm:pt modelId="{C4465673-1F8F-4DCE-8B17-640A6786EDB2}" type="sibTrans" cxnId="{9444C23A-8C60-4CEA-8F56-FCFA14C360C6}">
      <dgm:prSet/>
      <dgm:spPr/>
      <dgm:t>
        <a:bodyPr/>
        <a:lstStyle/>
        <a:p>
          <a:endParaRPr lang="en-GB"/>
        </a:p>
      </dgm:t>
    </dgm:pt>
    <dgm:pt modelId="{DB6EAC83-30C0-4D95-8961-630B899B90AF}" type="pres">
      <dgm:prSet presAssocID="{9F0FED63-0D31-44AB-B0E3-B071C589F1D1}" presName="linear" presStyleCnt="0">
        <dgm:presLayoutVars>
          <dgm:animLvl val="lvl"/>
          <dgm:resizeHandles val="exact"/>
        </dgm:presLayoutVars>
      </dgm:prSet>
      <dgm:spPr/>
    </dgm:pt>
    <dgm:pt modelId="{5E71EAE4-B026-4525-85E3-C3615E6B8A43}" type="pres">
      <dgm:prSet presAssocID="{FDE026C3-DA7A-46B1-ADA6-F5324AC79498}" presName="parentText" presStyleLbl="node1" presStyleIdx="0" presStyleCnt="3">
        <dgm:presLayoutVars>
          <dgm:chMax val="0"/>
          <dgm:bulletEnabled val="1"/>
        </dgm:presLayoutVars>
      </dgm:prSet>
      <dgm:spPr/>
    </dgm:pt>
    <dgm:pt modelId="{7B846167-ADC9-464B-A39F-E462D3CA5C60}" type="pres">
      <dgm:prSet presAssocID="{FDE026C3-DA7A-46B1-ADA6-F5324AC79498}" presName="childText" presStyleLbl="revTx" presStyleIdx="0" presStyleCnt="2">
        <dgm:presLayoutVars>
          <dgm:bulletEnabled val="1"/>
        </dgm:presLayoutVars>
      </dgm:prSet>
      <dgm:spPr/>
    </dgm:pt>
    <dgm:pt modelId="{B572A4D5-6571-48AA-A905-6A06E4484385}" type="pres">
      <dgm:prSet presAssocID="{870D59FD-9719-45F1-BC26-5123A77E2B00}" presName="parentText" presStyleLbl="node1" presStyleIdx="1" presStyleCnt="3">
        <dgm:presLayoutVars>
          <dgm:chMax val="0"/>
          <dgm:bulletEnabled val="1"/>
        </dgm:presLayoutVars>
      </dgm:prSet>
      <dgm:spPr/>
    </dgm:pt>
    <dgm:pt modelId="{10B94E7B-15F2-4141-BB59-B3D4C03A9028}" type="pres">
      <dgm:prSet presAssocID="{870D59FD-9719-45F1-BC26-5123A77E2B00}" presName="childText" presStyleLbl="revTx" presStyleIdx="1" presStyleCnt="2">
        <dgm:presLayoutVars>
          <dgm:bulletEnabled val="1"/>
        </dgm:presLayoutVars>
      </dgm:prSet>
      <dgm:spPr/>
    </dgm:pt>
    <dgm:pt modelId="{6F6CB04F-68D2-4C5C-8D4A-3DE017DABFAE}" type="pres">
      <dgm:prSet presAssocID="{0CE66663-DD68-47A3-B4F7-F818A7096FF5}" presName="parentText" presStyleLbl="node1" presStyleIdx="2" presStyleCnt="3">
        <dgm:presLayoutVars>
          <dgm:chMax val="0"/>
          <dgm:bulletEnabled val="1"/>
        </dgm:presLayoutVars>
      </dgm:prSet>
      <dgm:spPr/>
    </dgm:pt>
  </dgm:ptLst>
  <dgm:cxnLst>
    <dgm:cxn modelId="{11DE9207-0988-41B7-BAB5-EF1BC4AF0A8B}" srcId="{917FCFB2-8C22-49C4-B6AC-6FB5E24C9FCF}" destId="{FA6519F2-CAA6-479A-96E0-DF3E984DDF09}" srcOrd="2" destOrd="0" parTransId="{6F4A7DFC-9225-44EE-B9AE-EB2AC47FD332}" sibTransId="{25FB8CE4-9C81-4399-8A2D-80BA9AD5C51D}"/>
    <dgm:cxn modelId="{4A690E08-879F-4E3A-AD68-5A45A0E98E0E}" type="presOf" srcId="{917FCFB2-8C22-49C4-B6AC-6FB5E24C9FCF}" destId="{7B846167-ADC9-464B-A39F-E462D3CA5C60}" srcOrd="0" destOrd="0" presId="urn:microsoft.com/office/officeart/2005/8/layout/vList2"/>
    <dgm:cxn modelId="{279BB417-90AF-435B-B67E-1C73A656E297}" srcId="{FDE026C3-DA7A-46B1-ADA6-F5324AC79498}" destId="{917FCFB2-8C22-49C4-B6AC-6FB5E24C9FCF}" srcOrd="0" destOrd="0" parTransId="{158B5EAB-237D-4E83-AD92-80AE3FFB1A47}" sibTransId="{47ACA70B-DDBB-403B-AB1C-96862A3814D4}"/>
    <dgm:cxn modelId="{3DC61D1D-112A-461B-891F-2436D8692508}" srcId="{6221AEC9-C322-423A-86FF-2755BCAC9B14}" destId="{3B7844BC-A322-4C85-8FFF-6C17C908885D}" srcOrd="2" destOrd="0" parTransId="{2BF36C44-32D2-4955-AB8B-CA14141B8DF2}" sibTransId="{8121291A-77D9-461E-9884-DDD3DA0D8C11}"/>
    <dgm:cxn modelId="{5FDD3221-CB8B-401D-B90B-A7206A44554F}" type="presOf" srcId="{9E0B245E-8AFB-4C99-8968-6B3DF1C512BF}" destId="{7B846167-ADC9-464B-A39F-E462D3CA5C60}" srcOrd="0" destOrd="1" presId="urn:microsoft.com/office/officeart/2005/8/layout/vList2"/>
    <dgm:cxn modelId="{7FFD092B-32F5-4FA0-8DE4-A0D63EC4FF66}" srcId="{FDE026C3-DA7A-46B1-ADA6-F5324AC79498}" destId="{57A9F304-0F1F-4B8E-A0DE-C626C8F5A85A}" srcOrd="1" destOrd="0" parTransId="{3AE66EA6-B310-4D76-AD24-25CD3239FC92}" sibTransId="{45D623A2-E302-458E-96ED-4DB492BE6285}"/>
    <dgm:cxn modelId="{FA536F33-5ACB-4532-932E-D2DBD8CBB84F}" srcId="{6221AEC9-C322-423A-86FF-2755BCAC9B14}" destId="{D101DD14-E066-4CA9-8D40-8D4ED59799B5}" srcOrd="1" destOrd="0" parTransId="{507A8C9D-AF4F-410B-99C7-84C811EF1A6D}" sibTransId="{E99A59C4-CC9C-457D-85C6-91BA064E4D19}"/>
    <dgm:cxn modelId="{9444C23A-8C60-4CEA-8F56-FCFA14C360C6}" srcId="{9F0FED63-0D31-44AB-B0E3-B071C589F1D1}" destId="{0CE66663-DD68-47A3-B4F7-F818A7096FF5}" srcOrd="2" destOrd="0" parTransId="{C9A1C40A-4E27-4D8B-B87C-570AE0BA30E8}" sibTransId="{C4465673-1F8F-4DCE-8B17-640A6786EDB2}"/>
    <dgm:cxn modelId="{4A541D5E-DDBA-4299-9E2E-640251371334}" type="presOf" srcId="{6BC9725C-8BED-499F-8E6D-C34F30E54D75}" destId="{10B94E7B-15F2-4141-BB59-B3D4C03A9028}" srcOrd="0" destOrd="1" presId="urn:microsoft.com/office/officeart/2005/8/layout/vList2"/>
    <dgm:cxn modelId="{8ED22146-CFC8-4357-A7EE-4A27F4ED3BF5}" srcId="{917FCFB2-8C22-49C4-B6AC-6FB5E24C9FCF}" destId="{F9846799-A32E-4711-9248-5B718ADDEDD1}" srcOrd="1" destOrd="0" parTransId="{6A677E30-C000-4D81-BADA-850A0AD46DD1}" sibTransId="{65C169BF-3B94-48CC-949A-9547B5573E84}"/>
    <dgm:cxn modelId="{F316E159-78E2-4DD7-8B7E-2CD12FD0C319}" type="presOf" srcId="{0CE66663-DD68-47A3-B4F7-F818A7096FF5}" destId="{6F6CB04F-68D2-4C5C-8D4A-3DE017DABFAE}" srcOrd="0" destOrd="0" presId="urn:microsoft.com/office/officeart/2005/8/layout/vList2"/>
    <dgm:cxn modelId="{89F41995-C0F7-498A-B393-6EFFA6D2C712}" type="presOf" srcId="{870D59FD-9719-45F1-BC26-5123A77E2B00}" destId="{B572A4D5-6571-48AA-A905-6A06E4484385}" srcOrd="0" destOrd="0" presId="urn:microsoft.com/office/officeart/2005/8/layout/vList2"/>
    <dgm:cxn modelId="{23244598-5301-48C8-BAFC-2EB2F327ACA4}" type="presOf" srcId="{6221AEC9-C322-423A-86FF-2755BCAC9B14}" destId="{10B94E7B-15F2-4141-BB59-B3D4C03A9028}" srcOrd="0" destOrd="0" presId="urn:microsoft.com/office/officeart/2005/8/layout/vList2"/>
    <dgm:cxn modelId="{1489D09B-DEB1-443B-85CD-2AAAEA71BD1C}" type="presOf" srcId="{9F0FED63-0D31-44AB-B0E3-B071C589F1D1}" destId="{DB6EAC83-30C0-4D95-8961-630B899B90AF}" srcOrd="0" destOrd="0" presId="urn:microsoft.com/office/officeart/2005/8/layout/vList2"/>
    <dgm:cxn modelId="{BFF5A2A4-75A6-411A-BCCD-A1851111E553}" srcId="{9F0FED63-0D31-44AB-B0E3-B071C589F1D1}" destId="{870D59FD-9719-45F1-BC26-5123A77E2B00}" srcOrd="1" destOrd="0" parTransId="{E6063C19-FFCD-4A80-B21E-7D1FD25F7715}" sibTransId="{601FA339-FE45-4BDD-BEA7-96F27F142A1B}"/>
    <dgm:cxn modelId="{B56758A9-B3C9-48D2-A95D-F9C2F5E66046}" srcId="{870D59FD-9719-45F1-BC26-5123A77E2B00}" destId="{6221AEC9-C322-423A-86FF-2755BCAC9B14}" srcOrd="0" destOrd="0" parTransId="{566C1C4E-A20E-453F-A7F5-2943C2FB4996}" sibTransId="{EFA4CB43-AB67-4F1E-AC07-938417D2CD23}"/>
    <dgm:cxn modelId="{6B9863AB-7E3A-40A5-8353-F18A55141E84}" type="presOf" srcId="{F9846799-A32E-4711-9248-5B718ADDEDD1}" destId="{7B846167-ADC9-464B-A39F-E462D3CA5C60}" srcOrd="0" destOrd="2" presId="urn:microsoft.com/office/officeart/2005/8/layout/vList2"/>
    <dgm:cxn modelId="{1EA6ADB1-A99E-4363-864A-C10AB97F886E}" srcId="{6221AEC9-C322-423A-86FF-2755BCAC9B14}" destId="{6BC9725C-8BED-499F-8E6D-C34F30E54D75}" srcOrd="0" destOrd="0" parTransId="{C8033E3E-83F8-42EB-A4F4-66041CBE8698}" sibTransId="{55F3EB25-25EF-4C87-A632-336AB8B98022}"/>
    <dgm:cxn modelId="{5527EDB4-6B8A-40AF-8FC8-A2095B02343E}" type="presOf" srcId="{FDE026C3-DA7A-46B1-ADA6-F5324AC79498}" destId="{5E71EAE4-B026-4525-85E3-C3615E6B8A43}" srcOrd="0" destOrd="0" presId="urn:microsoft.com/office/officeart/2005/8/layout/vList2"/>
    <dgm:cxn modelId="{C3F23FC3-0151-4793-876B-F2F336185607}" type="presOf" srcId="{D101DD14-E066-4CA9-8D40-8D4ED59799B5}" destId="{10B94E7B-15F2-4141-BB59-B3D4C03A9028}" srcOrd="0" destOrd="2" presId="urn:microsoft.com/office/officeart/2005/8/layout/vList2"/>
    <dgm:cxn modelId="{E4164DC3-C02E-4186-9C1D-D73E7AE470E6}" srcId="{9F0FED63-0D31-44AB-B0E3-B071C589F1D1}" destId="{FDE026C3-DA7A-46B1-ADA6-F5324AC79498}" srcOrd="0" destOrd="0" parTransId="{0DCA9DE3-7D85-4555-8C69-E62982FBD879}" sibTransId="{E249CE21-5B36-4D9E-99BF-2C2C51243FB0}"/>
    <dgm:cxn modelId="{645BD6E0-B520-4D1B-920A-E2EE8400DDB6}" type="presOf" srcId="{FA6519F2-CAA6-479A-96E0-DF3E984DDF09}" destId="{7B846167-ADC9-464B-A39F-E462D3CA5C60}" srcOrd="0" destOrd="3" presId="urn:microsoft.com/office/officeart/2005/8/layout/vList2"/>
    <dgm:cxn modelId="{DD23BAEB-37B3-4328-A361-DD9F1BE67AC1}" type="presOf" srcId="{3B7844BC-A322-4C85-8FFF-6C17C908885D}" destId="{10B94E7B-15F2-4141-BB59-B3D4C03A9028}" srcOrd="0" destOrd="3" presId="urn:microsoft.com/office/officeart/2005/8/layout/vList2"/>
    <dgm:cxn modelId="{68D683FC-0C55-4A71-8058-CC22813438EF}" srcId="{917FCFB2-8C22-49C4-B6AC-6FB5E24C9FCF}" destId="{9E0B245E-8AFB-4C99-8968-6B3DF1C512BF}" srcOrd="0" destOrd="0" parTransId="{9CBAEC7D-27A6-4F40-9919-D6B0DFD648C6}" sibTransId="{5C331BE5-4E19-4653-A709-5582998E5295}"/>
    <dgm:cxn modelId="{7B64F3FE-1F91-4E0F-8A62-FA4613005C66}" type="presOf" srcId="{57A9F304-0F1F-4B8E-A0DE-C626C8F5A85A}" destId="{7B846167-ADC9-464B-A39F-E462D3CA5C60}" srcOrd="0" destOrd="4" presId="urn:microsoft.com/office/officeart/2005/8/layout/vList2"/>
    <dgm:cxn modelId="{8415E6C0-29F2-4861-A546-3F411177160B}" type="presParOf" srcId="{DB6EAC83-30C0-4D95-8961-630B899B90AF}" destId="{5E71EAE4-B026-4525-85E3-C3615E6B8A43}" srcOrd="0" destOrd="0" presId="urn:microsoft.com/office/officeart/2005/8/layout/vList2"/>
    <dgm:cxn modelId="{60018189-9486-45F0-8666-74D059EBA252}" type="presParOf" srcId="{DB6EAC83-30C0-4D95-8961-630B899B90AF}" destId="{7B846167-ADC9-464B-A39F-E462D3CA5C60}" srcOrd="1" destOrd="0" presId="urn:microsoft.com/office/officeart/2005/8/layout/vList2"/>
    <dgm:cxn modelId="{937B6E2E-8491-45E1-804E-BE3A5635A9E0}" type="presParOf" srcId="{DB6EAC83-30C0-4D95-8961-630B899B90AF}" destId="{B572A4D5-6571-48AA-A905-6A06E4484385}" srcOrd="2" destOrd="0" presId="urn:microsoft.com/office/officeart/2005/8/layout/vList2"/>
    <dgm:cxn modelId="{9329A64E-9E6F-451C-896F-61E0899FEE35}" type="presParOf" srcId="{DB6EAC83-30C0-4D95-8961-630B899B90AF}" destId="{10B94E7B-15F2-4141-BB59-B3D4C03A9028}" srcOrd="3" destOrd="0" presId="urn:microsoft.com/office/officeart/2005/8/layout/vList2"/>
    <dgm:cxn modelId="{DBB50BB8-707F-4EB5-885F-ED07698246A5}" type="presParOf" srcId="{DB6EAC83-30C0-4D95-8961-630B899B90AF}" destId="{6F6CB04F-68D2-4C5C-8D4A-3DE017DABFAE}"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2B12767-4B81-4A96-891D-08E405B48EB1}" type="doc">
      <dgm:prSet loTypeId="urn:microsoft.com/office/officeart/2005/8/layout/bList2" loCatId="picture" qsTypeId="urn:microsoft.com/office/officeart/2005/8/quickstyle/simple1" qsCatId="simple" csTypeId="urn:microsoft.com/office/officeart/2005/8/colors/accent3_2" csCatId="accent3" phldr="1"/>
      <dgm:spPr/>
      <dgm:t>
        <a:bodyPr/>
        <a:lstStyle/>
        <a:p>
          <a:endParaRPr lang="en-GB"/>
        </a:p>
      </dgm:t>
    </dgm:pt>
    <dgm:pt modelId="{56D07340-75E1-4AD6-87B9-922F01533C6D}">
      <dgm:prSet phldrT="[Text]"/>
      <dgm:spPr/>
      <dgm:t>
        <a:bodyPr/>
        <a:lstStyle/>
        <a:p>
          <a:pPr>
            <a:buNone/>
          </a:pPr>
          <a:r>
            <a:rPr lang="en-GB" b="1" dirty="0"/>
            <a:t>Safeguarding</a:t>
          </a:r>
          <a:endParaRPr lang="en-GB" dirty="0"/>
        </a:p>
      </dgm:t>
    </dgm:pt>
    <dgm:pt modelId="{85D96B4E-1D91-44D5-92BD-5A8D61869AC9}" type="parTrans" cxnId="{915886FD-D4B5-4B22-BD74-AB441E0CE114}">
      <dgm:prSet/>
      <dgm:spPr/>
      <dgm:t>
        <a:bodyPr/>
        <a:lstStyle/>
        <a:p>
          <a:endParaRPr lang="en-GB"/>
        </a:p>
      </dgm:t>
    </dgm:pt>
    <dgm:pt modelId="{F50FB9DF-7138-4F48-A1CF-9268D5B21D43}" type="sibTrans" cxnId="{915886FD-D4B5-4B22-BD74-AB441E0CE114}">
      <dgm:prSet/>
      <dgm:spPr/>
      <dgm:t>
        <a:bodyPr/>
        <a:lstStyle/>
        <a:p>
          <a:endParaRPr lang="en-GB"/>
        </a:p>
      </dgm:t>
    </dgm:pt>
    <dgm:pt modelId="{EC470828-F188-40F1-9BAD-24DA8EC8498A}">
      <dgm:prSet phldrT="[Text]"/>
      <dgm:spPr/>
      <dgm:t>
        <a:bodyPr/>
        <a:lstStyle/>
        <a:p>
          <a:pPr>
            <a:buNone/>
          </a:pPr>
          <a:r>
            <a:rPr lang="en-GB" b="1" dirty="0"/>
            <a:t>British Values</a:t>
          </a:r>
          <a:endParaRPr lang="en-GB" dirty="0"/>
        </a:p>
      </dgm:t>
    </dgm:pt>
    <dgm:pt modelId="{AF7BAD48-7E45-4B61-A7BB-088538057FB1}" type="parTrans" cxnId="{92F38D82-1A53-436B-8F78-FBAC98C75696}">
      <dgm:prSet/>
      <dgm:spPr/>
      <dgm:t>
        <a:bodyPr/>
        <a:lstStyle/>
        <a:p>
          <a:endParaRPr lang="en-GB"/>
        </a:p>
      </dgm:t>
    </dgm:pt>
    <dgm:pt modelId="{FBB04D87-02F6-4CF5-9F5A-41A665659D9E}" type="sibTrans" cxnId="{92F38D82-1A53-436B-8F78-FBAC98C75696}">
      <dgm:prSet/>
      <dgm:spPr/>
      <dgm:t>
        <a:bodyPr/>
        <a:lstStyle/>
        <a:p>
          <a:endParaRPr lang="en-GB"/>
        </a:p>
      </dgm:t>
    </dgm:pt>
    <dgm:pt modelId="{CCCD779C-5571-4406-86BA-B93A56C0F092}">
      <dgm:prSet phldrT="[Text]"/>
      <dgm:spPr/>
      <dgm:t>
        <a:bodyPr/>
        <a:lstStyle/>
        <a:p>
          <a:pPr>
            <a:buNone/>
          </a:pPr>
          <a:r>
            <a:rPr lang="en-GB" b="1" dirty="0"/>
            <a:t>Prevent</a:t>
          </a:r>
          <a:endParaRPr lang="en-GB" dirty="0"/>
        </a:p>
      </dgm:t>
    </dgm:pt>
    <dgm:pt modelId="{0475E061-26B7-40EF-BFE3-7EAE14461042}" type="parTrans" cxnId="{E70337FA-EA0D-449D-A6EE-5C95931B9BF4}">
      <dgm:prSet/>
      <dgm:spPr/>
      <dgm:t>
        <a:bodyPr/>
        <a:lstStyle/>
        <a:p>
          <a:endParaRPr lang="en-GB"/>
        </a:p>
      </dgm:t>
    </dgm:pt>
    <dgm:pt modelId="{0FEA00F7-95D2-41FD-A093-A774F4D3CD18}" type="sibTrans" cxnId="{E70337FA-EA0D-449D-A6EE-5C95931B9BF4}">
      <dgm:prSet/>
      <dgm:spPr/>
      <dgm:t>
        <a:bodyPr/>
        <a:lstStyle/>
        <a:p>
          <a:endParaRPr lang="en-GB"/>
        </a:p>
      </dgm:t>
    </dgm:pt>
    <dgm:pt modelId="{DAB29B63-5C0F-4F8E-81F6-23C876AC6360}">
      <dgm:prSet custT="1"/>
      <dgm:spPr/>
      <dgm:t>
        <a:bodyPr/>
        <a:lstStyle/>
        <a:p>
          <a:pPr>
            <a:buNone/>
          </a:pPr>
          <a:r>
            <a:rPr lang="en-US" sz="1400" dirty="0"/>
            <a:t>Safeguarding protects individuals from harm, abuse, neglect, </a:t>
          </a:r>
          <a:r>
            <a:rPr lang="en-US" sz="1400" dirty="0" err="1"/>
            <a:t>radicalisation</a:t>
          </a:r>
          <a:r>
            <a:rPr lang="en-US" sz="1400" dirty="0"/>
            <a:t> and exploitation.</a:t>
          </a:r>
          <a:br>
            <a:rPr lang="en-US" sz="1400" dirty="0"/>
          </a:br>
          <a:endParaRPr lang="en-US" sz="1400" dirty="0"/>
        </a:p>
      </dgm:t>
    </dgm:pt>
    <dgm:pt modelId="{93FA374D-760E-41E6-A69C-826D26E6A5E7}" type="parTrans" cxnId="{391E11A1-9311-4F1E-94A3-6F33E3EA6217}">
      <dgm:prSet/>
      <dgm:spPr/>
      <dgm:t>
        <a:bodyPr/>
        <a:lstStyle/>
        <a:p>
          <a:endParaRPr lang="en-GB"/>
        </a:p>
      </dgm:t>
    </dgm:pt>
    <dgm:pt modelId="{C0E5BD99-0E51-48B2-81AA-50C939EA07D4}" type="sibTrans" cxnId="{391E11A1-9311-4F1E-94A3-6F33E3EA6217}">
      <dgm:prSet/>
      <dgm:spPr/>
      <dgm:t>
        <a:bodyPr/>
        <a:lstStyle/>
        <a:p>
          <a:endParaRPr lang="en-GB"/>
        </a:p>
      </dgm:t>
    </dgm:pt>
    <dgm:pt modelId="{863F5D25-B0A4-45A6-85E5-AE73281BB623}">
      <dgm:prSet custT="1"/>
      <dgm:spPr/>
      <dgm:t>
        <a:bodyPr/>
        <a:lstStyle/>
        <a:p>
          <a:pPr>
            <a:buNone/>
          </a:pPr>
          <a:r>
            <a:rPr lang="en-US" sz="1400" dirty="0"/>
            <a:t>If you have a concern about yourself or someone else, email:</a:t>
          </a:r>
        </a:p>
      </dgm:t>
    </dgm:pt>
    <dgm:pt modelId="{D469A54B-4E53-4FB2-9790-90B262FF3A64}" type="parTrans" cxnId="{62C84980-B1ED-4F43-A191-38AFFEC046C5}">
      <dgm:prSet/>
      <dgm:spPr/>
      <dgm:t>
        <a:bodyPr/>
        <a:lstStyle/>
        <a:p>
          <a:endParaRPr lang="en-GB"/>
        </a:p>
      </dgm:t>
    </dgm:pt>
    <dgm:pt modelId="{629F08C9-3514-41B0-A4A9-DB7488EB6A77}" type="sibTrans" cxnId="{62C84980-B1ED-4F43-A191-38AFFEC046C5}">
      <dgm:prSet/>
      <dgm:spPr/>
      <dgm:t>
        <a:bodyPr/>
        <a:lstStyle/>
        <a:p>
          <a:endParaRPr lang="en-GB"/>
        </a:p>
      </dgm:t>
    </dgm:pt>
    <dgm:pt modelId="{463032AE-3A43-47A3-8A25-32BC3C86FB5A}">
      <dgm:prSet custT="1"/>
      <dgm:spPr/>
      <dgm:t>
        <a:bodyPr/>
        <a:lstStyle/>
        <a:p>
          <a:pPr>
            <a:buNone/>
          </a:pPr>
          <a:r>
            <a:rPr lang="en-US" sz="1400" dirty="0"/>
            <a:t>We treat all concerns seriously and confidentially.</a:t>
          </a:r>
        </a:p>
      </dgm:t>
    </dgm:pt>
    <dgm:pt modelId="{4633167A-FC33-4561-81C8-185AEAB8DB8F}" type="parTrans" cxnId="{9B511289-C885-4D3F-9809-624FD77B230F}">
      <dgm:prSet/>
      <dgm:spPr/>
      <dgm:t>
        <a:bodyPr/>
        <a:lstStyle/>
        <a:p>
          <a:endParaRPr lang="en-GB"/>
        </a:p>
      </dgm:t>
    </dgm:pt>
    <dgm:pt modelId="{D0EB7A02-01FE-41F1-89B0-6A6753FB0ED6}" type="sibTrans" cxnId="{9B511289-C885-4D3F-9809-624FD77B230F}">
      <dgm:prSet/>
      <dgm:spPr/>
      <dgm:t>
        <a:bodyPr/>
        <a:lstStyle/>
        <a:p>
          <a:endParaRPr lang="en-GB"/>
        </a:p>
      </dgm:t>
    </dgm:pt>
    <dgm:pt modelId="{03451262-3EDA-42D8-8845-4A5EC165AF16}">
      <dgm:prSet custT="1"/>
      <dgm:spPr/>
      <dgm:t>
        <a:bodyPr/>
        <a:lstStyle/>
        <a:p>
          <a:pPr>
            <a:buNone/>
          </a:pPr>
          <a:r>
            <a:rPr lang="en-US" sz="1400" dirty="0"/>
            <a:t>These values underpin everything we do in professional and digital environments.</a:t>
          </a:r>
        </a:p>
      </dgm:t>
    </dgm:pt>
    <dgm:pt modelId="{5D4AA6F6-EEB2-4359-8B5F-C7D09C28B952}" type="parTrans" cxnId="{686D8691-1133-42DD-9896-6363F8746916}">
      <dgm:prSet/>
      <dgm:spPr/>
      <dgm:t>
        <a:bodyPr/>
        <a:lstStyle/>
        <a:p>
          <a:endParaRPr lang="en-GB"/>
        </a:p>
      </dgm:t>
    </dgm:pt>
    <dgm:pt modelId="{0A0CCB7E-300B-4173-A37F-7F5DE851BD11}" type="sibTrans" cxnId="{686D8691-1133-42DD-9896-6363F8746916}">
      <dgm:prSet/>
      <dgm:spPr/>
      <dgm:t>
        <a:bodyPr/>
        <a:lstStyle/>
        <a:p>
          <a:endParaRPr lang="en-GB"/>
        </a:p>
      </dgm:t>
    </dgm:pt>
    <dgm:pt modelId="{69025F71-BA54-42C9-B65F-B3A0D6819F03}">
      <dgm:prSet phldrT="[Text]" custT="1"/>
      <dgm:spPr/>
      <dgm:t>
        <a:bodyPr/>
        <a:lstStyle/>
        <a:p>
          <a:pPr>
            <a:buNone/>
          </a:pPr>
          <a:r>
            <a:rPr lang="en-US" sz="1400" dirty="0"/>
            <a:t>The British Values are:</a:t>
          </a:r>
          <a:br>
            <a:rPr lang="en-US" sz="1400" dirty="0"/>
          </a:br>
          <a:endParaRPr lang="en-GB" sz="1400" b="1" dirty="0"/>
        </a:p>
      </dgm:t>
    </dgm:pt>
    <dgm:pt modelId="{5BAA4E8D-3142-44FA-8BA8-D889713EE084}" type="parTrans" cxnId="{EEE3C980-0D82-4379-9DDE-E3DBC7A17B81}">
      <dgm:prSet/>
      <dgm:spPr/>
      <dgm:t>
        <a:bodyPr/>
        <a:lstStyle/>
        <a:p>
          <a:endParaRPr lang="en-GB"/>
        </a:p>
      </dgm:t>
    </dgm:pt>
    <dgm:pt modelId="{81F1F430-5508-4486-8CFC-5EF8E032006C}" type="sibTrans" cxnId="{EEE3C980-0D82-4379-9DDE-E3DBC7A17B81}">
      <dgm:prSet/>
      <dgm:spPr/>
      <dgm:t>
        <a:bodyPr/>
        <a:lstStyle/>
        <a:p>
          <a:endParaRPr lang="en-GB"/>
        </a:p>
      </dgm:t>
    </dgm:pt>
    <dgm:pt modelId="{22011C8F-8C8B-479E-86D9-FCDDD9058F05}">
      <dgm:prSet custT="1"/>
      <dgm:spPr/>
      <dgm:t>
        <a:bodyPr/>
        <a:lstStyle/>
        <a:p>
          <a:pPr>
            <a:buNone/>
          </a:pPr>
          <a:r>
            <a:rPr lang="en-US" sz="1400" dirty="0"/>
            <a:t>Prevent is about protecting people from being drawn into extremism or </a:t>
          </a:r>
          <a:r>
            <a:rPr lang="en-US" sz="1400" dirty="0" err="1"/>
            <a:t>radicalisation</a:t>
          </a:r>
          <a:r>
            <a:rPr lang="en-US" sz="1400" dirty="0"/>
            <a:t>.</a:t>
          </a:r>
          <a:br>
            <a:rPr lang="en-US" sz="1400" dirty="0"/>
          </a:br>
          <a:endParaRPr lang="en-US" sz="1400" dirty="0"/>
        </a:p>
      </dgm:t>
    </dgm:pt>
    <dgm:pt modelId="{EA598542-29C0-4C63-9692-B860F546AE9B}" type="parTrans" cxnId="{7B8918B8-0E38-4C18-A731-C2EBA22F3EA5}">
      <dgm:prSet/>
      <dgm:spPr/>
      <dgm:t>
        <a:bodyPr/>
        <a:lstStyle/>
        <a:p>
          <a:endParaRPr lang="en-GB"/>
        </a:p>
      </dgm:t>
    </dgm:pt>
    <dgm:pt modelId="{32F125C0-2F63-4B56-A05D-D98C65320181}" type="sibTrans" cxnId="{7B8918B8-0E38-4C18-A731-C2EBA22F3EA5}">
      <dgm:prSet/>
      <dgm:spPr/>
      <dgm:t>
        <a:bodyPr/>
        <a:lstStyle/>
        <a:p>
          <a:endParaRPr lang="en-GB"/>
        </a:p>
      </dgm:t>
    </dgm:pt>
    <dgm:pt modelId="{E722A7F8-D148-429E-B9D5-EEA038CC1821}">
      <dgm:prSet custT="1"/>
      <dgm:spPr/>
      <dgm:t>
        <a:bodyPr/>
        <a:lstStyle/>
        <a:p>
          <a:pPr>
            <a:buNone/>
          </a:pPr>
          <a:r>
            <a:rPr lang="en-US" sz="1400" dirty="0"/>
            <a:t>In our </a:t>
          </a:r>
          <a:r>
            <a:rPr lang="en-US" sz="1400" dirty="0" err="1"/>
            <a:t>programmes</a:t>
          </a:r>
          <a:r>
            <a:rPr lang="en-US" sz="1400" dirty="0"/>
            <a:t>, Prevent links to:</a:t>
          </a:r>
          <a:br>
            <a:rPr lang="en-US" sz="1400" dirty="0"/>
          </a:br>
          <a:br>
            <a:rPr lang="en-US" sz="1400" dirty="0"/>
          </a:br>
          <a:r>
            <a:rPr lang="en-US" sz="1400" b="1" dirty="0"/>
            <a:t>• Online safety</a:t>
          </a:r>
          <a:br>
            <a:rPr lang="en-US" sz="1400" b="1" dirty="0"/>
          </a:br>
          <a:r>
            <a:rPr lang="en-US" sz="1400" b="1" dirty="0"/>
            <a:t>• Digital responsibility</a:t>
          </a:r>
          <a:br>
            <a:rPr lang="en-US" sz="1400" b="1" dirty="0"/>
          </a:br>
          <a:r>
            <a:rPr lang="en-US" sz="1400" b="1" dirty="0"/>
            <a:t>• Critical thinking</a:t>
          </a:r>
          <a:br>
            <a:rPr lang="en-US" sz="1400" b="1" dirty="0"/>
          </a:br>
          <a:r>
            <a:rPr lang="en-US" sz="1400" b="1" dirty="0"/>
            <a:t>• Professional ethics</a:t>
          </a:r>
        </a:p>
      </dgm:t>
    </dgm:pt>
    <dgm:pt modelId="{29D8F00E-4EE7-43CD-AEE1-EEBE4D9345D9}" type="parTrans" cxnId="{E1414484-9238-4AFB-B77F-A6E76619BC63}">
      <dgm:prSet/>
      <dgm:spPr/>
      <dgm:t>
        <a:bodyPr/>
        <a:lstStyle/>
        <a:p>
          <a:endParaRPr lang="en-GB"/>
        </a:p>
      </dgm:t>
    </dgm:pt>
    <dgm:pt modelId="{C73C49A6-1F43-4277-80E9-74AC48648C96}" type="sibTrans" cxnId="{E1414484-9238-4AFB-B77F-A6E76619BC63}">
      <dgm:prSet/>
      <dgm:spPr/>
      <dgm:t>
        <a:bodyPr/>
        <a:lstStyle/>
        <a:p>
          <a:endParaRPr lang="en-GB"/>
        </a:p>
      </dgm:t>
    </dgm:pt>
    <dgm:pt modelId="{CD591B15-0AFB-427B-9D7F-5C5DBD255982}">
      <dgm:prSet custT="1"/>
      <dgm:spPr/>
      <dgm:t>
        <a:bodyPr/>
        <a:lstStyle/>
        <a:p>
          <a:pPr>
            <a:buNone/>
          </a:pPr>
          <a:r>
            <a:rPr lang="en-US" sz="1400" dirty="0">
              <a:hlinkClick xmlns:r="http://schemas.openxmlformats.org/officeDocument/2006/relationships" r:id="rId1"/>
            </a:rPr>
            <a:t>safeguarding@bpp.com</a:t>
          </a:r>
          <a:br>
            <a:rPr lang="en-US" sz="1400" dirty="0"/>
          </a:br>
          <a:br>
            <a:rPr lang="en-US" sz="1400" dirty="0"/>
          </a:br>
          <a:r>
            <a:rPr lang="en-US" sz="1400" dirty="0"/>
            <a:t>Or speak to your tutor privately.</a:t>
          </a:r>
          <a:br>
            <a:rPr lang="en-US" sz="1400" dirty="0"/>
          </a:br>
          <a:endParaRPr lang="en-US" sz="1400" dirty="0"/>
        </a:p>
      </dgm:t>
    </dgm:pt>
    <dgm:pt modelId="{1FB5DA67-104F-467A-B04D-EB05521F1FD3}" type="parTrans" cxnId="{B0D82476-838A-448A-A0BF-FC1F6F1293FC}">
      <dgm:prSet/>
      <dgm:spPr/>
      <dgm:t>
        <a:bodyPr/>
        <a:lstStyle/>
        <a:p>
          <a:endParaRPr lang="en-GB"/>
        </a:p>
      </dgm:t>
    </dgm:pt>
    <dgm:pt modelId="{C4238EDF-4C52-4145-86DD-8A682CFE3230}" type="sibTrans" cxnId="{B0D82476-838A-448A-A0BF-FC1F6F1293FC}">
      <dgm:prSet/>
      <dgm:spPr/>
      <dgm:t>
        <a:bodyPr/>
        <a:lstStyle/>
        <a:p>
          <a:endParaRPr lang="en-GB"/>
        </a:p>
      </dgm:t>
    </dgm:pt>
    <dgm:pt modelId="{75538982-FD70-4DC6-AAE0-159B168AB9D2}">
      <dgm:prSet phldrT="[Text]" custT="1"/>
      <dgm:spPr/>
      <dgm:t>
        <a:bodyPr/>
        <a:lstStyle/>
        <a:p>
          <a:pPr>
            <a:buNone/>
          </a:pPr>
          <a:r>
            <a:rPr lang="en-US" sz="1400" b="1" dirty="0"/>
            <a:t>1. Democracy</a:t>
          </a:r>
          <a:endParaRPr lang="en-GB" sz="1400" b="1" dirty="0"/>
        </a:p>
      </dgm:t>
    </dgm:pt>
    <dgm:pt modelId="{A0FE9843-57AE-430F-9125-011C60C7B7AB}" type="parTrans" cxnId="{87D04A37-6D2C-4950-ADB4-84440DCAA652}">
      <dgm:prSet/>
      <dgm:spPr/>
      <dgm:t>
        <a:bodyPr/>
        <a:lstStyle/>
        <a:p>
          <a:endParaRPr lang="en-GB"/>
        </a:p>
      </dgm:t>
    </dgm:pt>
    <dgm:pt modelId="{110EF384-963C-47EA-99D4-A45E59F5DB14}" type="sibTrans" cxnId="{87D04A37-6D2C-4950-ADB4-84440DCAA652}">
      <dgm:prSet/>
      <dgm:spPr/>
      <dgm:t>
        <a:bodyPr/>
        <a:lstStyle/>
        <a:p>
          <a:endParaRPr lang="en-GB"/>
        </a:p>
      </dgm:t>
    </dgm:pt>
    <dgm:pt modelId="{F8D7A63F-C565-4D8A-AE52-7E8946D59289}">
      <dgm:prSet phldrT="[Text]" custT="1"/>
      <dgm:spPr/>
      <dgm:t>
        <a:bodyPr/>
        <a:lstStyle/>
        <a:p>
          <a:pPr>
            <a:buNone/>
          </a:pPr>
          <a:r>
            <a:rPr lang="en-US" sz="1400" b="1" dirty="0"/>
            <a:t>2. Rule of Law</a:t>
          </a:r>
          <a:endParaRPr lang="en-GB" sz="1400" b="1" dirty="0"/>
        </a:p>
      </dgm:t>
    </dgm:pt>
    <dgm:pt modelId="{2732ED9F-4C65-4939-A9CB-EE6144D6E388}" type="parTrans" cxnId="{11F4EB43-205A-4426-8AB3-4A0CAFB3E418}">
      <dgm:prSet/>
      <dgm:spPr/>
      <dgm:t>
        <a:bodyPr/>
        <a:lstStyle/>
        <a:p>
          <a:endParaRPr lang="en-GB"/>
        </a:p>
      </dgm:t>
    </dgm:pt>
    <dgm:pt modelId="{FCDCEE1F-E4CC-4BF8-91F5-7CD11D70D40A}" type="sibTrans" cxnId="{11F4EB43-205A-4426-8AB3-4A0CAFB3E418}">
      <dgm:prSet/>
      <dgm:spPr/>
      <dgm:t>
        <a:bodyPr/>
        <a:lstStyle/>
        <a:p>
          <a:endParaRPr lang="en-GB"/>
        </a:p>
      </dgm:t>
    </dgm:pt>
    <dgm:pt modelId="{2433DF1C-7206-47F7-A12F-ABF6D6571963}">
      <dgm:prSet phldrT="[Text]" custT="1"/>
      <dgm:spPr/>
      <dgm:t>
        <a:bodyPr/>
        <a:lstStyle/>
        <a:p>
          <a:pPr>
            <a:buNone/>
          </a:pPr>
          <a:r>
            <a:rPr lang="en-US" sz="1400" b="1" dirty="0"/>
            <a:t>3. Individual Liberty</a:t>
          </a:r>
          <a:endParaRPr lang="en-GB" sz="1400" b="1" dirty="0"/>
        </a:p>
      </dgm:t>
    </dgm:pt>
    <dgm:pt modelId="{BFA8B94C-85F5-43DC-8BDC-A069343C8F69}" type="parTrans" cxnId="{0F3C4FD6-AA3D-4FD1-B611-9A0DF1F28882}">
      <dgm:prSet/>
      <dgm:spPr/>
      <dgm:t>
        <a:bodyPr/>
        <a:lstStyle/>
        <a:p>
          <a:endParaRPr lang="en-GB"/>
        </a:p>
      </dgm:t>
    </dgm:pt>
    <dgm:pt modelId="{B32537B1-DF7B-4E14-99A4-C9E87B10E8FB}" type="sibTrans" cxnId="{0F3C4FD6-AA3D-4FD1-B611-9A0DF1F28882}">
      <dgm:prSet/>
      <dgm:spPr/>
      <dgm:t>
        <a:bodyPr/>
        <a:lstStyle/>
        <a:p>
          <a:endParaRPr lang="en-GB"/>
        </a:p>
      </dgm:t>
    </dgm:pt>
    <dgm:pt modelId="{B86F58AF-23C9-4590-8B85-D0FD5BF63739}">
      <dgm:prSet phldrT="[Text]" custT="1"/>
      <dgm:spPr/>
      <dgm:t>
        <a:bodyPr/>
        <a:lstStyle/>
        <a:p>
          <a:pPr>
            <a:buNone/>
          </a:pPr>
          <a:r>
            <a:rPr lang="en-US" sz="1400" b="1" dirty="0"/>
            <a:t>4. Mutual Respect</a:t>
          </a:r>
          <a:endParaRPr lang="en-GB" sz="1400" b="1" dirty="0"/>
        </a:p>
      </dgm:t>
    </dgm:pt>
    <dgm:pt modelId="{99049DFF-F522-4CEE-86F1-3106A98D1228}" type="parTrans" cxnId="{13942C34-BE79-47E7-8C01-30B5C0440B82}">
      <dgm:prSet/>
      <dgm:spPr/>
      <dgm:t>
        <a:bodyPr/>
        <a:lstStyle/>
        <a:p>
          <a:endParaRPr lang="en-GB"/>
        </a:p>
      </dgm:t>
    </dgm:pt>
    <dgm:pt modelId="{D163573A-5663-4719-B727-A3413297E0EA}" type="sibTrans" cxnId="{13942C34-BE79-47E7-8C01-30B5C0440B82}">
      <dgm:prSet/>
      <dgm:spPr/>
      <dgm:t>
        <a:bodyPr/>
        <a:lstStyle/>
        <a:p>
          <a:endParaRPr lang="en-GB"/>
        </a:p>
      </dgm:t>
    </dgm:pt>
    <dgm:pt modelId="{19B6A5AA-0C05-4739-97C3-287820CEC391}">
      <dgm:prSet phldrT="[Text]" custT="1"/>
      <dgm:spPr/>
      <dgm:t>
        <a:bodyPr/>
        <a:lstStyle/>
        <a:p>
          <a:pPr>
            <a:buNone/>
          </a:pPr>
          <a:r>
            <a:rPr lang="en-US" sz="1400" b="1" dirty="0"/>
            <a:t>5. Tolerance of Different Faiths and Beliefs</a:t>
          </a:r>
          <a:br>
            <a:rPr lang="en-US" sz="1400" b="1" dirty="0"/>
          </a:br>
          <a:endParaRPr lang="en-GB" sz="1400" b="1" dirty="0"/>
        </a:p>
      </dgm:t>
    </dgm:pt>
    <dgm:pt modelId="{11941308-3490-47CC-8034-0D04F633D6A8}" type="parTrans" cxnId="{1D6A1129-C469-431A-BB8D-84ADA878481E}">
      <dgm:prSet/>
      <dgm:spPr/>
      <dgm:t>
        <a:bodyPr/>
        <a:lstStyle/>
        <a:p>
          <a:endParaRPr lang="en-GB"/>
        </a:p>
      </dgm:t>
    </dgm:pt>
    <dgm:pt modelId="{DA2AF159-8ADF-4D92-B329-D2336DC9575B}" type="sibTrans" cxnId="{1D6A1129-C469-431A-BB8D-84ADA878481E}">
      <dgm:prSet/>
      <dgm:spPr/>
      <dgm:t>
        <a:bodyPr/>
        <a:lstStyle/>
        <a:p>
          <a:endParaRPr lang="en-GB"/>
        </a:p>
      </dgm:t>
    </dgm:pt>
    <dgm:pt modelId="{47A33140-3A47-404F-8E7F-FD5872ED4C05}" type="pres">
      <dgm:prSet presAssocID="{E2B12767-4B81-4A96-891D-08E405B48EB1}" presName="diagram" presStyleCnt="0">
        <dgm:presLayoutVars>
          <dgm:dir/>
          <dgm:animLvl val="lvl"/>
          <dgm:resizeHandles val="exact"/>
        </dgm:presLayoutVars>
      </dgm:prSet>
      <dgm:spPr/>
    </dgm:pt>
    <dgm:pt modelId="{DD7CA9C7-FAAB-4752-93E6-DFEA2F0643E7}" type="pres">
      <dgm:prSet presAssocID="{56D07340-75E1-4AD6-87B9-922F01533C6D}" presName="compNode" presStyleCnt="0"/>
      <dgm:spPr/>
    </dgm:pt>
    <dgm:pt modelId="{D10EC809-8A62-4994-AFA3-5836513960D1}" type="pres">
      <dgm:prSet presAssocID="{56D07340-75E1-4AD6-87B9-922F01533C6D}" presName="childRect" presStyleLbl="bgAcc1" presStyleIdx="0" presStyleCnt="3">
        <dgm:presLayoutVars>
          <dgm:bulletEnabled val="1"/>
        </dgm:presLayoutVars>
      </dgm:prSet>
      <dgm:spPr/>
    </dgm:pt>
    <dgm:pt modelId="{1DE8D5CA-19FD-4C8F-9E6E-77530DBCA067}" type="pres">
      <dgm:prSet presAssocID="{56D07340-75E1-4AD6-87B9-922F01533C6D}" presName="parentText" presStyleLbl="node1" presStyleIdx="0" presStyleCnt="0">
        <dgm:presLayoutVars>
          <dgm:chMax val="0"/>
          <dgm:bulletEnabled val="1"/>
        </dgm:presLayoutVars>
      </dgm:prSet>
      <dgm:spPr/>
    </dgm:pt>
    <dgm:pt modelId="{48F786DA-DE1C-49AB-A9EC-F4B26E445636}" type="pres">
      <dgm:prSet presAssocID="{56D07340-75E1-4AD6-87B9-922F01533C6D}" presName="parentRect" presStyleLbl="alignNode1" presStyleIdx="0" presStyleCnt="3"/>
      <dgm:spPr/>
    </dgm:pt>
    <dgm:pt modelId="{D9ADFEC3-3FB9-439A-9A95-7FF03D05B279}" type="pres">
      <dgm:prSet presAssocID="{56D07340-75E1-4AD6-87B9-922F01533C6D}" presName="adorn" presStyleLbl="fgAccFollowNode1" presStyleIdx="0"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Shield Tick with solid fill"/>
        </a:ext>
      </dgm:extLst>
    </dgm:pt>
    <dgm:pt modelId="{A88A01B7-E93F-4801-992D-C8B8CF1A7AF2}" type="pres">
      <dgm:prSet presAssocID="{F50FB9DF-7138-4F48-A1CF-9268D5B21D43}" presName="sibTrans" presStyleLbl="sibTrans2D1" presStyleIdx="0" presStyleCnt="0"/>
      <dgm:spPr/>
    </dgm:pt>
    <dgm:pt modelId="{D672379D-7E2B-4AA2-9A7E-B53F125FEAA4}" type="pres">
      <dgm:prSet presAssocID="{EC470828-F188-40F1-9BAD-24DA8EC8498A}" presName="compNode" presStyleCnt="0"/>
      <dgm:spPr/>
    </dgm:pt>
    <dgm:pt modelId="{3ED92AB1-FC73-4B9A-8E1D-4ACFC692581E}" type="pres">
      <dgm:prSet presAssocID="{EC470828-F188-40F1-9BAD-24DA8EC8498A}" presName="childRect" presStyleLbl="bgAcc1" presStyleIdx="1" presStyleCnt="3">
        <dgm:presLayoutVars>
          <dgm:bulletEnabled val="1"/>
        </dgm:presLayoutVars>
      </dgm:prSet>
      <dgm:spPr/>
    </dgm:pt>
    <dgm:pt modelId="{2496D8E3-A063-4674-ABA5-D8719CAEF8BC}" type="pres">
      <dgm:prSet presAssocID="{EC470828-F188-40F1-9BAD-24DA8EC8498A}" presName="parentText" presStyleLbl="node1" presStyleIdx="0" presStyleCnt="0">
        <dgm:presLayoutVars>
          <dgm:chMax val="0"/>
          <dgm:bulletEnabled val="1"/>
        </dgm:presLayoutVars>
      </dgm:prSet>
      <dgm:spPr/>
    </dgm:pt>
    <dgm:pt modelId="{73228723-6C68-46A8-96CF-D4508B53BCEB}" type="pres">
      <dgm:prSet presAssocID="{EC470828-F188-40F1-9BAD-24DA8EC8498A}" presName="parentRect" presStyleLbl="alignNode1" presStyleIdx="1" presStyleCnt="3"/>
      <dgm:spPr/>
    </dgm:pt>
    <dgm:pt modelId="{B04E7D05-003F-4073-A2E0-8A6D05F1F5E9}" type="pres">
      <dgm:prSet presAssocID="{EC470828-F188-40F1-9BAD-24DA8EC8498A}" presName="adorn" presStyleLbl="fgAccFollowNode1" presStyleIdx="1"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Scales of justice with solid fill"/>
        </a:ext>
      </dgm:extLst>
    </dgm:pt>
    <dgm:pt modelId="{D10565B5-B10E-43C3-B9E8-CB6B3F1FB19A}" type="pres">
      <dgm:prSet presAssocID="{FBB04D87-02F6-4CF5-9F5A-41A665659D9E}" presName="sibTrans" presStyleLbl="sibTrans2D1" presStyleIdx="0" presStyleCnt="0"/>
      <dgm:spPr/>
    </dgm:pt>
    <dgm:pt modelId="{3C061DF8-267F-40C0-BFE9-F3F9B8C81599}" type="pres">
      <dgm:prSet presAssocID="{CCCD779C-5571-4406-86BA-B93A56C0F092}" presName="compNode" presStyleCnt="0"/>
      <dgm:spPr/>
    </dgm:pt>
    <dgm:pt modelId="{846A71B0-4F5B-47B2-8980-46D3D2DDB15D}" type="pres">
      <dgm:prSet presAssocID="{CCCD779C-5571-4406-86BA-B93A56C0F092}" presName="childRect" presStyleLbl="bgAcc1" presStyleIdx="2" presStyleCnt="3">
        <dgm:presLayoutVars>
          <dgm:bulletEnabled val="1"/>
        </dgm:presLayoutVars>
      </dgm:prSet>
      <dgm:spPr/>
    </dgm:pt>
    <dgm:pt modelId="{74ADB85B-5AE7-4BE7-A2A7-FAEDFDBE0B8D}" type="pres">
      <dgm:prSet presAssocID="{CCCD779C-5571-4406-86BA-B93A56C0F092}" presName="parentText" presStyleLbl="node1" presStyleIdx="0" presStyleCnt="0">
        <dgm:presLayoutVars>
          <dgm:chMax val="0"/>
          <dgm:bulletEnabled val="1"/>
        </dgm:presLayoutVars>
      </dgm:prSet>
      <dgm:spPr/>
    </dgm:pt>
    <dgm:pt modelId="{A330D0D8-36E0-4D22-9693-859DCEFD00F6}" type="pres">
      <dgm:prSet presAssocID="{CCCD779C-5571-4406-86BA-B93A56C0F092}" presName="parentRect" presStyleLbl="alignNode1" presStyleIdx="2" presStyleCnt="3"/>
      <dgm:spPr/>
    </dgm:pt>
    <dgm:pt modelId="{C95D7B44-50D7-459C-A076-A823BE9D40B9}" type="pres">
      <dgm:prSet presAssocID="{CCCD779C-5571-4406-86BA-B93A56C0F092}" presName="adorn" presStyleLbl="fgAccFollowNode1" presStyleIdx="2" presStyleCnt="3"/>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Flag with solid fill"/>
        </a:ext>
      </dgm:extLst>
    </dgm:pt>
  </dgm:ptLst>
  <dgm:cxnLst>
    <dgm:cxn modelId="{1D6A1129-C469-431A-BB8D-84ADA878481E}" srcId="{69025F71-BA54-42C9-B65F-B3A0D6819F03}" destId="{19B6A5AA-0C05-4739-97C3-287820CEC391}" srcOrd="4" destOrd="0" parTransId="{11941308-3490-47CC-8034-0D04F633D6A8}" sibTransId="{DA2AF159-8ADF-4D92-B329-D2336DC9575B}"/>
    <dgm:cxn modelId="{7BA9542E-9EDA-4EF2-AB9F-0A7A7BDE14CE}" type="presOf" srcId="{B86F58AF-23C9-4590-8B85-D0FD5BF63739}" destId="{3ED92AB1-FC73-4B9A-8E1D-4ACFC692581E}" srcOrd="0" destOrd="4" presId="urn:microsoft.com/office/officeart/2005/8/layout/bList2"/>
    <dgm:cxn modelId="{BB0FF52E-ABB8-4694-BFE3-9BC054767498}" type="presOf" srcId="{EC470828-F188-40F1-9BAD-24DA8EC8498A}" destId="{73228723-6C68-46A8-96CF-D4508B53BCEB}" srcOrd="1" destOrd="0" presId="urn:microsoft.com/office/officeart/2005/8/layout/bList2"/>
    <dgm:cxn modelId="{13942C34-BE79-47E7-8C01-30B5C0440B82}" srcId="{69025F71-BA54-42C9-B65F-B3A0D6819F03}" destId="{B86F58AF-23C9-4590-8B85-D0FD5BF63739}" srcOrd="3" destOrd="0" parTransId="{99049DFF-F522-4CEE-86F1-3106A98D1228}" sibTransId="{D163573A-5663-4719-B727-A3413297E0EA}"/>
    <dgm:cxn modelId="{87D04A37-6D2C-4950-ADB4-84440DCAA652}" srcId="{69025F71-BA54-42C9-B65F-B3A0D6819F03}" destId="{75538982-FD70-4DC6-AAE0-159B168AB9D2}" srcOrd="0" destOrd="0" parTransId="{A0FE9843-57AE-430F-9125-011C60C7B7AB}" sibTransId="{110EF384-963C-47EA-99D4-A45E59F5DB14}"/>
    <dgm:cxn modelId="{1A72075E-E878-4C81-8905-9803D8515758}" type="presOf" srcId="{2433DF1C-7206-47F7-A12F-ABF6D6571963}" destId="{3ED92AB1-FC73-4B9A-8E1D-4ACFC692581E}" srcOrd="0" destOrd="3" presId="urn:microsoft.com/office/officeart/2005/8/layout/bList2"/>
    <dgm:cxn modelId="{11F4EB43-205A-4426-8AB3-4A0CAFB3E418}" srcId="{69025F71-BA54-42C9-B65F-B3A0D6819F03}" destId="{F8D7A63F-C565-4D8A-AE52-7E8946D59289}" srcOrd="1" destOrd="0" parTransId="{2732ED9F-4C65-4939-A9CB-EE6144D6E388}" sibTransId="{FCDCEE1F-E4CC-4BF8-91F5-7CD11D70D40A}"/>
    <dgm:cxn modelId="{9CAEDA68-8701-49B1-8436-871507F34338}" type="presOf" srcId="{F8D7A63F-C565-4D8A-AE52-7E8946D59289}" destId="{3ED92AB1-FC73-4B9A-8E1D-4ACFC692581E}" srcOrd="0" destOrd="2" presId="urn:microsoft.com/office/officeart/2005/8/layout/bList2"/>
    <dgm:cxn modelId="{A0BE1E6D-4D4E-4BE8-A719-A27A4184554C}" type="presOf" srcId="{19B6A5AA-0C05-4739-97C3-287820CEC391}" destId="{3ED92AB1-FC73-4B9A-8E1D-4ACFC692581E}" srcOrd="0" destOrd="5" presId="urn:microsoft.com/office/officeart/2005/8/layout/bList2"/>
    <dgm:cxn modelId="{537FBF4E-0B29-4685-92F2-6BD1D93F6B22}" type="presOf" srcId="{CD591B15-0AFB-427B-9D7F-5C5DBD255982}" destId="{D10EC809-8A62-4994-AFA3-5836513960D1}" srcOrd="0" destOrd="2" presId="urn:microsoft.com/office/officeart/2005/8/layout/bList2"/>
    <dgm:cxn modelId="{E6E6F070-4BB4-4CB8-A110-6EA5A6E54106}" type="presOf" srcId="{F50FB9DF-7138-4F48-A1CF-9268D5B21D43}" destId="{A88A01B7-E93F-4801-992D-C8B8CF1A7AF2}" srcOrd="0" destOrd="0" presId="urn:microsoft.com/office/officeart/2005/8/layout/bList2"/>
    <dgm:cxn modelId="{45162076-5C99-4721-ACA7-BB5C236B2761}" type="presOf" srcId="{03451262-3EDA-42D8-8845-4A5EC165AF16}" destId="{3ED92AB1-FC73-4B9A-8E1D-4ACFC692581E}" srcOrd="0" destOrd="6" presId="urn:microsoft.com/office/officeart/2005/8/layout/bList2"/>
    <dgm:cxn modelId="{B0D82476-838A-448A-A0BF-FC1F6F1293FC}" srcId="{56D07340-75E1-4AD6-87B9-922F01533C6D}" destId="{CD591B15-0AFB-427B-9D7F-5C5DBD255982}" srcOrd="2" destOrd="0" parTransId="{1FB5DA67-104F-467A-B04D-EB05521F1FD3}" sibTransId="{C4238EDF-4C52-4145-86DD-8A682CFE3230}"/>
    <dgm:cxn modelId="{62C84980-B1ED-4F43-A191-38AFFEC046C5}" srcId="{56D07340-75E1-4AD6-87B9-922F01533C6D}" destId="{863F5D25-B0A4-45A6-85E5-AE73281BB623}" srcOrd="1" destOrd="0" parTransId="{D469A54B-4E53-4FB2-9790-90B262FF3A64}" sibTransId="{629F08C9-3514-41B0-A4A9-DB7488EB6A77}"/>
    <dgm:cxn modelId="{EEE3C980-0D82-4379-9DDE-E3DBC7A17B81}" srcId="{EC470828-F188-40F1-9BAD-24DA8EC8498A}" destId="{69025F71-BA54-42C9-B65F-B3A0D6819F03}" srcOrd="0" destOrd="0" parTransId="{5BAA4E8D-3142-44FA-8BA8-D889713EE084}" sibTransId="{81F1F430-5508-4486-8CFC-5EF8E032006C}"/>
    <dgm:cxn modelId="{92F38D82-1A53-436B-8F78-FBAC98C75696}" srcId="{E2B12767-4B81-4A96-891D-08E405B48EB1}" destId="{EC470828-F188-40F1-9BAD-24DA8EC8498A}" srcOrd="1" destOrd="0" parTransId="{AF7BAD48-7E45-4B61-A7BB-088538057FB1}" sibTransId="{FBB04D87-02F6-4CF5-9F5A-41A665659D9E}"/>
    <dgm:cxn modelId="{E1414484-9238-4AFB-B77F-A6E76619BC63}" srcId="{CCCD779C-5571-4406-86BA-B93A56C0F092}" destId="{E722A7F8-D148-429E-B9D5-EEA038CC1821}" srcOrd="1" destOrd="0" parTransId="{29D8F00E-4EE7-43CD-AEE1-EEBE4D9345D9}" sibTransId="{C73C49A6-1F43-4277-80E9-74AC48648C96}"/>
    <dgm:cxn modelId="{BD303988-C3B8-4638-BA91-FD71C8AA5BE6}" type="presOf" srcId="{E722A7F8-D148-429E-B9D5-EEA038CC1821}" destId="{846A71B0-4F5B-47B2-8980-46D3D2DDB15D}" srcOrd="0" destOrd="1" presId="urn:microsoft.com/office/officeart/2005/8/layout/bList2"/>
    <dgm:cxn modelId="{3228DE88-1665-4F2F-81DF-6C7B1DAF67CE}" type="presOf" srcId="{863F5D25-B0A4-45A6-85E5-AE73281BB623}" destId="{D10EC809-8A62-4994-AFA3-5836513960D1}" srcOrd="0" destOrd="1" presId="urn:microsoft.com/office/officeart/2005/8/layout/bList2"/>
    <dgm:cxn modelId="{9B511289-C885-4D3F-9809-624FD77B230F}" srcId="{56D07340-75E1-4AD6-87B9-922F01533C6D}" destId="{463032AE-3A43-47A3-8A25-32BC3C86FB5A}" srcOrd="3" destOrd="0" parTransId="{4633167A-FC33-4561-81C8-185AEAB8DB8F}" sibTransId="{D0EB7A02-01FE-41F1-89B0-6A6753FB0ED6}"/>
    <dgm:cxn modelId="{686D8691-1133-42DD-9896-6363F8746916}" srcId="{EC470828-F188-40F1-9BAD-24DA8EC8498A}" destId="{03451262-3EDA-42D8-8845-4A5EC165AF16}" srcOrd="1" destOrd="0" parTransId="{5D4AA6F6-EEB2-4359-8B5F-C7D09C28B952}" sibTransId="{0A0CCB7E-300B-4173-A37F-7F5DE851BD11}"/>
    <dgm:cxn modelId="{C31B6B9D-1A81-41BA-9C5C-A2AECA3E456B}" type="presOf" srcId="{56D07340-75E1-4AD6-87B9-922F01533C6D}" destId="{1DE8D5CA-19FD-4C8F-9E6E-77530DBCA067}" srcOrd="0" destOrd="0" presId="urn:microsoft.com/office/officeart/2005/8/layout/bList2"/>
    <dgm:cxn modelId="{391E11A1-9311-4F1E-94A3-6F33E3EA6217}" srcId="{56D07340-75E1-4AD6-87B9-922F01533C6D}" destId="{DAB29B63-5C0F-4F8E-81F6-23C876AC6360}" srcOrd="0" destOrd="0" parTransId="{93FA374D-760E-41E6-A69C-826D26E6A5E7}" sibTransId="{C0E5BD99-0E51-48B2-81AA-50C939EA07D4}"/>
    <dgm:cxn modelId="{9D75F0A7-8972-4C43-A4CF-4BDDBAB67150}" type="presOf" srcId="{75538982-FD70-4DC6-AAE0-159B168AB9D2}" destId="{3ED92AB1-FC73-4B9A-8E1D-4ACFC692581E}" srcOrd="0" destOrd="1" presId="urn:microsoft.com/office/officeart/2005/8/layout/bList2"/>
    <dgm:cxn modelId="{076AB7AB-4E4B-422C-AC00-E342265B6720}" type="presOf" srcId="{69025F71-BA54-42C9-B65F-B3A0D6819F03}" destId="{3ED92AB1-FC73-4B9A-8E1D-4ACFC692581E}" srcOrd="0" destOrd="0" presId="urn:microsoft.com/office/officeart/2005/8/layout/bList2"/>
    <dgm:cxn modelId="{CE8F6BB7-AD4B-417C-A8E7-483F7D747321}" type="presOf" srcId="{DAB29B63-5C0F-4F8E-81F6-23C876AC6360}" destId="{D10EC809-8A62-4994-AFA3-5836513960D1}" srcOrd="0" destOrd="0" presId="urn:microsoft.com/office/officeart/2005/8/layout/bList2"/>
    <dgm:cxn modelId="{7B8918B8-0E38-4C18-A731-C2EBA22F3EA5}" srcId="{CCCD779C-5571-4406-86BA-B93A56C0F092}" destId="{22011C8F-8C8B-479E-86D9-FCDDD9058F05}" srcOrd="0" destOrd="0" parTransId="{EA598542-29C0-4C63-9692-B860F546AE9B}" sibTransId="{32F125C0-2F63-4B56-A05D-D98C65320181}"/>
    <dgm:cxn modelId="{E5A1AEBE-CDF5-43F1-90D8-25B779FB08F0}" type="presOf" srcId="{463032AE-3A43-47A3-8A25-32BC3C86FB5A}" destId="{D10EC809-8A62-4994-AFA3-5836513960D1}" srcOrd="0" destOrd="3" presId="urn:microsoft.com/office/officeart/2005/8/layout/bList2"/>
    <dgm:cxn modelId="{F5F165C2-BAA7-4678-92A6-F4FA74A261DE}" type="presOf" srcId="{EC470828-F188-40F1-9BAD-24DA8EC8498A}" destId="{2496D8E3-A063-4674-ABA5-D8719CAEF8BC}" srcOrd="0" destOrd="0" presId="urn:microsoft.com/office/officeart/2005/8/layout/bList2"/>
    <dgm:cxn modelId="{2F074CCB-902F-44E9-86E2-EEC9AF43F744}" type="presOf" srcId="{FBB04D87-02F6-4CF5-9F5A-41A665659D9E}" destId="{D10565B5-B10E-43C3-B9E8-CB6B3F1FB19A}" srcOrd="0" destOrd="0" presId="urn:microsoft.com/office/officeart/2005/8/layout/bList2"/>
    <dgm:cxn modelId="{232BB7D4-77A6-434D-93A6-31FB55D8F1D3}" type="presOf" srcId="{E2B12767-4B81-4A96-891D-08E405B48EB1}" destId="{47A33140-3A47-404F-8E7F-FD5872ED4C05}" srcOrd="0" destOrd="0" presId="urn:microsoft.com/office/officeart/2005/8/layout/bList2"/>
    <dgm:cxn modelId="{0F3C4FD6-AA3D-4FD1-B611-9A0DF1F28882}" srcId="{69025F71-BA54-42C9-B65F-B3A0D6819F03}" destId="{2433DF1C-7206-47F7-A12F-ABF6D6571963}" srcOrd="2" destOrd="0" parTransId="{BFA8B94C-85F5-43DC-8BDC-A069343C8F69}" sibTransId="{B32537B1-DF7B-4E14-99A4-C9E87B10E8FB}"/>
    <dgm:cxn modelId="{7760EDDB-E8F1-4BA6-B11B-836958FFE3EA}" type="presOf" srcId="{CCCD779C-5571-4406-86BA-B93A56C0F092}" destId="{74ADB85B-5AE7-4BE7-A2A7-FAEDFDBE0B8D}" srcOrd="0" destOrd="0" presId="urn:microsoft.com/office/officeart/2005/8/layout/bList2"/>
    <dgm:cxn modelId="{27C2E3E0-90A3-43EE-997A-03EA77414A0C}" type="presOf" srcId="{56D07340-75E1-4AD6-87B9-922F01533C6D}" destId="{48F786DA-DE1C-49AB-A9EC-F4B26E445636}" srcOrd="1" destOrd="0" presId="urn:microsoft.com/office/officeart/2005/8/layout/bList2"/>
    <dgm:cxn modelId="{72845CED-67F3-4257-A6A2-715928E7B1A3}" type="presOf" srcId="{22011C8F-8C8B-479E-86D9-FCDDD9058F05}" destId="{846A71B0-4F5B-47B2-8980-46D3D2DDB15D}" srcOrd="0" destOrd="0" presId="urn:microsoft.com/office/officeart/2005/8/layout/bList2"/>
    <dgm:cxn modelId="{E70337FA-EA0D-449D-A6EE-5C95931B9BF4}" srcId="{E2B12767-4B81-4A96-891D-08E405B48EB1}" destId="{CCCD779C-5571-4406-86BA-B93A56C0F092}" srcOrd="2" destOrd="0" parTransId="{0475E061-26B7-40EF-BFE3-7EAE14461042}" sibTransId="{0FEA00F7-95D2-41FD-A093-A774F4D3CD18}"/>
    <dgm:cxn modelId="{915886FD-D4B5-4B22-BD74-AB441E0CE114}" srcId="{E2B12767-4B81-4A96-891D-08E405B48EB1}" destId="{56D07340-75E1-4AD6-87B9-922F01533C6D}" srcOrd="0" destOrd="0" parTransId="{85D96B4E-1D91-44D5-92BD-5A8D61869AC9}" sibTransId="{F50FB9DF-7138-4F48-A1CF-9268D5B21D43}"/>
    <dgm:cxn modelId="{0DA11FFE-B166-426A-B887-B9B620F6F0A2}" type="presOf" srcId="{CCCD779C-5571-4406-86BA-B93A56C0F092}" destId="{A330D0D8-36E0-4D22-9693-859DCEFD00F6}" srcOrd="1" destOrd="0" presId="urn:microsoft.com/office/officeart/2005/8/layout/bList2"/>
    <dgm:cxn modelId="{CA2185B3-EBFB-4B03-A426-BAFC48A57961}" type="presParOf" srcId="{47A33140-3A47-404F-8E7F-FD5872ED4C05}" destId="{DD7CA9C7-FAAB-4752-93E6-DFEA2F0643E7}" srcOrd="0" destOrd="0" presId="urn:microsoft.com/office/officeart/2005/8/layout/bList2"/>
    <dgm:cxn modelId="{02770F56-4A38-4BA8-841A-AD15A26ECD29}" type="presParOf" srcId="{DD7CA9C7-FAAB-4752-93E6-DFEA2F0643E7}" destId="{D10EC809-8A62-4994-AFA3-5836513960D1}" srcOrd="0" destOrd="0" presId="urn:microsoft.com/office/officeart/2005/8/layout/bList2"/>
    <dgm:cxn modelId="{148A886D-447B-45F3-BB44-4F152217D719}" type="presParOf" srcId="{DD7CA9C7-FAAB-4752-93E6-DFEA2F0643E7}" destId="{1DE8D5CA-19FD-4C8F-9E6E-77530DBCA067}" srcOrd="1" destOrd="0" presId="urn:microsoft.com/office/officeart/2005/8/layout/bList2"/>
    <dgm:cxn modelId="{164230C1-7B2D-457E-B657-61E7DF51A054}" type="presParOf" srcId="{DD7CA9C7-FAAB-4752-93E6-DFEA2F0643E7}" destId="{48F786DA-DE1C-49AB-A9EC-F4B26E445636}" srcOrd="2" destOrd="0" presId="urn:microsoft.com/office/officeart/2005/8/layout/bList2"/>
    <dgm:cxn modelId="{A6694382-EC76-4069-8E78-3F5D1BF925AC}" type="presParOf" srcId="{DD7CA9C7-FAAB-4752-93E6-DFEA2F0643E7}" destId="{D9ADFEC3-3FB9-439A-9A95-7FF03D05B279}" srcOrd="3" destOrd="0" presId="urn:microsoft.com/office/officeart/2005/8/layout/bList2"/>
    <dgm:cxn modelId="{FB90BDC0-D5E6-4A2D-A3BE-F6F9C0009D1C}" type="presParOf" srcId="{47A33140-3A47-404F-8E7F-FD5872ED4C05}" destId="{A88A01B7-E93F-4801-992D-C8B8CF1A7AF2}" srcOrd="1" destOrd="0" presId="urn:microsoft.com/office/officeart/2005/8/layout/bList2"/>
    <dgm:cxn modelId="{CF64BA5A-DCE9-412F-A339-08449379E776}" type="presParOf" srcId="{47A33140-3A47-404F-8E7F-FD5872ED4C05}" destId="{D672379D-7E2B-4AA2-9A7E-B53F125FEAA4}" srcOrd="2" destOrd="0" presId="urn:microsoft.com/office/officeart/2005/8/layout/bList2"/>
    <dgm:cxn modelId="{9B75E5B2-D3CB-4125-9450-82B0CD7E6023}" type="presParOf" srcId="{D672379D-7E2B-4AA2-9A7E-B53F125FEAA4}" destId="{3ED92AB1-FC73-4B9A-8E1D-4ACFC692581E}" srcOrd="0" destOrd="0" presId="urn:microsoft.com/office/officeart/2005/8/layout/bList2"/>
    <dgm:cxn modelId="{B01CFCAB-4CE0-4563-8463-8ED341997541}" type="presParOf" srcId="{D672379D-7E2B-4AA2-9A7E-B53F125FEAA4}" destId="{2496D8E3-A063-4674-ABA5-D8719CAEF8BC}" srcOrd="1" destOrd="0" presId="urn:microsoft.com/office/officeart/2005/8/layout/bList2"/>
    <dgm:cxn modelId="{5B7A64DB-7B84-4DE2-8276-E470ED2B2FF9}" type="presParOf" srcId="{D672379D-7E2B-4AA2-9A7E-B53F125FEAA4}" destId="{73228723-6C68-46A8-96CF-D4508B53BCEB}" srcOrd="2" destOrd="0" presId="urn:microsoft.com/office/officeart/2005/8/layout/bList2"/>
    <dgm:cxn modelId="{6150F38A-62F4-4AD8-B2C7-0305AA7395AB}" type="presParOf" srcId="{D672379D-7E2B-4AA2-9A7E-B53F125FEAA4}" destId="{B04E7D05-003F-4073-A2E0-8A6D05F1F5E9}" srcOrd="3" destOrd="0" presId="urn:microsoft.com/office/officeart/2005/8/layout/bList2"/>
    <dgm:cxn modelId="{A53F5ADB-4E01-4796-969F-334595B208BB}" type="presParOf" srcId="{47A33140-3A47-404F-8E7F-FD5872ED4C05}" destId="{D10565B5-B10E-43C3-B9E8-CB6B3F1FB19A}" srcOrd="3" destOrd="0" presId="urn:microsoft.com/office/officeart/2005/8/layout/bList2"/>
    <dgm:cxn modelId="{C092E915-C87D-467F-8E9C-0D2A44C7E9FF}" type="presParOf" srcId="{47A33140-3A47-404F-8E7F-FD5872ED4C05}" destId="{3C061DF8-267F-40C0-BFE9-F3F9B8C81599}" srcOrd="4" destOrd="0" presId="urn:microsoft.com/office/officeart/2005/8/layout/bList2"/>
    <dgm:cxn modelId="{37C785A4-89E3-4FA9-AFC8-7A281BFDBBD1}" type="presParOf" srcId="{3C061DF8-267F-40C0-BFE9-F3F9B8C81599}" destId="{846A71B0-4F5B-47B2-8980-46D3D2DDB15D}" srcOrd="0" destOrd="0" presId="urn:microsoft.com/office/officeart/2005/8/layout/bList2"/>
    <dgm:cxn modelId="{61D93D7D-2B80-44EE-B115-4AA29334CA69}" type="presParOf" srcId="{3C061DF8-267F-40C0-BFE9-F3F9B8C81599}" destId="{74ADB85B-5AE7-4BE7-A2A7-FAEDFDBE0B8D}" srcOrd="1" destOrd="0" presId="urn:microsoft.com/office/officeart/2005/8/layout/bList2"/>
    <dgm:cxn modelId="{1139507B-3954-4178-B6C6-3551AE2E1A08}" type="presParOf" srcId="{3C061DF8-267F-40C0-BFE9-F3F9B8C81599}" destId="{A330D0D8-36E0-4D22-9693-859DCEFD00F6}" srcOrd="2" destOrd="0" presId="urn:microsoft.com/office/officeart/2005/8/layout/bList2"/>
    <dgm:cxn modelId="{E273D7A7-A226-4FA0-9120-2CA2B9D661D0}" type="presParOf" srcId="{3C061DF8-267F-40C0-BFE9-F3F9B8C81599}" destId="{C95D7B44-50D7-459C-A076-A823BE9D40B9}" srcOrd="3" destOrd="0" presId="urn:microsoft.com/office/officeart/2005/8/layout/b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C879A0B-428D-4525-9651-9534D60B1122}"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GB"/>
        </a:p>
      </dgm:t>
    </dgm:pt>
    <dgm:pt modelId="{932E7944-25FE-4D50-8169-22C4A96D6A3A}">
      <dgm:prSet/>
      <dgm:spPr/>
      <dgm:t>
        <a:bodyPr/>
        <a:lstStyle/>
        <a:p>
          <a:r>
            <a:rPr lang="en-GB" dirty="0"/>
            <a:t>Identify</a:t>
          </a:r>
        </a:p>
      </dgm:t>
    </dgm:pt>
    <dgm:pt modelId="{D58702E1-D6BB-41E9-948D-5761AB08B9AC}" type="parTrans" cxnId="{B650D5FE-3C14-481D-9DB3-EDD37CE0BA1B}">
      <dgm:prSet/>
      <dgm:spPr/>
      <dgm:t>
        <a:bodyPr/>
        <a:lstStyle/>
        <a:p>
          <a:endParaRPr lang="en-GB"/>
        </a:p>
      </dgm:t>
    </dgm:pt>
    <dgm:pt modelId="{6B7C4F68-6FA0-4963-A1FD-2D56D0A61BCD}" type="sibTrans" cxnId="{B650D5FE-3C14-481D-9DB3-EDD37CE0BA1B}">
      <dgm:prSet/>
      <dgm:spPr/>
      <dgm:t>
        <a:bodyPr/>
        <a:lstStyle/>
        <a:p>
          <a:endParaRPr lang="en-GB"/>
        </a:p>
      </dgm:t>
    </dgm:pt>
    <dgm:pt modelId="{AA307823-EB47-4B07-A6FB-328F9C70BE2F}">
      <dgm:prSet/>
      <dgm:spPr/>
      <dgm:t>
        <a:bodyPr/>
        <a:lstStyle/>
        <a:p>
          <a:r>
            <a:rPr lang="en-GB" dirty="0"/>
            <a:t>Identify some of the different types of methodologies within Software Development</a:t>
          </a:r>
        </a:p>
      </dgm:t>
    </dgm:pt>
    <dgm:pt modelId="{43C305B7-3077-4925-8E57-9843604DA606}" type="parTrans" cxnId="{28A0FB62-B69A-4AC4-B019-6271C168B8DC}">
      <dgm:prSet/>
      <dgm:spPr/>
      <dgm:t>
        <a:bodyPr/>
        <a:lstStyle/>
        <a:p>
          <a:endParaRPr lang="en-GB"/>
        </a:p>
      </dgm:t>
    </dgm:pt>
    <dgm:pt modelId="{52A4E752-426D-40E7-89D2-03AF190F6905}" type="sibTrans" cxnId="{28A0FB62-B69A-4AC4-B019-6271C168B8DC}">
      <dgm:prSet/>
      <dgm:spPr/>
      <dgm:t>
        <a:bodyPr/>
        <a:lstStyle/>
        <a:p>
          <a:endParaRPr lang="en-GB"/>
        </a:p>
      </dgm:t>
    </dgm:pt>
    <dgm:pt modelId="{6162494C-94CA-404E-9B69-3B2592AC8E8D}">
      <dgm:prSet phldrT="[Text]"/>
      <dgm:spPr/>
      <dgm:t>
        <a:bodyPr/>
        <a:lstStyle/>
        <a:p>
          <a:r>
            <a:rPr lang="en-GB" dirty="0"/>
            <a:t>Analyse</a:t>
          </a:r>
        </a:p>
      </dgm:t>
    </dgm:pt>
    <dgm:pt modelId="{8B5D98D5-CB5E-41D8-99FC-E98576830C99}" type="parTrans" cxnId="{23706346-72C9-4F4A-99AF-F702643C9F5E}">
      <dgm:prSet/>
      <dgm:spPr/>
      <dgm:t>
        <a:bodyPr/>
        <a:lstStyle/>
        <a:p>
          <a:endParaRPr lang="en-GB"/>
        </a:p>
      </dgm:t>
    </dgm:pt>
    <dgm:pt modelId="{462723AB-DCCA-44B8-A6CE-C4A5DC2EE2DF}" type="sibTrans" cxnId="{23706346-72C9-4F4A-99AF-F702643C9F5E}">
      <dgm:prSet/>
      <dgm:spPr/>
      <dgm:t>
        <a:bodyPr/>
        <a:lstStyle/>
        <a:p>
          <a:endParaRPr lang="en-GB"/>
        </a:p>
      </dgm:t>
    </dgm:pt>
    <dgm:pt modelId="{DC01FB24-2244-4BD5-9C6E-F5C2D060FB40}">
      <dgm:prSet phldrT="[Text]"/>
      <dgm:spPr/>
      <dgm:t>
        <a:bodyPr/>
        <a:lstStyle/>
        <a:p>
          <a:r>
            <a:rPr lang="en-GB" dirty="0"/>
            <a:t>Analyse methodologies to establish advantages and disadvantages to that process</a:t>
          </a:r>
        </a:p>
      </dgm:t>
    </dgm:pt>
    <dgm:pt modelId="{FA556735-F2D7-4B6C-9D7B-B9CB58ECDAE4}" type="parTrans" cxnId="{EE1226D0-60B7-44B1-B748-CF7CC82DA225}">
      <dgm:prSet/>
      <dgm:spPr/>
      <dgm:t>
        <a:bodyPr/>
        <a:lstStyle/>
        <a:p>
          <a:endParaRPr lang="en-GB"/>
        </a:p>
      </dgm:t>
    </dgm:pt>
    <dgm:pt modelId="{A8947A70-6092-4745-8726-DC07EE751099}" type="sibTrans" cxnId="{EE1226D0-60B7-44B1-B748-CF7CC82DA225}">
      <dgm:prSet/>
      <dgm:spPr/>
      <dgm:t>
        <a:bodyPr/>
        <a:lstStyle/>
        <a:p>
          <a:endParaRPr lang="en-GB"/>
        </a:p>
      </dgm:t>
    </dgm:pt>
    <dgm:pt modelId="{618C1719-5C83-49DD-AD36-48C4BAA41E3E}">
      <dgm:prSet/>
      <dgm:spPr/>
      <dgm:t>
        <a:bodyPr/>
        <a:lstStyle/>
        <a:p>
          <a:r>
            <a:rPr lang="en-GB" dirty="0">
              <a:solidFill>
                <a:schemeClr val="tx2"/>
              </a:solidFill>
            </a:rPr>
            <a:t>Summarise</a:t>
          </a:r>
        </a:p>
      </dgm:t>
    </dgm:pt>
    <dgm:pt modelId="{644DC212-FF2F-4025-AF7C-1637DC5336CD}" type="parTrans" cxnId="{F01215C5-4B33-458C-A124-4C3DE41B8B75}">
      <dgm:prSet/>
      <dgm:spPr/>
      <dgm:t>
        <a:bodyPr/>
        <a:lstStyle/>
        <a:p>
          <a:endParaRPr lang="en-GB"/>
        </a:p>
      </dgm:t>
    </dgm:pt>
    <dgm:pt modelId="{F2A030CC-A032-44CC-AF2A-72CE3A788E02}" type="sibTrans" cxnId="{F01215C5-4B33-458C-A124-4C3DE41B8B75}">
      <dgm:prSet/>
      <dgm:spPr/>
      <dgm:t>
        <a:bodyPr/>
        <a:lstStyle/>
        <a:p>
          <a:endParaRPr lang="en-GB"/>
        </a:p>
      </dgm:t>
    </dgm:pt>
    <dgm:pt modelId="{0B2A8484-67F1-4383-AF21-27048C4DA03B}">
      <dgm:prSet/>
      <dgm:spPr/>
      <dgm:t>
        <a:bodyPr/>
        <a:lstStyle/>
        <a:p>
          <a:r>
            <a:rPr lang="en-GB" dirty="0"/>
            <a:t>Summarise methodologies that are in common use</a:t>
          </a:r>
        </a:p>
      </dgm:t>
    </dgm:pt>
    <dgm:pt modelId="{7C381662-CDAD-48C2-98DA-1A93713F9DB8}" type="parTrans" cxnId="{F0600B84-F847-4B77-A480-0996155C1AE2}">
      <dgm:prSet/>
      <dgm:spPr/>
      <dgm:t>
        <a:bodyPr/>
        <a:lstStyle/>
        <a:p>
          <a:endParaRPr lang="en-GB"/>
        </a:p>
      </dgm:t>
    </dgm:pt>
    <dgm:pt modelId="{5E30579C-940C-4BB2-822F-CF3353229585}" type="sibTrans" cxnId="{F0600B84-F847-4B77-A480-0996155C1AE2}">
      <dgm:prSet/>
      <dgm:spPr/>
      <dgm:t>
        <a:bodyPr/>
        <a:lstStyle/>
        <a:p>
          <a:endParaRPr lang="en-GB"/>
        </a:p>
      </dgm:t>
    </dgm:pt>
    <dgm:pt modelId="{472880D1-5EB2-4CBA-A9A5-89CF421052F9}" type="pres">
      <dgm:prSet presAssocID="{AC879A0B-428D-4525-9651-9534D60B1122}" presName="linear" presStyleCnt="0">
        <dgm:presLayoutVars>
          <dgm:dir/>
          <dgm:animLvl val="lvl"/>
          <dgm:resizeHandles val="exact"/>
        </dgm:presLayoutVars>
      </dgm:prSet>
      <dgm:spPr/>
    </dgm:pt>
    <dgm:pt modelId="{40EA1DA2-BEBB-4831-B782-A7F781444340}" type="pres">
      <dgm:prSet presAssocID="{932E7944-25FE-4D50-8169-22C4A96D6A3A}" presName="parentLin" presStyleCnt="0"/>
      <dgm:spPr/>
    </dgm:pt>
    <dgm:pt modelId="{8A0C641C-BD86-4B9A-9A37-48C6F7AE6124}" type="pres">
      <dgm:prSet presAssocID="{932E7944-25FE-4D50-8169-22C4A96D6A3A}" presName="parentLeftMargin" presStyleLbl="node1" presStyleIdx="0" presStyleCnt="3"/>
      <dgm:spPr/>
    </dgm:pt>
    <dgm:pt modelId="{5728C13D-A41F-4667-9B05-0BB076F1AEDC}" type="pres">
      <dgm:prSet presAssocID="{932E7944-25FE-4D50-8169-22C4A96D6A3A}" presName="parentText" presStyleLbl="node1" presStyleIdx="0" presStyleCnt="3">
        <dgm:presLayoutVars>
          <dgm:chMax val="0"/>
          <dgm:bulletEnabled val="1"/>
        </dgm:presLayoutVars>
      </dgm:prSet>
      <dgm:spPr/>
    </dgm:pt>
    <dgm:pt modelId="{29555F8A-3B28-4D8D-B7F6-C41614A4D54E}" type="pres">
      <dgm:prSet presAssocID="{932E7944-25FE-4D50-8169-22C4A96D6A3A}" presName="negativeSpace" presStyleCnt="0"/>
      <dgm:spPr/>
    </dgm:pt>
    <dgm:pt modelId="{89C310E4-047C-4691-A868-2DB5F4FDEB6A}" type="pres">
      <dgm:prSet presAssocID="{932E7944-25FE-4D50-8169-22C4A96D6A3A}" presName="childText" presStyleLbl="conFgAcc1" presStyleIdx="0" presStyleCnt="3">
        <dgm:presLayoutVars>
          <dgm:bulletEnabled val="1"/>
        </dgm:presLayoutVars>
      </dgm:prSet>
      <dgm:spPr/>
    </dgm:pt>
    <dgm:pt modelId="{4727341B-C0ED-46D9-A0E2-AEAC27381A64}" type="pres">
      <dgm:prSet presAssocID="{6B7C4F68-6FA0-4963-A1FD-2D56D0A61BCD}" presName="spaceBetweenRectangles" presStyleCnt="0"/>
      <dgm:spPr/>
    </dgm:pt>
    <dgm:pt modelId="{59BF6F93-7285-4E82-B141-6B2AF90B6683}" type="pres">
      <dgm:prSet presAssocID="{618C1719-5C83-49DD-AD36-48C4BAA41E3E}" presName="parentLin" presStyleCnt="0"/>
      <dgm:spPr/>
    </dgm:pt>
    <dgm:pt modelId="{957E8B32-CE80-45D6-B883-CAF553009DA7}" type="pres">
      <dgm:prSet presAssocID="{618C1719-5C83-49DD-AD36-48C4BAA41E3E}" presName="parentLeftMargin" presStyleLbl="node1" presStyleIdx="0" presStyleCnt="3"/>
      <dgm:spPr/>
    </dgm:pt>
    <dgm:pt modelId="{300F8355-328E-47D1-B239-586FC1E31ABE}" type="pres">
      <dgm:prSet presAssocID="{618C1719-5C83-49DD-AD36-48C4BAA41E3E}" presName="parentText" presStyleLbl="node1" presStyleIdx="1" presStyleCnt="3">
        <dgm:presLayoutVars>
          <dgm:chMax val="0"/>
          <dgm:bulletEnabled val="1"/>
        </dgm:presLayoutVars>
      </dgm:prSet>
      <dgm:spPr/>
    </dgm:pt>
    <dgm:pt modelId="{2CAE5EDB-8BD2-4F37-9A9D-A968BDFFC5FD}" type="pres">
      <dgm:prSet presAssocID="{618C1719-5C83-49DD-AD36-48C4BAA41E3E}" presName="negativeSpace" presStyleCnt="0"/>
      <dgm:spPr/>
    </dgm:pt>
    <dgm:pt modelId="{A357B26E-56B4-4353-9C61-C7DED944C2CC}" type="pres">
      <dgm:prSet presAssocID="{618C1719-5C83-49DD-AD36-48C4BAA41E3E}" presName="childText" presStyleLbl="conFgAcc1" presStyleIdx="1" presStyleCnt="3">
        <dgm:presLayoutVars>
          <dgm:bulletEnabled val="1"/>
        </dgm:presLayoutVars>
      </dgm:prSet>
      <dgm:spPr/>
    </dgm:pt>
    <dgm:pt modelId="{9C922B15-265C-42B4-B546-C79E6851A085}" type="pres">
      <dgm:prSet presAssocID="{F2A030CC-A032-44CC-AF2A-72CE3A788E02}" presName="spaceBetweenRectangles" presStyleCnt="0"/>
      <dgm:spPr/>
    </dgm:pt>
    <dgm:pt modelId="{CF843A4B-00BA-449C-A695-E2FB1D40E51C}" type="pres">
      <dgm:prSet presAssocID="{6162494C-94CA-404E-9B69-3B2592AC8E8D}" presName="parentLin" presStyleCnt="0"/>
      <dgm:spPr/>
    </dgm:pt>
    <dgm:pt modelId="{46AA60F9-5139-482C-AA3D-3CDF1061436B}" type="pres">
      <dgm:prSet presAssocID="{6162494C-94CA-404E-9B69-3B2592AC8E8D}" presName="parentLeftMargin" presStyleLbl="node1" presStyleIdx="1" presStyleCnt="3"/>
      <dgm:spPr/>
    </dgm:pt>
    <dgm:pt modelId="{D2313853-3AC5-40B6-AC25-6EC29C4E3D78}" type="pres">
      <dgm:prSet presAssocID="{6162494C-94CA-404E-9B69-3B2592AC8E8D}" presName="parentText" presStyleLbl="node1" presStyleIdx="2" presStyleCnt="3">
        <dgm:presLayoutVars>
          <dgm:chMax val="0"/>
          <dgm:bulletEnabled val="1"/>
        </dgm:presLayoutVars>
      </dgm:prSet>
      <dgm:spPr/>
    </dgm:pt>
    <dgm:pt modelId="{0F0DBD93-4987-4415-8A0F-8ACF041A46FC}" type="pres">
      <dgm:prSet presAssocID="{6162494C-94CA-404E-9B69-3B2592AC8E8D}" presName="negativeSpace" presStyleCnt="0"/>
      <dgm:spPr/>
    </dgm:pt>
    <dgm:pt modelId="{C609E762-38E2-4440-985C-45D1BF6268FC}" type="pres">
      <dgm:prSet presAssocID="{6162494C-94CA-404E-9B69-3B2592AC8E8D}" presName="childText" presStyleLbl="conFgAcc1" presStyleIdx="2" presStyleCnt="3">
        <dgm:presLayoutVars>
          <dgm:bulletEnabled val="1"/>
        </dgm:presLayoutVars>
      </dgm:prSet>
      <dgm:spPr/>
    </dgm:pt>
  </dgm:ptLst>
  <dgm:cxnLst>
    <dgm:cxn modelId="{40B58516-2C64-40E8-BBF8-54A8BC40D4B1}" type="presOf" srcId="{6162494C-94CA-404E-9B69-3B2592AC8E8D}" destId="{46AA60F9-5139-482C-AA3D-3CDF1061436B}" srcOrd="0" destOrd="0" presId="urn:microsoft.com/office/officeart/2005/8/layout/list1"/>
    <dgm:cxn modelId="{5C1CB135-28FA-47CB-A2F2-8B1E95C2096E}" type="presOf" srcId="{DC01FB24-2244-4BD5-9C6E-F5C2D060FB40}" destId="{C609E762-38E2-4440-985C-45D1BF6268FC}" srcOrd="0" destOrd="0" presId="urn:microsoft.com/office/officeart/2005/8/layout/list1"/>
    <dgm:cxn modelId="{A08A863C-915A-470B-BD3C-F014EE0E03D8}" type="presOf" srcId="{618C1719-5C83-49DD-AD36-48C4BAA41E3E}" destId="{957E8B32-CE80-45D6-B883-CAF553009DA7}" srcOrd="0" destOrd="0" presId="urn:microsoft.com/office/officeart/2005/8/layout/list1"/>
    <dgm:cxn modelId="{21B11D61-3DAC-4A66-9558-D2B759547865}" type="presOf" srcId="{0B2A8484-67F1-4383-AF21-27048C4DA03B}" destId="{A357B26E-56B4-4353-9C61-C7DED944C2CC}" srcOrd="0" destOrd="0" presId="urn:microsoft.com/office/officeart/2005/8/layout/list1"/>
    <dgm:cxn modelId="{28A0FB62-B69A-4AC4-B019-6271C168B8DC}" srcId="{932E7944-25FE-4D50-8169-22C4A96D6A3A}" destId="{AA307823-EB47-4B07-A6FB-328F9C70BE2F}" srcOrd="0" destOrd="0" parTransId="{43C305B7-3077-4925-8E57-9843604DA606}" sibTransId="{52A4E752-426D-40E7-89D2-03AF190F6905}"/>
    <dgm:cxn modelId="{23706346-72C9-4F4A-99AF-F702643C9F5E}" srcId="{AC879A0B-428D-4525-9651-9534D60B1122}" destId="{6162494C-94CA-404E-9B69-3B2592AC8E8D}" srcOrd="2" destOrd="0" parTransId="{8B5D98D5-CB5E-41D8-99FC-E98576830C99}" sibTransId="{462723AB-DCCA-44B8-A6CE-C4A5DC2EE2DF}"/>
    <dgm:cxn modelId="{8D387367-7E89-4320-8166-A69A427D3E0A}" type="presOf" srcId="{AC879A0B-428D-4525-9651-9534D60B1122}" destId="{472880D1-5EB2-4CBA-A9A5-89CF421052F9}" srcOrd="0" destOrd="0" presId="urn:microsoft.com/office/officeart/2005/8/layout/list1"/>
    <dgm:cxn modelId="{9DE81171-3FD3-4283-8E14-19F663314FE4}" type="presOf" srcId="{AA307823-EB47-4B07-A6FB-328F9C70BE2F}" destId="{89C310E4-047C-4691-A868-2DB5F4FDEB6A}" srcOrd="0" destOrd="0" presId="urn:microsoft.com/office/officeart/2005/8/layout/list1"/>
    <dgm:cxn modelId="{9598E872-3176-412A-90C5-3599BAF654A8}" type="presOf" srcId="{6162494C-94CA-404E-9B69-3B2592AC8E8D}" destId="{D2313853-3AC5-40B6-AC25-6EC29C4E3D78}" srcOrd="1" destOrd="0" presId="urn:microsoft.com/office/officeart/2005/8/layout/list1"/>
    <dgm:cxn modelId="{14B55E5A-0E20-4B49-839E-2A274E73DD4E}" type="presOf" srcId="{618C1719-5C83-49DD-AD36-48C4BAA41E3E}" destId="{300F8355-328E-47D1-B239-586FC1E31ABE}" srcOrd="1" destOrd="0" presId="urn:microsoft.com/office/officeart/2005/8/layout/list1"/>
    <dgm:cxn modelId="{F0600B84-F847-4B77-A480-0996155C1AE2}" srcId="{618C1719-5C83-49DD-AD36-48C4BAA41E3E}" destId="{0B2A8484-67F1-4383-AF21-27048C4DA03B}" srcOrd="0" destOrd="0" parTransId="{7C381662-CDAD-48C2-98DA-1A93713F9DB8}" sibTransId="{5E30579C-940C-4BB2-822F-CF3353229585}"/>
    <dgm:cxn modelId="{53B29EAC-1C05-42A9-910D-B0916B178982}" type="presOf" srcId="{932E7944-25FE-4D50-8169-22C4A96D6A3A}" destId="{5728C13D-A41F-4667-9B05-0BB076F1AEDC}" srcOrd="1" destOrd="0" presId="urn:microsoft.com/office/officeart/2005/8/layout/list1"/>
    <dgm:cxn modelId="{0B5C44BE-96F3-4175-858E-1DF23F196070}" type="presOf" srcId="{932E7944-25FE-4D50-8169-22C4A96D6A3A}" destId="{8A0C641C-BD86-4B9A-9A37-48C6F7AE6124}" srcOrd="0" destOrd="0" presId="urn:microsoft.com/office/officeart/2005/8/layout/list1"/>
    <dgm:cxn modelId="{F01215C5-4B33-458C-A124-4C3DE41B8B75}" srcId="{AC879A0B-428D-4525-9651-9534D60B1122}" destId="{618C1719-5C83-49DD-AD36-48C4BAA41E3E}" srcOrd="1" destOrd="0" parTransId="{644DC212-FF2F-4025-AF7C-1637DC5336CD}" sibTransId="{F2A030CC-A032-44CC-AF2A-72CE3A788E02}"/>
    <dgm:cxn modelId="{EE1226D0-60B7-44B1-B748-CF7CC82DA225}" srcId="{6162494C-94CA-404E-9B69-3B2592AC8E8D}" destId="{DC01FB24-2244-4BD5-9C6E-F5C2D060FB40}" srcOrd="0" destOrd="0" parTransId="{FA556735-F2D7-4B6C-9D7B-B9CB58ECDAE4}" sibTransId="{A8947A70-6092-4745-8726-DC07EE751099}"/>
    <dgm:cxn modelId="{B650D5FE-3C14-481D-9DB3-EDD37CE0BA1B}" srcId="{AC879A0B-428D-4525-9651-9534D60B1122}" destId="{932E7944-25FE-4D50-8169-22C4A96D6A3A}" srcOrd="0" destOrd="0" parTransId="{D58702E1-D6BB-41E9-948D-5761AB08B9AC}" sibTransId="{6B7C4F68-6FA0-4963-A1FD-2D56D0A61BCD}"/>
    <dgm:cxn modelId="{2FF88885-C3E8-4678-BF4A-E337B79699A5}" type="presParOf" srcId="{472880D1-5EB2-4CBA-A9A5-89CF421052F9}" destId="{40EA1DA2-BEBB-4831-B782-A7F781444340}" srcOrd="0" destOrd="0" presId="urn:microsoft.com/office/officeart/2005/8/layout/list1"/>
    <dgm:cxn modelId="{630B18C2-1B4C-4EFD-AF43-C89D9C3EEF6A}" type="presParOf" srcId="{40EA1DA2-BEBB-4831-B782-A7F781444340}" destId="{8A0C641C-BD86-4B9A-9A37-48C6F7AE6124}" srcOrd="0" destOrd="0" presId="urn:microsoft.com/office/officeart/2005/8/layout/list1"/>
    <dgm:cxn modelId="{9762A673-76CA-4931-AC92-9ECA33DD16FC}" type="presParOf" srcId="{40EA1DA2-BEBB-4831-B782-A7F781444340}" destId="{5728C13D-A41F-4667-9B05-0BB076F1AEDC}" srcOrd="1" destOrd="0" presId="urn:microsoft.com/office/officeart/2005/8/layout/list1"/>
    <dgm:cxn modelId="{AE46ED4F-F08D-4E35-81C4-A6E6E9F284DB}" type="presParOf" srcId="{472880D1-5EB2-4CBA-A9A5-89CF421052F9}" destId="{29555F8A-3B28-4D8D-B7F6-C41614A4D54E}" srcOrd="1" destOrd="0" presId="urn:microsoft.com/office/officeart/2005/8/layout/list1"/>
    <dgm:cxn modelId="{3F8FBA02-84C2-4A5B-9606-059ABE12F4C8}" type="presParOf" srcId="{472880D1-5EB2-4CBA-A9A5-89CF421052F9}" destId="{89C310E4-047C-4691-A868-2DB5F4FDEB6A}" srcOrd="2" destOrd="0" presId="urn:microsoft.com/office/officeart/2005/8/layout/list1"/>
    <dgm:cxn modelId="{C7DA0522-965C-4D1D-BED8-6BF50AD047D7}" type="presParOf" srcId="{472880D1-5EB2-4CBA-A9A5-89CF421052F9}" destId="{4727341B-C0ED-46D9-A0E2-AEAC27381A64}" srcOrd="3" destOrd="0" presId="urn:microsoft.com/office/officeart/2005/8/layout/list1"/>
    <dgm:cxn modelId="{656360F7-76B7-41C8-9506-4381E7879EC0}" type="presParOf" srcId="{472880D1-5EB2-4CBA-A9A5-89CF421052F9}" destId="{59BF6F93-7285-4E82-B141-6B2AF90B6683}" srcOrd="4" destOrd="0" presId="urn:microsoft.com/office/officeart/2005/8/layout/list1"/>
    <dgm:cxn modelId="{30A61719-C2E9-4443-BDDF-3B453A652493}" type="presParOf" srcId="{59BF6F93-7285-4E82-B141-6B2AF90B6683}" destId="{957E8B32-CE80-45D6-B883-CAF553009DA7}" srcOrd="0" destOrd="0" presId="urn:microsoft.com/office/officeart/2005/8/layout/list1"/>
    <dgm:cxn modelId="{7557D756-8D4F-4DD8-AF42-A9E04A18B2E0}" type="presParOf" srcId="{59BF6F93-7285-4E82-B141-6B2AF90B6683}" destId="{300F8355-328E-47D1-B239-586FC1E31ABE}" srcOrd="1" destOrd="0" presId="urn:microsoft.com/office/officeart/2005/8/layout/list1"/>
    <dgm:cxn modelId="{1504166A-586F-417A-A60A-E15370B12409}" type="presParOf" srcId="{472880D1-5EB2-4CBA-A9A5-89CF421052F9}" destId="{2CAE5EDB-8BD2-4F37-9A9D-A968BDFFC5FD}" srcOrd="5" destOrd="0" presId="urn:microsoft.com/office/officeart/2005/8/layout/list1"/>
    <dgm:cxn modelId="{2D70DA93-62D3-43F6-A1E5-2F9B94AFE5EC}" type="presParOf" srcId="{472880D1-5EB2-4CBA-A9A5-89CF421052F9}" destId="{A357B26E-56B4-4353-9C61-C7DED944C2CC}" srcOrd="6" destOrd="0" presId="urn:microsoft.com/office/officeart/2005/8/layout/list1"/>
    <dgm:cxn modelId="{816E2BBE-2154-46C2-A1CE-505E63B0D045}" type="presParOf" srcId="{472880D1-5EB2-4CBA-A9A5-89CF421052F9}" destId="{9C922B15-265C-42B4-B546-C79E6851A085}" srcOrd="7" destOrd="0" presId="urn:microsoft.com/office/officeart/2005/8/layout/list1"/>
    <dgm:cxn modelId="{82935024-9664-43D9-8A84-4AE9996060CE}" type="presParOf" srcId="{472880D1-5EB2-4CBA-A9A5-89CF421052F9}" destId="{CF843A4B-00BA-449C-A695-E2FB1D40E51C}" srcOrd="8" destOrd="0" presId="urn:microsoft.com/office/officeart/2005/8/layout/list1"/>
    <dgm:cxn modelId="{A76FBFAB-8683-4531-BE9B-4FE6F19609D1}" type="presParOf" srcId="{CF843A4B-00BA-449C-A695-E2FB1D40E51C}" destId="{46AA60F9-5139-482C-AA3D-3CDF1061436B}" srcOrd="0" destOrd="0" presId="urn:microsoft.com/office/officeart/2005/8/layout/list1"/>
    <dgm:cxn modelId="{621FEFB7-E45F-4D62-8D84-DFDDEED57970}" type="presParOf" srcId="{CF843A4B-00BA-449C-A695-E2FB1D40E51C}" destId="{D2313853-3AC5-40B6-AC25-6EC29C4E3D78}" srcOrd="1" destOrd="0" presId="urn:microsoft.com/office/officeart/2005/8/layout/list1"/>
    <dgm:cxn modelId="{D33FFB5B-F08D-4E35-ACBE-A38C4D89438C}" type="presParOf" srcId="{472880D1-5EB2-4CBA-A9A5-89CF421052F9}" destId="{0F0DBD93-4987-4415-8A0F-8ACF041A46FC}" srcOrd="9" destOrd="0" presId="urn:microsoft.com/office/officeart/2005/8/layout/list1"/>
    <dgm:cxn modelId="{B4DCDBF3-7468-4F88-A001-E5752EE09C70}" type="presParOf" srcId="{472880D1-5EB2-4CBA-A9A5-89CF421052F9}" destId="{C609E762-38E2-4440-985C-45D1BF6268FC}"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B6EAF9D-11B4-4F33-915B-88A9CCC3461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GB"/>
        </a:p>
      </dgm:t>
    </dgm:pt>
    <dgm:pt modelId="{38C04ED6-257C-4F4B-A329-3E65273E108E}">
      <dgm:prSet phldrT="[Text]"/>
      <dgm:spPr/>
      <dgm:t>
        <a:bodyPr/>
        <a:lstStyle/>
        <a:p>
          <a:r>
            <a:rPr lang="en-GB"/>
            <a:t>Waterfall</a:t>
          </a:r>
          <a:endParaRPr lang="en-GB" dirty="0"/>
        </a:p>
      </dgm:t>
    </dgm:pt>
    <dgm:pt modelId="{B1E59548-437A-4F30-9641-7C568725BB86}" type="parTrans" cxnId="{3DDE3999-AB27-4B18-B5DC-7D30A2B4581D}">
      <dgm:prSet/>
      <dgm:spPr/>
      <dgm:t>
        <a:bodyPr/>
        <a:lstStyle/>
        <a:p>
          <a:endParaRPr lang="en-GB"/>
        </a:p>
      </dgm:t>
    </dgm:pt>
    <dgm:pt modelId="{395A8DBB-A889-4B84-9B24-B99A62B9A757}" type="sibTrans" cxnId="{3DDE3999-AB27-4B18-B5DC-7D30A2B4581D}">
      <dgm:prSet/>
      <dgm:spPr/>
      <dgm:t>
        <a:bodyPr/>
        <a:lstStyle/>
        <a:p>
          <a:endParaRPr lang="en-GB"/>
        </a:p>
      </dgm:t>
    </dgm:pt>
    <dgm:pt modelId="{6E4635AB-AFCB-4655-8644-0C575F723CF6}">
      <dgm:prSet phldrT="[Text]"/>
      <dgm:spPr/>
      <dgm:t>
        <a:bodyPr/>
        <a:lstStyle/>
        <a:p>
          <a:r>
            <a:rPr lang="en-GB" dirty="0">
              <a:solidFill>
                <a:schemeClr val="tx2"/>
              </a:solidFill>
            </a:rPr>
            <a:t>Spiral Model</a:t>
          </a:r>
        </a:p>
      </dgm:t>
    </dgm:pt>
    <dgm:pt modelId="{E0595721-63E0-421D-B7FB-FA7DA1F3D4D0}" type="parTrans" cxnId="{57FEE2CC-B76B-48A9-B585-968142B42863}">
      <dgm:prSet/>
      <dgm:spPr/>
      <dgm:t>
        <a:bodyPr/>
        <a:lstStyle/>
        <a:p>
          <a:endParaRPr lang="en-GB"/>
        </a:p>
      </dgm:t>
    </dgm:pt>
    <dgm:pt modelId="{12B42535-93F7-4737-A332-4E8A2EF45376}" type="sibTrans" cxnId="{57FEE2CC-B76B-48A9-B585-968142B42863}">
      <dgm:prSet/>
      <dgm:spPr/>
      <dgm:t>
        <a:bodyPr/>
        <a:lstStyle/>
        <a:p>
          <a:endParaRPr lang="en-GB"/>
        </a:p>
      </dgm:t>
    </dgm:pt>
    <dgm:pt modelId="{CFFD69A0-264E-43EA-AB28-6DA85E18EC5E}">
      <dgm:prSet phldrT="[Text]"/>
      <dgm:spPr/>
      <dgm:t>
        <a:bodyPr/>
        <a:lstStyle/>
        <a:p>
          <a:r>
            <a:rPr lang="en-GB" dirty="0"/>
            <a:t>V-Model</a:t>
          </a:r>
        </a:p>
      </dgm:t>
    </dgm:pt>
    <dgm:pt modelId="{980FE653-693D-4F64-BE38-D2A72DAD98EE}" type="parTrans" cxnId="{0BD140E3-6C5A-4DB5-B021-1C414303F194}">
      <dgm:prSet/>
      <dgm:spPr/>
      <dgm:t>
        <a:bodyPr/>
        <a:lstStyle/>
        <a:p>
          <a:endParaRPr lang="en-GB"/>
        </a:p>
      </dgm:t>
    </dgm:pt>
    <dgm:pt modelId="{D6B35E21-F5F8-41F5-B585-75A438893BC5}" type="sibTrans" cxnId="{0BD140E3-6C5A-4DB5-B021-1C414303F194}">
      <dgm:prSet/>
      <dgm:spPr/>
      <dgm:t>
        <a:bodyPr/>
        <a:lstStyle/>
        <a:p>
          <a:endParaRPr lang="en-GB"/>
        </a:p>
      </dgm:t>
    </dgm:pt>
    <dgm:pt modelId="{B27FAB32-5955-4641-A30F-BBE66D4E6163}">
      <dgm:prSet phldrT="[Text]"/>
      <dgm:spPr/>
      <dgm:t>
        <a:bodyPr/>
        <a:lstStyle/>
        <a:p>
          <a:r>
            <a:rPr lang="en-GB" dirty="0">
              <a:solidFill>
                <a:schemeClr val="tx2"/>
              </a:solidFill>
            </a:rPr>
            <a:t>Agile</a:t>
          </a:r>
        </a:p>
      </dgm:t>
    </dgm:pt>
    <dgm:pt modelId="{713699DD-7438-43E0-87EB-0F4653280A1D}" type="parTrans" cxnId="{91D8B81C-EC1A-4B0C-A5B7-5927BCB7EB9B}">
      <dgm:prSet/>
      <dgm:spPr/>
      <dgm:t>
        <a:bodyPr/>
        <a:lstStyle/>
        <a:p>
          <a:endParaRPr lang="en-GB"/>
        </a:p>
      </dgm:t>
    </dgm:pt>
    <dgm:pt modelId="{8A6FC9A0-C376-4B99-A2A5-8DCF21A20A03}" type="sibTrans" cxnId="{91D8B81C-EC1A-4B0C-A5B7-5927BCB7EB9B}">
      <dgm:prSet/>
      <dgm:spPr/>
      <dgm:t>
        <a:bodyPr/>
        <a:lstStyle/>
        <a:p>
          <a:endParaRPr lang="en-GB"/>
        </a:p>
      </dgm:t>
    </dgm:pt>
    <dgm:pt modelId="{D899E208-9F88-416A-8EAA-800D5693ED44}">
      <dgm:prSet phldrT="[Text]"/>
      <dgm:spPr/>
      <dgm:t>
        <a:bodyPr/>
        <a:lstStyle/>
        <a:p>
          <a:r>
            <a:rPr lang="en-GB" dirty="0"/>
            <a:t>Prototyping</a:t>
          </a:r>
        </a:p>
      </dgm:t>
    </dgm:pt>
    <dgm:pt modelId="{336B6467-6930-4A0D-ADBD-2A8BEC81B726}" type="parTrans" cxnId="{F7D04B5A-69E6-4EBD-8FBA-B6D8F08C680B}">
      <dgm:prSet/>
      <dgm:spPr/>
      <dgm:t>
        <a:bodyPr/>
        <a:lstStyle/>
        <a:p>
          <a:endParaRPr lang="en-GB"/>
        </a:p>
      </dgm:t>
    </dgm:pt>
    <dgm:pt modelId="{8594506B-3066-44A9-983C-4C546B163722}" type="sibTrans" cxnId="{F7D04B5A-69E6-4EBD-8FBA-B6D8F08C680B}">
      <dgm:prSet/>
      <dgm:spPr/>
      <dgm:t>
        <a:bodyPr/>
        <a:lstStyle/>
        <a:p>
          <a:endParaRPr lang="en-GB"/>
        </a:p>
      </dgm:t>
    </dgm:pt>
    <dgm:pt modelId="{F0A3CCAC-D98A-4EB9-8756-FE019CC0738B}">
      <dgm:prSet phldrT="[Text]"/>
      <dgm:spPr/>
      <dgm:t>
        <a:bodyPr/>
        <a:lstStyle/>
        <a:p>
          <a:r>
            <a:rPr lang="en-GB" dirty="0">
              <a:solidFill>
                <a:schemeClr val="tx2"/>
              </a:solidFill>
            </a:rPr>
            <a:t>RAD</a:t>
          </a:r>
        </a:p>
      </dgm:t>
    </dgm:pt>
    <dgm:pt modelId="{6EC66942-D9CB-4F32-A50A-6E120CA7922A}" type="parTrans" cxnId="{6159CDA4-FA73-4E7F-A7EA-9C0D5E4AFB89}">
      <dgm:prSet/>
      <dgm:spPr/>
      <dgm:t>
        <a:bodyPr/>
        <a:lstStyle/>
        <a:p>
          <a:endParaRPr lang="en-GB"/>
        </a:p>
      </dgm:t>
    </dgm:pt>
    <dgm:pt modelId="{7096FFCF-6071-4203-921D-8435E7ADF6D3}" type="sibTrans" cxnId="{6159CDA4-FA73-4E7F-A7EA-9C0D5E4AFB89}">
      <dgm:prSet/>
      <dgm:spPr/>
      <dgm:t>
        <a:bodyPr/>
        <a:lstStyle/>
        <a:p>
          <a:endParaRPr lang="en-GB"/>
        </a:p>
      </dgm:t>
    </dgm:pt>
    <dgm:pt modelId="{6912B204-DEFB-4C36-97C5-CD376172A420}">
      <dgm:prSet phldrT="[Text]"/>
      <dgm:spPr/>
      <dgm:t>
        <a:bodyPr/>
        <a:lstStyle/>
        <a:p>
          <a:r>
            <a:rPr lang="en-GB"/>
            <a:t>DSDM</a:t>
          </a:r>
          <a:endParaRPr lang="en-GB" dirty="0"/>
        </a:p>
      </dgm:t>
    </dgm:pt>
    <dgm:pt modelId="{9BF80BA6-7938-4F1C-A0EF-7BC3FF03CD26}" type="parTrans" cxnId="{7744CCCA-4ACB-4282-8DBE-EE4C25C1C19C}">
      <dgm:prSet/>
      <dgm:spPr/>
      <dgm:t>
        <a:bodyPr/>
        <a:lstStyle/>
        <a:p>
          <a:endParaRPr lang="en-GB"/>
        </a:p>
      </dgm:t>
    </dgm:pt>
    <dgm:pt modelId="{D245B9BB-E1E8-4C67-AFC2-6D170294F5B1}" type="sibTrans" cxnId="{7744CCCA-4ACB-4282-8DBE-EE4C25C1C19C}">
      <dgm:prSet/>
      <dgm:spPr/>
      <dgm:t>
        <a:bodyPr/>
        <a:lstStyle/>
        <a:p>
          <a:endParaRPr lang="en-GB"/>
        </a:p>
      </dgm:t>
    </dgm:pt>
    <dgm:pt modelId="{C01B7783-1641-460C-876F-CA24FC4FA1E1}" type="pres">
      <dgm:prSet presAssocID="{5B6EAF9D-11B4-4F33-915B-88A9CCC34613}" presName="diagram" presStyleCnt="0">
        <dgm:presLayoutVars>
          <dgm:dir/>
          <dgm:resizeHandles val="exact"/>
        </dgm:presLayoutVars>
      </dgm:prSet>
      <dgm:spPr/>
    </dgm:pt>
    <dgm:pt modelId="{FBD3FCF7-22F1-4A3C-94D9-A5F582A9816F}" type="pres">
      <dgm:prSet presAssocID="{38C04ED6-257C-4F4B-A329-3E65273E108E}" presName="node" presStyleLbl="node1" presStyleIdx="0" presStyleCnt="7">
        <dgm:presLayoutVars>
          <dgm:bulletEnabled val="1"/>
        </dgm:presLayoutVars>
      </dgm:prSet>
      <dgm:spPr/>
    </dgm:pt>
    <dgm:pt modelId="{63A861A4-F1B5-401C-81F0-D48586F3596F}" type="pres">
      <dgm:prSet presAssocID="{395A8DBB-A889-4B84-9B24-B99A62B9A757}" presName="sibTrans" presStyleCnt="0"/>
      <dgm:spPr/>
    </dgm:pt>
    <dgm:pt modelId="{4E4DFF05-FB94-49EC-A2F9-AA8493F60F8F}" type="pres">
      <dgm:prSet presAssocID="{6E4635AB-AFCB-4655-8644-0C575F723CF6}" presName="node" presStyleLbl="node1" presStyleIdx="1" presStyleCnt="7">
        <dgm:presLayoutVars>
          <dgm:bulletEnabled val="1"/>
        </dgm:presLayoutVars>
      </dgm:prSet>
      <dgm:spPr/>
    </dgm:pt>
    <dgm:pt modelId="{CB8C8504-3917-4E88-BCA1-3984C7992E52}" type="pres">
      <dgm:prSet presAssocID="{12B42535-93F7-4737-A332-4E8A2EF45376}" presName="sibTrans" presStyleCnt="0"/>
      <dgm:spPr/>
    </dgm:pt>
    <dgm:pt modelId="{428BEEF1-D5D3-44FF-9FE7-68B15D30D245}" type="pres">
      <dgm:prSet presAssocID="{D899E208-9F88-416A-8EAA-800D5693ED44}" presName="node" presStyleLbl="node1" presStyleIdx="2" presStyleCnt="7">
        <dgm:presLayoutVars>
          <dgm:bulletEnabled val="1"/>
        </dgm:presLayoutVars>
      </dgm:prSet>
      <dgm:spPr/>
    </dgm:pt>
    <dgm:pt modelId="{7D0B7D82-9341-4E90-900D-C10662E63CA1}" type="pres">
      <dgm:prSet presAssocID="{8594506B-3066-44A9-983C-4C546B163722}" presName="sibTrans" presStyleCnt="0"/>
      <dgm:spPr/>
    </dgm:pt>
    <dgm:pt modelId="{97C9B988-F0CA-4695-B0FE-0873A4034B44}" type="pres">
      <dgm:prSet presAssocID="{CFFD69A0-264E-43EA-AB28-6DA85E18EC5E}" presName="node" presStyleLbl="node1" presStyleIdx="3" presStyleCnt="7">
        <dgm:presLayoutVars>
          <dgm:bulletEnabled val="1"/>
        </dgm:presLayoutVars>
      </dgm:prSet>
      <dgm:spPr/>
    </dgm:pt>
    <dgm:pt modelId="{9AFF7432-D577-4A44-9E77-E426EB6F887C}" type="pres">
      <dgm:prSet presAssocID="{D6B35E21-F5F8-41F5-B585-75A438893BC5}" presName="sibTrans" presStyleCnt="0"/>
      <dgm:spPr/>
    </dgm:pt>
    <dgm:pt modelId="{2479DAE4-94E4-4C2B-8D2D-38E10165ABE6}" type="pres">
      <dgm:prSet presAssocID="{F0A3CCAC-D98A-4EB9-8756-FE019CC0738B}" presName="node" presStyleLbl="node1" presStyleIdx="4" presStyleCnt="7">
        <dgm:presLayoutVars>
          <dgm:bulletEnabled val="1"/>
        </dgm:presLayoutVars>
      </dgm:prSet>
      <dgm:spPr/>
    </dgm:pt>
    <dgm:pt modelId="{3D0ADCB7-B660-4105-8130-1CC6760A1B7F}" type="pres">
      <dgm:prSet presAssocID="{7096FFCF-6071-4203-921D-8435E7ADF6D3}" presName="sibTrans" presStyleCnt="0"/>
      <dgm:spPr/>
    </dgm:pt>
    <dgm:pt modelId="{37F7AC88-EFC4-4272-A45C-1E48FD03A6DD}" type="pres">
      <dgm:prSet presAssocID="{6912B204-DEFB-4C36-97C5-CD376172A420}" presName="node" presStyleLbl="node1" presStyleIdx="5" presStyleCnt="7">
        <dgm:presLayoutVars>
          <dgm:bulletEnabled val="1"/>
        </dgm:presLayoutVars>
      </dgm:prSet>
      <dgm:spPr/>
    </dgm:pt>
    <dgm:pt modelId="{B396E2A7-841E-43AC-AF99-07E24FE921C7}" type="pres">
      <dgm:prSet presAssocID="{D245B9BB-E1E8-4C67-AFC2-6D170294F5B1}" presName="sibTrans" presStyleCnt="0"/>
      <dgm:spPr/>
    </dgm:pt>
    <dgm:pt modelId="{43528B7E-3B72-42D1-BA20-F9157A940510}" type="pres">
      <dgm:prSet presAssocID="{B27FAB32-5955-4641-A30F-BBE66D4E6163}" presName="node" presStyleLbl="node1" presStyleIdx="6" presStyleCnt="7">
        <dgm:presLayoutVars>
          <dgm:bulletEnabled val="1"/>
        </dgm:presLayoutVars>
      </dgm:prSet>
      <dgm:spPr/>
    </dgm:pt>
  </dgm:ptLst>
  <dgm:cxnLst>
    <dgm:cxn modelId="{91D8B81C-EC1A-4B0C-A5B7-5927BCB7EB9B}" srcId="{5B6EAF9D-11B4-4F33-915B-88A9CCC34613}" destId="{B27FAB32-5955-4641-A30F-BBE66D4E6163}" srcOrd="6" destOrd="0" parTransId="{713699DD-7438-43E0-87EB-0F4653280A1D}" sibTransId="{8A6FC9A0-C376-4B99-A2A5-8DCF21A20A03}"/>
    <dgm:cxn modelId="{B984D927-BA1D-4BD6-87EE-21D6A3665716}" type="presOf" srcId="{38C04ED6-257C-4F4B-A329-3E65273E108E}" destId="{FBD3FCF7-22F1-4A3C-94D9-A5F582A9816F}" srcOrd="0" destOrd="0" presId="urn:microsoft.com/office/officeart/2005/8/layout/default"/>
    <dgm:cxn modelId="{51B63633-B236-467C-8128-B3EB2459E704}" type="presOf" srcId="{F0A3CCAC-D98A-4EB9-8756-FE019CC0738B}" destId="{2479DAE4-94E4-4C2B-8D2D-38E10165ABE6}" srcOrd="0" destOrd="0" presId="urn:microsoft.com/office/officeart/2005/8/layout/default"/>
    <dgm:cxn modelId="{3FE0D838-721B-403C-BB61-DC5FFA8E7881}" type="presOf" srcId="{6E4635AB-AFCB-4655-8644-0C575F723CF6}" destId="{4E4DFF05-FB94-49EC-A2F9-AA8493F60F8F}" srcOrd="0" destOrd="0" presId="urn:microsoft.com/office/officeart/2005/8/layout/default"/>
    <dgm:cxn modelId="{34CD0A3A-E90E-4DE8-B4BA-7394050F1006}" type="presOf" srcId="{CFFD69A0-264E-43EA-AB28-6DA85E18EC5E}" destId="{97C9B988-F0CA-4695-B0FE-0873A4034B44}" srcOrd="0" destOrd="0" presId="urn:microsoft.com/office/officeart/2005/8/layout/default"/>
    <dgm:cxn modelId="{3002754F-C010-4D91-BB4A-6EF12B49318C}" type="presOf" srcId="{6912B204-DEFB-4C36-97C5-CD376172A420}" destId="{37F7AC88-EFC4-4272-A45C-1E48FD03A6DD}" srcOrd="0" destOrd="0" presId="urn:microsoft.com/office/officeart/2005/8/layout/default"/>
    <dgm:cxn modelId="{F7D04B5A-69E6-4EBD-8FBA-B6D8F08C680B}" srcId="{5B6EAF9D-11B4-4F33-915B-88A9CCC34613}" destId="{D899E208-9F88-416A-8EAA-800D5693ED44}" srcOrd="2" destOrd="0" parTransId="{336B6467-6930-4A0D-ADBD-2A8BEC81B726}" sibTransId="{8594506B-3066-44A9-983C-4C546B163722}"/>
    <dgm:cxn modelId="{34E6BF8B-91FD-4685-9503-004C871367BA}" type="presOf" srcId="{5B6EAF9D-11B4-4F33-915B-88A9CCC34613}" destId="{C01B7783-1641-460C-876F-CA24FC4FA1E1}" srcOrd="0" destOrd="0" presId="urn:microsoft.com/office/officeart/2005/8/layout/default"/>
    <dgm:cxn modelId="{3DDE3999-AB27-4B18-B5DC-7D30A2B4581D}" srcId="{5B6EAF9D-11B4-4F33-915B-88A9CCC34613}" destId="{38C04ED6-257C-4F4B-A329-3E65273E108E}" srcOrd="0" destOrd="0" parTransId="{B1E59548-437A-4F30-9641-7C568725BB86}" sibTransId="{395A8DBB-A889-4B84-9B24-B99A62B9A757}"/>
    <dgm:cxn modelId="{6159CDA4-FA73-4E7F-A7EA-9C0D5E4AFB89}" srcId="{5B6EAF9D-11B4-4F33-915B-88A9CCC34613}" destId="{F0A3CCAC-D98A-4EB9-8756-FE019CC0738B}" srcOrd="4" destOrd="0" parTransId="{6EC66942-D9CB-4F32-A50A-6E120CA7922A}" sibTransId="{7096FFCF-6071-4203-921D-8435E7ADF6D3}"/>
    <dgm:cxn modelId="{6AE491A6-BCAF-48D6-B25A-892510EAC6EA}" type="presOf" srcId="{B27FAB32-5955-4641-A30F-BBE66D4E6163}" destId="{43528B7E-3B72-42D1-BA20-F9157A940510}" srcOrd="0" destOrd="0" presId="urn:microsoft.com/office/officeart/2005/8/layout/default"/>
    <dgm:cxn modelId="{7744CCCA-4ACB-4282-8DBE-EE4C25C1C19C}" srcId="{5B6EAF9D-11B4-4F33-915B-88A9CCC34613}" destId="{6912B204-DEFB-4C36-97C5-CD376172A420}" srcOrd="5" destOrd="0" parTransId="{9BF80BA6-7938-4F1C-A0EF-7BC3FF03CD26}" sibTransId="{D245B9BB-E1E8-4C67-AFC2-6D170294F5B1}"/>
    <dgm:cxn modelId="{57FEE2CC-B76B-48A9-B585-968142B42863}" srcId="{5B6EAF9D-11B4-4F33-915B-88A9CCC34613}" destId="{6E4635AB-AFCB-4655-8644-0C575F723CF6}" srcOrd="1" destOrd="0" parTransId="{E0595721-63E0-421D-B7FB-FA7DA1F3D4D0}" sibTransId="{12B42535-93F7-4737-A332-4E8A2EF45376}"/>
    <dgm:cxn modelId="{0BD140E3-6C5A-4DB5-B021-1C414303F194}" srcId="{5B6EAF9D-11B4-4F33-915B-88A9CCC34613}" destId="{CFFD69A0-264E-43EA-AB28-6DA85E18EC5E}" srcOrd="3" destOrd="0" parTransId="{980FE653-693D-4F64-BE38-D2A72DAD98EE}" sibTransId="{D6B35E21-F5F8-41F5-B585-75A438893BC5}"/>
    <dgm:cxn modelId="{9E2A29FD-937B-4C0B-8895-2D10F41B015E}" type="presOf" srcId="{D899E208-9F88-416A-8EAA-800D5693ED44}" destId="{428BEEF1-D5D3-44FF-9FE7-68B15D30D245}" srcOrd="0" destOrd="0" presId="urn:microsoft.com/office/officeart/2005/8/layout/default"/>
    <dgm:cxn modelId="{E45F882C-1273-4381-80A3-8F2742274D74}" type="presParOf" srcId="{C01B7783-1641-460C-876F-CA24FC4FA1E1}" destId="{FBD3FCF7-22F1-4A3C-94D9-A5F582A9816F}" srcOrd="0" destOrd="0" presId="urn:microsoft.com/office/officeart/2005/8/layout/default"/>
    <dgm:cxn modelId="{FC178C47-4CF7-47CB-87DC-C97C86AEBBC5}" type="presParOf" srcId="{C01B7783-1641-460C-876F-CA24FC4FA1E1}" destId="{63A861A4-F1B5-401C-81F0-D48586F3596F}" srcOrd="1" destOrd="0" presId="urn:microsoft.com/office/officeart/2005/8/layout/default"/>
    <dgm:cxn modelId="{505851C6-A88F-4169-BBC9-E0FCA29AF1B2}" type="presParOf" srcId="{C01B7783-1641-460C-876F-CA24FC4FA1E1}" destId="{4E4DFF05-FB94-49EC-A2F9-AA8493F60F8F}" srcOrd="2" destOrd="0" presId="urn:microsoft.com/office/officeart/2005/8/layout/default"/>
    <dgm:cxn modelId="{172116CD-B97E-4F61-899E-084C0556D39F}" type="presParOf" srcId="{C01B7783-1641-460C-876F-CA24FC4FA1E1}" destId="{CB8C8504-3917-4E88-BCA1-3984C7992E52}" srcOrd="3" destOrd="0" presId="urn:microsoft.com/office/officeart/2005/8/layout/default"/>
    <dgm:cxn modelId="{81A915A6-B40B-42A5-B3FD-0ED43FBA42C0}" type="presParOf" srcId="{C01B7783-1641-460C-876F-CA24FC4FA1E1}" destId="{428BEEF1-D5D3-44FF-9FE7-68B15D30D245}" srcOrd="4" destOrd="0" presId="urn:microsoft.com/office/officeart/2005/8/layout/default"/>
    <dgm:cxn modelId="{17433239-F439-4307-9210-E10EB2B8ABDE}" type="presParOf" srcId="{C01B7783-1641-460C-876F-CA24FC4FA1E1}" destId="{7D0B7D82-9341-4E90-900D-C10662E63CA1}" srcOrd="5" destOrd="0" presId="urn:microsoft.com/office/officeart/2005/8/layout/default"/>
    <dgm:cxn modelId="{D4CB1980-5AFE-41B6-BFA0-1BE43D3AFB63}" type="presParOf" srcId="{C01B7783-1641-460C-876F-CA24FC4FA1E1}" destId="{97C9B988-F0CA-4695-B0FE-0873A4034B44}" srcOrd="6" destOrd="0" presId="urn:microsoft.com/office/officeart/2005/8/layout/default"/>
    <dgm:cxn modelId="{764A1971-5618-406E-B1B8-A172A2810420}" type="presParOf" srcId="{C01B7783-1641-460C-876F-CA24FC4FA1E1}" destId="{9AFF7432-D577-4A44-9E77-E426EB6F887C}" srcOrd="7" destOrd="0" presId="urn:microsoft.com/office/officeart/2005/8/layout/default"/>
    <dgm:cxn modelId="{4A703C78-D0AF-4EB7-AFB2-8AC02163220E}" type="presParOf" srcId="{C01B7783-1641-460C-876F-CA24FC4FA1E1}" destId="{2479DAE4-94E4-4C2B-8D2D-38E10165ABE6}" srcOrd="8" destOrd="0" presId="urn:microsoft.com/office/officeart/2005/8/layout/default"/>
    <dgm:cxn modelId="{272A56AD-6DC8-4D01-BA35-12434E3C5FFC}" type="presParOf" srcId="{C01B7783-1641-460C-876F-CA24FC4FA1E1}" destId="{3D0ADCB7-B660-4105-8130-1CC6760A1B7F}" srcOrd="9" destOrd="0" presId="urn:microsoft.com/office/officeart/2005/8/layout/default"/>
    <dgm:cxn modelId="{CF43C940-4BA9-4506-AE40-29E4B4F2A29E}" type="presParOf" srcId="{C01B7783-1641-460C-876F-CA24FC4FA1E1}" destId="{37F7AC88-EFC4-4272-A45C-1E48FD03A6DD}" srcOrd="10" destOrd="0" presId="urn:microsoft.com/office/officeart/2005/8/layout/default"/>
    <dgm:cxn modelId="{9B56446B-06B4-48F2-8CC7-29D6AD23DED0}" type="presParOf" srcId="{C01B7783-1641-460C-876F-CA24FC4FA1E1}" destId="{B396E2A7-841E-43AC-AF99-07E24FE921C7}" srcOrd="11" destOrd="0" presId="urn:microsoft.com/office/officeart/2005/8/layout/default"/>
    <dgm:cxn modelId="{61D239F7-154C-40F9-B33F-2FB1EEBF8B0A}" type="presParOf" srcId="{C01B7783-1641-460C-876F-CA24FC4FA1E1}" destId="{43528B7E-3B72-42D1-BA20-F9157A940510}"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83C65A6-C448-4412-B2FB-2E16694404E1}" type="doc">
      <dgm:prSet loTypeId="urn:microsoft.com/office/officeart/2005/8/layout/StepDownProcess" loCatId="process" qsTypeId="urn:microsoft.com/office/officeart/2005/8/quickstyle/simple1" qsCatId="simple" csTypeId="urn:microsoft.com/office/officeart/2005/8/colors/accent0_1" csCatId="mainScheme" phldr="1"/>
      <dgm:spPr/>
      <dgm:t>
        <a:bodyPr/>
        <a:lstStyle/>
        <a:p>
          <a:endParaRPr lang="en-GB"/>
        </a:p>
      </dgm:t>
    </dgm:pt>
    <dgm:pt modelId="{5383ED9A-2212-47E1-8E81-5ADBF0905EEC}">
      <dgm:prSet phldrT="[Text]"/>
      <dgm:spPr>
        <a:ln w="25400" cap="rnd"/>
      </dgm:spPr>
      <dgm:t>
        <a:bodyPr/>
        <a:lstStyle/>
        <a:p>
          <a:r>
            <a:rPr lang="en-GB" dirty="0"/>
            <a:t>Requirements</a:t>
          </a:r>
        </a:p>
      </dgm:t>
    </dgm:pt>
    <dgm:pt modelId="{31591694-F1D9-4DEC-8BF1-C73B4F40A187}" type="parTrans" cxnId="{233F740E-B680-43F5-8369-6E5A36E098F9}">
      <dgm:prSet/>
      <dgm:spPr/>
      <dgm:t>
        <a:bodyPr/>
        <a:lstStyle/>
        <a:p>
          <a:endParaRPr lang="en-GB"/>
        </a:p>
      </dgm:t>
    </dgm:pt>
    <dgm:pt modelId="{75B61E0F-326B-4432-BFAA-DEE210506BCD}" type="sibTrans" cxnId="{233F740E-B680-43F5-8369-6E5A36E098F9}">
      <dgm:prSet/>
      <dgm:spPr/>
      <dgm:t>
        <a:bodyPr/>
        <a:lstStyle/>
        <a:p>
          <a:endParaRPr lang="en-GB"/>
        </a:p>
      </dgm:t>
    </dgm:pt>
    <dgm:pt modelId="{670872A0-1237-42E2-8C48-D0F06CA62A73}">
      <dgm:prSet phldrT="[Text]"/>
      <dgm:spPr>
        <a:ln w="25400" cap="rnd"/>
      </dgm:spPr>
      <dgm:t>
        <a:bodyPr/>
        <a:lstStyle/>
        <a:p>
          <a:r>
            <a:rPr lang="en-GB" dirty="0"/>
            <a:t>Design</a:t>
          </a:r>
        </a:p>
      </dgm:t>
    </dgm:pt>
    <dgm:pt modelId="{EA826D5B-0302-4FBC-9C88-0DFF712DDC09}" type="parTrans" cxnId="{9AD093E8-4F9D-44BF-A859-096AAD79C1DB}">
      <dgm:prSet/>
      <dgm:spPr/>
      <dgm:t>
        <a:bodyPr/>
        <a:lstStyle/>
        <a:p>
          <a:endParaRPr lang="en-GB"/>
        </a:p>
      </dgm:t>
    </dgm:pt>
    <dgm:pt modelId="{1BA57C0F-3325-465A-BC40-4581A64F0945}" type="sibTrans" cxnId="{9AD093E8-4F9D-44BF-A859-096AAD79C1DB}">
      <dgm:prSet/>
      <dgm:spPr/>
      <dgm:t>
        <a:bodyPr/>
        <a:lstStyle/>
        <a:p>
          <a:endParaRPr lang="en-GB"/>
        </a:p>
      </dgm:t>
    </dgm:pt>
    <dgm:pt modelId="{13A1D347-8AC9-4593-B66B-A6405A326DB2}">
      <dgm:prSet phldrT="[Text]"/>
      <dgm:spPr>
        <a:ln w="25400" cap="rnd"/>
      </dgm:spPr>
      <dgm:t>
        <a:bodyPr/>
        <a:lstStyle/>
        <a:p>
          <a:r>
            <a:rPr lang="en-GB" dirty="0"/>
            <a:t>Implementation</a:t>
          </a:r>
        </a:p>
      </dgm:t>
    </dgm:pt>
    <dgm:pt modelId="{B13260B2-5799-4EA8-A670-C67854E4B26D}" type="parTrans" cxnId="{409EC487-3ED9-45C3-A058-7DA552D85A4F}">
      <dgm:prSet/>
      <dgm:spPr/>
      <dgm:t>
        <a:bodyPr/>
        <a:lstStyle/>
        <a:p>
          <a:endParaRPr lang="en-GB"/>
        </a:p>
      </dgm:t>
    </dgm:pt>
    <dgm:pt modelId="{34F1B4A8-CA44-4EE0-ADDA-283F08BFC7D3}" type="sibTrans" cxnId="{409EC487-3ED9-45C3-A058-7DA552D85A4F}">
      <dgm:prSet/>
      <dgm:spPr/>
      <dgm:t>
        <a:bodyPr/>
        <a:lstStyle/>
        <a:p>
          <a:endParaRPr lang="en-GB"/>
        </a:p>
      </dgm:t>
    </dgm:pt>
    <dgm:pt modelId="{91C275B8-EDB0-439F-BEE8-65DC84E54C2D}">
      <dgm:prSet phldrT="[Text]"/>
      <dgm:spPr>
        <a:ln w="25400" cap="rnd"/>
      </dgm:spPr>
      <dgm:t>
        <a:bodyPr/>
        <a:lstStyle/>
        <a:p>
          <a:r>
            <a:rPr lang="en-GB" dirty="0"/>
            <a:t>Code, Test and Fix</a:t>
          </a:r>
        </a:p>
      </dgm:t>
    </dgm:pt>
    <dgm:pt modelId="{53790D96-393F-46DC-89F9-8DE517898FBE}" type="parTrans" cxnId="{00881719-67F4-4B93-935A-3AA8A7AC93F1}">
      <dgm:prSet/>
      <dgm:spPr/>
      <dgm:t>
        <a:bodyPr/>
        <a:lstStyle/>
        <a:p>
          <a:endParaRPr lang="en-GB"/>
        </a:p>
      </dgm:t>
    </dgm:pt>
    <dgm:pt modelId="{9844BFD1-C265-4EE4-B4BD-30133B394FD4}" type="sibTrans" cxnId="{00881719-67F4-4B93-935A-3AA8A7AC93F1}">
      <dgm:prSet/>
      <dgm:spPr/>
      <dgm:t>
        <a:bodyPr/>
        <a:lstStyle/>
        <a:p>
          <a:endParaRPr lang="en-GB"/>
        </a:p>
      </dgm:t>
    </dgm:pt>
    <dgm:pt modelId="{EFCF1AE3-7448-4985-8607-08FABE53C46D}">
      <dgm:prSet phldrT="[Text]"/>
      <dgm:spPr>
        <a:ln w="25400" cap="rnd"/>
      </dgm:spPr>
      <dgm:t>
        <a:bodyPr/>
        <a:lstStyle/>
        <a:p>
          <a:r>
            <a:rPr lang="en-GB" dirty="0"/>
            <a:t>Final Deadline</a:t>
          </a:r>
        </a:p>
      </dgm:t>
    </dgm:pt>
    <dgm:pt modelId="{CFBC9B84-EBDE-461A-8C82-CA520BE521FF}" type="parTrans" cxnId="{DD66E3BD-E3A2-4563-A5E8-203D92252243}">
      <dgm:prSet/>
      <dgm:spPr/>
      <dgm:t>
        <a:bodyPr/>
        <a:lstStyle/>
        <a:p>
          <a:endParaRPr lang="en-GB"/>
        </a:p>
      </dgm:t>
    </dgm:pt>
    <dgm:pt modelId="{4E189829-996B-4682-9BE2-EC3DCE724041}" type="sibTrans" cxnId="{DD66E3BD-E3A2-4563-A5E8-203D92252243}">
      <dgm:prSet/>
      <dgm:spPr/>
      <dgm:t>
        <a:bodyPr/>
        <a:lstStyle/>
        <a:p>
          <a:endParaRPr lang="en-GB"/>
        </a:p>
      </dgm:t>
    </dgm:pt>
    <dgm:pt modelId="{1CEED09B-3AD4-47C8-B5B2-9A6051D570D8}" type="pres">
      <dgm:prSet presAssocID="{883C65A6-C448-4412-B2FB-2E16694404E1}" presName="rootnode" presStyleCnt="0">
        <dgm:presLayoutVars>
          <dgm:chMax/>
          <dgm:chPref/>
          <dgm:dir/>
          <dgm:animLvl val="lvl"/>
        </dgm:presLayoutVars>
      </dgm:prSet>
      <dgm:spPr/>
    </dgm:pt>
    <dgm:pt modelId="{D95D8ACC-C834-4D61-A2B8-DC11E5EF8DA3}" type="pres">
      <dgm:prSet presAssocID="{5383ED9A-2212-47E1-8E81-5ADBF0905EEC}" presName="composite" presStyleCnt="0"/>
      <dgm:spPr/>
    </dgm:pt>
    <dgm:pt modelId="{E3BB1A43-828D-4CB9-8643-10A3076EC6E2}" type="pres">
      <dgm:prSet presAssocID="{5383ED9A-2212-47E1-8E81-5ADBF0905EEC}" presName="bentUpArrow1" presStyleLbl="alignImgPlace1" presStyleIdx="0" presStyleCnt="4"/>
      <dgm:spPr>
        <a:ln w="25400" cap="rnd"/>
      </dgm:spPr>
    </dgm:pt>
    <dgm:pt modelId="{5B134C90-A2DF-4686-A919-51284D9ABCF7}" type="pres">
      <dgm:prSet presAssocID="{5383ED9A-2212-47E1-8E81-5ADBF0905EEC}" presName="ParentText" presStyleLbl="node1" presStyleIdx="0" presStyleCnt="5">
        <dgm:presLayoutVars>
          <dgm:chMax val="1"/>
          <dgm:chPref val="1"/>
          <dgm:bulletEnabled val="1"/>
        </dgm:presLayoutVars>
      </dgm:prSet>
      <dgm:spPr/>
    </dgm:pt>
    <dgm:pt modelId="{0137AA5D-3C7E-478D-9E18-3BDCED388A5C}" type="pres">
      <dgm:prSet presAssocID="{5383ED9A-2212-47E1-8E81-5ADBF0905EEC}" presName="ChildText" presStyleLbl="revTx" presStyleIdx="0" presStyleCnt="4">
        <dgm:presLayoutVars>
          <dgm:chMax val="0"/>
          <dgm:chPref val="0"/>
          <dgm:bulletEnabled val="1"/>
        </dgm:presLayoutVars>
      </dgm:prSet>
      <dgm:spPr/>
    </dgm:pt>
    <dgm:pt modelId="{78C2D067-B4F6-4D93-9882-95ED7383E5B9}" type="pres">
      <dgm:prSet presAssocID="{75B61E0F-326B-4432-BFAA-DEE210506BCD}" presName="sibTrans" presStyleCnt="0"/>
      <dgm:spPr/>
    </dgm:pt>
    <dgm:pt modelId="{73F2EB7B-C5D0-4A86-BA44-25DC036D5BA9}" type="pres">
      <dgm:prSet presAssocID="{670872A0-1237-42E2-8C48-D0F06CA62A73}" presName="composite" presStyleCnt="0"/>
      <dgm:spPr/>
    </dgm:pt>
    <dgm:pt modelId="{9A2E40A6-2249-49E8-BE1A-CC94DFBB0A44}" type="pres">
      <dgm:prSet presAssocID="{670872A0-1237-42E2-8C48-D0F06CA62A73}" presName="bentUpArrow1" presStyleLbl="alignImgPlace1" presStyleIdx="1" presStyleCnt="4"/>
      <dgm:spPr>
        <a:ln w="25400" cap="rnd"/>
      </dgm:spPr>
    </dgm:pt>
    <dgm:pt modelId="{23F95E28-3ADE-46BC-8B82-E93EF677E2F5}" type="pres">
      <dgm:prSet presAssocID="{670872A0-1237-42E2-8C48-D0F06CA62A73}" presName="ParentText" presStyleLbl="node1" presStyleIdx="1" presStyleCnt="5">
        <dgm:presLayoutVars>
          <dgm:chMax val="1"/>
          <dgm:chPref val="1"/>
          <dgm:bulletEnabled val="1"/>
        </dgm:presLayoutVars>
      </dgm:prSet>
      <dgm:spPr/>
    </dgm:pt>
    <dgm:pt modelId="{FE48ACDD-B29D-4834-A0CF-367C0779A970}" type="pres">
      <dgm:prSet presAssocID="{670872A0-1237-42E2-8C48-D0F06CA62A73}" presName="ChildText" presStyleLbl="revTx" presStyleIdx="1" presStyleCnt="4">
        <dgm:presLayoutVars>
          <dgm:chMax val="0"/>
          <dgm:chPref val="0"/>
          <dgm:bulletEnabled val="1"/>
        </dgm:presLayoutVars>
      </dgm:prSet>
      <dgm:spPr/>
    </dgm:pt>
    <dgm:pt modelId="{6353A286-A347-4EA3-93B5-83E8F1C7E4B6}" type="pres">
      <dgm:prSet presAssocID="{1BA57C0F-3325-465A-BC40-4581A64F0945}" presName="sibTrans" presStyleCnt="0"/>
      <dgm:spPr/>
    </dgm:pt>
    <dgm:pt modelId="{3E5FB3AC-4546-4172-A483-384B2DE058D5}" type="pres">
      <dgm:prSet presAssocID="{13A1D347-8AC9-4593-B66B-A6405A326DB2}" presName="composite" presStyleCnt="0"/>
      <dgm:spPr/>
    </dgm:pt>
    <dgm:pt modelId="{9E38F6C4-6912-4A9B-B876-B762D9A78A9D}" type="pres">
      <dgm:prSet presAssocID="{13A1D347-8AC9-4593-B66B-A6405A326DB2}" presName="bentUpArrow1" presStyleLbl="alignImgPlace1" presStyleIdx="2" presStyleCnt="4"/>
      <dgm:spPr>
        <a:ln w="25400" cap="rnd"/>
      </dgm:spPr>
    </dgm:pt>
    <dgm:pt modelId="{FC3C0C15-10C6-49E6-8F8D-5E614A62DADE}" type="pres">
      <dgm:prSet presAssocID="{13A1D347-8AC9-4593-B66B-A6405A326DB2}" presName="ParentText" presStyleLbl="node1" presStyleIdx="2" presStyleCnt="5">
        <dgm:presLayoutVars>
          <dgm:chMax val="1"/>
          <dgm:chPref val="1"/>
          <dgm:bulletEnabled val="1"/>
        </dgm:presLayoutVars>
      </dgm:prSet>
      <dgm:spPr/>
    </dgm:pt>
    <dgm:pt modelId="{89F6E6B5-18C4-4751-AD00-888863CC8983}" type="pres">
      <dgm:prSet presAssocID="{13A1D347-8AC9-4593-B66B-A6405A326DB2}" presName="ChildText" presStyleLbl="revTx" presStyleIdx="2" presStyleCnt="4">
        <dgm:presLayoutVars>
          <dgm:chMax val="0"/>
          <dgm:chPref val="0"/>
          <dgm:bulletEnabled val="1"/>
        </dgm:presLayoutVars>
      </dgm:prSet>
      <dgm:spPr/>
    </dgm:pt>
    <dgm:pt modelId="{4C528DAF-391A-459C-8FB1-7BE5608CDFA9}" type="pres">
      <dgm:prSet presAssocID="{34F1B4A8-CA44-4EE0-ADDA-283F08BFC7D3}" presName="sibTrans" presStyleCnt="0"/>
      <dgm:spPr/>
    </dgm:pt>
    <dgm:pt modelId="{5D34EA04-6B9E-4499-9A71-5F1B2C893173}" type="pres">
      <dgm:prSet presAssocID="{91C275B8-EDB0-439F-BEE8-65DC84E54C2D}" presName="composite" presStyleCnt="0"/>
      <dgm:spPr/>
    </dgm:pt>
    <dgm:pt modelId="{F36936E5-DCF8-4E6C-889A-C54FB6932324}" type="pres">
      <dgm:prSet presAssocID="{91C275B8-EDB0-439F-BEE8-65DC84E54C2D}" presName="bentUpArrow1" presStyleLbl="alignImgPlace1" presStyleIdx="3" presStyleCnt="4"/>
      <dgm:spPr>
        <a:ln w="25400" cap="rnd"/>
      </dgm:spPr>
    </dgm:pt>
    <dgm:pt modelId="{62460D12-83F5-4642-B237-BD54508D0AD0}" type="pres">
      <dgm:prSet presAssocID="{91C275B8-EDB0-439F-BEE8-65DC84E54C2D}" presName="ParentText" presStyleLbl="node1" presStyleIdx="3" presStyleCnt="5">
        <dgm:presLayoutVars>
          <dgm:chMax val="1"/>
          <dgm:chPref val="1"/>
          <dgm:bulletEnabled val="1"/>
        </dgm:presLayoutVars>
      </dgm:prSet>
      <dgm:spPr/>
    </dgm:pt>
    <dgm:pt modelId="{5A194FDC-38DD-4A71-B45A-E209974E1689}" type="pres">
      <dgm:prSet presAssocID="{91C275B8-EDB0-439F-BEE8-65DC84E54C2D}" presName="ChildText" presStyleLbl="revTx" presStyleIdx="3" presStyleCnt="4">
        <dgm:presLayoutVars>
          <dgm:chMax val="0"/>
          <dgm:chPref val="0"/>
          <dgm:bulletEnabled val="1"/>
        </dgm:presLayoutVars>
      </dgm:prSet>
      <dgm:spPr/>
    </dgm:pt>
    <dgm:pt modelId="{470000C5-AB14-4FA8-AE26-116D12057CB0}" type="pres">
      <dgm:prSet presAssocID="{9844BFD1-C265-4EE4-B4BD-30133B394FD4}" presName="sibTrans" presStyleCnt="0"/>
      <dgm:spPr/>
    </dgm:pt>
    <dgm:pt modelId="{63FB5E0C-F622-4D34-BA23-1F1DA78ADA62}" type="pres">
      <dgm:prSet presAssocID="{EFCF1AE3-7448-4985-8607-08FABE53C46D}" presName="composite" presStyleCnt="0"/>
      <dgm:spPr/>
    </dgm:pt>
    <dgm:pt modelId="{135704C7-F5EA-4316-BA71-15E9967CE48C}" type="pres">
      <dgm:prSet presAssocID="{EFCF1AE3-7448-4985-8607-08FABE53C46D}" presName="ParentText" presStyleLbl="node1" presStyleIdx="4" presStyleCnt="5">
        <dgm:presLayoutVars>
          <dgm:chMax val="1"/>
          <dgm:chPref val="1"/>
          <dgm:bulletEnabled val="1"/>
        </dgm:presLayoutVars>
      </dgm:prSet>
      <dgm:spPr/>
    </dgm:pt>
  </dgm:ptLst>
  <dgm:cxnLst>
    <dgm:cxn modelId="{233F740E-B680-43F5-8369-6E5A36E098F9}" srcId="{883C65A6-C448-4412-B2FB-2E16694404E1}" destId="{5383ED9A-2212-47E1-8E81-5ADBF0905EEC}" srcOrd="0" destOrd="0" parTransId="{31591694-F1D9-4DEC-8BF1-C73B4F40A187}" sibTransId="{75B61E0F-326B-4432-BFAA-DEE210506BCD}"/>
    <dgm:cxn modelId="{00881719-67F4-4B93-935A-3AA8A7AC93F1}" srcId="{883C65A6-C448-4412-B2FB-2E16694404E1}" destId="{91C275B8-EDB0-439F-BEE8-65DC84E54C2D}" srcOrd="3" destOrd="0" parTransId="{53790D96-393F-46DC-89F9-8DE517898FBE}" sibTransId="{9844BFD1-C265-4EE4-B4BD-30133B394FD4}"/>
    <dgm:cxn modelId="{73A47E1F-0246-4C4B-9D6B-E1FF0A41E25A}" type="presOf" srcId="{670872A0-1237-42E2-8C48-D0F06CA62A73}" destId="{23F95E28-3ADE-46BC-8B82-E93EF677E2F5}" srcOrd="0" destOrd="0" presId="urn:microsoft.com/office/officeart/2005/8/layout/StepDownProcess"/>
    <dgm:cxn modelId="{8DAC4657-D112-43E1-81F4-012B10F18EB3}" type="presOf" srcId="{13A1D347-8AC9-4593-B66B-A6405A326DB2}" destId="{FC3C0C15-10C6-49E6-8F8D-5E614A62DADE}" srcOrd="0" destOrd="0" presId="urn:microsoft.com/office/officeart/2005/8/layout/StepDownProcess"/>
    <dgm:cxn modelId="{409EC487-3ED9-45C3-A058-7DA552D85A4F}" srcId="{883C65A6-C448-4412-B2FB-2E16694404E1}" destId="{13A1D347-8AC9-4593-B66B-A6405A326DB2}" srcOrd="2" destOrd="0" parTransId="{B13260B2-5799-4EA8-A670-C67854E4B26D}" sibTransId="{34F1B4A8-CA44-4EE0-ADDA-283F08BFC7D3}"/>
    <dgm:cxn modelId="{DD66E3BD-E3A2-4563-A5E8-203D92252243}" srcId="{883C65A6-C448-4412-B2FB-2E16694404E1}" destId="{EFCF1AE3-7448-4985-8607-08FABE53C46D}" srcOrd="4" destOrd="0" parTransId="{CFBC9B84-EBDE-461A-8C82-CA520BE521FF}" sibTransId="{4E189829-996B-4682-9BE2-EC3DCE724041}"/>
    <dgm:cxn modelId="{3BB6D2C7-F36B-44D1-8E46-C940C5F39860}" type="presOf" srcId="{883C65A6-C448-4412-B2FB-2E16694404E1}" destId="{1CEED09B-3AD4-47C8-B5B2-9A6051D570D8}" srcOrd="0" destOrd="0" presId="urn:microsoft.com/office/officeart/2005/8/layout/StepDownProcess"/>
    <dgm:cxn modelId="{267463CB-9567-444C-92AE-0F9293A4A98A}" type="presOf" srcId="{EFCF1AE3-7448-4985-8607-08FABE53C46D}" destId="{135704C7-F5EA-4316-BA71-15E9967CE48C}" srcOrd="0" destOrd="0" presId="urn:microsoft.com/office/officeart/2005/8/layout/StepDownProcess"/>
    <dgm:cxn modelId="{9AD093E8-4F9D-44BF-A859-096AAD79C1DB}" srcId="{883C65A6-C448-4412-B2FB-2E16694404E1}" destId="{670872A0-1237-42E2-8C48-D0F06CA62A73}" srcOrd="1" destOrd="0" parTransId="{EA826D5B-0302-4FBC-9C88-0DFF712DDC09}" sibTransId="{1BA57C0F-3325-465A-BC40-4581A64F0945}"/>
    <dgm:cxn modelId="{7BF05CF0-D418-4262-A51D-BB01B7AE56B2}" type="presOf" srcId="{91C275B8-EDB0-439F-BEE8-65DC84E54C2D}" destId="{62460D12-83F5-4642-B237-BD54508D0AD0}" srcOrd="0" destOrd="0" presId="urn:microsoft.com/office/officeart/2005/8/layout/StepDownProcess"/>
    <dgm:cxn modelId="{DFB619F4-DFC9-45F9-99BD-A275FC280A8F}" type="presOf" srcId="{5383ED9A-2212-47E1-8E81-5ADBF0905EEC}" destId="{5B134C90-A2DF-4686-A919-51284D9ABCF7}" srcOrd="0" destOrd="0" presId="urn:microsoft.com/office/officeart/2005/8/layout/StepDownProcess"/>
    <dgm:cxn modelId="{F960D5A4-E126-4857-B8A0-C3F7A6158251}" type="presParOf" srcId="{1CEED09B-3AD4-47C8-B5B2-9A6051D570D8}" destId="{D95D8ACC-C834-4D61-A2B8-DC11E5EF8DA3}" srcOrd="0" destOrd="0" presId="urn:microsoft.com/office/officeart/2005/8/layout/StepDownProcess"/>
    <dgm:cxn modelId="{652A0E0F-936A-4AB9-903D-A0B21E25226A}" type="presParOf" srcId="{D95D8ACC-C834-4D61-A2B8-DC11E5EF8DA3}" destId="{E3BB1A43-828D-4CB9-8643-10A3076EC6E2}" srcOrd="0" destOrd="0" presId="urn:microsoft.com/office/officeart/2005/8/layout/StepDownProcess"/>
    <dgm:cxn modelId="{E61CE10C-5DD2-4EE8-83F8-C11EC13A0A78}" type="presParOf" srcId="{D95D8ACC-C834-4D61-A2B8-DC11E5EF8DA3}" destId="{5B134C90-A2DF-4686-A919-51284D9ABCF7}" srcOrd="1" destOrd="0" presId="urn:microsoft.com/office/officeart/2005/8/layout/StepDownProcess"/>
    <dgm:cxn modelId="{86B7481D-42FA-49F6-95B0-4C219661B0D1}" type="presParOf" srcId="{D95D8ACC-C834-4D61-A2B8-DC11E5EF8DA3}" destId="{0137AA5D-3C7E-478D-9E18-3BDCED388A5C}" srcOrd="2" destOrd="0" presId="urn:microsoft.com/office/officeart/2005/8/layout/StepDownProcess"/>
    <dgm:cxn modelId="{50DB753C-AE43-4CA2-9BD0-76C13BC7811F}" type="presParOf" srcId="{1CEED09B-3AD4-47C8-B5B2-9A6051D570D8}" destId="{78C2D067-B4F6-4D93-9882-95ED7383E5B9}" srcOrd="1" destOrd="0" presId="urn:microsoft.com/office/officeart/2005/8/layout/StepDownProcess"/>
    <dgm:cxn modelId="{92E27283-25B7-45CD-8994-8F7705D6FBF4}" type="presParOf" srcId="{1CEED09B-3AD4-47C8-B5B2-9A6051D570D8}" destId="{73F2EB7B-C5D0-4A86-BA44-25DC036D5BA9}" srcOrd="2" destOrd="0" presId="urn:microsoft.com/office/officeart/2005/8/layout/StepDownProcess"/>
    <dgm:cxn modelId="{921FAEEA-7391-463B-A79F-E7AE3F37C0CE}" type="presParOf" srcId="{73F2EB7B-C5D0-4A86-BA44-25DC036D5BA9}" destId="{9A2E40A6-2249-49E8-BE1A-CC94DFBB0A44}" srcOrd="0" destOrd="0" presId="urn:microsoft.com/office/officeart/2005/8/layout/StepDownProcess"/>
    <dgm:cxn modelId="{D925B13D-488A-44D5-89D0-E4F476876E92}" type="presParOf" srcId="{73F2EB7B-C5D0-4A86-BA44-25DC036D5BA9}" destId="{23F95E28-3ADE-46BC-8B82-E93EF677E2F5}" srcOrd="1" destOrd="0" presId="urn:microsoft.com/office/officeart/2005/8/layout/StepDownProcess"/>
    <dgm:cxn modelId="{B4FFDEA1-F9C6-4F06-9F07-7AF0E34FF60D}" type="presParOf" srcId="{73F2EB7B-C5D0-4A86-BA44-25DC036D5BA9}" destId="{FE48ACDD-B29D-4834-A0CF-367C0779A970}" srcOrd="2" destOrd="0" presId="urn:microsoft.com/office/officeart/2005/8/layout/StepDownProcess"/>
    <dgm:cxn modelId="{CDD98A0C-ECBF-4757-B467-C445DC040C73}" type="presParOf" srcId="{1CEED09B-3AD4-47C8-B5B2-9A6051D570D8}" destId="{6353A286-A347-4EA3-93B5-83E8F1C7E4B6}" srcOrd="3" destOrd="0" presId="urn:microsoft.com/office/officeart/2005/8/layout/StepDownProcess"/>
    <dgm:cxn modelId="{187E9520-02AB-496B-9DA9-FEA013208E09}" type="presParOf" srcId="{1CEED09B-3AD4-47C8-B5B2-9A6051D570D8}" destId="{3E5FB3AC-4546-4172-A483-384B2DE058D5}" srcOrd="4" destOrd="0" presId="urn:microsoft.com/office/officeart/2005/8/layout/StepDownProcess"/>
    <dgm:cxn modelId="{6DA0E607-F974-431D-8CF6-D5750337EB0E}" type="presParOf" srcId="{3E5FB3AC-4546-4172-A483-384B2DE058D5}" destId="{9E38F6C4-6912-4A9B-B876-B762D9A78A9D}" srcOrd="0" destOrd="0" presId="urn:microsoft.com/office/officeart/2005/8/layout/StepDownProcess"/>
    <dgm:cxn modelId="{DD4EE421-418D-4ABF-A05E-81AB0DFF4F92}" type="presParOf" srcId="{3E5FB3AC-4546-4172-A483-384B2DE058D5}" destId="{FC3C0C15-10C6-49E6-8F8D-5E614A62DADE}" srcOrd="1" destOrd="0" presId="urn:microsoft.com/office/officeart/2005/8/layout/StepDownProcess"/>
    <dgm:cxn modelId="{F7925107-D9B7-4A27-BD4F-38FB70441149}" type="presParOf" srcId="{3E5FB3AC-4546-4172-A483-384B2DE058D5}" destId="{89F6E6B5-18C4-4751-AD00-888863CC8983}" srcOrd="2" destOrd="0" presId="urn:microsoft.com/office/officeart/2005/8/layout/StepDownProcess"/>
    <dgm:cxn modelId="{7EFC81BE-9E4B-4A25-9082-23C5A6570ADA}" type="presParOf" srcId="{1CEED09B-3AD4-47C8-B5B2-9A6051D570D8}" destId="{4C528DAF-391A-459C-8FB1-7BE5608CDFA9}" srcOrd="5" destOrd="0" presId="urn:microsoft.com/office/officeart/2005/8/layout/StepDownProcess"/>
    <dgm:cxn modelId="{978CC2DE-1973-4B34-88B2-A55DA848CEF3}" type="presParOf" srcId="{1CEED09B-3AD4-47C8-B5B2-9A6051D570D8}" destId="{5D34EA04-6B9E-4499-9A71-5F1B2C893173}" srcOrd="6" destOrd="0" presId="urn:microsoft.com/office/officeart/2005/8/layout/StepDownProcess"/>
    <dgm:cxn modelId="{8B5E98A3-8C1C-4D9A-9AE6-46AB0BDDA45C}" type="presParOf" srcId="{5D34EA04-6B9E-4499-9A71-5F1B2C893173}" destId="{F36936E5-DCF8-4E6C-889A-C54FB6932324}" srcOrd="0" destOrd="0" presId="urn:microsoft.com/office/officeart/2005/8/layout/StepDownProcess"/>
    <dgm:cxn modelId="{1E27ED39-615A-4F7D-81CD-B57D5C326EF9}" type="presParOf" srcId="{5D34EA04-6B9E-4499-9A71-5F1B2C893173}" destId="{62460D12-83F5-4642-B237-BD54508D0AD0}" srcOrd="1" destOrd="0" presId="urn:microsoft.com/office/officeart/2005/8/layout/StepDownProcess"/>
    <dgm:cxn modelId="{5B4E33A7-420A-4816-A770-874AEEFEE9F6}" type="presParOf" srcId="{5D34EA04-6B9E-4499-9A71-5F1B2C893173}" destId="{5A194FDC-38DD-4A71-B45A-E209974E1689}" srcOrd="2" destOrd="0" presId="urn:microsoft.com/office/officeart/2005/8/layout/StepDownProcess"/>
    <dgm:cxn modelId="{EFD70092-1A1E-4C53-9D26-93A0733E665A}" type="presParOf" srcId="{1CEED09B-3AD4-47C8-B5B2-9A6051D570D8}" destId="{470000C5-AB14-4FA8-AE26-116D12057CB0}" srcOrd="7" destOrd="0" presId="urn:microsoft.com/office/officeart/2005/8/layout/StepDownProcess"/>
    <dgm:cxn modelId="{EF2C858F-87A3-4D56-B6F2-AD2C907A2FDC}" type="presParOf" srcId="{1CEED09B-3AD4-47C8-B5B2-9A6051D570D8}" destId="{63FB5E0C-F622-4D34-BA23-1F1DA78ADA62}" srcOrd="8" destOrd="0" presId="urn:microsoft.com/office/officeart/2005/8/layout/StepDownProcess"/>
    <dgm:cxn modelId="{A914CF43-0216-450D-A78C-7FD7C20140CA}" type="presParOf" srcId="{63FB5E0C-F622-4D34-BA23-1F1DA78ADA62}" destId="{135704C7-F5EA-4316-BA71-15E9967CE48C}" srcOrd="0"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30E6C25-3622-4838-8CFE-0C59DA229165}" type="doc">
      <dgm:prSet loTypeId="urn:microsoft.com/office/officeart/2005/8/layout/chevron1" loCatId="process" qsTypeId="urn:microsoft.com/office/officeart/2005/8/quickstyle/simple1" qsCatId="simple" csTypeId="urn:microsoft.com/office/officeart/2005/8/colors/accent0_1" csCatId="mainScheme" phldr="1"/>
      <dgm:spPr/>
    </dgm:pt>
    <dgm:pt modelId="{DE1C745F-A35E-450C-9561-B978880979E9}">
      <dgm:prSet phldrT="[Text]"/>
      <dgm:spPr>
        <a:ln w="25400" cap="rnd"/>
      </dgm:spPr>
      <dgm:t>
        <a:bodyPr/>
        <a:lstStyle/>
        <a:p>
          <a:r>
            <a:rPr lang="en-GB" dirty="0"/>
            <a:t>Analysis &amp; Quick Design</a:t>
          </a:r>
        </a:p>
      </dgm:t>
    </dgm:pt>
    <dgm:pt modelId="{D864757E-45AD-44A0-87E5-AAF9CB0A9BE8}" type="parTrans" cxnId="{2933B3C5-EF63-4B1E-96AC-3851A917D649}">
      <dgm:prSet/>
      <dgm:spPr/>
      <dgm:t>
        <a:bodyPr/>
        <a:lstStyle/>
        <a:p>
          <a:endParaRPr lang="en-GB"/>
        </a:p>
      </dgm:t>
    </dgm:pt>
    <dgm:pt modelId="{7B7DAB69-B65A-466E-B20C-EFF682267DA2}" type="sibTrans" cxnId="{2933B3C5-EF63-4B1E-96AC-3851A917D649}">
      <dgm:prSet/>
      <dgm:spPr/>
      <dgm:t>
        <a:bodyPr/>
        <a:lstStyle/>
        <a:p>
          <a:endParaRPr lang="en-GB"/>
        </a:p>
      </dgm:t>
    </dgm:pt>
    <dgm:pt modelId="{29BD8C55-11D0-4946-A686-D2177762F487}">
      <dgm:prSet phldrT="[Text]"/>
      <dgm:spPr>
        <a:ln w="25400" cap="rnd"/>
      </dgm:spPr>
      <dgm:t>
        <a:bodyPr/>
        <a:lstStyle/>
        <a:p>
          <a:r>
            <a:rPr lang="en-GB" dirty="0"/>
            <a:t>Demonstrate</a:t>
          </a:r>
        </a:p>
      </dgm:t>
    </dgm:pt>
    <dgm:pt modelId="{FD305256-0568-4DBB-A507-DDD6063D041B}" type="parTrans" cxnId="{F6D407EC-47E3-4B32-8611-1544B482FC91}">
      <dgm:prSet/>
      <dgm:spPr/>
      <dgm:t>
        <a:bodyPr/>
        <a:lstStyle/>
        <a:p>
          <a:endParaRPr lang="en-GB"/>
        </a:p>
      </dgm:t>
    </dgm:pt>
    <dgm:pt modelId="{79EE8486-5322-4EB0-BBE9-E91660D3C96C}" type="sibTrans" cxnId="{F6D407EC-47E3-4B32-8611-1544B482FC91}">
      <dgm:prSet/>
      <dgm:spPr/>
      <dgm:t>
        <a:bodyPr/>
        <a:lstStyle/>
        <a:p>
          <a:endParaRPr lang="en-GB"/>
        </a:p>
      </dgm:t>
    </dgm:pt>
    <dgm:pt modelId="{9B677621-2B01-4D9B-B693-AD47064035A4}">
      <dgm:prSet phldrT="[Text]"/>
      <dgm:spPr>
        <a:ln w="25400" cap="rnd"/>
      </dgm:spPr>
      <dgm:t>
        <a:bodyPr/>
        <a:lstStyle/>
        <a:p>
          <a:r>
            <a:rPr lang="en-GB" dirty="0"/>
            <a:t>Testing</a:t>
          </a:r>
        </a:p>
      </dgm:t>
    </dgm:pt>
    <dgm:pt modelId="{80762905-D57D-4336-9916-5EBE6C6EC472}" type="parTrans" cxnId="{6127A7B2-2DF1-4DE6-AC24-75A313E2059B}">
      <dgm:prSet/>
      <dgm:spPr/>
      <dgm:t>
        <a:bodyPr/>
        <a:lstStyle/>
        <a:p>
          <a:endParaRPr lang="en-GB"/>
        </a:p>
      </dgm:t>
    </dgm:pt>
    <dgm:pt modelId="{B68BF792-C28B-432C-9223-3D4B0F0477B7}" type="sibTrans" cxnId="{6127A7B2-2DF1-4DE6-AC24-75A313E2059B}">
      <dgm:prSet/>
      <dgm:spPr/>
      <dgm:t>
        <a:bodyPr/>
        <a:lstStyle/>
        <a:p>
          <a:endParaRPr lang="en-GB"/>
        </a:p>
      </dgm:t>
    </dgm:pt>
    <dgm:pt modelId="{5D44A5AF-1EED-4C6B-AFC3-A90B6763233B}">
      <dgm:prSet phldrT="[Text]"/>
      <dgm:spPr>
        <a:ln w="25400" cap="rnd"/>
      </dgm:spPr>
      <dgm:t>
        <a:bodyPr/>
        <a:lstStyle/>
        <a:p>
          <a:r>
            <a:rPr lang="en-GB" dirty="0"/>
            <a:t>Deployment</a:t>
          </a:r>
        </a:p>
      </dgm:t>
    </dgm:pt>
    <dgm:pt modelId="{98ED77F5-B134-4930-B3FB-CBC940214B1C}" type="parTrans" cxnId="{428BDBDC-81AB-49CD-90C2-BDBFDE736DA7}">
      <dgm:prSet/>
      <dgm:spPr/>
      <dgm:t>
        <a:bodyPr/>
        <a:lstStyle/>
        <a:p>
          <a:endParaRPr lang="en-GB"/>
        </a:p>
      </dgm:t>
    </dgm:pt>
    <dgm:pt modelId="{1ABF7BD8-40B9-4B7A-9EF8-6C5D5C2DF51A}" type="sibTrans" cxnId="{428BDBDC-81AB-49CD-90C2-BDBFDE736DA7}">
      <dgm:prSet/>
      <dgm:spPr/>
      <dgm:t>
        <a:bodyPr/>
        <a:lstStyle/>
        <a:p>
          <a:endParaRPr lang="en-GB"/>
        </a:p>
      </dgm:t>
    </dgm:pt>
    <dgm:pt modelId="{9E852754-3476-4847-A813-3A5D0097E973}" type="pres">
      <dgm:prSet presAssocID="{330E6C25-3622-4838-8CFE-0C59DA229165}" presName="Name0" presStyleCnt="0">
        <dgm:presLayoutVars>
          <dgm:dir/>
          <dgm:animLvl val="lvl"/>
          <dgm:resizeHandles val="exact"/>
        </dgm:presLayoutVars>
      </dgm:prSet>
      <dgm:spPr/>
    </dgm:pt>
    <dgm:pt modelId="{41E5F07D-2AAB-4F64-8F18-3ED7144EFF76}" type="pres">
      <dgm:prSet presAssocID="{DE1C745F-A35E-450C-9561-B978880979E9}" presName="parTxOnly" presStyleLbl="node1" presStyleIdx="0" presStyleCnt="4">
        <dgm:presLayoutVars>
          <dgm:chMax val="0"/>
          <dgm:chPref val="0"/>
          <dgm:bulletEnabled val="1"/>
        </dgm:presLayoutVars>
      </dgm:prSet>
      <dgm:spPr/>
    </dgm:pt>
    <dgm:pt modelId="{46FAD362-D4D8-4515-9F50-CC7421EAD1F9}" type="pres">
      <dgm:prSet presAssocID="{7B7DAB69-B65A-466E-B20C-EFF682267DA2}" presName="parTxOnlySpace" presStyleCnt="0"/>
      <dgm:spPr/>
    </dgm:pt>
    <dgm:pt modelId="{18608375-80EF-41C2-8045-BA68E1600BCA}" type="pres">
      <dgm:prSet presAssocID="{29BD8C55-11D0-4946-A686-D2177762F487}" presName="parTxOnly" presStyleLbl="node1" presStyleIdx="1" presStyleCnt="4">
        <dgm:presLayoutVars>
          <dgm:chMax val="0"/>
          <dgm:chPref val="0"/>
          <dgm:bulletEnabled val="1"/>
        </dgm:presLayoutVars>
      </dgm:prSet>
      <dgm:spPr/>
    </dgm:pt>
    <dgm:pt modelId="{1B64E667-48AD-494C-963F-77C5F52FF27F}" type="pres">
      <dgm:prSet presAssocID="{79EE8486-5322-4EB0-BBE9-E91660D3C96C}" presName="parTxOnlySpace" presStyleCnt="0"/>
      <dgm:spPr/>
    </dgm:pt>
    <dgm:pt modelId="{47EB2268-8EE5-4113-9F34-E7CA2B467089}" type="pres">
      <dgm:prSet presAssocID="{9B677621-2B01-4D9B-B693-AD47064035A4}" presName="parTxOnly" presStyleLbl="node1" presStyleIdx="2" presStyleCnt="4">
        <dgm:presLayoutVars>
          <dgm:chMax val="0"/>
          <dgm:chPref val="0"/>
          <dgm:bulletEnabled val="1"/>
        </dgm:presLayoutVars>
      </dgm:prSet>
      <dgm:spPr/>
    </dgm:pt>
    <dgm:pt modelId="{23FC4123-D226-41D3-BC95-2B218ACAD782}" type="pres">
      <dgm:prSet presAssocID="{B68BF792-C28B-432C-9223-3D4B0F0477B7}" presName="parTxOnlySpace" presStyleCnt="0"/>
      <dgm:spPr/>
    </dgm:pt>
    <dgm:pt modelId="{FF689E97-EA8B-4E86-9289-0264CE28B7D3}" type="pres">
      <dgm:prSet presAssocID="{5D44A5AF-1EED-4C6B-AFC3-A90B6763233B}" presName="parTxOnly" presStyleLbl="node1" presStyleIdx="3" presStyleCnt="4">
        <dgm:presLayoutVars>
          <dgm:chMax val="0"/>
          <dgm:chPref val="0"/>
          <dgm:bulletEnabled val="1"/>
        </dgm:presLayoutVars>
      </dgm:prSet>
      <dgm:spPr/>
    </dgm:pt>
  </dgm:ptLst>
  <dgm:cxnLst>
    <dgm:cxn modelId="{9097213C-6954-460E-9105-3B2668E757C8}" type="presOf" srcId="{DE1C745F-A35E-450C-9561-B978880979E9}" destId="{41E5F07D-2AAB-4F64-8F18-3ED7144EFF76}" srcOrd="0" destOrd="0" presId="urn:microsoft.com/office/officeart/2005/8/layout/chevron1"/>
    <dgm:cxn modelId="{89CCA16C-1D9F-4353-8CBC-808876B013B8}" type="presOf" srcId="{5D44A5AF-1EED-4C6B-AFC3-A90B6763233B}" destId="{FF689E97-EA8B-4E86-9289-0264CE28B7D3}" srcOrd="0" destOrd="0" presId="urn:microsoft.com/office/officeart/2005/8/layout/chevron1"/>
    <dgm:cxn modelId="{6127A7B2-2DF1-4DE6-AC24-75A313E2059B}" srcId="{330E6C25-3622-4838-8CFE-0C59DA229165}" destId="{9B677621-2B01-4D9B-B693-AD47064035A4}" srcOrd="2" destOrd="0" parTransId="{80762905-D57D-4336-9916-5EBE6C6EC472}" sibTransId="{B68BF792-C28B-432C-9223-3D4B0F0477B7}"/>
    <dgm:cxn modelId="{2933B3C5-EF63-4B1E-96AC-3851A917D649}" srcId="{330E6C25-3622-4838-8CFE-0C59DA229165}" destId="{DE1C745F-A35E-450C-9561-B978880979E9}" srcOrd="0" destOrd="0" parTransId="{D864757E-45AD-44A0-87E5-AAF9CB0A9BE8}" sibTransId="{7B7DAB69-B65A-466E-B20C-EFF682267DA2}"/>
    <dgm:cxn modelId="{428BDBDC-81AB-49CD-90C2-BDBFDE736DA7}" srcId="{330E6C25-3622-4838-8CFE-0C59DA229165}" destId="{5D44A5AF-1EED-4C6B-AFC3-A90B6763233B}" srcOrd="3" destOrd="0" parTransId="{98ED77F5-B134-4930-B3FB-CBC940214B1C}" sibTransId="{1ABF7BD8-40B9-4B7A-9EF8-6C5D5C2DF51A}"/>
    <dgm:cxn modelId="{BE5375DE-18C2-405C-A64F-757409AFB734}" type="presOf" srcId="{29BD8C55-11D0-4946-A686-D2177762F487}" destId="{18608375-80EF-41C2-8045-BA68E1600BCA}" srcOrd="0" destOrd="0" presId="urn:microsoft.com/office/officeart/2005/8/layout/chevron1"/>
    <dgm:cxn modelId="{1E708AE5-2FA0-4E7C-8BF9-3FDB5C88660C}" type="presOf" srcId="{9B677621-2B01-4D9B-B693-AD47064035A4}" destId="{47EB2268-8EE5-4113-9F34-E7CA2B467089}" srcOrd="0" destOrd="0" presId="urn:microsoft.com/office/officeart/2005/8/layout/chevron1"/>
    <dgm:cxn modelId="{89BB84E7-223D-499F-90FF-4C5D1A157A78}" type="presOf" srcId="{330E6C25-3622-4838-8CFE-0C59DA229165}" destId="{9E852754-3476-4847-A813-3A5D0097E973}" srcOrd="0" destOrd="0" presId="urn:microsoft.com/office/officeart/2005/8/layout/chevron1"/>
    <dgm:cxn modelId="{F6D407EC-47E3-4B32-8611-1544B482FC91}" srcId="{330E6C25-3622-4838-8CFE-0C59DA229165}" destId="{29BD8C55-11D0-4946-A686-D2177762F487}" srcOrd="1" destOrd="0" parTransId="{FD305256-0568-4DBB-A507-DDD6063D041B}" sibTransId="{79EE8486-5322-4EB0-BBE9-E91660D3C96C}"/>
    <dgm:cxn modelId="{167D4548-CB6D-421A-9480-4B8B6F65C582}" type="presParOf" srcId="{9E852754-3476-4847-A813-3A5D0097E973}" destId="{41E5F07D-2AAB-4F64-8F18-3ED7144EFF76}" srcOrd="0" destOrd="0" presId="urn:microsoft.com/office/officeart/2005/8/layout/chevron1"/>
    <dgm:cxn modelId="{37CE9065-9EBD-4EBD-8030-ECFF6A2CC524}" type="presParOf" srcId="{9E852754-3476-4847-A813-3A5D0097E973}" destId="{46FAD362-D4D8-4515-9F50-CC7421EAD1F9}" srcOrd="1" destOrd="0" presId="urn:microsoft.com/office/officeart/2005/8/layout/chevron1"/>
    <dgm:cxn modelId="{F366343C-3FED-4783-86F2-39CCF0635868}" type="presParOf" srcId="{9E852754-3476-4847-A813-3A5D0097E973}" destId="{18608375-80EF-41C2-8045-BA68E1600BCA}" srcOrd="2" destOrd="0" presId="urn:microsoft.com/office/officeart/2005/8/layout/chevron1"/>
    <dgm:cxn modelId="{96764487-42D8-4D17-BA6D-4CB290453665}" type="presParOf" srcId="{9E852754-3476-4847-A813-3A5D0097E973}" destId="{1B64E667-48AD-494C-963F-77C5F52FF27F}" srcOrd="3" destOrd="0" presId="urn:microsoft.com/office/officeart/2005/8/layout/chevron1"/>
    <dgm:cxn modelId="{BC18EBB8-EA4C-4A97-B596-16E99D83FF9E}" type="presParOf" srcId="{9E852754-3476-4847-A813-3A5D0097E973}" destId="{47EB2268-8EE5-4113-9F34-E7CA2B467089}" srcOrd="4" destOrd="0" presId="urn:microsoft.com/office/officeart/2005/8/layout/chevron1"/>
    <dgm:cxn modelId="{0FA2FD1C-1231-4630-A05D-3C690DE9087C}" type="presParOf" srcId="{9E852754-3476-4847-A813-3A5D0097E973}" destId="{23FC4123-D226-41D3-BC95-2B218ACAD782}" srcOrd="5" destOrd="0" presId="urn:microsoft.com/office/officeart/2005/8/layout/chevron1"/>
    <dgm:cxn modelId="{69588BB2-C40A-4A9A-8135-09B9232DC85F}" type="presParOf" srcId="{9E852754-3476-4847-A813-3A5D0097E973}" destId="{FF689E97-EA8B-4E86-9289-0264CE28B7D3}"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C879A0B-428D-4525-9651-9534D60B1122}"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GB"/>
        </a:p>
      </dgm:t>
    </dgm:pt>
    <dgm:pt modelId="{55F092FE-56A0-409B-A31C-4F125E7CA938}">
      <dgm:prSet/>
      <dgm:spPr/>
      <dgm:t>
        <a:bodyPr/>
        <a:lstStyle/>
        <a:p>
          <a:r>
            <a:rPr lang="en-GB"/>
            <a:t>Identify</a:t>
          </a:r>
        </a:p>
      </dgm:t>
    </dgm:pt>
    <dgm:pt modelId="{10534160-3482-4A16-84C4-9E6E39999695}" type="parTrans" cxnId="{2B4CBBF2-9383-4205-9D8D-C4FEE3C7D63A}">
      <dgm:prSet/>
      <dgm:spPr/>
      <dgm:t>
        <a:bodyPr/>
        <a:lstStyle/>
        <a:p>
          <a:endParaRPr lang="en-GB"/>
        </a:p>
      </dgm:t>
    </dgm:pt>
    <dgm:pt modelId="{125206FC-81D9-4AEC-903F-C7716A5CFF72}" type="sibTrans" cxnId="{2B4CBBF2-9383-4205-9D8D-C4FEE3C7D63A}">
      <dgm:prSet/>
      <dgm:spPr/>
      <dgm:t>
        <a:bodyPr/>
        <a:lstStyle/>
        <a:p>
          <a:endParaRPr lang="en-GB"/>
        </a:p>
      </dgm:t>
    </dgm:pt>
    <dgm:pt modelId="{AE752617-6C79-44F8-A8D4-DFBCBF6EA15F}">
      <dgm:prSet/>
      <dgm:spPr/>
      <dgm:t>
        <a:bodyPr/>
        <a:lstStyle/>
        <a:p>
          <a:r>
            <a:rPr lang="en-GB"/>
            <a:t>Identify some of the different types of methodologies within Software Development</a:t>
          </a:r>
          <a:endParaRPr lang="en-GB" dirty="0"/>
        </a:p>
      </dgm:t>
    </dgm:pt>
    <dgm:pt modelId="{9D71FEF4-B93F-4F93-8C5F-4E54BA5A8C1D}" type="parTrans" cxnId="{F081E797-FEF9-45EB-9D28-7185DC4D2DDC}">
      <dgm:prSet/>
      <dgm:spPr/>
      <dgm:t>
        <a:bodyPr/>
        <a:lstStyle/>
        <a:p>
          <a:endParaRPr lang="en-GB"/>
        </a:p>
      </dgm:t>
    </dgm:pt>
    <dgm:pt modelId="{82A4B4C3-10DA-49EE-9A02-9ABA98302772}" type="sibTrans" cxnId="{F081E797-FEF9-45EB-9D28-7185DC4D2DDC}">
      <dgm:prSet/>
      <dgm:spPr/>
      <dgm:t>
        <a:bodyPr/>
        <a:lstStyle/>
        <a:p>
          <a:endParaRPr lang="en-GB"/>
        </a:p>
      </dgm:t>
    </dgm:pt>
    <dgm:pt modelId="{87E2C664-6A53-42B3-9A1B-7AAF5B22BE7E}">
      <dgm:prSet/>
      <dgm:spPr/>
      <dgm:t>
        <a:bodyPr/>
        <a:lstStyle/>
        <a:p>
          <a:r>
            <a:rPr lang="en-GB" dirty="0">
              <a:solidFill>
                <a:schemeClr val="tx2"/>
              </a:solidFill>
            </a:rPr>
            <a:t>Summarise</a:t>
          </a:r>
        </a:p>
      </dgm:t>
    </dgm:pt>
    <dgm:pt modelId="{7508E6A9-CCA6-4A58-8C82-1BE2DE60CEF2}" type="parTrans" cxnId="{F7480156-6996-4FEE-B91B-114FD4EA47B1}">
      <dgm:prSet/>
      <dgm:spPr/>
      <dgm:t>
        <a:bodyPr/>
        <a:lstStyle/>
        <a:p>
          <a:endParaRPr lang="en-GB"/>
        </a:p>
      </dgm:t>
    </dgm:pt>
    <dgm:pt modelId="{512FFCC0-5C10-4015-BC35-1B63913BD373}" type="sibTrans" cxnId="{F7480156-6996-4FEE-B91B-114FD4EA47B1}">
      <dgm:prSet/>
      <dgm:spPr/>
      <dgm:t>
        <a:bodyPr/>
        <a:lstStyle/>
        <a:p>
          <a:endParaRPr lang="en-GB"/>
        </a:p>
      </dgm:t>
    </dgm:pt>
    <dgm:pt modelId="{C8E5356E-BE45-4BD1-B1A4-1D307C202FFC}">
      <dgm:prSet/>
      <dgm:spPr/>
      <dgm:t>
        <a:bodyPr/>
        <a:lstStyle/>
        <a:p>
          <a:r>
            <a:rPr lang="en-GB"/>
            <a:t>Summarise methodologies that are in common use</a:t>
          </a:r>
          <a:endParaRPr lang="en-GB" dirty="0"/>
        </a:p>
      </dgm:t>
    </dgm:pt>
    <dgm:pt modelId="{E5A6EFFF-8F02-47AC-B0E4-62F80AAAB9F0}" type="parTrans" cxnId="{81A4FE6A-EE8E-48F0-9FE0-41AEFB563D0E}">
      <dgm:prSet/>
      <dgm:spPr/>
      <dgm:t>
        <a:bodyPr/>
        <a:lstStyle/>
        <a:p>
          <a:endParaRPr lang="en-GB"/>
        </a:p>
      </dgm:t>
    </dgm:pt>
    <dgm:pt modelId="{3F3D6A21-8420-4EEF-B437-959ECDA070A3}" type="sibTrans" cxnId="{81A4FE6A-EE8E-48F0-9FE0-41AEFB563D0E}">
      <dgm:prSet/>
      <dgm:spPr/>
      <dgm:t>
        <a:bodyPr/>
        <a:lstStyle/>
        <a:p>
          <a:endParaRPr lang="en-GB"/>
        </a:p>
      </dgm:t>
    </dgm:pt>
    <dgm:pt modelId="{CB682F38-76BC-4EAE-863F-DCD5213D4887}">
      <dgm:prSet phldrT="[Text]"/>
      <dgm:spPr/>
      <dgm:t>
        <a:bodyPr/>
        <a:lstStyle/>
        <a:p>
          <a:r>
            <a:rPr lang="en-GB" dirty="0"/>
            <a:t>Analyse</a:t>
          </a:r>
        </a:p>
      </dgm:t>
    </dgm:pt>
    <dgm:pt modelId="{97F8D432-52AA-4570-B086-CF976B470BB8}" type="parTrans" cxnId="{5A7FFBD4-E4F6-46C6-9358-4639567F625D}">
      <dgm:prSet/>
      <dgm:spPr/>
      <dgm:t>
        <a:bodyPr/>
        <a:lstStyle/>
        <a:p>
          <a:endParaRPr lang="en-GB"/>
        </a:p>
      </dgm:t>
    </dgm:pt>
    <dgm:pt modelId="{D53FFE09-438C-45EE-9730-6D5E95905B54}" type="sibTrans" cxnId="{5A7FFBD4-E4F6-46C6-9358-4639567F625D}">
      <dgm:prSet/>
      <dgm:spPr/>
      <dgm:t>
        <a:bodyPr/>
        <a:lstStyle/>
        <a:p>
          <a:endParaRPr lang="en-GB"/>
        </a:p>
      </dgm:t>
    </dgm:pt>
    <dgm:pt modelId="{AF38CED4-23C4-42BB-8521-5F3BAF22EA46}">
      <dgm:prSet phldrT="[Text]"/>
      <dgm:spPr/>
      <dgm:t>
        <a:bodyPr/>
        <a:lstStyle/>
        <a:p>
          <a:r>
            <a:rPr lang="en-GB" dirty="0"/>
            <a:t>Analyse methodologies to establish advantages and disadvantages to that process</a:t>
          </a:r>
        </a:p>
      </dgm:t>
    </dgm:pt>
    <dgm:pt modelId="{037F59C5-485C-4DF3-8823-E144A31EB8BC}" type="parTrans" cxnId="{90CCA08C-07F9-4838-8CB3-46B01D49DFFC}">
      <dgm:prSet/>
      <dgm:spPr/>
      <dgm:t>
        <a:bodyPr/>
        <a:lstStyle/>
        <a:p>
          <a:endParaRPr lang="en-GB"/>
        </a:p>
      </dgm:t>
    </dgm:pt>
    <dgm:pt modelId="{0CFB1B52-AB8D-490B-B969-F9A2C9F77AF3}" type="sibTrans" cxnId="{90CCA08C-07F9-4838-8CB3-46B01D49DFFC}">
      <dgm:prSet/>
      <dgm:spPr/>
      <dgm:t>
        <a:bodyPr/>
        <a:lstStyle/>
        <a:p>
          <a:endParaRPr lang="en-GB"/>
        </a:p>
      </dgm:t>
    </dgm:pt>
    <dgm:pt modelId="{472880D1-5EB2-4CBA-A9A5-89CF421052F9}" type="pres">
      <dgm:prSet presAssocID="{AC879A0B-428D-4525-9651-9534D60B1122}" presName="linear" presStyleCnt="0">
        <dgm:presLayoutVars>
          <dgm:dir/>
          <dgm:animLvl val="lvl"/>
          <dgm:resizeHandles val="exact"/>
        </dgm:presLayoutVars>
      </dgm:prSet>
      <dgm:spPr/>
    </dgm:pt>
    <dgm:pt modelId="{4F125986-979C-4D15-B0D7-8CBD1E759A69}" type="pres">
      <dgm:prSet presAssocID="{55F092FE-56A0-409B-A31C-4F125E7CA938}" presName="parentLin" presStyleCnt="0"/>
      <dgm:spPr/>
    </dgm:pt>
    <dgm:pt modelId="{0E88BBC7-3E7D-4FC6-A2BE-59384958580A}" type="pres">
      <dgm:prSet presAssocID="{55F092FE-56A0-409B-A31C-4F125E7CA938}" presName="parentLeftMargin" presStyleLbl="node1" presStyleIdx="0" presStyleCnt="3"/>
      <dgm:spPr/>
    </dgm:pt>
    <dgm:pt modelId="{2678F586-B71D-4BE0-8267-CCB439946915}" type="pres">
      <dgm:prSet presAssocID="{55F092FE-56A0-409B-A31C-4F125E7CA938}" presName="parentText" presStyleLbl="node1" presStyleIdx="0" presStyleCnt="3">
        <dgm:presLayoutVars>
          <dgm:chMax val="0"/>
          <dgm:bulletEnabled val="1"/>
        </dgm:presLayoutVars>
      </dgm:prSet>
      <dgm:spPr/>
    </dgm:pt>
    <dgm:pt modelId="{AF905FF8-65FB-4F8C-9006-6D63599392E7}" type="pres">
      <dgm:prSet presAssocID="{55F092FE-56A0-409B-A31C-4F125E7CA938}" presName="negativeSpace" presStyleCnt="0"/>
      <dgm:spPr/>
    </dgm:pt>
    <dgm:pt modelId="{06FE8797-7791-490F-A38E-8251BCF690D8}" type="pres">
      <dgm:prSet presAssocID="{55F092FE-56A0-409B-A31C-4F125E7CA938}" presName="childText" presStyleLbl="conFgAcc1" presStyleIdx="0" presStyleCnt="3">
        <dgm:presLayoutVars>
          <dgm:bulletEnabled val="1"/>
        </dgm:presLayoutVars>
      </dgm:prSet>
      <dgm:spPr/>
    </dgm:pt>
    <dgm:pt modelId="{19C5DCCA-EC2C-490C-835D-FEFC9DE16285}" type="pres">
      <dgm:prSet presAssocID="{125206FC-81D9-4AEC-903F-C7716A5CFF72}" presName="spaceBetweenRectangles" presStyleCnt="0"/>
      <dgm:spPr/>
    </dgm:pt>
    <dgm:pt modelId="{78A6DC04-AF70-4703-AC71-39805C90669F}" type="pres">
      <dgm:prSet presAssocID="{87E2C664-6A53-42B3-9A1B-7AAF5B22BE7E}" presName="parentLin" presStyleCnt="0"/>
      <dgm:spPr/>
    </dgm:pt>
    <dgm:pt modelId="{F66058C5-19EE-40D8-9BAA-B9ACC167CECE}" type="pres">
      <dgm:prSet presAssocID="{87E2C664-6A53-42B3-9A1B-7AAF5B22BE7E}" presName="parentLeftMargin" presStyleLbl="node1" presStyleIdx="0" presStyleCnt="3"/>
      <dgm:spPr/>
    </dgm:pt>
    <dgm:pt modelId="{A67BEB85-8D34-4784-8FC5-4927AEB64091}" type="pres">
      <dgm:prSet presAssocID="{87E2C664-6A53-42B3-9A1B-7AAF5B22BE7E}" presName="parentText" presStyleLbl="node1" presStyleIdx="1" presStyleCnt="3">
        <dgm:presLayoutVars>
          <dgm:chMax val="0"/>
          <dgm:bulletEnabled val="1"/>
        </dgm:presLayoutVars>
      </dgm:prSet>
      <dgm:spPr/>
    </dgm:pt>
    <dgm:pt modelId="{AE6F42D9-4C75-4E44-904C-024414406FED}" type="pres">
      <dgm:prSet presAssocID="{87E2C664-6A53-42B3-9A1B-7AAF5B22BE7E}" presName="negativeSpace" presStyleCnt="0"/>
      <dgm:spPr/>
    </dgm:pt>
    <dgm:pt modelId="{C2233E9D-FAE9-4183-A0BD-F9EFBFB870DA}" type="pres">
      <dgm:prSet presAssocID="{87E2C664-6A53-42B3-9A1B-7AAF5B22BE7E}" presName="childText" presStyleLbl="conFgAcc1" presStyleIdx="1" presStyleCnt="3">
        <dgm:presLayoutVars>
          <dgm:bulletEnabled val="1"/>
        </dgm:presLayoutVars>
      </dgm:prSet>
      <dgm:spPr/>
    </dgm:pt>
    <dgm:pt modelId="{CC14A45A-8287-48B0-87DC-B7BBED5EF9BB}" type="pres">
      <dgm:prSet presAssocID="{512FFCC0-5C10-4015-BC35-1B63913BD373}" presName="spaceBetweenRectangles" presStyleCnt="0"/>
      <dgm:spPr/>
    </dgm:pt>
    <dgm:pt modelId="{CE32A2A0-AAB1-4FCF-81D0-5607E943D67C}" type="pres">
      <dgm:prSet presAssocID="{CB682F38-76BC-4EAE-863F-DCD5213D4887}" presName="parentLin" presStyleCnt="0"/>
      <dgm:spPr/>
    </dgm:pt>
    <dgm:pt modelId="{452D9067-AD7D-45E8-BEBD-6810D47624CA}" type="pres">
      <dgm:prSet presAssocID="{CB682F38-76BC-4EAE-863F-DCD5213D4887}" presName="parentLeftMargin" presStyleLbl="node1" presStyleIdx="1" presStyleCnt="3"/>
      <dgm:spPr/>
    </dgm:pt>
    <dgm:pt modelId="{8864116A-BD83-460C-88D9-849888A488B6}" type="pres">
      <dgm:prSet presAssocID="{CB682F38-76BC-4EAE-863F-DCD5213D4887}" presName="parentText" presStyleLbl="node1" presStyleIdx="2" presStyleCnt="3">
        <dgm:presLayoutVars>
          <dgm:chMax val="0"/>
          <dgm:bulletEnabled val="1"/>
        </dgm:presLayoutVars>
      </dgm:prSet>
      <dgm:spPr/>
    </dgm:pt>
    <dgm:pt modelId="{76927DBC-B4DD-48BB-9F2C-F80A05FC6EE3}" type="pres">
      <dgm:prSet presAssocID="{CB682F38-76BC-4EAE-863F-DCD5213D4887}" presName="negativeSpace" presStyleCnt="0"/>
      <dgm:spPr/>
    </dgm:pt>
    <dgm:pt modelId="{C704ADCF-A57E-40D8-AF6A-2C3035321D02}" type="pres">
      <dgm:prSet presAssocID="{CB682F38-76BC-4EAE-863F-DCD5213D4887}" presName="childText" presStyleLbl="conFgAcc1" presStyleIdx="2" presStyleCnt="3">
        <dgm:presLayoutVars>
          <dgm:bulletEnabled val="1"/>
        </dgm:presLayoutVars>
      </dgm:prSet>
      <dgm:spPr/>
    </dgm:pt>
  </dgm:ptLst>
  <dgm:cxnLst>
    <dgm:cxn modelId="{A5907118-6A9C-440E-AEC2-DC0A8AC45827}" type="presOf" srcId="{55F092FE-56A0-409B-A31C-4F125E7CA938}" destId="{2678F586-B71D-4BE0-8267-CCB439946915}" srcOrd="1" destOrd="0" presId="urn:microsoft.com/office/officeart/2005/8/layout/list1"/>
    <dgm:cxn modelId="{8D387367-7E89-4320-8166-A69A427D3E0A}" type="presOf" srcId="{AC879A0B-428D-4525-9651-9534D60B1122}" destId="{472880D1-5EB2-4CBA-A9A5-89CF421052F9}" srcOrd="0" destOrd="0" presId="urn:microsoft.com/office/officeart/2005/8/layout/list1"/>
    <dgm:cxn modelId="{81A4FE6A-EE8E-48F0-9FE0-41AEFB563D0E}" srcId="{87E2C664-6A53-42B3-9A1B-7AAF5B22BE7E}" destId="{C8E5356E-BE45-4BD1-B1A4-1D307C202FFC}" srcOrd="0" destOrd="0" parTransId="{E5A6EFFF-8F02-47AC-B0E4-62F80AAAB9F0}" sibTransId="{3F3D6A21-8420-4EEF-B437-959ECDA070A3}"/>
    <dgm:cxn modelId="{36BFD14D-06CC-4302-B56B-B9B1FE47A254}" type="presOf" srcId="{AE752617-6C79-44F8-A8D4-DFBCBF6EA15F}" destId="{06FE8797-7791-490F-A38E-8251BCF690D8}" srcOrd="0" destOrd="0" presId="urn:microsoft.com/office/officeart/2005/8/layout/list1"/>
    <dgm:cxn modelId="{F7480156-6996-4FEE-B91B-114FD4EA47B1}" srcId="{AC879A0B-428D-4525-9651-9534D60B1122}" destId="{87E2C664-6A53-42B3-9A1B-7AAF5B22BE7E}" srcOrd="1" destOrd="0" parTransId="{7508E6A9-CCA6-4A58-8C82-1BE2DE60CEF2}" sibTransId="{512FFCC0-5C10-4015-BC35-1B63913BD373}"/>
    <dgm:cxn modelId="{90A0D97B-8C99-4D8C-B505-3E12908F31AF}" type="presOf" srcId="{CB682F38-76BC-4EAE-863F-DCD5213D4887}" destId="{8864116A-BD83-460C-88D9-849888A488B6}" srcOrd="1" destOrd="0" presId="urn:microsoft.com/office/officeart/2005/8/layout/list1"/>
    <dgm:cxn modelId="{E328B584-AF23-496E-AAEA-C2FC253419B5}" type="presOf" srcId="{87E2C664-6A53-42B3-9A1B-7AAF5B22BE7E}" destId="{A67BEB85-8D34-4784-8FC5-4927AEB64091}" srcOrd="1" destOrd="0" presId="urn:microsoft.com/office/officeart/2005/8/layout/list1"/>
    <dgm:cxn modelId="{90CCA08C-07F9-4838-8CB3-46B01D49DFFC}" srcId="{CB682F38-76BC-4EAE-863F-DCD5213D4887}" destId="{AF38CED4-23C4-42BB-8521-5F3BAF22EA46}" srcOrd="0" destOrd="0" parTransId="{037F59C5-485C-4DF3-8823-E144A31EB8BC}" sibTransId="{0CFB1B52-AB8D-490B-B969-F9A2C9F77AF3}"/>
    <dgm:cxn modelId="{F081E797-FEF9-45EB-9D28-7185DC4D2DDC}" srcId="{55F092FE-56A0-409B-A31C-4F125E7CA938}" destId="{AE752617-6C79-44F8-A8D4-DFBCBF6EA15F}" srcOrd="0" destOrd="0" parTransId="{9D71FEF4-B93F-4F93-8C5F-4E54BA5A8C1D}" sibTransId="{82A4B4C3-10DA-49EE-9A02-9ABA98302772}"/>
    <dgm:cxn modelId="{DCF91C9A-B860-4B74-B59A-E68DF5A5E7B8}" type="presOf" srcId="{AF38CED4-23C4-42BB-8521-5F3BAF22EA46}" destId="{C704ADCF-A57E-40D8-AF6A-2C3035321D02}" srcOrd="0" destOrd="0" presId="urn:microsoft.com/office/officeart/2005/8/layout/list1"/>
    <dgm:cxn modelId="{1B95ECA5-A680-4166-83D6-E16688E62654}" type="presOf" srcId="{55F092FE-56A0-409B-A31C-4F125E7CA938}" destId="{0E88BBC7-3E7D-4FC6-A2BE-59384958580A}" srcOrd="0" destOrd="0" presId="urn:microsoft.com/office/officeart/2005/8/layout/list1"/>
    <dgm:cxn modelId="{A3DCC4AC-12D1-41F9-9149-15314D6698A8}" type="presOf" srcId="{87E2C664-6A53-42B3-9A1B-7AAF5B22BE7E}" destId="{F66058C5-19EE-40D8-9BAA-B9ACC167CECE}" srcOrd="0" destOrd="0" presId="urn:microsoft.com/office/officeart/2005/8/layout/list1"/>
    <dgm:cxn modelId="{10063BD3-8AB4-496B-9B33-7A0F882F4BC8}" type="presOf" srcId="{CB682F38-76BC-4EAE-863F-DCD5213D4887}" destId="{452D9067-AD7D-45E8-BEBD-6810D47624CA}" srcOrd="0" destOrd="0" presId="urn:microsoft.com/office/officeart/2005/8/layout/list1"/>
    <dgm:cxn modelId="{8736B4D4-D07D-45D0-B3AE-B61A429EE344}" type="presOf" srcId="{C8E5356E-BE45-4BD1-B1A4-1D307C202FFC}" destId="{C2233E9D-FAE9-4183-A0BD-F9EFBFB870DA}" srcOrd="0" destOrd="0" presId="urn:microsoft.com/office/officeart/2005/8/layout/list1"/>
    <dgm:cxn modelId="{5A7FFBD4-E4F6-46C6-9358-4639567F625D}" srcId="{AC879A0B-428D-4525-9651-9534D60B1122}" destId="{CB682F38-76BC-4EAE-863F-DCD5213D4887}" srcOrd="2" destOrd="0" parTransId="{97F8D432-52AA-4570-B086-CF976B470BB8}" sibTransId="{D53FFE09-438C-45EE-9730-6D5E95905B54}"/>
    <dgm:cxn modelId="{2B4CBBF2-9383-4205-9D8D-C4FEE3C7D63A}" srcId="{AC879A0B-428D-4525-9651-9534D60B1122}" destId="{55F092FE-56A0-409B-A31C-4F125E7CA938}" srcOrd="0" destOrd="0" parTransId="{10534160-3482-4A16-84C4-9E6E39999695}" sibTransId="{125206FC-81D9-4AEC-903F-C7716A5CFF72}"/>
    <dgm:cxn modelId="{B6148AC1-9DF2-4FE8-A9C9-157020C1C1C1}" type="presParOf" srcId="{472880D1-5EB2-4CBA-A9A5-89CF421052F9}" destId="{4F125986-979C-4D15-B0D7-8CBD1E759A69}" srcOrd="0" destOrd="0" presId="urn:microsoft.com/office/officeart/2005/8/layout/list1"/>
    <dgm:cxn modelId="{6E79CD9E-DA32-4769-81D1-D8504AD57DE8}" type="presParOf" srcId="{4F125986-979C-4D15-B0D7-8CBD1E759A69}" destId="{0E88BBC7-3E7D-4FC6-A2BE-59384958580A}" srcOrd="0" destOrd="0" presId="urn:microsoft.com/office/officeart/2005/8/layout/list1"/>
    <dgm:cxn modelId="{78D265B0-1B93-4323-AAEA-BEDA76143F06}" type="presParOf" srcId="{4F125986-979C-4D15-B0D7-8CBD1E759A69}" destId="{2678F586-B71D-4BE0-8267-CCB439946915}" srcOrd="1" destOrd="0" presId="urn:microsoft.com/office/officeart/2005/8/layout/list1"/>
    <dgm:cxn modelId="{578E6F7C-6126-4867-B2F7-6BD6FBA99EE1}" type="presParOf" srcId="{472880D1-5EB2-4CBA-A9A5-89CF421052F9}" destId="{AF905FF8-65FB-4F8C-9006-6D63599392E7}" srcOrd="1" destOrd="0" presId="urn:microsoft.com/office/officeart/2005/8/layout/list1"/>
    <dgm:cxn modelId="{08FB123B-512A-491C-AA26-B762F60C161E}" type="presParOf" srcId="{472880D1-5EB2-4CBA-A9A5-89CF421052F9}" destId="{06FE8797-7791-490F-A38E-8251BCF690D8}" srcOrd="2" destOrd="0" presId="urn:microsoft.com/office/officeart/2005/8/layout/list1"/>
    <dgm:cxn modelId="{9652A1CC-0D72-44AA-98E3-B04F393B19AE}" type="presParOf" srcId="{472880D1-5EB2-4CBA-A9A5-89CF421052F9}" destId="{19C5DCCA-EC2C-490C-835D-FEFC9DE16285}" srcOrd="3" destOrd="0" presId="urn:microsoft.com/office/officeart/2005/8/layout/list1"/>
    <dgm:cxn modelId="{6DA6D575-12CD-47A5-8989-4795EDF48C3D}" type="presParOf" srcId="{472880D1-5EB2-4CBA-A9A5-89CF421052F9}" destId="{78A6DC04-AF70-4703-AC71-39805C90669F}" srcOrd="4" destOrd="0" presId="urn:microsoft.com/office/officeart/2005/8/layout/list1"/>
    <dgm:cxn modelId="{C17AECEE-6669-412F-92D5-0858E38AFBA0}" type="presParOf" srcId="{78A6DC04-AF70-4703-AC71-39805C90669F}" destId="{F66058C5-19EE-40D8-9BAA-B9ACC167CECE}" srcOrd="0" destOrd="0" presId="urn:microsoft.com/office/officeart/2005/8/layout/list1"/>
    <dgm:cxn modelId="{B15AAB13-E5FF-4130-B3DD-B2CDF45934CF}" type="presParOf" srcId="{78A6DC04-AF70-4703-AC71-39805C90669F}" destId="{A67BEB85-8D34-4784-8FC5-4927AEB64091}" srcOrd="1" destOrd="0" presId="urn:microsoft.com/office/officeart/2005/8/layout/list1"/>
    <dgm:cxn modelId="{CBB09BC4-42B2-4276-8C7E-FFE0C6074310}" type="presParOf" srcId="{472880D1-5EB2-4CBA-A9A5-89CF421052F9}" destId="{AE6F42D9-4C75-4E44-904C-024414406FED}" srcOrd="5" destOrd="0" presId="urn:microsoft.com/office/officeart/2005/8/layout/list1"/>
    <dgm:cxn modelId="{53CC016C-7E27-4492-82D4-FE900F6E9C95}" type="presParOf" srcId="{472880D1-5EB2-4CBA-A9A5-89CF421052F9}" destId="{C2233E9D-FAE9-4183-A0BD-F9EFBFB870DA}" srcOrd="6" destOrd="0" presId="urn:microsoft.com/office/officeart/2005/8/layout/list1"/>
    <dgm:cxn modelId="{B45D5755-6516-4DD7-9B7F-9348CA78483D}" type="presParOf" srcId="{472880D1-5EB2-4CBA-A9A5-89CF421052F9}" destId="{CC14A45A-8287-48B0-87DC-B7BBED5EF9BB}" srcOrd="7" destOrd="0" presId="urn:microsoft.com/office/officeart/2005/8/layout/list1"/>
    <dgm:cxn modelId="{FF0C024E-9BBE-4C35-9AEB-A5BAF54543EB}" type="presParOf" srcId="{472880D1-5EB2-4CBA-A9A5-89CF421052F9}" destId="{CE32A2A0-AAB1-4FCF-81D0-5607E943D67C}" srcOrd="8" destOrd="0" presId="urn:microsoft.com/office/officeart/2005/8/layout/list1"/>
    <dgm:cxn modelId="{516A7EBF-8A00-4B6E-AAED-41E51C3B2288}" type="presParOf" srcId="{CE32A2A0-AAB1-4FCF-81D0-5607E943D67C}" destId="{452D9067-AD7D-45E8-BEBD-6810D47624CA}" srcOrd="0" destOrd="0" presId="urn:microsoft.com/office/officeart/2005/8/layout/list1"/>
    <dgm:cxn modelId="{AD932B68-986F-41E9-B93A-26D5D5FDFB2F}" type="presParOf" srcId="{CE32A2A0-AAB1-4FCF-81D0-5607E943D67C}" destId="{8864116A-BD83-460C-88D9-849888A488B6}" srcOrd="1" destOrd="0" presId="urn:microsoft.com/office/officeart/2005/8/layout/list1"/>
    <dgm:cxn modelId="{1D58BA78-3A50-4B3C-B761-C446ED274AFE}" type="presParOf" srcId="{472880D1-5EB2-4CBA-A9A5-89CF421052F9}" destId="{76927DBC-B4DD-48BB-9F2C-F80A05FC6EE3}" srcOrd="9" destOrd="0" presId="urn:microsoft.com/office/officeart/2005/8/layout/list1"/>
    <dgm:cxn modelId="{824199DF-8C67-4DFE-BA67-163DED188D29}" type="presParOf" srcId="{472880D1-5EB2-4CBA-A9A5-89CF421052F9}" destId="{C704ADCF-A57E-40D8-AF6A-2C3035321D02}"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F0FED63-0D31-44AB-B0E3-B071C589F1D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FDE026C3-DA7A-46B1-ADA6-F5324AC79498}">
      <dgm:prSet/>
      <dgm:spPr/>
      <dgm:t>
        <a:bodyPr/>
        <a:lstStyle/>
        <a:p>
          <a:r>
            <a:rPr lang="en-GB" b="1"/>
            <a:t>Session Recording</a:t>
          </a:r>
          <a:endParaRPr lang="en-GB"/>
        </a:p>
      </dgm:t>
    </dgm:pt>
    <dgm:pt modelId="{0DCA9DE3-7D85-4555-8C69-E62982FBD879}" type="parTrans" cxnId="{E4164DC3-C02E-4186-9C1D-D73E7AE470E6}">
      <dgm:prSet/>
      <dgm:spPr/>
      <dgm:t>
        <a:bodyPr/>
        <a:lstStyle/>
        <a:p>
          <a:endParaRPr lang="en-GB"/>
        </a:p>
      </dgm:t>
    </dgm:pt>
    <dgm:pt modelId="{E249CE21-5B36-4D9E-99BF-2C2C51243FB0}" type="sibTrans" cxnId="{E4164DC3-C02E-4186-9C1D-D73E7AE470E6}">
      <dgm:prSet/>
      <dgm:spPr/>
      <dgm:t>
        <a:bodyPr/>
        <a:lstStyle/>
        <a:p>
          <a:endParaRPr lang="en-GB"/>
        </a:p>
      </dgm:t>
    </dgm:pt>
    <dgm:pt modelId="{917FCFB2-8C22-49C4-B6AC-6FB5E24C9FCF}">
      <dgm:prSet/>
      <dgm:spPr/>
      <dgm:t>
        <a:bodyPr/>
        <a:lstStyle/>
        <a:p>
          <a:r>
            <a:rPr lang="en-US" dirty="0"/>
            <a:t>All training sessions are recorded to:</a:t>
          </a:r>
          <a:endParaRPr lang="en-GB" dirty="0"/>
        </a:p>
      </dgm:t>
    </dgm:pt>
    <dgm:pt modelId="{158B5EAB-237D-4E83-AD92-80AE3FFB1A47}" type="parTrans" cxnId="{279BB417-90AF-435B-B67E-1C73A656E297}">
      <dgm:prSet/>
      <dgm:spPr/>
      <dgm:t>
        <a:bodyPr/>
        <a:lstStyle/>
        <a:p>
          <a:endParaRPr lang="en-GB"/>
        </a:p>
      </dgm:t>
    </dgm:pt>
    <dgm:pt modelId="{47ACA70B-DDBB-403B-AB1C-96862A3814D4}" type="sibTrans" cxnId="{279BB417-90AF-435B-B67E-1C73A656E297}">
      <dgm:prSet/>
      <dgm:spPr/>
      <dgm:t>
        <a:bodyPr/>
        <a:lstStyle/>
        <a:p>
          <a:endParaRPr lang="en-GB"/>
        </a:p>
      </dgm:t>
    </dgm:pt>
    <dgm:pt modelId="{9E0B245E-8AFB-4C99-8968-6B3DF1C512BF}">
      <dgm:prSet/>
      <dgm:spPr/>
      <dgm:t>
        <a:bodyPr/>
        <a:lstStyle/>
        <a:p>
          <a:r>
            <a:rPr lang="en-GB"/>
            <a:t>Support learner progress</a:t>
          </a:r>
        </a:p>
      </dgm:t>
    </dgm:pt>
    <dgm:pt modelId="{9CBAEC7D-27A6-4F40-9919-D6B0DFD648C6}" type="parTrans" cxnId="{68D683FC-0C55-4A71-8058-CC22813438EF}">
      <dgm:prSet/>
      <dgm:spPr/>
      <dgm:t>
        <a:bodyPr/>
        <a:lstStyle/>
        <a:p>
          <a:endParaRPr lang="en-GB"/>
        </a:p>
      </dgm:t>
    </dgm:pt>
    <dgm:pt modelId="{5C331BE5-4E19-4653-A709-5582998E5295}" type="sibTrans" cxnId="{68D683FC-0C55-4A71-8058-CC22813438EF}">
      <dgm:prSet/>
      <dgm:spPr/>
      <dgm:t>
        <a:bodyPr/>
        <a:lstStyle/>
        <a:p>
          <a:endParaRPr lang="en-GB"/>
        </a:p>
      </dgm:t>
    </dgm:pt>
    <dgm:pt modelId="{F9846799-A32E-4711-9248-5B718ADDEDD1}">
      <dgm:prSet/>
      <dgm:spPr/>
      <dgm:t>
        <a:bodyPr/>
        <a:lstStyle/>
        <a:p>
          <a:r>
            <a:rPr lang="en-GB"/>
            <a:t>Enable review of content</a:t>
          </a:r>
        </a:p>
      </dgm:t>
    </dgm:pt>
    <dgm:pt modelId="{6A677E30-C000-4D81-BADA-850A0AD46DD1}" type="parTrans" cxnId="{8ED22146-CFC8-4357-A7EE-4A27F4ED3BF5}">
      <dgm:prSet/>
      <dgm:spPr/>
      <dgm:t>
        <a:bodyPr/>
        <a:lstStyle/>
        <a:p>
          <a:endParaRPr lang="en-GB"/>
        </a:p>
      </dgm:t>
    </dgm:pt>
    <dgm:pt modelId="{65C169BF-3B94-48CC-949A-9547B5573E84}" type="sibTrans" cxnId="{8ED22146-CFC8-4357-A7EE-4A27F4ED3BF5}">
      <dgm:prSet/>
      <dgm:spPr/>
      <dgm:t>
        <a:bodyPr/>
        <a:lstStyle/>
        <a:p>
          <a:endParaRPr lang="en-GB"/>
        </a:p>
      </dgm:t>
    </dgm:pt>
    <dgm:pt modelId="{FA6519F2-CAA6-479A-96E0-DF3E984DDF09}">
      <dgm:prSet/>
      <dgm:spPr/>
      <dgm:t>
        <a:bodyPr/>
        <a:lstStyle/>
        <a:p>
          <a:r>
            <a:rPr lang="en-US"/>
            <a:t>Maintain quality and compliance standards</a:t>
          </a:r>
          <a:endParaRPr lang="en-GB"/>
        </a:p>
      </dgm:t>
    </dgm:pt>
    <dgm:pt modelId="{6F4A7DFC-9225-44EE-B9AE-EB2AC47FD332}" type="parTrans" cxnId="{11DE9207-0988-41B7-BAB5-EF1BC4AF0A8B}">
      <dgm:prSet/>
      <dgm:spPr/>
      <dgm:t>
        <a:bodyPr/>
        <a:lstStyle/>
        <a:p>
          <a:endParaRPr lang="en-GB"/>
        </a:p>
      </dgm:t>
    </dgm:pt>
    <dgm:pt modelId="{25FB8CE4-9C81-4399-8A2D-80BA9AD5C51D}" type="sibTrans" cxnId="{11DE9207-0988-41B7-BAB5-EF1BC4AF0A8B}">
      <dgm:prSet/>
      <dgm:spPr/>
      <dgm:t>
        <a:bodyPr/>
        <a:lstStyle/>
        <a:p>
          <a:endParaRPr lang="en-GB"/>
        </a:p>
      </dgm:t>
    </dgm:pt>
    <dgm:pt modelId="{57A9F304-0F1F-4B8E-A0DE-C626C8F5A85A}">
      <dgm:prSet/>
      <dgm:spPr/>
      <dgm:t>
        <a:bodyPr/>
        <a:lstStyle/>
        <a:p>
          <a:r>
            <a:rPr lang="en-US"/>
            <a:t>By attending this session, you acknowledge that recording is taking place.</a:t>
          </a:r>
          <a:endParaRPr lang="en-GB"/>
        </a:p>
      </dgm:t>
    </dgm:pt>
    <dgm:pt modelId="{3AE66EA6-B310-4D76-AD24-25CD3239FC92}" type="parTrans" cxnId="{7FFD092B-32F5-4FA0-8DE4-A0D63EC4FF66}">
      <dgm:prSet/>
      <dgm:spPr/>
      <dgm:t>
        <a:bodyPr/>
        <a:lstStyle/>
        <a:p>
          <a:endParaRPr lang="en-GB"/>
        </a:p>
      </dgm:t>
    </dgm:pt>
    <dgm:pt modelId="{45D623A2-E302-458E-96ED-4DB492BE6285}" type="sibTrans" cxnId="{7FFD092B-32F5-4FA0-8DE4-A0D63EC4FF66}">
      <dgm:prSet/>
      <dgm:spPr/>
      <dgm:t>
        <a:bodyPr/>
        <a:lstStyle/>
        <a:p>
          <a:endParaRPr lang="en-GB"/>
        </a:p>
      </dgm:t>
    </dgm:pt>
    <dgm:pt modelId="{870D59FD-9719-45F1-BC26-5123A77E2B00}">
      <dgm:prSet/>
      <dgm:spPr/>
      <dgm:t>
        <a:bodyPr/>
        <a:lstStyle/>
        <a:p>
          <a:r>
            <a:rPr lang="fr-FR" b="1"/>
            <a:t>Camera &amp; Participation Expectations</a:t>
          </a:r>
          <a:endParaRPr lang="en-GB"/>
        </a:p>
      </dgm:t>
    </dgm:pt>
    <dgm:pt modelId="{E6063C19-FFCD-4A80-B21E-7D1FD25F7715}" type="parTrans" cxnId="{BFF5A2A4-75A6-411A-BCCD-A1851111E553}">
      <dgm:prSet/>
      <dgm:spPr/>
      <dgm:t>
        <a:bodyPr/>
        <a:lstStyle/>
        <a:p>
          <a:endParaRPr lang="en-GB"/>
        </a:p>
      </dgm:t>
    </dgm:pt>
    <dgm:pt modelId="{601FA339-FE45-4BDD-BEA7-96F27F142A1B}" type="sibTrans" cxnId="{BFF5A2A4-75A6-411A-BCCD-A1851111E553}">
      <dgm:prSet/>
      <dgm:spPr/>
      <dgm:t>
        <a:bodyPr/>
        <a:lstStyle/>
        <a:p>
          <a:endParaRPr lang="en-GB"/>
        </a:p>
      </dgm:t>
    </dgm:pt>
    <dgm:pt modelId="{6221AEC9-C322-423A-86FF-2755BCAC9B14}">
      <dgm:prSet/>
      <dgm:spPr/>
      <dgm:t>
        <a:bodyPr/>
        <a:lstStyle/>
        <a:p>
          <a:r>
            <a:rPr lang="en-US"/>
            <a:t>To support engagement and attendance monitoring:</a:t>
          </a:r>
          <a:endParaRPr lang="en-GB"/>
        </a:p>
      </dgm:t>
    </dgm:pt>
    <dgm:pt modelId="{566C1C4E-A20E-453F-A7F5-2943C2FB4996}" type="parTrans" cxnId="{B56758A9-B3C9-48D2-A95D-F9C2F5E66046}">
      <dgm:prSet/>
      <dgm:spPr/>
      <dgm:t>
        <a:bodyPr/>
        <a:lstStyle/>
        <a:p>
          <a:endParaRPr lang="en-GB"/>
        </a:p>
      </dgm:t>
    </dgm:pt>
    <dgm:pt modelId="{EFA4CB43-AB67-4F1E-AC07-938417D2CD23}" type="sibTrans" cxnId="{B56758A9-B3C9-48D2-A95D-F9C2F5E66046}">
      <dgm:prSet/>
      <dgm:spPr/>
      <dgm:t>
        <a:bodyPr/>
        <a:lstStyle/>
        <a:p>
          <a:endParaRPr lang="en-GB"/>
        </a:p>
      </dgm:t>
    </dgm:pt>
    <dgm:pt modelId="{6BC9725C-8BED-499F-8E6D-C34F30E54D75}">
      <dgm:prSet/>
      <dgm:spPr/>
      <dgm:t>
        <a:bodyPr/>
        <a:lstStyle/>
        <a:p>
          <a:r>
            <a:rPr lang="en-US"/>
            <a:t>Cameras should remain on during the session</a:t>
          </a:r>
          <a:endParaRPr lang="en-GB"/>
        </a:p>
      </dgm:t>
    </dgm:pt>
    <dgm:pt modelId="{C8033E3E-83F8-42EB-A4F4-66041CBE8698}" type="parTrans" cxnId="{1EA6ADB1-A99E-4363-864A-C10AB97F886E}">
      <dgm:prSet/>
      <dgm:spPr/>
      <dgm:t>
        <a:bodyPr/>
        <a:lstStyle/>
        <a:p>
          <a:endParaRPr lang="en-GB"/>
        </a:p>
      </dgm:t>
    </dgm:pt>
    <dgm:pt modelId="{55F3EB25-25EF-4C87-A632-336AB8B98022}" type="sibTrans" cxnId="{1EA6ADB1-A99E-4363-864A-C10AB97F886E}">
      <dgm:prSet/>
      <dgm:spPr/>
      <dgm:t>
        <a:bodyPr/>
        <a:lstStyle/>
        <a:p>
          <a:endParaRPr lang="en-GB"/>
        </a:p>
      </dgm:t>
    </dgm:pt>
    <dgm:pt modelId="{D101DD14-E066-4CA9-8D40-8D4ED59799B5}">
      <dgm:prSet/>
      <dgm:spPr/>
      <dgm:t>
        <a:bodyPr/>
        <a:lstStyle/>
        <a:p>
          <a:r>
            <a:rPr lang="en-US"/>
            <a:t>Please participate actively in discussions and activities</a:t>
          </a:r>
          <a:endParaRPr lang="en-GB"/>
        </a:p>
      </dgm:t>
    </dgm:pt>
    <dgm:pt modelId="{507A8C9D-AF4F-410B-99C7-84C811EF1A6D}" type="parTrans" cxnId="{FA536F33-5ACB-4532-932E-D2DBD8CBB84F}">
      <dgm:prSet/>
      <dgm:spPr/>
      <dgm:t>
        <a:bodyPr/>
        <a:lstStyle/>
        <a:p>
          <a:endParaRPr lang="en-GB"/>
        </a:p>
      </dgm:t>
    </dgm:pt>
    <dgm:pt modelId="{E99A59C4-CC9C-457D-85C6-91BA064E4D19}" type="sibTrans" cxnId="{FA536F33-5ACB-4532-932E-D2DBD8CBB84F}">
      <dgm:prSet/>
      <dgm:spPr/>
      <dgm:t>
        <a:bodyPr/>
        <a:lstStyle/>
        <a:p>
          <a:endParaRPr lang="en-GB"/>
        </a:p>
      </dgm:t>
    </dgm:pt>
    <dgm:pt modelId="{3B7844BC-A322-4C85-8FFF-6C17C908885D}">
      <dgm:prSet/>
      <dgm:spPr/>
      <dgm:t>
        <a:bodyPr/>
        <a:lstStyle/>
        <a:p>
          <a:r>
            <a:rPr lang="en-US"/>
            <a:t>If you are unable to use your camera or microphone for any reason, please inform your tutor directly via chat or message.</a:t>
          </a:r>
          <a:endParaRPr lang="en-GB"/>
        </a:p>
      </dgm:t>
    </dgm:pt>
    <dgm:pt modelId="{2BF36C44-32D2-4955-AB8B-CA14141B8DF2}" type="parTrans" cxnId="{3DC61D1D-112A-461B-891F-2436D8692508}">
      <dgm:prSet/>
      <dgm:spPr/>
      <dgm:t>
        <a:bodyPr/>
        <a:lstStyle/>
        <a:p>
          <a:endParaRPr lang="en-GB"/>
        </a:p>
      </dgm:t>
    </dgm:pt>
    <dgm:pt modelId="{8121291A-77D9-461E-9884-DDD3DA0D8C11}" type="sibTrans" cxnId="{3DC61D1D-112A-461B-891F-2436D8692508}">
      <dgm:prSet/>
      <dgm:spPr/>
      <dgm:t>
        <a:bodyPr/>
        <a:lstStyle/>
        <a:p>
          <a:endParaRPr lang="en-GB"/>
        </a:p>
      </dgm:t>
    </dgm:pt>
    <dgm:pt modelId="{0CE66663-DD68-47A3-B4F7-F818A7096FF5}">
      <dgm:prSet/>
      <dgm:spPr/>
      <dgm:t>
        <a:bodyPr/>
        <a:lstStyle/>
        <a:p>
          <a:r>
            <a:rPr lang="en-US" dirty="0"/>
            <a:t>This session forms part of your professional apprenticeship experience. Please engage respectfully and professionally throughout.</a:t>
          </a:r>
          <a:endParaRPr lang="en-GB" dirty="0"/>
        </a:p>
      </dgm:t>
    </dgm:pt>
    <dgm:pt modelId="{C9A1C40A-4E27-4D8B-B87C-570AE0BA30E8}" type="parTrans" cxnId="{9444C23A-8C60-4CEA-8F56-FCFA14C360C6}">
      <dgm:prSet/>
      <dgm:spPr/>
      <dgm:t>
        <a:bodyPr/>
        <a:lstStyle/>
        <a:p>
          <a:endParaRPr lang="en-GB"/>
        </a:p>
      </dgm:t>
    </dgm:pt>
    <dgm:pt modelId="{C4465673-1F8F-4DCE-8B17-640A6786EDB2}" type="sibTrans" cxnId="{9444C23A-8C60-4CEA-8F56-FCFA14C360C6}">
      <dgm:prSet/>
      <dgm:spPr/>
      <dgm:t>
        <a:bodyPr/>
        <a:lstStyle/>
        <a:p>
          <a:endParaRPr lang="en-GB"/>
        </a:p>
      </dgm:t>
    </dgm:pt>
    <dgm:pt modelId="{DB6EAC83-30C0-4D95-8961-630B899B90AF}" type="pres">
      <dgm:prSet presAssocID="{9F0FED63-0D31-44AB-B0E3-B071C589F1D1}" presName="linear" presStyleCnt="0">
        <dgm:presLayoutVars>
          <dgm:animLvl val="lvl"/>
          <dgm:resizeHandles val="exact"/>
        </dgm:presLayoutVars>
      </dgm:prSet>
      <dgm:spPr/>
    </dgm:pt>
    <dgm:pt modelId="{5E71EAE4-B026-4525-85E3-C3615E6B8A43}" type="pres">
      <dgm:prSet presAssocID="{FDE026C3-DA7A-46B1-ADA6-F5324AC79498}" presName="parentText" presStyleLbl="node1" presStyleIdx="0" presStyleCnt="3">
        <dgm:presLayoutVars>
          <dgm:chMax val="0"/>
          <dgm:bulletEnabled val="1"/>
        </dgm:presLayoutVars>
      </dgm:prSet>
      <dgm:spPr/>
    </dgm:pt>
    <dgm:pt modelId="{7B846167-ADC9-464B-A39F-E462D3CA5C60}" type="pres">
      <dgm:prSet presAssocID="{FDE026C3-DA7A-46B1-ADA6-F5324AC79498}" presName="childText" presStyleLbl="revTx" presStyleIdx="0" presStyleCnt="2">
        <dgm:presLayoutVars>
          <dgm:bulletEnabled val="1"/>
        </dgm:presLayoutVars>
      </dgm:prSet>
      <dgm:spPr/>
    </dgm:pt>
    <dgm:pt modelId="{B572A4D5-6571-48AA-A905-6A06E4484385}" type="pres">
      <dgm:prSet presAssocID="{870D59FD-9719-45F1-BC26-5123A77E2B00}" presName="parentText" presStyleLbl="node1" presStyleIdx="1" presStyleCnt="3">
        <dgm:presLayoutVars>
          <dgm:chMax val="0"/>
          <dgm:bulletEnabled val="1"/>
        </dgm:presLayoutVars>
      </dgm:prSet>
      <dgm:spPr/>
    </dgm:pt>
    <dgm:pt modelId="{10B94E7B-15F2-4141-BB59-B3D4C03A9028}" type="pres">
      <dgm:prSet presAssocID="{870D59FD-9719-45F1-BC26-5123A77E2B00}" presName="childText" presStyleLbl="revTx" presStyleIdx="1" presStyleCnt="2">
        <dgm:presLayoutVars>
          <dgm:bulletEnabled val="1"/>
        </dgm:presLayoutVars>
      </dgm:prSet>
      <dgm:spPr/>
    </dgm:pt>
    <dgm:pt modelId="{6F6CB04F-68D2-4C5C-8D4A-3DE017DABFAE}" type="pres">
      <dgm:prSet presAssocID="{0CE66663-DD68-47A3-B4F7-F818A7096FF5}" presName="parentText" presStyleLbl="node1" presStyleIdx="2" presStyleCnt="3">
        <dgm:presLayoutVars>
          <dgm:chMax val="0"/>
          <dgm:bulletEnabled val="1"/>
        </dgm:presLayoutVars>
      </dgm:prSet>
      <dgm:spPr/>
    </dgm:pt>
  </dgm:ptLst>
  <dgm:cxnLst>
    <dgm:cxn modelId="{11DE9207-0988-41B7-BAB5-EF1BC4AF0A8B}" srcId="{917FCFB2-8C22-49C4-B6AC-6FB5E24C9FCF}" destId="{FA6519F2-CAA6-479A-96E0-DF3E984DDF09}" srcOrd="2" destOrd="0" parTransId="{6F4A7DFC-9225-44EE-B9AE-EB2AC47FD332}" sibTransId="{25FB8CE4-9C81-4399-8A2D-80BA9AD5C51D}"/>
    <dgm:cxn modelId="{4A690E08-879F-4E3A-AD68-5A45A0E98E0E}" type="presOf" srcId="{917FCFB2-8C22-49C4-B6AC-6FB5E24C9FCF}" destId="{7B846167-ADC9-464B-A39F-E462D3CA5C60}" srcOrd="0" destOrd="0" presId="urn:microsoft.com/office/officeart/2005/8/layout/vList2"/>
    <dgm:cxn modelId="{279BB417-90AF-435B-B67E-1C73A656E297}" srcId="{FDE026C3-DA7A-46B1-ADA6-F5324AC79498}" destId="{917FCFB2-8C22-49C4-B6AC-6FB5E24C9FCF}" srcOrd="0" destOrd="0" parTransId="{158B5EAB-237D-4E83-AD92-80AE3FFB1A47}" sibTransId="{47ACA70B-DDBB-403B-AB1C-96862A3814D4}"/>
    <dgm:cxn modelId="{3DC61D1D-112A-461B-891F-2436D8692508}" srcId="{6221AEC9-C322-423A-86FF-2755BCAC9B14}" destId="{3B7844BC-A322-4C85-8FFF-6C17C908885D}" srcOrd="2" destOrd="0" parTransId="{2BF36C44-32D2-4955-AB8B-CA14141B8DF2}" sibTransId="{8121291A-77D9-461E-9884-DDD3DA0D8C11}"/>
    <dgm:cxn modelId="{5FDD3221-CB8B-401D-B90B-A7206A44554F}" type="presOf" srcId="{9E0B245E-8AFB-4C99-8968-6B3DF1C512BF}" destId="{7B846167-ADC9-464B-A39F-E462D3CA5C60}" srcOrd="0" destOrd="1" presId="urn:microsoft.com/office/officeart/2005/8/layout/vList2"/>
    <dgm:cxn modelId="{7FFD092B-32F5-4FA0-8DE4-A0D63EC4FF66}" srcId="{FDE026C3-DA7A-46B1-ADA6-F5324AC79498}" destId="{57A9F304-0F1F-4B8E-A0DE-C626C8F5A85A}" srcOrd="1" destOrd="0" parTransId="{3AE66EA6-B310-4D76-AD24-25CD3239FC92}" sibTransId="{45D623A2-E302-458E-96ED-4DB492BE6285}"/>
    <dgm:cxn modelId="{FA536F33-5ACB-4532-932E-D2DBD8CBB84F}" srcId="{6221AEC9-C322-423A-86FF-2755BCAC9B14}" destId="{D101DD14-E066-4CA9-8D40-8D4ED59799B5}" srcOrd="1" destOrd="0" parTransId="{507A8C9D-AF4F-410B-99C7-84C811EF1A6D}" sibTransId="{E99A59C4-CC9C-457D-85C6-91BA064E4D19}"/>
    <dgm:cxn modelId="{9444C23A-8C60-4CEA-8F56-FCFA14C360C6}" srcId="{9F0FED63-0D31-44AB-B0E3-B071C589F1D1}" destId="{0CE66663-DD68-47A3-B4F7-F818A7096FF5}" srcOrd="2" destOrd="0" parTransId="{C9A1C40A-4E27-4D8B-B87C-570AE0BA30E8}" sibTransId="{C4465673-1F8F-4DCE-8B17-640A6786EDB2}"/>
    <dgm:cxn modelId="{4A541D5E-DDBA-4299-9E2E-640251371334}" type="presOf" srcId="{6BC9725C-8BED-499F-8E6D-C34F30E54D75}" destId="{10B94E7B-15F2-4141-BB59-B3D4C03A9028}" srcOrd="0" destOrd="1" presId="urn:microsoft.com/office/officeart/2005/8/layout/vList2"/>
    <dgm:cxn modelId="{8ED22146-CFC8-4357-A7EE-4A27F4ED3BF5}" srcId="{917FCFB2-8C22-49C4-B6AC-6FB5E24C9FCF}" destId="{F9846799-A32E-4711-9248-5B718ADDEDD1}" srcOrd="1" destOrd="0" parTransId="{6A677E30-C000-4D81-BADA-850A0AD46DD1}" sibTransId="{65C169BF-3B94-48CC-949A-9547B5573E84}"/>
    <dgm:cxn modelId="{F316E159-78E2-4DD7-8B7E-2CD12FD0C319}" type="presOf" srcId="{0CE66663-DD68-47A3-B4F7-F818A7096FF5}" destId="{6F6CB04F-68D2-4C5C-8D4A-3DE017DABFAE}" srcOrd="0" destOrd="0" presId="urn:microsoft.com/office/officeart/2005/8/layout/vList2"/>
    <dgm:cxn modelId="{89F41995-C0F7-498A-B393-6EFFA6D2C712}" type="presOf" srcId="{870D59FD-9719-45F1-BC26-5123A77E2B00}" destId="{B572A4D5-6571-48AA-A905-6A06E4484385}" srcOrd="0" destOrd="0" presId="urn:microsoft.com/office/officeart/2005/8/layout/vList2"/>
    <dgm:cxn modelId="{23244598-5301-48C8-BAFC-2EB2F327ACA4}" type="presOf" srcId="{6221AEC9-C322-423A-86FF-2755BCAC9B14}" destId="{10B94E7B-15F2-4141-BB59-B3D4C03A9028}" srcOrd="0" destOrd="0" presId="urn:microsoft.com/office/officeart/2005/8/layout/vList2"/>
    <dgm:cxn modelId="{1489D09B-DEB1-443B-85CD-2AAAEA71BD1C}" type="presOf" srcId="{9F0FED63-0D31-44AB-B0E3-B071C589F1D1}" destId="{DB6EAC83-30C0-4D95-8961-630B899B90AF}" srcOrd="0" destOrd="0" presId="urn:microsoft.com/office/officeart/2005/8/layout/vList2"/>
    <dgm:cxn modelId="{BFF5A2A4-75A6-411A-BCCD-A1851111E553}" srcId="{9F0FED63-0D31-44AB-B0E3-B071C589F1D1}" destId="{870D59FD-9719-45F1-BC26-5123A77E2B00}" srcOrd="1" destOrd="0" parTransId="{E6063C19-FFCD-4A80-B21E-7D1FD25F7715}" sibTransId="{601FA339-FE45-4BDD-BEA7-96F27F142A1B}"/>
    <dgm:cxn modelId="{B56758A9-B3C9-48D2-A95D-F9C2F5E66046}" srcId="{870D59FD-9719-45F1-BC26-5123A77E2B00}" destId="{6221AEC9-C322-423A-86FF-2755BCAC9B14}" srcOrd="0" destOrd="0" parTransId="{566C1C4E-A20E-453F-A7F5-2943C2FB4996}" sibTransId="{EFA4CB43-AB67-4F1E-AC07-938417D2CD23}"/>
    <dgm:cxn modelId="{6B9863AB-7E3A-40A5-8353-F18A55141E84}" type="presOf" srcId="{F9846799-A32E-4711-9248-5B718ADDEDD1}" destId="{7B846167-ADC9-464B-A39F-E462D3CA5C60}" srcOrd="0" destOrd="2" presId="urn:microsoft.com/office/officeart/2005/8/layout/vList2"/>
    <dgm:cxn modelId="{1EA6ADB1-A99E-4363-864A-C10AB97F886E}" srcId="{6221AEC9-C322-423A-86FF-2755BCAC9B14}" destId="{6BC9725C-8BED-499F-8E6D-C34F30E54D75}" srcOrd="0" destOrd="0" parTransId="{C8033E3E-83F8-42EB-A4F4-66041CBE8698}" sibTransId="{55F3EB25-25EF-4C87-A632-336AB8B98022}"/>
    <dgm:cxn modelId="{5527EDB4-6B8A-40AF-8FC8-A2095B02343E}" type="presOf" srcId="{FDE026C3-DA7A-46B1-ADA6-F5324AC79498}" destId="{5E71EAE4-B026-4525-85E3-C3615E6B8A43}" srcOrd="0" destOrd="0" presId="urn:microsoft.com/office/officeart/2005/8/layout/vList2"/>
    <dgm:cxn modelId="{C3F23FC3-0151-4793-876B-F2F336185607}" type="presOf" srcId="{D101DD14-E066-4CA9-8D40-8D4ED59799B5}" destId="{10B94E7B-15F2-4141-BB59-B3D4C03A9028}" srcOrd="0" destOrd="2" presId="urn:microsoft.com/office/officeart/2005/8/layout/vList2"/>
    <dgm:cxn modelId="{E4164DC3-C02E-4186-9C1D-D73E7AE470E6}" srcId="{9F0FED63-0D31-44AB-B0E3-B071C589F1D1}" destId="{FDE026C3-DA7A-46B1-ADA6-F5324AC79498}" srcOrd="0" destOrd="0" parTransId="{0DCA9DE3-7D85-4555-8C69-E62982FBD879}" sibTransId="{E249CE21-5B36-4D9E-99BF-2C2C51243FB0}"/>
    <dgm:cxn modelId="{645BD6E0-B520-4D1B-920A-E2EE8400DDB6}" type="presOf" srcId="{FA6519F2-CAA6-479A-96E0-DF3E984DDF09}" destId="{7B846167-ADC9-464B-A39F-E462D3CA5C60}" srcOrd="0" destOrd="3" presId="urn:microsoft.com/office/officeart/2005/8/layout/vList2"/>
    <dgm:cxn modelId="{DD23BAEB-37B3-4328-A361-DD9F1BE67AC1}" type="presOf" srcId="{3B7844BC-A322-4C85-8FFF-6C17C908885D}" destId="{10B94E7B-15F2-4141-BB59-B3D4C03A9028}" srcOrd="0" destOrd="3" presId="urn:microsoft.com/office/officeart/2005/8/layout/vList2"/>
    <dgm:cxn modelId="{68D683FC-0C55-4A71-8058-CC22813438EF}" srcId="{917FCFB2-8C22-49C4-B6AC-6FB5E24C9FCF}" destId="{9E0B245E-8AFB-4C99-8968-6B3DF1C512BF}" srcOrd="0" destOrd="0" parTransId="{9CBAEC7D-27A6-4F40-9919-D6B0DFD648C6}" sibTransId="{5C331BE5-4E19-4653-A709-5582998E5295}"/>
    <dgm:cxn modelId="{7B64F3FE-1F91-4E0F-8A62-FA4613005C66}" type="presOf" srcId="{57A9F304-0F1F-4B8E-A0DE-C626C8F5A85A}" destId="{7B846167-ADC9-464B-A39F-E462D3CA5C60}" srcOrd="0" destOrd="4" presId="urn:microsoft.com/office/officeart/2005/8/layout/vList2"/>
    <dgm:cxn modelId="{8415E6C0-29F2-4861-A546-3F411177160B}" type="presParOf" srcId="{DB6EAC83-30C0-4D95-8961-630B899B90AF}" destId="{5E71EAE4-B026-4525-85E3-C3615E6B8A43}" srcOrd="0" destOrd="0" presId="urn:microsoft.com/office/officeart/2005/8/layout/vList2"/>
    <dgm:cxn modelId="{60018189-9486-45F0-8666-74D059EBA252}" type="presParOf" srcId="{DB6EAC83-30C0-4D95-8961-630B899B90AF}" destId="{7B846167-ADC9-464B-A39F-E462D3CA5C60}" srcOrd="1" destOrd="0" presId="urn:microsoft.com/office/officeart/2005/8/layout/vList2"/>
    <dgm:cxn modelId="{937B6E2E-8491-45E1-804E-BE3A5635A9E0}" type="presParOf" srcId="{DB6EAC83-30C0-4D95-8961-630B899B90AF}" destId="{B572A4D5-6571-48AA-A905-6A06E4484385}" srcOrd="2" destOrd="0" presId="urn:microsoft.com/office/officeart/2005/8/layout/vList2"/>
    <dgm:cxn modelId="{9329A64E-9E6F-451C-896F-61E0899FEE35}" type="presParOf" srcId="{DB6EAC83-30C0-4D95-8961-630B899B90AF}" destId="{10B94E7B-15F2-4141-BB59-B3D4C03A9028}" srcOrd="3" destOrd="0" presId="urn:microsoft.com/office/officeart/2005/8/layout/vList2"/>
    <dgm:cxn modelId="{DBB50BB8-707F-4EB5-885F-ED07698246A5}" type="presParOf" srcId="{DB6EAC83-30C0-4D95-8961-630B899B90AF}" destId="{6F6CB04F-68D2-4C5C-8D4A-3DE017DABFAE}"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2B12767-4B81-4A96-891D-08E405B48EB1}" type="doc">
      <dgm:prSet loTypeId="urn:microsoft.com/office/officeart/2005/8/layout/bList2" loCatId="picture" qsTypeId="urn:microsoft.com/office/officeart/2005/8/quickstyle/simple1" qsCatId="simple" csTypeId="urn:microsoft.com/office/officeart/2005/8/colors/accent3_2" csCatId="accent3" phldr="1"/>
      <dgm:spPr/>
      <dgm:t>
        <a:bodyPr/>
        <a:lstStyle/>
        <a:p>
          <a:endParaRPr lang="en-GB"/>
        </a:p>
      </dgm:t>
    </dgm:pt>
    <dgm:pt modelId="{56D07340-75E1-4AD6-87B9-922F01533C6D}">
      <dgm:prSet phldrT="[Text]"/>
      <dgm:spPr/>
      <dgm:t>
        <a:bodyPr/>
        <a:lstStyle/>
        <a:p>
          <a:pPr>
            <a:buNone/>
          </a:pPr>
          <a:r>
            <a:rPr lang="en-GB" b="1" dirty="0"/>
            <a:t>Safeguarding</a:t>
          </a:r>
          <a:endParaRPr lang="en-GB" dirty="0"/>
        </a:p>
      </dgm:t>
    </dgm:pt>
    <dgm:pt modelId="{85D96B4E-1D91-44D5-92BD-5A8D61869AC9}" type="parTrans" cxnId="{915886FD-D4B5-4B22-BD74-AB441E0CE114}">
      <dgm:prSet/>
      <dgm:spPr/>
      <dgm:t>
        <a:bodyPr/>
        <a:lstStyle/>
        <a:p>
          <a:endParaRPr lang="en-GB"/>
        </a:p>
      </dgm:t>
    </dgm:pt>
    <dgm:pt modelId="{F50FB9DF-7138-4F48-A1CF-9268D5B21D43}" type="sibTrans" cxnId="{915886FD-D4B5-4B22-BD74-AB441E0CE114}">
      <dgm:prSet/>
      <dgm:spPr/>
      <dgm:t>
        <a:bodyPr/>
        <a:lstStyle/>
        <a:p>
          <a:endParaRPr lang="en-GB"/>
        </a:p>
      </dgm:t>
    </dgm:pt>
    <dgm:pt modelId="{EC470828-F188-40F1-9BAD-24DA8EC8498A}">
      <dgm:prSet phldrT="[Text]"/>
      <dgm:spPr/>
      <dgm:t>
        <a:bodyPr/>
        <a:lstStyle/>
        <a:p>
          <a:pPr>
            <a:buNone/>
          </a:pPr>
          <a:r>
            <a:rPr lang="en-GB" b="1" dirty="0"/>
            <a:t>British Values</a:t>
          </a:r>
          <a:endParaRPr lang="en-GB" dirty="0"/>
        </a:p>
      </dgm:t>
    </dgm:pt>
    <dgm:pt modelId="{AF7BAD48-7E45-4B61-A7BB-088538057FB1}" type="parTrans" cxnId="{92F38D82-1A53-436B-8F78-FBAC98C75696}">
      <dgm:prSet/>
      <dgm:spPr/>
      <dgm:t>
        <a:bodyPr/>
        <a:lstStyle/>
        <a:p>
          <a:endParaRPr lang="en-GB"/>
        </a:p>
      </dgm:t>
    </dgm:pt>
    <dgm:pt modelId="{FBB04D87-02F6-4CF5-9F5A-41A665659D9E}" type="sibTrans" cxnId="{92F38D82-1A53-436B-8F78-FBAC98C75696}">
      <dgm:prSet/>
      <dgm:spPr/>
      <dgm:t>
        <a:bodyPr/>
        <a:lstStyle/>
        <a:p>
          <a:endParaRPr lang="en-GB"/>
        </a:p>
      </dgm:t>
    </dgm:pt>
    <dgm:pt modelId="{CCCD779C-5571-4406-86BA-B93A56C0F092}">
      <dgm:prSet phldrT="[Text]"/>
      <dgm:spPr/>
      <dgm:t>
        <a:bodyPr/>
        <a:lstStyle/>
        <a:p>
          <a:pPr>
            <a:buNone/>
          </a:pPr>
          <a:r>
            <a:rPr lang="en-GB" b="1" dirty="0"/>
            <a:t>Prevent</a:t>
          </a:r>
          <a:endParaRPr lang="en-GB" dirty="0"/>
        </a:p>
      </dgm:t>
    </dgm:pt>
    <dgm:pt modelId="{0475E061-26B7-40EF-BFE3-7EAE14461042}" type="parTrans" cxnId="{E70337FA-EA0D-449D-A6EE-5C95931B9BF4}">
      <dgm:prSet/>
      <dgm:spPr/>
      <dgm:t>
        <a:bodyPr/>
        <a:lstStyle/>
        <a:p>
          <a:endParaRPr lang="en-GB"/>
        </a:p>
      </dgm:t>
    </dgm:pt>
    <dgm:pt modelId="{0FEA00F7-95D2-41FD-A093-A774F4D3CD18}" type="sibTrans" cxnId="{E70337FA-EA0D-449D-A6EE-5C95931B9BF4}">
      <dgm:prSet/>
      <dgm:spPr/>
      <dgm:t>
        <a:bodyPr/>
        <a:lstStyle/>
        <a:p>
          <a:endParaRPr lang="en-GB"/>
        </a:p>
      </dgm:t>
    </dgm:pt>
    <dgm:pt modelId="{DAB29B63-5C0F-4F8E-81F6-23C876AC6360}">
      <dgm:prSet custT="1"/>
      <dgm:spPr/>
      <dgm:t>
        <a:bodyPr/>
        <a:lstStyle/>
        <a:p>
          <a:pPr>
            <a:buNone/>
          </a:pPr>
          <a:r>
            <a:rPr lang="en-US" sz="1400" dirty="0"/>
            <a:t>Safeguarding protects individuals from harm, abuse, neglect, </a:t>
          </a:r>
          <a:r>
            <a:rPr lang="en-US" sz="1400" dirty="0" err="1"/>
            <a:t>radicalisation</a:t>
          </a:r>
          <a:r>
            <a:rPr lang="en-US" sz="1400" dirty="0"/>
            <a:t> and exploitation.</a:t>
          </a:r>
          <a:br>
            <a:rPr lang="en-US" sz="1400" dirty="0"/>
          </a:br>
          <a:endParaRPr lang="en-US" sz="1400" dirty="0"/>
        </a:p>
      </dgm:t>
    </dgm:pt>
    <dgm:pt modelId="{93FA374D-760E-41E6-A69C-826D26E6A5E7}" type="parTrans" cxnId="{391E11A1-9311-4F1E-94A3-6F33E3EA6217}">
      <dgm:prSet/>
      <dgm:spPr/>
      <dgm:t>
        <a:bodyPr/>
        <a:lstStyle/>
        <a:p>
          <a:endParaRPr lang="en-GB"/>
        </a:p>
      </dgm:t>
    </dgm:pt>
    <dgm:pt modelId="{C0E5BD99-0E51-48B2-81AA-50C939EA07D4}" type="sibTrans" cxnId="{391E11A1-9311-4F1E-94A3-6F33E3EA6217}">
      <dgm:prSet/>
      <dgm:spPr/>
      <dgm:t>
        <a:bodyPr/>
        <a:lstStyle/>
        <a:p>
          <a:endParaRPr lang="en-GB"/>
        </a:p>
      </dgm:t>
    </dgm:pt>
    <dgm:pt modelId="{863F5D25-B0A4-45A6-85E5-AE73281BB623}">
      <dgm:prSet custT="1"/>
      <dgm:spPr/>
      <dgm:t>
        <a:bodyPr/>
        <a:lstStyle/>
        <a:p>
          <a:pPr>
            <a:buNone/>
          </a:pPr>
          <a:r>
            <a:rPr lang="en-US" sz="1400" dirty="0"/>
            <a:t>If you have a concern about yourself or someone else, email:</a:t>
          </a:r>
        </a:p>
      </dgm:t>
    </dgm:pt>
    <dgm:pt modelId="{D469A54B-4E53-4FB2-9790-90B262FF3A64}" type="parTrans" cxnId="{62C84980-B1ED-4F43-A191-38AFFEC046C5}">
      <dgm:prSet/>
      <dgm:spPr/>
      <dgm:t>
        <a:bodyPr/>
        <a:lstStyle/>
        <a:p>
          <a:endParaRPr lang="en-GB"/>
        </a:p>
      </dgm:t>
    </dgm:pt>
    <dgm:pt modelId="{629F08C9-3514-41B0-A4A9-DB7488EB6A77}" type="sibTrans" cxnId="{62C84980-B1ED-4F43-A191-38AFFEC046C5}">
      <dgm:prSet/>
      <dgm:spPr/>
      <dgm:t>
        <a:bodyPr/>
        <a:lstStyle/>
        <a:p>
          <a:endParaRPr lang="en-GB"/>
        </a:p>
      </dgm:t>
    </dgm:pt>
    <dgm:pt modelId="{463032AE-3A43-47A3-8A25-32BC3C86FB5A}">
      <dgm:prSet custT="1"/>
      <dgm:spPr/>
      <dgm:t>
        <a:bodyPr/>
        <a:lstStyle/>
        <a:p>
          <a:pPr>
            <a:buNone/>
          </a:pPr>
          <a:r>
            <a:rPr lang="en-US" sz="1400" dirty="0"/>
            <a:t>We treat all concerns seriously and confidentially.</a:t>
          </a:r>
        </a:p>
      </dgm:t>
    </dgm:pt>
    <dgm:pt modelId="{4633167A-FC33-4561-81C8-185AEAB8DB8F}" type="parTrans" cxnId="{9B511289-C885-4D3F-9809-624FD77B230F}">
      <dgm:prSet/>
      <dgm:spPr/>
      <dgm:t>
        <a:bodyPr/>
        <a:lstStyle/>
        <a:p>
          <a:endParaRPr lang="en-GB"/>
        </a:p>
      </dgm:t>
    </dgm:pt>
    <dgm:pt modelId="{D0EB7A02-01FE-41F1-89B0-6A6753FB0ED6}" type="sibTrans" cxnId="{9B511289-C885-4D3F-9809-624FD77B230F}">
      <dgm:prSet/>
      <dgm:spPr/>
      <dgm:t>
        <a:bodyPr/>
        <a:lstStyle/>
        <a:p>
          <a:endParaRPr lang="en-GB"/>
        </a:p>
      </dgm:t>
    </dgm:pt>
    <dgm:pt modelId="{03451262-3EDA-42D8-8845-4A5EC165AF16}">
      <dgm:prSet custT="1"/>
      <dgm:spPr/>
      <dgm:t>
        <a:bodyPr/>
        <a:lstStyle/>
        <a:p>
          <a:pPr>
            <a:buNone/>
          </a:pPr>
          <a:r>
            <a:rPr lang="en-US" sz="1400" dirty="0"/>
            <a:t>These values underpin everything we do in professional and digital environments.</a:t>
          </a:r>
        </a:p>
      </dgm:t>
    </dgm:pt>
    <dgm:pt modelId="{5D4AA6F6-EEB2-4359-8B5F-C7D09C28B952}" type="parTrans" cxnId="{686D8691-1133-42DD-9896-6363F8746916}">
      <dgm:prSet/>
      <dgm:spPr/>
      <dgm:t>
        <a:bodyPr/>
        <a:lstStyle/>
        <a:p>
          <a:endParaRPr lang="en-GB"/>
        </a:p>
      </dgm:t>
    </dgm:pt>
    <dgm:pt modelId="{0A0CCB7E-300B-4173-A37F-7F5DE851BD11}" type="sibTrans" cxnId="{686D8691-1133-42DD-9896-6363F8746916}">
      <dgm:prSet/>
      <dgm:spPr/>
      <dgm:t>
        <a:bodyPr/>
        <a:lstStyle/>
        <a:p>
          <a:endParaRPr lang="en-GB"/>
        </a:p>
      </dgm:t>
    </dgm:pt>
    <dgm:pt modelId="{69025F71-BA54-42C9-B65F-B3A0D6819F03}">
      <dgm:prSet phldrT="[Text]" custT="1"/>
      <dgm:spPr/>
      <dgm:t>
        <a:bodyPr/>
        <a:lstStyle/>
        <a:p>
          <a:pPr>
            <a:buNone/>
          </a:pPr>
          <a:r>
            <a:rPr lang="en-US" sz="1400" dirty="0"/>
            <a:t>The British Values are:</a:t>
          </a:r>
          <a:br>
            <a:rPr lang="en-US" sz="1400" dirty="0"/>
          </a:br>
          <a:endParaRPr lang="en-GB" sz="1400" b="1" dirty="0"/>
        </a:p>
      </dgm:t>
    </dgm:pt>
    <dgm:pt modelId="{5BAA4E8D-3142-44FA-8BA8-D889713EE084}" type="parTrans" cxnId="{EEE3C980-0D82-4379-9DDE-E3DBC7A17B81}">
      <dgm:prSet/>
      <dgm:spPr/>
      <dgm:t>
        <a:bodyPr/>
        <a:lstStyle/>
        <a:p>
          <a:endParaRPr lang="en-GB"/>
        </a:p>
      </dgm:t>
    </dgm:pt>
    <dgm:pt modelId="{81F1F430-5508-4486-8CFC-5EF8E032006C}" type="sibTrans" cxnId="{EEE3C980-0D82-4379-9DDE-E3DBC7A17B81}">
      <dgm:prSet/>
      <dgm:spPr/>
      <dgm:t>
        <a:bodyPr/>
        <a:lstStyle/>
        <a:p>
          <a:endParaRPr lang="en-GB"/>
        </a:p>
      </dgm:t>
    </dgm:pt>
    <dgm:pt modelId="{22011C8F-8C8B-479E-86D9-FCDDD9058F05}">
      <dgm:prSet custT="1"/>
      <dgm:spPr/>
      <dgm:t>
        <a:bodyPr/>
        <a:lstStyle/>
        <a:p>
          <a:pPr>
            <a:buNone/>
          </a:pPr>
          <a:r>
            <a:rPr lang="en-US" sz="1400" dirty="0"/>
            <a:t>Prevent is about protecting people from being drawn into extremism or </a:t>
          </a:r>
          <a:r>
            <a:rPr lang="en-US" sz="1400" dirty="0" err="1"/>
            <a:t>radicalisation</a:t>
          </a:r>
          <a:r>
            <a:rPr lang="en-US" sz="1400" dirty="0"/>
            <a:t>.</a:t>
          </a:r>
          <a:br>
            <a:rPr lang="en-US" sz="1400" dirty="0"/>
          </a:br>
          <a:endParaRPr lang="en-US" sz="1400" dirty="0"/>
        </a:p>
      </dgm:t>
    </dgm:pt>
    <dgm:pt modelId="{EA598542-29C0-4C63-9692-B860F546AE9B}" type="parTrans" cxnId="{7B8918B8-0E38-4C18-A731-C2EBA22F3EA5}">
      <dgm:prSet/>
      <dgm:spPr/>
      <dgm:t>
        <a:bodyPr/>
        <a:lstStyle/>
        <a:p>
          <a:endParaRPr lang="en-GB"/>
        </a:p>
      </dgm:t>
    </dgm:pt>
    <dgm:pt modelId="{32F125C0-2F63-4B56-A05D-D98C65320181}" type="sibTrans" cxnId="{7B8918B8-0E38-4C18-A731-C2EBA22F3EA5}">
      <dgm:prSet/>
      <dgm:spPr/>
      <dgm:t>
        <a:bodyPr/>
        <a:lstStyle/>
        <a:p>
          <a:endParaRPr lang="en-GB"/>
        </a:p>
      </dgm:t>
    </dgm:pt>
    <dgm:pt modelId="{E722A7F8-D148-429E-B9D5-EEA038CC1821}">
      <dgm:prSet custT="1"/>
      <dgm:spPr/>
      <dgm:t>
        <a:bodyPr/>
        <a:lstStyle/>
        <a:p>
          <a:pPr>
            <a:buNone/>
          </a:pPr>
          <a:r>
            <a:rPr lang="en-US" sz="1400" dirty="0"/>
            <a:t>In our </a:t>
          </a:r>
          <a:r>
            <a:rPr lang="en-US" sz="1400" dirty="0" err="1"/>
            <a:t>programmes</a:t>
          </a:r>
          <a:r>
            <a:rPr lang="en-US" sz="1400" dirty="0"/>
            <a:t>, Prevent links to:</a:t>
          </a:r>
          <a:br>
            <a:rPr lang="en-US" sz="1400" dirty="0"/>
          </a:br>
          <a:br>
            <a:rPr lang="en-US" sz="1400" dirty="0"/>
          </a:br>
          <a:r>
            <a:rPr lang="en-US" sz="1400" b="1" dirty="0"/>
            <a:t>• Online safety</a:t>
          </a:r>
          <a:br>
            <a:rPr lang="en-US" sz="1400" b="1" dirty="0"/>
          </a:br>
          <a:r>
            <a:rPr lang="en-US" sz="1400" b="1" dirty="0"/>
            <a:t>• Digital responsibility</a:t>
          </a:r>
          <a:br>
            <a:rPr lang="en-US" sz="1400" b="1" dirty="0"/>
          </a:br>
          <a:r>
            <a:rPr lang="en-US" sz="1400" b="1" dirty="0"/>
            <a:t>• Critical thinking</a:t>
          </a:r>
          <a:br>
            <a:rPr lang="en-US" sz="1400" b="1" dirty="0"/>
          </a:br>
          <a:r>
            <a:rPr lang="en-US" sz="1400" b="1" dirty="0"/>
            <a:t>• Professional ethics</a:t>
          </a:r>
        </a:p>
      </dgm:t>
    </dgm:pt>
    <dgm:pt modelId="{29D8F00E-4EE7-43CD-AEE1-EEBE4D9345D9}" type="parTrans" cxnId="{E1414484-9238-4AFB-B77F-A6E76619BC63}">
      <dgm:prSet/>
      <dgm:spPr/>
      <dgm:t>
        <a:bodyPr/>
        <a:lstStyle/>
        <a:p>
          <a:endParaRPr lang="en-GB"/>
        </a:p>
      </dgm:t>
    </dgm:pt>
    <dgm:pt modelId="{C73C49A6-1F43-4277-80E9-74AC48648C96}" type="sibTrans" cxnId="{E1414484-9238-4AFB-B77F-A6E76619BC63}">
      <dgm:prSet/>
      <dgm:spPr/>
      <dgm:t>
        <a:bodyPr/>
        <a:lstStyle/>
        <a:p>
          <a:endParaRPr lang="en-GB"/>
        </a:p>
      </dgm:t>
    </dgm:pt>
    <dgm:pt modelId="{CD591B15-0AFB-427B-9D7F-5C5DBD255982}">
      <dgm:prSet custT="1"/>
      <dgm:spPr/>
      <dgm:t>
        <a:bodyPr/>
        <a:lstStyle/>
        <a:p>
          <a:pPr>
            <a:buNone/>
          </a:pPr>
          <a:r>
            <a:rPr lang="en-US" sz="1400" dirty="0">
              <a:hlinkClick xmlns:r="http://schemas.openxmlformats.org/officeDocument/2006/relationships" r:id="rId1"/>
            </a:rPr>
            <a:t>safeguarding@bpp.com</a:t>
          </a:r>
          <a:br>
            <a:rPr lang="en-US" sz="1400" dirty="0"/>
          </a:br>
          <a:br>
            <a:rPr lang="en-US" sz="1400" dirty="0"/>
          </a:br>
          <a:r>
            <a:rPr lang="en-US" sz="1400" dirty="0"/>
            <a:t>Or speak to your tutor privately.</a:t>
          </a:r>
          <a:br>
            <a:rPr lang="en-US" sz="1400" dirty="0"/>
          </a:br>
          <a:endParaRPr lang="en-US" sz="1400" dirty="0"/>
        </a:p>
      </dgm:t>
    </dgm:pt>
    <dgm:pt modelId="{1FB5DA67-104F-467A-B04D-EB05521F1FD3}" type="parTrans" cxnId="{B0D82476-838A-448A-A0BF-FC1F6F1293FC}">
      <dgm:prSet/>
      <dgm:spPr/>
      <dgm:t>
        <a:bodyPr/>
        <a:lstStyle/>
        <a:p>
          <a:endParaRPr lang="en-GB"/>
        </a:p>
      </dgm:t>
    </dgm:pt>
    <dgm:pt modelId="{C4238EDF-4C52-4145-86DD-8A682CFE3230}" type="sibTrans" cxnId="{B0D82476-838A-448A-A0BF-FC1F6F1293FC}">
      <dgm:prSet/>
      <dgm:spPr/>
      <dgm:t>
        <a:bodyPr/>
        <a:lstStyle/>
        <a:p>
          <a:endParaRPr lang="en-GB"/>
        </a:p>
      </dgm:t>
    </dgm:pt>
    <dgm:pt modelId="{75538982-FD70-4DC6-AAE0-159B168AB9D2}">
      <dgm:prSet phldrT="[Text]" custT="1"/>
      <dgm:spPr/>
      <dgm:t>
        <a:bodyPr/>
        <a:lstStyle/>
        <a:p>
          <a:pPr>
            <a:buNone/>
          </a:pPr>
          <a:r>
            <a:rPr lang="en-US" sz="1400" b="1" dirty="0"/>
            <a:t>1. Democracy</a:t>
          </a:r>
          <a:endParaRPr lang="en-GB" sz="1400" b="1" dirty="0"/>
        </a:p>
      </dgm:t>
    </dgm:pt>
    <dgm:pt modelId="{A0FE9843-57AE-430F-9125-011C60C7B7AB}" type="parTrans" cxnId="{87D04A37-6D2C-4950-ADB4-84440DCAA652}">
      <dgm:prSet/>
      <dgm:spPr/>
      <dgm:t>
        <a:bodyPr/>
        <a:lstStyle/>
        <a:p>
          <a:endParaRPr lang="en-GB"/>
        </a:p>
      </dgm:t>
    </dgm:pt>
    <dgm:pt modelId="{110EF384-963C-47EA-99D4-A45E59F5DB14}" type="sibTrans" cxnId="{87D04A37-6D2C-4950-ADB4-84440DCAA652}">
      <dgm:prSet/>
      <dgm:spPr/>
      <dgm:t>
        <a:bodyPr/>
        <a:lstStyle/>
        <a:p>
          <a:endParaRPr lang="en-GB"/>
        </a:p>
      </dgm:t>
    </dgm:pt>
    <dgm:pt modelId="{F8D7A63F-C565-4D8A-AE52-7E8946D59289}">
      <dgm:prSet phldrT="[Text]" custT="1"/>
      <dgm:spPr/>
      <dgm:t>
        <a:bodyPr/>
        <a:lstStyle/>
        <a:p>
          <a:pPr>
            <a:buNone/>
          </a:pPr>
          <a:r>
            <a:rPr lang="en-US" sz="1400" b="1" dirty="0"/>
            <a:t>2. Rule of Law</a:t>
          </a:r>
          <a:endParaRPr lang="en-GB" sz="1400" b="1" dirty="0"/>
        </a:p>
      </dgm:t>
    </dgm:pt>
    <dgm:pt modelId="{2732ED9F-4C65-4939-A9CB-EE6144D6E388}" type="parTrans" cxnId="{11F4EB43-205A-4426-8AB3-4A0CAFB3E418}">
      <dgm:prSet/>
      <dgm:spPr/>
      <dgm:t>
        <a:bodyPr/>
        <a:lstStyle/>
        <a:p>
          <a:endParaRPr lang="en-GB"/>
        </a:p>
      </dgm:t>
    </dgm:pt>
    <dgm:pt modelId="{FCDCEE1F-E4CC-4BF8-91F5-7CD11D70D40A}" type="sibTrans" cxnId="{11F4EB43-205A-4426-8AB3-4A0CAFB3E418}">
      <dgm:prSet/>
      <dgm:spPr/>
      <dgm:t>
        <a:bodyPr/>
        <a:lstStyle/>
        <a:p>
          <a:endParaRPr lang="en-GB"/>
        </a:p>
      </dgm:t>
    </dgm:pt>
    <dgm:pt modelId="{2433DF1C-7206-47F7-A12F-ABF6D6571963}">
      <dgm:prSet phldrT="[Text]" custT="1"/>
      <dgm:spPr/>
      <dgm:t>
        <a:bodyPr/>
        <a:lstStyle/>
        <a:p>
          <a:pPr>
            <a:buNone/>
          </a:pPr>
          <a:r>
            <a:rPr lang="en-US" sz="1400" b="1" dirty="0"/>
            <a:t>3. Individual Liberty</a:t>
          </a:r>
          <a:endParaRPr lang="en-GB" sz="1400" b="1" dirty="0"/>
        </a:p>
      </dgm:t>
    </dgm:pt>
    <dgm:pt modelId="{BFA8B94C-85F5-43DC-8BDC-A069343C8F69}" type="parTrans" cxnId="{0F3C4FD6-AA3D-4FD1-B611-9A0DF1F28882}">
      <dgm:prSet/>
      <dgm:spPr/>
      <dgm:t>
        <a:bodyPr/>
        <a:lstStyle/>
        <a:p>
          <a:endParaRPr lang="en-GB"/>
        </a:p>
      </dgm:t>
    </dgm:pt>
    <dgm:pt modelId="{B32537B1-DF7B-4E14-99A4-C9E87B10E8FB}" type="sibTrans" cxnId="{0F3C4FD6-AA3D-4FD1-B611-9A0DF1F28882}">
      <dgm:prSet/>
      <dgm:spPr/>
      <dgm:t>
        <a:bodyPr/>
        <a:lstStyle/>
        <a:p>
          <a:endParaRPr lang="en-GB"/>
        </a:p>
      </dgm:t>
    </dgm:pt>
    <dgm:pt modelId="{B86F58AF-23C9-4590-8B85-D0FD5BF63739}">
      <dgm:prSet phldrT="[Text]" custT="1"/>
      <dgm:spPr/>
      <dgm:t>
        <a:bodyPr/>
        <a:lstStyle/>
        <a:p>
          <a:pPr>
            <a:buNone/>
          </a:pPr>
          <a:r>
            <a:rPr lang="en-US" sz="1400" b="1" dirty="0"/>
            <a:t>4. Mutual Respect</a:t>
          </a:r>
          <a:endParaRPr lang="en-GB" sz="1400" b="1" dirty="0"/>
        </a:p>
      </dgm:t>
    </dgm:pt>
    <dgm:pt modelId="{99049DFF-F522-4CEE-86F1-3106A98D1228}" type="parTrans" cxnId="{13942C34-BE79-47E7-8C01-30B5C0440B82}">
      <dgm:prSet/>
      <dgm:spPr/>
      <dgm:t>
        <a:bodyPr/>
        <a:lstStyle/>
        <a:p>
          <a:endParaRPr lang="en-GB"/>
        </a:p>
      </dgm:t>
    </dgm:pt>
    <dgm:pt modelId="{D163573A-5663-4719-B727-A3413297E0EA}" type="sibTrans" cxnId="{13942C34-BE79-47E7-8C01-30B5C0440B82}">
      <dgm:prSet/>
      <dgm:spPr/>
      <dgm:t>
        <a:bodyPr/>
        <a:lstStyle/>
        <a:p>
          <a:endParaRPr lang="en-GB"/>
        </a:p>
      </dgm:t>
    </dgm:pt>
    <dgm:pt modelId="{19B6A5AA-0C05-4739-97C3-287820CEC391}">
      <dgm:prSet phldrT="[Text]" custT="1"/>
      <dgm:spPr/>
      <dgm:t>
        <a:bodyPr/>
        <a:lstStyle/>
        <a:p>
          <a:pPr>
            <a:buNone/>
          </a:pPr>
          <a:r>
            <a:rPr lang="en-US" sz="1400" b="1" dirty="0"/>
            <a:t>5. Tolerance of Different Faiths and Beliefs</a:t>
          </a:r>
          <a:br>
            <a:rPr lang="en-US" sz="1400" b="1" dirty="0"/>
          </a:br>
          <a:endParaRPr lang="en-GB" sz="1400" b="1" dirty="0"/>
        </a:p>
      </dgm:t>
    </dgm:pt>
    <dgm:pt modelId="{11941308-3490-47CC-8034-0D04F633D6A8}" type="parTrans" cxnId="{1D6A1129-C469-431A-BB8D-84ADA878481E}">
      <dgm:prSet/>
      <dgm:spPr/>
      <dgm:t>
        <a:bodyPr/>
        <a:lstStyle/>
        <a:p>
          <a:endParaRPr lang="en-GB"/>
        </a:p>
      </dgm:t>
    </dgm:pt>
    <dgm:pt modelId="{DA2AF159-8ADF-4D92-B329-D2336DC9575B}" type="sibTrans" cxnId="{1D6A1129-C469-431A-BB8D-84ADA878481E}">
      <dgm:prSet/>
      <dgm:spPr/>
      <dgm:t>
        <a:bodyPr/>
        <a:lstStyle/>
        <a:p>
          <a:endParaRPr lang="en-GB"/>
        </a:p>
      </dgm:t>
    </dgm:pt>
    <dgm:pt modelId="{47A33140-3A47-404F-8E7F-FD5872ED4C05}" type="pres">
      <dgm:prSet presAssocID="{E2B12767-4B81-4A96-891D-08E405B48EB1}" presName="diagram" presStyleCnt="0">
        <dgm:presLayoutVars>
          <dgm:dir/>
          <dgm:animLvl val="lvl"/>
          <dgm:resizeHandles val="exact"/>
        </dgm:presLayoutVars>
      </dgm:prSet>
      <dgm:spPr/>
    </dgm:pt>
    <dgm:pt modelId="{DD7CA9C7-FAAB-4752-93E6-DFEA2F0643E7}" type="pres">
      <dgm:prSet presAssocID="{56D07340-75E1-4AD6-87B9-922F01533C6D}" presName="compNode" presStyleCnt="0"/>
      <dgm:spPr/>
    </dgm:pt>
    <dgm:pt modelId="{D10EC809-8A62-4994-AFA3-5836513960D1}" type="pres">
      <dgm:prSet presAssocID="{56D07340-75E1-4AD6-87B9-922F01533C6D}" presName="childRect" presStyleLbl="bgAcc1" presStyleIdx="0" presStyleCnt="3">
        <dgm:presLayoutVars>
          <dgm:bulletEnabled val="1"/>
        </dgm:presLayoutVars>
      </dgm:prSet>
      <dgm:spPr/>
    </dgm:pt>
    <dgm:pt modelId="{1DE8D5CA-19FD-4C8F-9E6E-77530DBCA067}" type="pres">
      <dgm:prSet presAssocID="{56D07340-75E1-4AD6-87B9-922F01533C6D}" presName="parentText" presStyleLbl="node1" presStyleIdx="0" presStyleCnt="0">
        <dgm:presLayoutVars>
          <dgm:chMax val="0"/>
          <dgm:bulletEnabled val="1"/>
        </dgm:presLayoutVars>
      </dgm:prSet>
      <dgm:spPr/>
    </dgm:pt>
    <dgm:pt modelId="{48F786DA-DE1C-49AB-A9EC-F4B26E445636}" type="pres">
      <dgm:prSet presAssocID="{56D07340-75E1-4AD6-87B9-922F01533C6D}" presName="parentRect" presStyleLbl="alignNode1" presStyleIdx="0" presStyleCnt="3"/>
      <dgm:spPr/>
    </dgm:pt>
    <dgm:pt modelId="{D9ADFEC3-3FB9-439A-9A95-7FF03D05B279}" type="pres">
      <dgm:prSet presAssocID="{56D07340-75E1-4AD6-87B9-922F01533C6D}" presName="adorn" presStyleLbl="fgAccFollowNode1" presStyleIdx="0"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Shield Tick with solid fill"/>
        </a:ext>
      </dgm:extLst>
    </dgm:pt>
    <dgm:pt modelId="{A88A01B7-E93F-4801-992D-C8B8CF1A7AF2}" type="pres">
      <dgm:prSet presAssocID="{F50FB9DF-7138-4F48-A1CF-9268D5B21D43}" presName="sibTrans" presStyleLbl="sibTrans2D1" presStyleIdx="0" presStyleCnt="0"/>
      <dgm:spPr/>
    </dgm:pt>
    <dgm:pt modelId="{D672379D-7E2B-4AA2-9A7E-B53F125FEAA4}" type="pres">
      <dgm:prSet presAssocID="{EC470828-F188-40F1-9BAD-24DA8EC8498A}" presName="compNode" presStyleCnt="0"/>
      <dgm:spPr/>
    </dgm:pt>
    <dgm:pt modelId="{3ED92AB1-FC73-4B9A-8E1D-4ACFC692581E}" type="pres">
      <dgm:prSet presAssocID="{EC470828-F188-40F1-9BAD-24DA8EC8498A}" presName="childRect" presStyleLbl="bgAcc1" presStyleIdx="1" presStyleCnt="3">
        <dgm:presLayoutVars>
          <dgm:bulletEnabled val="1"/>
        </dgm:presLayoutVars>
      </dgm:prSet>
      <dgm:spPr/>
    </dgm:pt>
    <dgm:pt modelId="{2496D8E3-A063-4674-ABA5-D8719CAEF8BC}" type="pres">
      <dgm:prSet presAssocID="{EC470828-F188-40F1-9BAD-24DA8EC8498A}" presName="parentText" presStyleLbl="node1" presStyleIdx="0" presStyleCnt="0">
        <dgm:presLayoutVars>
          <dgm:chMax val="0"/>
          <dgm:bulletEnabled val="1"/>
        </dgm:presLayoutVars>
      </dgm:prSet>
      <dgm:spPr/>
    </dgm:pt>
    <dgm:pt modelId="{73228723-6C68-46A8-96CF-D4508B53BCEB}" type="pres">
      <dgm:prSet presAssocID="{EC470828-F188-40F1-9BAD-24DA8EC8498A}" presName="parentRect" presStyleLbl="alignNode1" presStyleIdx="1" presStyleCnt="3"/>
      <dgm:spPr/>
    </dgm:pt>
    <dgm:pt modelId="{B04E7D05-003F-4073-A2E0-8A6D05F1F5E9}" type="pres">
      <dgm:prSet presAssocID="{EC470828-F188-40F1-9BAD-24DA8EC8498A}" presName="adorn" presStyleLbl="fgAccFollowNode1" presStyleIdx="1"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Scales of justice with solid fill"/>
        </a:ext>
      </dgm:extLst>
    </dgm:pt>
    <dgm:pt modelId="{D10565B5-B10E-43C3-B9E8-CB6B3F1FB19A}" type="pres">
      <dgm:prSet presAssocID="{FBB04D87-02F6-4CF5-9F5A-41A665659D9E}" presName="sibTrans" presStyleLbl="sibTrans2D1" presStyleIdx="0" presStyleCnt="0"/>
      <dgm:spPr/>
    </dgm:pt>
    <dgm:pt modelId="{3C061DF8-267F-40C0-BFE9-F3F9B8C81599}" type="pres">
      <dgm:prSet presAssocID="{CCCD779C-5571-4406-86BA-B93A56C0F092}" presName="compNode" presStyleCnt="0"/>
      <dgm:spPr/>
    </dgm:pt>
    <dgm:pt modelId="{846A71B0-4F5B-47B2-8980-46D3D2DDB15D}" type="pres">
      <dgm:prSet presAssocID="{CCCD779C-5571-4406-86BA-B93A56C0F092}" presName="childRect" presStyleLbl="bgAcc1" presStyleIdx="2" presStyleCnt="3">
        <dgm:presLayoutVars>
          <dgm:bulletEnabled val="1"/>
        </dgm:presLayoutVars>
      </dgm:prSet>
      <dgm:spPr/>
    </dgm:pt>
    <dgm:pt modelId="{74ADB85B-5AE7-4BE7-A2A7-FAEDFDBE0B8D}" type="pres">
      <dgm:prSet presAssocID="{CCCD779C-5571-4406-86BA-B93A56C0F092}" presName="parentText" presStyleLbl="node1" presStyleIdx="0" presStyleCnt="0">
        <dgm:presLayoutVars>
          <dgm:chMax val="0"/>
          <dgm:bulletEnabled val="1"/>
        </dgm:presLayoutVars>
      </dgm:prSet>
      <dgm:spPr/>
    </dgm:pt>
    <dgm:pt modelId="{A330D0D8-36E0-4D22-9693-859DCEFD00F6}" type="pres">
      <dgm:prSet presAssocID="{CCCD779C-5571-4406-86BA-B93A56C0F092}" presName="parentRect" presStyleLbl="alignNode1" presStyleIdx="2" presStyleCnt="3"/>
      <dgm:spPr/>
    </dgm:pt>
    <dgm:pt modelId="{C95D7B44-50D7-459C-A076-A823BE9D40B9}" type="pres">
      <dgm:prSet presAssocID="{CCCD779C-5571-4406-86BA-B93A56C0F092}" presName="adorn" presStyleLbl="fgAccFollowNode1" presStyleIdx="2" presStyleCnt="3"/>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Flag with solid fill"/>
        </a:ext>
      </dgm:extLst>
    </dgm:pt>
  </dgm:ptLst>
  <dgm:cxnLst>
    <dgm:cxn modelId="{1D6A1129-C469-431A-BB8D-84ADA878481E}" srcId="{69025F71-BA54-42C9-B65F-B3A0D6819F03}" destId="{19B6A5AA-0C05-4739-97C3-287820CEC391}" srcOrd="4" destOrd="0" parTransId="{11941308-3490-47CC-8034-0D04F633D6A8}" sibTransId="{DA2AF159-8ADF-4D92-B329-D2336DC9575B}"/>
    <dgm:cxn modelId="{7BA9542E-9EDA-4EF2-AB9F-0A7A7BDE14CE}" type="presOf" srcId="{B86F58AF-23C9-4590-8B85-D0FD5BF63739}" destId="{3ED92AB1-FC73-4B9A-8E1D-4ACFC692581E}" srcOrd="0" destOrd="4" presId="urn:microsoft.com/office/officeart/2005/8/layout/bList2"/>
    <dgm:cxn modelId="{BB0FF52E-ABB8-4694-BFE3-9BC054767498}" type="presOf" srcId="{EC470828-F188-40F1-9BAD-24DA8EC8498A}" destId="{73228723-6C68-46A8-96CF-D4508B53BCEB}" srcOrd="1" destOrd="0" presId="urn:microsoft.com/office/officeart/2005/8/layout/bList2"/>
    <dgm:cxn modelId="{13942C34-BE79-47E7-8C01-30B5C0440B82}" srcId="{69025F71-BA54-42C9-B65F-B3A0D6819F03}" destId="{B86F58AF-23C9-4590-8B85-D0FD5BF63739}" srcOrd="3" destOrd="0" parTransId="{99049DFF-F522-4CEE-86F1-3106A98D1228}" sibTransId="{D163573A-5663-4719-B727-A3413297E0EA}"/>
    <dgm:cxn modelId="{87D04A37-6D2C-4950-ADB4-84440DCAA652}" srcId="{69025F71-BA54-42C9-B65F-B3A0D6819F03}" destId="{75538982-FD70-4DC6-AAE0-159B168AB9D2}" srcOrd="0" destOrd="0" parTransId="{A0FE9843-57AE-430F-9125-011C60C7B7AB}" sibTransId="{110EF384-963C-47EA-99D4-A45E59F5DB14}"/>
    <dgm:cxn modelId="{1A72075E-E878-4C81-8905-9803D8515758}" type="presOf" srcId="{2433DF1C-7206-47F7-A12F-ABF6D6571963}" destId="{3ED92AB1-FC73-4B9A-8E1D-4ACFC692581E}" srcOrd="0" destOrd="3" presId="urn:microsoft.com/office/officeart/2005/8/layout/bList2"/>
    <dgm:cxn modelId="{11F4EB43-205A-4426-8AB3-4A0CAFB3E418}" srcId="{69025F71-BA54-42C9-B65F-B3A0D6819F03}" destId="{F8D7A63F-C565-4D8A-AE52-7E8946D59289}" srcOrd="1" destOrd="0" parTransId="{2732ED9F-4C65-4939-A9CB-EE6144D6E388}" sibTransId="{FCDCEE1F-E4CC-4BF8-91F5-7CD11D70D40A}"/>
    <dgm:cxn modelId="{9CAEDA68-8701-49B1-8436-871507F34338}" type="presOf" srcId="{F8D7A63F-C565-4D8A-AE52-7E8946D59289}" destId="{3ED92AB1-FC73-4B9A-8E1D-4ACFC692581E}" srcOrd="0" destOrd="2" presId="urn:microsoft.com/office/officeart/2005/8/layout/bList2"/>
    <dgm:cxn modelId="{A0BE1E6D-4D4E-4BE8-A719-A27A4184554C}" type="presOf" srcId="{19B6A5AA-0C05-4739-97C3-287820CEC391}" destId="{3ED92AB1-FC73-4B9A-8E1D-4ACFC692581E}" srcOrd="0" destOrd="5" presId="urn:microsoft.com/office/officeart/2005/8/layout/bList2"/>
    <dgm:cxn modelId="{537FBF4E-0B29-4685-92F2-6BD1D93F6B22}" type="presOf" srcId="{CD591B15-0AFB-427B-9D7F-5C5DBD255982}" destId="{D10EC809-8A62-4994-AFA3-5836513960D1}" srcOrd="0" destOrd="2" presId="urn:microsoft.com/office/officeart/2005/8/layout/bList2"/>
    <dgm:cxn modelId="{E6E6F070-4BB4-4CB8-A110-6EA5A6E54106}" type="presOf" srcId="{F50FB9DF-7138-4F48-A1CF-9268D5B21D43}" destId="{A88A01B7-E93F-4801-992D-C8B8CF1A7AF2}" srcOrd="0" destOrd="0" presId="urn:microsoft.com/office/officeart/2005/8/layout/bList2"/>
    <dgm:cxn modelId="{45162076-5C99-4721-ACA7-BB5C236B2761}" type="presOf" srcId="{03451262-3EDA-42D8-8845-4A5EC165AF16}" destId="{3ED92AB1-FC73-4B9A-8E1D-4ACFC692581E}" srcOrd="0" destOrd="6" presId="urn:microsoft.com/office/officeart/2005/8/layout/bList2"/>
    <dgm:cxn modelId="{B0D82476-838A-448A-A0BF-FC1F6F1293FC}" srcId="{56D07340-75E1-4AD6-87B9-922F01533C6D}" destId="{CD591B15-0AFB-427B-9D7F-5C5DBD255982}" srcOrd="2" destOrd="0" parTransId="{1FB5DA67-104F-467A-B04D-EB05521F1FD3}" sibTransId="{C4238EDF-4C52-4145-86DD-8A682CFE3230}"/>
    <dgm:cxn modelId="{62C84980-B1ED-4F43-A191-38AFFEC046C5}" srcId="{56D07340-75E1-4AD6-87B9-922F01533C6D}" destId="{863F5D25-B0A4-45A6-85E5-AE73281BB623}" srcOrd="1" destOrd="0" parTransId="{D469A54B-4E53-4FB2-9790-90B262FF3A64}" sibTransId="{629F08C9-3514-41B0-A4A9-DB7488EB6A77}"/>
    <dgm:cxn modelId="{EEE3C980-0D82-4379-9DDE-E3DBC7A17B81}" srcId="{EC470828-F188-40F1-9BAD-24DA8EC8498A}" destId="{69025F71-BA54-42C9-B65F-B3A0D6819F03}" srcOrd="0" destOrd="0" parTransId="{5BAA4E8D-3142-44FA-8BA8-D889713EE084}" sibTransId="{81F1F430-5508-4486-8CFC-5EF8E032006C}"/>
    <dgm:cxn modelId="{92F38D82-1A53-436B-8F78-FBAC98C75696}" srcId="{E2B12767-4B81-4A96-891D-08E405B48EB1}" destId="{EC470828-F188-40F1-9BAD-24DA8EC8498A}" srcOrd="1" destOrd="0" parTransId="{AF7BAD48-7E45-4B61-A7BB-088538057FB1}" sibTransId="{FBB04D87-02F6-4CF5-9F5A-41A665659D9E}"/>
    <dgm:cxn modelId="{E1414484-9238-4AFB-B77F-A6E76619BC63}" srcId="{CCCD779C-5571-4406-86BA-B93A56C0F092}" destId="{E722A7F8-D148-429E-B9D5-EEA038CC1821}" srcOrd="1" destOrd="0" parTransId="{29D8F00E-4EE7-43CD-AEE1-EEBE4D9345D9}" sibTransId="{C73C49A6-1F43-4277-80E9-74AC48648C96}"/>
    <dgm:cxn modelId="{BD303988-C3B8-4638-BA91-FD71C8AA5BE6}" type="presOf" srcId="{E722A7F8-D148-429E-B9D5-EEA038CC1821}" destId="{846A71B0-4F5B-47B2-8980-46D3D2DDB15D}" srcOrd="0" destOrd="1" presId="urn:microsoft.com/office/officeart/2005/8/layout/bList2"/>
    <dgm:cxn modelId="{3228DE88-1665-4F2F-81DF-6C7B1DAF67CE}" type="presOf" srcId="{863F5D25-B0A4-45A6-85E5-AE73281BB623}" destId="{D10EC809-8A62-4994-AFA3-5836513960D1}" srcOrd="0" destOrd="1" presId="urn:microsoft.com/office/officeart/2005/8/layout/bList2"/>
    <dgm:cxn modelId="{9B511289-C885-4D3F-9809-624FD77B230F}" srcId="{56D07340-75E1-4AD6-87B9-922F01533C6D}" destId="{463032AE-3A43-47A3-8A25-32BC3C86FB5A}" srcOrd="3" destOrd="0" parTransId="{4633167A-FC33-4561-81C8-185AEAB8DB8F}" sibTransId="{D0EB7A02-01FE-41F1-89B0-6A6753FB0ED6}"/>
    <dgm:cxn modelId="{686D8691-1133-42DD-9896-6363F8746916}" srcId="{EC470828-F188-40F1-9BAD-24DA8EC8498A}" destId="{03451262-3EDA-42D8-8845-4A5EC165AF16}" srcOrd="1" destOrd="0" parTransId="{5D4AA6F6-EEB2-4359-8B5F-C7D09C28B952}" sibTransId="{0A0CCB7E-300B-4173-A37F-7F5DE851BD11}"/>
    <dgm:cxn modelId="{C31B6B9D-1A81-41BA-9C5C-A2AECA3E456B}" type="presOf" srcId="{56D07340-75E1-4AD6-87B9-922F01533C6D}" destId="{1DE8D5CA-19FD-4C8F-9E6E-77530DBCA067}" srcOrd="0" destOrd="0" presId="urn:microsoft.com/office/officeart/2005/8/layout/bList2"/>
    <dgm:cxn modelId="{391E11A1-9311-4F1E-94A3-6F33E3EA6217}" srcId="{56D07340-75E1-4AD6-87B9-922F01533C6D}" destId="{DAB29B63-5C0F-4F8E-81F6-23C876AC6360}" srcOrd="0" destOrd="0" parTransId="{93FA374D-760E-41E6-A69C-826D26E6A5E7}" sibTransId="{C0E5BD99-0E51-48B2-81AA-50C939EA07D4}"/>
    <dgm:cxn modelId="{9D75F0A7-8972-4C43-A4CF-4BDDBAB67150}" type="presOf" srcId="{75538982-FD70-4DC6-AAE0-159B168AB9D2}" destId="{3ED92AB1-FC73-4B9A-8E1D-4ACFC692581E}" srcOrd="0" destOrd="1" presId="urn:microsoft.com/office/officeart/2005/8/layout/bList2"/>
    <dgm:cxn modelId="{076AB7AB-4E4B-422C-AC00-E342265B6720}" type="presOf" srcId="{69025F71-BA54-42C9-B65F-B3A0D6819F03}" destId="{3ED92AB1-FC73-4B9A-8E1D-4ACFC692581E}" srcOrd="0" destOrd="0" presId="urn:microsoft.com/office/officeart/2005/8/layout/bList2"/>
    <dgm:cxn modelId="{CE8F6BB7-AD4B-417C-A8E7-483F7D747321}" type="presOf" srcId="{DAB29B63-5C0F-4F8E-81F6-23C876AC6360}" destId="{D10EC809-8A62-4994-AFA3-5836513960D1}" srcOrd="0" destOrd="0" presId="urn:microsoft.com/office/officeart/2005/8/layout/bList2"/>
    <dgm:cxn modelId="{7B8918B8-0E38-4C18-A731-C2EBA22F3EA5}" srcId="{CCCD779C-5571-4406-86BA-B93A56C0F092}" destId="{22011C8F-8C8B-479E-86D9-FCDDD9058F05}" srcOrd="0" destOrd="0" parTransId="{EA598542-29C0-4C63-9692-B860F546AE9B}" sibTransId="{32F125C0-2F63-4B56-A05D-D98C65320181}"/>
    <dgm:cxn modelId="{E5A1AEBE-CDF5-43F1-90D8-25B779FB08F0}" type="presOf" srcId="{463032AE-3A43-47A3-8A25-32BC3C86FB5A}" destId="{D10EC809-8A62-4994-AFA3-5836513960D1}" srcOrd="0" destOrd="3" presId="urn:microsoft.com/office/officeart/2005/8/layout/bList2"/>
    <dgm:cxn modelId="{F5F165C2-BAA7-4678-92A6-F4FA74A261DE}" type="presOf" srcId="{EC470828-F188-40F1-9BAD-24DA8EC8498A}" destId="{2496D8E3-A063-4674-ABA5-D8719CAEF8BC}" srcOrd="0" destOrd="0" presId="urn:microsoft.com/office/officeart/2005/8/layout/bList2"/>
    <dgm:cxn modelId="{2F074CCB-902F-44E9-86E2-EEC9AF43F744}" type="presOf" srcId="{FBB04D87-02F6-4CF5-9F5A-41A665659D9E}" destId="{D10565B5-B10E-43C3-B9E8-CB6B3F1FB19A}" srcOrd="0" destOrd="0" presId="urn:microsoft.com/office/officeart/2005/8/layout/bList2"/>
    <dgm:cxn modelId="{232BB7D4-77A6-434D-93A6-31FB55D8F1D3}" type="presOf" srcId="{E2B12767-4B81-4A96-891D-08E405B48EB1}" destId="{47A33140-3A47-404F-8E7F-FD5872ED4C05}" srcOrd="0" destOrd="0" presId="urn:microsoft.com/office/officeart/2005/8/layout/bList2"/>
    <dgm:cxn modelId="{0F3C4FD6-AA3D-4FD1-B611-9A0DF1F28882}" srcId="{69025F71-BA54-42C9-B65F-B3A0D6819F03}" destId="{2433DF1C-7206-47F7-A12F-ABF6D6571963}" srcOrd="2" destOrd="0" parTransId="{BFA8B94C-85F5-43DC-8BDC-A069343C8F69}" sibTransId="{B32537B1-DF7B-4E14-99A4-C9E87B10E8FB}"/>
    <dgm:cxn modelId="{7760EDDB-E8F1-4BA6-B11B-836958FFE3EA}" type="presOf" srcId="{CCCD779C-5571-4406-86BA-B93A56C0F092}" destId="{74ADB85B-5AE7-4BE7-A2A7-FAEDFDBE0B8D}" srcOrd="0" destOrd="0" presId="urn:microsoft.com/office/officeart/2005/8/layout/bList2"/>
    <dgm:cxn modelId="{27C2E3E0-90A3-43EE-997A-03EA77414A0C}" type="presOf" srcId="{56D07340-75E1-4AD6-87B9-922F01533C6D}" destId="{48F786DA-DE1C-49AB-A9EC-F4B26E445636}" srcOrd="1" destOrd="0" presId="urn:microsoft.com/office/officeart/2005/8/layout/bList2"/>
    <dgm:cxn modelId="{72845CED-67F3-4257-A6A2-715928E7B1A3}" type="presOf" srcId="{22011C8F-8C8B-479E-86D9-FCDDD9058F05}" destId="{846A71B0-4F5B-47B2-8980-46D3D2DDB15D}" srcOrd="0" destOrd="0" presId="urn:microsoft.com/office/officeart/2005/8/layout/bList2"/>
    <dgm:cxn modelId="{E70337FA-EA0D-449D-A6EE-5C95931B9BF4}" srcId="{E2B12767-4B81-4A96-891D-08E405B48EB1}" destId="{CCCD779C-5571-4406-86BA-B93A56C0F092}" srcOrd="2" destOrd="0" parTransId="{0475E061-26B7-40EF-BFE3-7EAE14461042}" sibTransId="{0FEA00F7-95D2-41FD-A093-A774F4D3CD18}"/>
    <dgm:cxn modelId="{915886FD-D4B5-4B22-BD74-AB441E0CE114}" srcId="{E2B12767-4B81-4A96-891D-08E405B48EB1}" destId="{56D07340-75E1-4AD6-87B9-922F01533C6D}" srcOrd="0" destOrd="0" parTransId="{85D96B4E-1D91-44D5-92BD-5A8D61869AC9}" sibTransId="{F50FB9DF-7138-4F48-A1CF-9268D5B21D43}"/>
    <dgm:cxn modelId="{0DA11FFE-B166-426A-B887-B9B620F6F0A2}" type="presOf" srcId="{CCCD779C-5571-4406-86BA-B93A56C0F092}" destId="{A330D0D8-36E0-4D22-9693-859DCEFD00F6}" srcOrd="1" destOrd="0" presId="urn:microsoft.com/office/officeart/2005/8/layout/bList2"/>
    <dgm:cxn modelId="{CA2185B3-EBFB-4B03-A426-BAFC48A57961}" type="presParOf" srcId="{47A33140-3A47-404F-8E7F-FD5872ED4C05}" destId="{DD7CA9C7-FAAB-4752-93E6-DFEA2F0643E7}" srcOrd="0" destOrd="0" presId="urn:microsoft.com/office/officeart/2005/8/layout/bList2"/>
    <dgm:cxn modelId="{02770F56-4A38-4BA8-841A-AD15A26ECD29}" type="presParOf" srcId="{DD7CA9C7-FAAB-4752-93E6-DFEA2F0643E7}" destId="{D10EC809-8A62-4994-AFA3-5836513960D1}" srcOrd="0" destOrd="0" presId="urn:microsoft.com/office/officeart/2005/8/layout/bList2"/>
    <dgm:cxn modelId="{148A886D-447B-45F3-BB44-4F152217D719}" type="presParOf" srcId="{DD7CA9C7-FAAB-4752-93E6-DFEA2F0643E7}" destId="{1DE8D5CA-19FD-4C8F-9E6E-77530DBCA067}" srcOrd="1" destOrd="0" presId="urn:microsoft.com/office/officeart/2005/8/layout/bList2"/>
    <dgm:cxn modelId="{164230C1-7B2D-457E-B657-61E7DF51A054}" type="presParOf" srcId="{DD7CA9C7-FAAB-4752-93E6-DFEA2F0643E7}" destId="{48F786DA-DE1C-49AB-A9EC-F4B26E445636}" srcOrd="2" destOrd="0" presId="urn:microsoft.com/office/officeart/2005/8/layout/bList2"/>
    <dgm:cxn modelId="{A6694382-EC76-4069-8E78-3F5D1BF925AC}" type="presParOf" srcId="{DD7CA9C7-FAAB-4752-93E6-DFEA2F0643E7}" destId="{D9ADFEC3-3FB9-439A-9A95-7FF03D05B279}" srcOrd="3" destOrd="0" presId="urn:microsoft.com/office/officeart/2005/8/layout/bList2"/>
    <dgm:cxn modelId="{FB90BDC0-D5E6-4A2D-A3BE-F6F9C0009D1C}" type="presParOf" srcId="{47A33140-3A47-404F-8E7F-FD5872ED4C05}" destId="{A88A01B7-E93F-4801-992D-C8B8CF1A7AF2}" srcOrd="1" destOrd="0" presId="urn:microsoft.com/office/officeart/2005/8/layout/bList2"/>
    <dgm:cxn modelId="{CF64BA5A-DCE9-412F-A339-08449379E776}" type="presParOf" srcId="{47A33140-3A47-404F-8E7F-FD5872ED4C05}" destId="{D672379D-7E2B-4AA2-9A7E-B53F125FEAA4}" srcOrd="2" destOrd="0" presId="urn:microsoft.com/office/officeart/2005/8/layout/bList2"/>
    <dgm:cxn modelId="{9B75E5B2-D3CB-4125-9450-82B0CD7E6023}" type="presParOf" srcId="{D672379D-7E2B-4AA2-9A7E-B53F125FEAA4}" destId="{3ED92AB1-FC73-4B9A-8E1D-4ACFC692581E}" srcOrd="0" destOrd="0" presId="urn:microsoft.com/office/officeart/2005/8/layout/bList2"/>
    <dgm:cxn modelId="{B01CFCAB-4CE0-4563-8463-8ED341997541}" type="presParOf" srcId="{D672379D-7E2B-4AA2-9A7E-B53F125FEAA4}" destId="{2496D8E3-A063-4674-ABA5-D8719CAEF8BC}" srcOrd="1" destOrd="0" presId="urn:microsoft.com/office/officeart/2005/8/layout/bList2"/>
    <dgm:cxn modelId="{5B7A64DB-7B84-4DE2-8276-E470ED2B2FF9}" type="presParOf" srcId="{D672379D-7E2B-4AA2-9A7E-B53F125FEAA4}" destId="{73228723-6C68-46A8-96CF-D4508B53BCEB}" srcOrd="2" destOrd="0" presId="urn:microsoft.com/office/officeart/2005/8/layout/bList2"/>
    <dgm:cxn modelId="{6150F38A-62F4-4AD8-B2C7-0305AA7395AB}" type="presParOf" srcId="{D672379D-7E2B-4AA2-9A7E-B53F125FEAA4}" destId="{B04E7D05-003F-4073-A2E0-8A6D05F1F5E9}" srcOrd="3" destOrd="0" presId="urn:microsoft.com/office/officeart/2005/8/layout/bList2"/>
    <dgm:cxn modelId="{A53F5ADB-4E01-4796-969F-334595B208BB}" type="presParOf" srcId="{47A33140-3A47-404F-8E7F-FD5872ED4C05}" destId="{D10565B5-B10E-43C3-B9E8-CB6B3F1FB19A}" srcOrd="3" destOrd="0" presId="urn:microsoft.com/office/officeart/2005/8/layout/bList2"/>
    <dgm:cxn modelId="{C092E915-C87D-467F-8E9C-0D2A44C7E9FF}" type="presParOf" srcId="{47A33140-3A47-404F-8E7F-FD5872ED4C05}" destId="{3C061DF8-267F-40C0-BFE9-F3F9B8C81599}" srcOrd="4" destOrd="0" presId="urn:microsoft.com/office/officeart/2005/8/layout/bList2"/>
    <dgm:cxn modelId="{37C785A4-89E3-4FA9-AFC8-7A281BFDBBD1}" type="presParOf" srcId="{3C061DF8-267F-40C0-BFE9-F3F9B8C81599}" destId="{846A71B0-4F5B-47B2-8980-46D3D2DDB15D}" srcOrd="0" destOrd="0" presId="urn:microsoft.com/office/officeart/2005/8/layout/bList2"/>
    <dgm:cxn modelId="{61D93D7D-2B80-44EE-B115-4AA29334CA69}" type="presParOf" srcId="{3C061DF8-267F-40C0-BFE9-F3F9B8C81599}" destId="{74ADB85B-5AE7-4BE7-A2A7-FAEDFDBE0B8D}" srcOrd="1" destOrd="0" presId="urn:microsoft.com/office/officeart/2005/8/layout/bList2"/>
    <dgm:cxn modelId="{1139507B-3954-4178-B6C6-3551AE2E1A08}" type="presParOf" srcId="{3C061DF8-267F-40C0-BFE9-F3F9B8C81599}" destId="{A330D0D8-36E0-4D22-9693-859DCEFD00F6}" srcOrd="2" destOrd="0" presId="urn:microsoft.com/office/officeart/2005/8/layout/bList2"/>
    <dgm:cxn modelId="{E273D7A7-A226-4FA0-9120-2CA2B9D661D0}" type="presParOf" srcId="{3C061DF8-267F-40C0-BFE9-F3F9B8C81599}" destId="{C95D7B44-50D7-459C-A076-A823BE9D40B9}" srcOrd="3" destOrd="0" presId="urn:microsoft.com/office/officeart/2005/8/layout/b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C879A0B-428D-4525-9651-9534D60B1122}"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GB"/>
        </a:p>
      </dgm:t>
    </dgm:pt>
    <dgm:pt modelId="{932E7944-25FE-4D50-8169-22C4A96D6A3A}">
      <dgm:prSet/>
      <dgm:spPr/>
      <dgm:t>
        <a:bodyPr/>
        <a:lstStyle/>
        <a:p>
          <a:r>
            <a:rPr lang="en-GB"/>
            <a:t>Identify</a:t>
          </a:r>
          <a:endParaRPr lang="en-GB" dirty="0"/>
        </a:p>
      </dgm:t>
    </dgm:pt>
    <dgm:pt modelId="{D58702E1-D6BB-41E9-948D-5761AB08B9AC}" type="parTrans" cxnId="{B650D5FE-3C14-481D-9DB3-EDD37CE0BA1B}">
      <dgm:prSet/>
      <dgm:spPr/>
      <dgm:t>
        <a:bodyPr/>
        <a:lstStyle/>
        <a:p>
          <a:endParaRPr lang="en-GB"/>
        </a:p>
      </dgm:t>
    </dgm:pt>
    <dgm:pt modelId="{6B7C4F68-6FA0-4963-A1FD-2D56D0A61BCD}" type="sibTrans" cxnId="{B650D5FE-3C14-481D-9DB3-EDD37CE0BA1B}">
      <dgm:prSet/>
      <dgm:spPr/>
      <dgm:t>
        <a:bodyPr/>
        <a:lstStyle/>
        <a:p>
          <a:endParaRPr lang="en-GB"/>
        </a:p>
      </dgm:t>
    </dgm:pt>
    <dgm:pt modelId="{AA307823-EB47-4B07-A6FB-328F9C70BE2F}">
      <dgm:prSet/>
      <dgm:spPr/>
      <dgm:t>
        <a:bodyPr/>
        <a:lstStyle/>
        <a:p>
          <a:r>
            <a:rPr lang="en-GB"/>
            <a:t>Identify some of the different types of methodologies within Software Development</a:t>
          </a:r>
          <a:endParaRPr lang="en-GB" dirty="0"/>
        </a:p>
      </dgm:t>
    </dgm:pt>
    <dgm:pt modelId="{43C305B7-3077-4925-8E57-9843604DA606}" type="parTrans" cxnId="{28A0FB62-B69A-4AC4-B019-6271C168B8DC}">
      <dgm:prSet/>
      <dgm:spPr/>
      <dgm:t>
        <a:bodyPr/>
        <a:lstStyle/>
        <a:p>
          <a:endParaRPr lang="en-GB"/>
        </a:p>
      </dgm:t>
    </dgm:pt>
    <dgm:pt modelId="{52A4E752-426D-40E7-89D2-03AF190F6905}" type="sibTrans" cxnId="{28A0FB62-B69A-4AC4-B019-6271C168B8DC}">
      <dgm:prSet/>
      <dgm:spPr/>
      <dgm:t>
        <a:bodyPr/>
        <a:lstStyle/>
        <a:p>
          <a:endParaRPr lang="en-GB"/>
        </a:p>
      </dgm:t>
    </dgm:pt>
    <dgm:pt modelId="{334BEFDF-A820-4367-B442-73AC0CD10215}">
      <dgm:prSet phldrT="[Text]"/>
      <dgm:spPr/>
      <dgm:t>
        <a:bodyPr/>
        <a:lstStyle/>
        <a:p>
          <a:r>
            <a:rPr lang="en-GB" dirty="0">
              <a:solidFill>
                <a:schemeClr val="tx2"/>
              </a:solidFill>
            </a:rPr>
            <a:t>Critically Analyse</a:t>
          </a:r>
        </a:p>
      </dgm:t>
    </dgm:pt>
    <dgm:pt modelId="{5C8B0257-2E1D-48E5-848A-C916797A2088}" type="parTrans" cxnId="{9D99F479-4C17-468A-81B9-C517892BE037}">
      <dgm:prSet/>
      <dgm:spPr/>
      <dgm:t>
        <a:bodyPr/>
        <a:lstStyle/>
        <a:p>
          <a:endParaRPr lang="en-GB"/>
        </a:p>
      </dgm:t>
    </dgm:pt>
    <dgm:pt modelId="{BDC2FC8A-72DE-404F-98A0-72AFBEEAB5E3}" type="sibTrans" cxnId="{9D99F479-4C17-468A-81B9-C517892BE037}">
      <dgm:prSet/>
      <dgm:spPr/>
      <dgm:t>
        <a:bodyPr/>
        <a:lstStyle/>
        <a:p>
          <a:endParaRPr lang="en-GB"/>
        </a:p>
      </dgm:t>
    </dgm:pt>
    <dgm:pt modelId="{E8A89B3E-03AE-4B60-B788-EB726B8C1C60}">
      <dgm:prSet phldrT="[Text]"/>
      <dgm:spPr/>
      <dgm:t>
        <a:bodyPr/>
        <a:lstStyle/>
        <a:p>
          <a:r>
            <a:rPr lang="en-GB" dirty="0"/>
            <a:t>Critically analyse methodologies covered within the session</a:t>
          </a:r>
        </a:p>
      </dgm:t>
    </dgm:pt>
    <dgm:pt modelId="{4F99B456-4BAD-4FDB-93BA-ABAB7AE5D108}" type="parTrans" cxnId="{303D9181-EB8B-4BEF-81F4-2A3DF311C6D5}">
      <dgm:prSet/>
      <dgm:spPr/>
      <dgm:t>
        <a:bodyPr/>
        <a:lstStyle/>
        <a:p>
          <a:endParaRPr lang="en-GB"/>
        </a:p>
      </dgm:t>
    </dgm:pt>
    <dgm:pt modelId="{7770599F-8BBE-454F-A86A-5E6523F410D5}" type="sibTrans" cxnId="{303D9181-EB8B-4BEF-81F4-2A3DF311C6D5}">
      <dgm:prSet/>
      <dgm:spPr/>
      <dgm:t>
        <a:bodyPr/>
        <a:lstStyle/>
        <a:p>
          <a:endParaRPr lang="en-GB"/>
        </a:p>
      </dgm:t>
    </dgm:pt>
    <dgm:pt modelId="{DA87AAA5-082B-487F-B6FF-F2B5A3852E6A}">
      <dgm:prSet phldrT="[Text]"/>
      <dgm:spPr/>
      <dgm:t>
        <a:bodyPr/>
        <a:lstStyle/>
        <a:p>
          <a:r>
            <a:rPr lang="en-GB" dirty="0"/>
            <a:t>Explain</a:t>
          </a:r>
        </a:p>
      </dgm:t>
    </dgm:pt>
    <dgm:pt modelId="{3EE2828C-4DCA-402C-BA36-7C5CA1223AD9}" type="parTrans" cxnId="{0D44E897-487A-4528-9B8F-9020CD8F9142}">
      <dgm:prSet/>
      <dgm:spPr/>
      <dgm:t>
        <a:bodyPr/>
        <a:lstStyle/>
        <a:p>
          <a:endParaRPr lang="en-GB"/>
        </a:p>
      </dgm:t>
    </dgm:pt>
    <dgm:pt modelId="{36E75985-4463-4081-BB56-4164307230C4}" type="sibTrans" cxnId="{0D44E897-487A-4528-9B8F-9020CD8F9142}">
      <dgm:prSet/>
      <dgm:spPr/>
      <dgm:t>
        <a:bodyPr/>
        <a:lstStyle/>
        <a:p>
          <a:endParaRPr lang="en-GB"/>
        </a:p>
      </dgm:t>
    </dgm:pt>
    <dgm:pt modelId="{F76911D0-303E-4804-B693-40AE07687A97}">
      <dgm:prSet phldrT="[Text]"/>
      <dgm:spPr/>
      <dgm:t>
        <a:bodyPr/>
        <a:lstStyle/>
        <a:p>
          <a:r>
            <a:rPr lang="en-GB" dirty="0"/>
            <a:t>Explain Agile principles and describe some Agile methodologies</a:t>
          </a:r>
        </a:p>
      </dgm:t>
    </dgm:pt>
    <dgm:pt modelId="{5B9820C6-67D5-4609-A1DB-0F337E24AD8C}" type="parTrans" cxnId="{504BA738-A025-4E01-86DA-0C90B1440F91}">
      <dgm:prSet/>
      <dgm:spPr/>
      <dgm:t>
        <a:bodyPr/>
        <a:lstStyle/>
        <a:p>
          <a:endParaRPr lang="en-GB"/>
        </a:p>
      </dgm:t>
    </dgm:pt>
    <dgm:pt modelId="{87362E6C-2AB6-43EA-80DE-BA902F64D6D8}" type="sibTrans" cxnId="{504BA738-A025-4E01-86DA-0C90B1440F91}">
      <dgm:prSet/>
      <dgm:spPr/>
      <dgm:t>
        <a:bodyPr/>
        <a:lstStyle/>
        <a:p>
          <a:endParaRPr lang="en-GB"/>
        </a:p>
      </dgm:t>
    </dgm:pt>
    <dgm:pt modelId="{5913AAA1-FF65-4C63-AF3C-6694BB85EEE0}">
      <dgm:prSet/>
      <dgm:spPr/>
      <dgm:t>
        <a:bodyPr/>
        <a:lstStyle/>
        <a:p>
          <a:r>
            <a:rPr lang="en-GB"/>
            <a:t>Describe</a:t>
          </a:r>
          <a:endParaRPr lang="en-GB" dirty="0"/>
        </a:p>
      </dgm:t>
    </dgm:pt>
    <dgm:pt modelId="{2B62DF49-F917-4B59-B4BA-0CA3A79BE7F5}" type="parTrans" cxnId="{6B79F4A9-C2E2-4A3B-8A6E-660E38D6F7D7}">
      <dgm:prSet/>
      <dgm:spPr/>
      <dgm:t>
        <a:bodyPr/>
        <a:lstStyle/>
        <a:p>
          <a:endParaRPr lang="en-GB"/>
        </a:p>
      </dgm:t>
    </dgm:pt>
    <dgm:pt modelId="{49D46DC7-D29D-46D2-91B9-D8C8DF9FF1A6}" type="sibTrans" cxnId="{6B79F4A9-C2E2-4A3B-8A6E-660E38D6F7D7}">
      <dgm:prSet/>
      <dgm:spPr/>
      <dgm:t>
        <a:bodyPr/>
        <a:lstStyle/>
        <a:p>
          <a:endParaRPr lang="en-GB"/>
        </a:p>
      </dgm:t>
    </dgm:pt>
    <dgm:pt modelId="{2AEEB012-CFE1-4713-BC75-0590BF1E6933}">
      <dgm:prSet phldrT="[Text]"/>
      <dgm:spPr/>
      <dgm:t>
        <a:bodyPr/>
        <a:lstStyle/>
        <a:p>
          <a:r>
            <a:rPr lang="en-GB" dirty="0"/>
            <a:t>Describe the methodology in use within your team</a:t>
          </a:r>
        </a:p>
      </dgm:t>
    </dgm:pt>
    <dgm:pt modelId="{1C7F8A62-5188-443B-B5C2-6096BA85B221}" type="parTrans" cxnId="{8407E19D-D120-4119-8375-CC5F6152284C}">
      <dgm:prSet/>
      <dgm:spPr/>
      <dgm:t>
        <a:bodyPr/>
        <a:lstStyle/>
        <a:p>
          <a:endParaRPr lang="en-GB"/>
        </a:p>
      </dgm:t>
    </dgm:pt>
    <dgm:pt modelId="{CB5BE172-4E06-464E-8B97-966BAE130DD5}" type="sibTrans" cxnId="{8407E19D-D120-4119-8375-CC5F6152284C}">
      <dgm:prSet/>
      <dgm:spPr/>
      <dgm:t>
        <a:bodyPr/>
        <a:lstStyle/>
        <a:p>
          <a:endParaRPr lang="en-GB"/>
        </a:p>
      </dgm:t>
    </dgm:pt>
    <dgm:pt modelId="{0182666D-B601-4894-B27B-004D762F1443}">
      <dgm:prSet phldrT="[Text]"/>
      <dgm:spPr/>
      <dgm:t>
        <a:bodyPr/>
        <a:lstStyle/>
        <a:p>
          <a:r>
            <a:rPr lang="en-GB" dirty="0">
              <a:solidFill>
                <a:schemeClr val="tx2"/>
              </a:solidFill>
            </a:rPr>
            <a:t>Classify</a:t>
          </a:r>
        </a:p>
      </dgm:t>
    </dgm:pt>
    <dgm:pt modelId="{86E67384-C0DF-473B-98A7-CFA813451078}" type="parTrans" cxnId="{BA4F0536-ADB5-4EEB-8958-4A436548B879}">
      <dgm:prSet/>
      <dgm:spPr/>
      <dgm:t>
        <a:bodyPr/>
        <a:lstStyle/>
        <a:p>
          <a:endParaRPr lang="en-GB"/>
        </a:p>
      </dgm:t>
    </dgm:pt>
    <dgm:pt modelId="{4A64DC45-9A86-43DC-99CC-801CF2182CF0}" type="sibTrans" cxnId="{BA4F0536-ADB5-4EEB-8958-4A436548B879}">
      <dgm:prSet/>
      <dgm:spPr/>
      <dgm:t>
        <a:bodyPr/>
        <a:lstStyle/>
        <a:p>
          <a:endParaRPr lang="en-GB"/>
        </a:p>
      </dgm:t>
    </dgm:pt>
    <dgm:pt modelId="{753D32A2-41F2-4966-BF3D-978A8C6ED4AD}">
      <dgm:prSet phldrT="[Text]"/>
      <dgm:spPr/>
      <dgm:t>
        <a:bodyPr/>
        <a:lstStyle/>
        <a:p>
          <a:r>
            <a:rPr lang="en-GB" dirty="0"/>
            <a:t>Classify the type of methodology in use in relation to the types introduced</a:t>
          </a:r>
        </a:p>
      </dgm:t>
    </dgm:pt>
    <dgm:pt modelId="{AA12B829-CA60-49CF-AB4D-9A93634D7D1D}" type="parTrans" cxnId="{A4F37EA3-75D4-4E40-8C4E-4DBE3C17BDFF}">
      <dgm:prSet/>
      <dgm:spPr/>
      <dgm:t>
        <a:bodyPr/>
        <a:lstStyle/>
        <a:p>
          <a:endParaRPr lang="en-GB"/>
        </a:p>
      </dgm:t>
    </dgm:pt>
    <dgm:pt modelId="{40DF7E33-1A9C-4C7C-94FB-760CE2F75E4B}" type="sibTrans" cxnId="{A4F37EA3-75D4-4E40-8C4E-4DBE3C17BDFF}">
      <dgm:prSet/>
      <dgm:spPr/>
      <dgm:t>
        <a:bodyPr/>
        <a:lstStyle/>
        <a:p>
          <a:endParaRPr lang="en-GB"/>
        </a:p>
      </dgm:t>
    </dgm:pt>
    <dgm:pt modelId="{472880D1-5EB2-4CBA-A9A5-89CF421052F9}" type="pres">
      <dgm:prSet presAssocID="{AC879A0B-428D-4525-9651-9534D60B1122}" presName="linear" presStyleCnt="0">
        <dgm:presLayoutVars>
          <dgm:dir/>
          <dgm:animLvl val="lvl"/>
          <dgm:resizeHandles val="exact"/>
        </dgm:presLayoutVars>
      </dgm:prSet>
      <dgm:spPr/>
    </dgm:pt>
    <dgm:pt modelId="{40EA1DA2-BEBB-4831-B782-A7F781444340}" type="pres">
      <dgm:prSet presAssocID="{932E7944-25FE-4D50-8169-22C4A96D6A3A}" presName="parentLin" presStyleCnt="0"/>
      <dgm:spPr/>
    </dgm:pt>
    <dgm:pt modelId="{8A0C641C-BD86-4B9A-9A37-48C6F7AE6124}" type="pres">
      <dgm:prSet presAssocID="{932E7944-25FE-4D50-8169-22C4A96D6A3A}" presName="parentLeftMargin" presStyleLbl="node1" presStyleIdx="0" presStyleCnt="5"/>
      <dgm:spPr/>
    </dgm:pt>
    <dgm:pt modelId="{5728C13D-A41F-4667-9B05-0BB076F1AEDC}" type="pres">
      <dgm:prSet presAssocID="{932E7944-25FE-4D50-8169-22C4A96D6A3A}" presName="parentText" presStyleLbl="node1" presStyleIdx="0" presStyleCnt="5">
        <dgm:presLayoutVars>
          <dgm:chMax val="0"/>
          <dgm:bulletEnabled val="1"/>
        </dgm:presLayoutVars>
      </dgm:prSet>
      <dgm:spPr/>
    </dgm:pt>
    <dgm:pt modelId="{29555F8A-3B28-4D8D-B7F6-C41614A4D54E}" type="pres">
      <dgm:prSet presAssocID="{932E7944-25FE-4D50-8169-22C4A96D6A3A}" presName="negativeSpace" presStyleCnt="0"/>
      <dgm:spPr/>
    </dgm:pt>
    <dgm:pt modelId="{89C310E4-047C-4691-A868-2DB5F4FDEB6A}" type="pres">
      <dgm:prSet presAssocID="{932E7944-25FE-4D50-8169-22C4A96D6A3A}" presName="childText" presStyleLbl="conFgAcc1" presStyleIdx="0" presStyleCnt="5">
        <dgm:presLayoutVars>
          <dgm:bulletEnabled val="1"/>
        </dgm:presLayoutVars>
      </dgm:prSet>
      <dgm:spPr/>
    </dgm:pt>
    <dgm:pt modelId="{4727341B-C0ED-46D9-A0E2-AEAC27381A64}" type="pres">
      <dgm:prSet presAssocID="{6B7C4F68-6FA0-4963-A1FD-2D56D0A61BCD}" presName="spaceBetweenRectangles" presStyleCnt="0"/>
      <dgm:spPr/>
    </dgm:pt>
    <dgm:pt modelId="{B1D8084F-8741-4747-9D4B-6967E2BB5353}" type="pres">
      <dgm:prSet presAssocID="{334BEFDF-A820-4367-B442-73AC0CD10215}" presName="parentLin" presStyleCnt="0"/>
      <dgm:spPr/>
    </dgm:pt>
    <dgm:pt modelId="{AC859C8C-6DCA-4845-972F-A93CE6BA07FD}" type="pres">
      <dgm:prSet presAssocID="{334BEFDF-A820-4367-B442-73AC0CD10215}" presName="parentLeftMargin" presStyleLbl="node1" presStyleIdx="0" presStyleCnt="5"/>
      <dgm:spPr/>
    </dgm:pt>
    <dgm:pt modelId="{2BD767D1-192F-41D7-B811-7FB881F41CA7}" type="pres">
      <dgm:prSet presAssocID="{334BEFDF-A820-4367-B442-73AC0CD10215}" presName="parentText" presStyleLbl="node1" presStyleIdx="1" presStyleCnt="5">
        <dgm:presLayoutVars>
          <dgm:chMax val="0"/>
          <dgm:bulletEnabled val="1"/>
        </dgm:presLayoutVars>
      </dgm:prSet>
      <dgm:spPr/>
    </dgm:pt>
    <dgm:pt modelId="{AD0C4A99-C937-4E60-BE73-BD075BC32D9D}" type="pres">
      <dgm:prSet presAssocID="{334BEFDF-A820-4367-B442-73AC0CD10215}" presName="negativeSpace" presStyleCnt="0"/>
      <dgm:spPr/>
    </dgm:pt>
    <dgm:pt modelId="{21F11046-0A19-4731-8D91-2B9499305FE3}" type="pres">
      <dgm:prSet presAssocID="{334BEFDF-A820-4367-B442-73AC0CD10215}" presName="childText" presStyleLbl="conFgAcc1" presStyleIdx="1" presStyleCnt="5">
        <dgm:presLayoutVars>
          <dgm:bulletEnabled val="1"/>
        </dgm:presLayoutVars>
      </dgm:prSet>
      <dgm:spPr/>
    </dgm:pt>
    <dgm:pt modelId="{ECA61560-3AA4-41B4-BBF7-4701E242FB53}" type="pres">
      <dgm:prSet presAssocID="{BDC2FC8A-72DE-404F-98A0-72AFBEEAB5E3}" presName="spaceBetweenRectangles" presStyleCnt="0"/>
      <dgm:spPr/>
    </dgm:pt>
    <dgm:pt modelId="{D4F15D64-500A-4DF2-8BE9-06B6267ECDC2}" type="pres">
      <dgm:prSet presAssocID="{DA87AAA5-082B-487F-B6FF-F2B5A3852E6A}" presName="parentLin" presStyleCnt="0"/>
      <dgm:spPr/>
    </dgm:pt>
    <dgm:pt modelId="{8CFC1844-8E1E-4511-BC61-BCE6662C9B88}" type="pres">
      <dgm:prSet presAssocID="{DA87AAA5-082B-487F-B6FF-F2B5A3852E6A}" presName="parentLeftMargin" presStyleLbl="node1" presStyleIdx="1" presStyleCnt="5"/>
      <dgm:spPr/>
    </dgm:pt>
    <dgm:pt modelId="{EE784AEF-EE84-4E56-8017-E7F5BD25028A}" type="pres">
      <dgm:prSet presAssocID="{DA87AAA5-082B-487F-B6FF-F2B5A3852E6A}" presName="parentText" presStyleLbl="node1" presStyleIdx="2" presStyleCnt="5">
        <dgm:presLayoutVars>
          <dgm:chMax val="0"/>
          <dgm:bulletEnabled val="1"/>
        </dgm:presLayoutVars>
      </dgm:prSet>
      <dgm:spPr/>
    </dgm:pt>
    <dgm:pt modelId="{4899F18C-3323-4662-9496-F8A2B531A725}" type="pres">
      <dgm:prSet presAssocID="{DA87AAA5-082B-487F-B6FF-F2B5A3852E6A}" presName="negativeSpace" presStyleCnt="0"/>
      <dgm:spPr/>
    </dgm:pt>
    <dgm:pt modelId="{BD8568B8-BE6A-425B-A02C-5DBEC21E062C}" type="pres">
      <dgm:prSet presAssocID="{DA87AAA5-082B-487F-B6FF-F2B5A3852E6A}" presName="childText" presStyleLbl="conFgAcc1" presStyleIdx="2" presStyleCnt="5">
        <dgm:presLayoutVars>
          <dgm:bulletEnabled val="1"/>
        </dgm:presLayoutVars>
      </dgm:prSet>
      <dgm:spPr/>
    </dgm:pt>
    <dgm:pt modelId="{CB6A541A-4D36-4245-9D18-2AAD7BF1B40F}" type="pres">
      <dgm:prSet presAssocID="{36E75985-4463-4081-BB56-4164307230C4}" presName="spaceBetweenRectangles" presStyleCnt="0"/>
      <dgm:spPr/>
    </dgm:pt>
    <dgm:pt modelId="{A1547736-E3D6-4425-B60D-A12835286DD7}" type="pres">
      <dgm:prSet presAssocID="{5913AAA1-FF65-4C63-AF3C-6694BB85EEE0}" presName="parentLin" presStyleCnt="0"/>
      <dgm:spPr/>
    </dgm:pt>
    <dgm:pt modelId="{CFCA7B1C-04A2-49E1-A6A7-F5D190DF045D}" type="pres">
      <dgm:prSet presAssocID="{5913AAA1-FF65-4C63-AF3C-6694BB85EEE0}" presName="parentLeftMargin" presStyleLbl="node1" presStyleIdx="2" presStyleCnt="5"/>
      <dgm:spPr/>
    </dgm:pt>
    <dgm:pt modelId="{7EE05DA9-5E9D-4EF5-9D95-F38E1248E9A8}" type="pres">
      <dgm:prSet presAssocID="{5913AAA1-FF65-4C63-AF3C-6694BB85EEE0}" presName="parentText" presStyleLbl="node1" presStyleIdx="3" presStyleCnt="5">
        <dgm:presLayoutVars>
          <dgm:chMax val="0"/>
          <dgm:bulletEnabled val="1"/>
        </dgm:presLayoutVars>
      </dgm:prSet>
      <dgm:spPr/>
    </dgm:pt>
    <dgm:pt modelId="{AA197A5F-534D-4FD8-8B3D-C00ACABAAA2D}" type="pres">
      <dgm:prSet presAssocID="{5913AAA1-FF65-4C63-AF3C-6694BB85EEE0}" presName="negativeSpace" presStyleCnt="0"/>
      <dgm:spPr/>
    </dgm:pt>
    <dgm:pt modelId="{FC2ABA2C-F13D-43FD-AB69-F515C29BACA4}" type="pres">
      <dgm:prSet presAssocID="{5913AAA1-FF65-4C63-AF3C-6694BB85EEE0}" presName="childText" presStyleLbl="conFgAcc1" presStyleIdx="3" presStyleCnt="5">
        <dgm:presLayoutVars>
          <dgm:bulletEnabled val="1"/>
        </dgm:presLayoutVars>
      </dgm:prSet>
      <dgm:spPr/>
    </dgm:pt>
    <dgm:pt modelId="{8FDD6587-CE3D-4198-989B-23D84FAA5D98}" type="pres">
      <dgm:prSet presAssocID="{49D46DC7-D29D-46D2-91B9-D8C8DF9FF1A6}" presName="spaceBetweenRectangles" presStyleCnt="0"/>
      <dgm:spPr/>
    </dgm:pt>
    <dgm:pt modelId="{2F2B8855-A396-4CCB-A095-4D88A2388CDD}" type="pres">
      <dgm:prSet presAssocID="{0182666D-B601-4894-B27B-004D762F1443}" presName="parentLin" presStyleCnt="0"/>
      <dgm:spPr/>
    </dgm:pt>
    <dgm:pt modelId="{43318087-7D28-4943-B3E0-8DBB58F41A03}" type="pres">
      <dgm:prSet presAssocID="{0182666D-B601-4894-B27B-004D762F1443}" presName="parentLeftMargin" presStyleLbl="node1" presStyleIdx="3" presStyleCnt="5"/>
      <dgm:spPr/>
    </dgm:pt>
    <dgm:pt modelId="{5820A584-2BE6-47E3-9718-1D64ED4163CB}" type="pres">
      <dgm:prSet presAssocID="{0182666D-B601-4894-B27B-004D762F1443}" presName="parentText" presStyleLbl="node1" presStyleIdx="4" presStyleCnt="5">
        <dgm:presLayoutVars>
          <dgm:chMax val="0"/>
          <dgm:bulletEnabled val="1"/>
        </dgm:presLayoutVars>
      </dgm:prSet>
      <dgm:spPr/>
    </dgm:pt>
    <dgm:pt modelId="{28918F4A-7667-4291-A6C6-FCCA2F372361}" type="pres">
      <dgm:prSet presAssocID="{0182666D-B601-4894-B27B-004D762F1443}" presName="negativeSpace" presStyleCnt="0"/>
      <dgm:spPr/>
    </dgm:pt>
    <dgm:pt modelId="{5A54985B-5CCC-4F30-A77D-ABEE4AB8B766}" type="pres">
      <dgm:prSet presAssocID="{0182666D-B601-4894-B27B-004D762F1443}" presName="childText" presStyleLbl="conFgAcc1" presStyleIdx="4" presStyleCnt="5">
        <dgm:presLayoutVars>
          <dgm:bulletEnabled val="1"/>
        </dgm:presLayoutVars>
      </dgm:prSet>
      <dgm:spPr/>
    </dgm:pt>
  </dgm:ptLst>
  <dgm:cxnLst>
    <dgm:cxn modelId="{63AE7022-89AF-4A09-B895-92193974C528}" type="presOf" srcId="{F76911D0-303E-4804-B693-40AE07687A97}" destId="{BD8568B8-BE6A-425B-A02C-5DBEC21E062C}" srcOrd="0" destOrd="0" presId="urn:microsoft.com/office/officeart/2005/8/layout/list1"/>
    <dgm:cxn modelId="{F849F728-2681-4784-983A-B801AB1A2BCB}" type="presOf" srcId="{0182666D-B601-4894-B27B-004D762F1443}" destId="{5820A584-2BE6-47E3-9718-1D64ED4163CB}" srcOrd="1" destOrd="0" presId="urn:microsoft.com/office/officeart/2005/8/layout/list1"/>
    <dgm:cxn modelId="{BA4F0536-ADB5-4EEB-8958-4A436548B879}" srcId="{AC879A0B-428D-4525-9651-9534D60B1122}" destId="{0182666D-B601-4894-B27B-004D762F1443}" srcOrd="4" destOrd="0" parTransId="{86E67384-C0DF-473B-98A7-CFA813451078}" sibTransId="{4A64DC45-9A86-43DC-99CC-801CF2182CF0}"/>
    <dgm:cxn modelId="{504BA738-A025-4E01-86DA-0C90B1440F91}" srcId="{DA87AAA5-082B-487F-B6FF-F2B5A3852E6A}" destId="{F76911D0-303E-4804-B693-40AE07687A97}" srcOrd="0" destOrd="0" parTransId="{5B9820C6-67D5-4609-A1DB-0F337E24AD8C}" sibTransId="{87362E6C-2AB6-43EA-80DE-BA902F64D6D8}"/>
    <dgm:cxn modelId="{28A0FB62-B69A-4AC4-B019-6271C168B8DC}" srcId="{932E7944-25FE-4D50-8169-22C4A96D6A3A}" destId="{AA307823-EB47-4B07-A6FB-328F9C70BE2F}" srcOrd="0" destOrd="0" parTransId="{43C305B7-3077-4925-8E57-9843604DA606}" sibTransId="{52A4E752-426D-40E7-89D2-03AF190F6905}"/>
    <dgm:cxn modelId="{B7D47446-B155-42A0-8274-130C2B9DA121}" type="presOf" srcId="{2AEEB012-CFE1-4713-BC75-0590BF1E6933}" destId="{FC2ABA2C-F13D-43FD-AB69-F515C29BACA4}" srcOrd="0" destOrd="0" presId="urn:microsoft.com/office/officeart/2005/8/layout/list1"/>
    <dgm:cxn modelId="{8D387367-7E89-4320-8166-A69A427D3E0A}" type="presOf" srcId="{AC879A0B-428D-4525-9651-9534D60B1122}" destId="{472880D1-5EB2-4CBA-A9A5-89CF421052F9}" srcOrd="0" destOrd="0" presId="urn:microsoft.com/office/officeart/2005/8/layout/list1"/>
    <dgm:cxn modelId="{B525C26A-572C-4D90-BB84-166922658A3A}" type="presOf" srcId="{0182666D-B601-4894-B27B-004D762F1443}" destId="{43318087-7D28-4943-B3E0-8DBB58F41A03}" srcOrd="0" destOrd="0" presId="urn:microsoft.com/office/officeart/2005/8/layout/list1"/>
    <dgm:cxn modelId="{9DE81171-3FD3-4283-8E14-19F663314FE4}" type="presOf" srcId="{AA307823-EB47-4B07-A6FB-328F9C70BE2F}" destId="{89C310E4-047C-4691-A868-2DB5F4FDEB6A}" srcOrd="0" destOrd="0" presId="urn:microsoft.com/office/officeart/2005/8/layout/list1"/>
    <dgm:cxn modelId="{E5675355-2192-430C-AF73-E06394AB9817}" type="presOf" srcId="{5913AAA1-FF65-4C63-AF3C-6694BB85EEE0}" destId="{CFCA7B1C-04A2-49E1-A6A7-F5D190DF045D}" srcOrd="0" destOrd="0" presId="urn:microsoft.com/office/officeart/2005/8/layout/list1"/>
    <dgm:cxn modelId="{9D99F479-4C17-468A-81B9-C517892BE037}" srcId="{AC879A0B-428D-4525-9651-9534D60B1122}" destId="{334BEFDF-A820-4367-B442-73AC0CD10215}" srcOrd="1" destOrd="0" parTransId="{5C8B0257-2E1D-48E5-848A-C916797A2088}" sibTransId="{BDC2FC8A-72DE-404F-98A0-72AFBEEAB5E3}"/>
    <dgm:cxn modelId="{303D9181-EB8B-4BEF-81F4-2A3DF311C6D5}" srcId="{334BEFDF-A820-4367-B442-73AC0CD10215}" destId="{E8A89B3E-03AE-4B60-B788-EB726B8C1C60}" srcOrd="0" destOrd="0" parTransId="{4F99B456-4BAD-4FDB-93BA-ABAB7AE5D108}" sibTransId="{7770599F-8BBE-454F-A86A-5E6523F410D5}"/>
    <dgm:cxn modelId="{059E5289-9A88-4E9E-9AE7-0A21DA087369}" type="presOf" srcId="{DA87AAA5-082B-487F-B6FF-F2B5A3852E6A}" destId="{EE784AEF-EE84-4E56-8017-E7F5BD25028A}" srcOrd="1" destOrd="0" presId="urn:microsoft.com/office/officeart/2005/8/layout/list1"/>
    <dgm:cxn modelId="{8C65D78E-3E37-4A00-923E-E442B916C44D}" type="presOf" srcId="{DA87AAA5-082B-487F-B6FF-F2B5A3852E6A}" destId="{8CFC1844-8E1E-4511-BC61-BCE6662C9B88}" srcOrd="0" destOrd="0" presId="urn:microsoft.com/office/officeart/2005/8/layout/list1"/>
    <dgm:cxn modelId="{D23B2493-C926-4863-8C0A-707186278B15}" type="presOf" srcId="{5913AAA1-FF65-4C63-AF3C-6694BB85EEE0}" destId="{7EE05DA9-5E9D-4EF5-9D95-F38E1248E9A8}" srcOrd="1" destOrd="0" presId="urn:microsoft.com/office/officeart/2005/8/layout/list1"/>
    <dgm:cxn modelId="{0D44E897-487A-4528-9B8F-9020CD8F9142}" srcId="{AC879A0B-428D-4525-9651-9534D60B1122}" destId="{DA87AAA5-082B-487F-B6FF-F2B5A3852E6A}" srcOrd="2" destOrd="0" parTransId="{3EE2828C-4DCA-402C-BA36-7C5CA1223AD9}" sibTransId="{36E75985-4463-4081-BB56-4164307230C4}"/>
    <dgm:cxn modelId="{8407E19D-D120-4119-8375-CC5F6152284C}" srcId="{5913AAA1-FF65-4C63-AF3C-6694BB85EEE0}" destId="{2AEEB012-CFE1-4713-BC75-0590BF1E6933}" srcOrd="0" destOrd="0" parTransId="{1C7F8A62-5188-443B-B5C2-6096BA85B221}" sibTransId="{CB5BE172-4E06-464E-8B97-966BAE130DD5}"/>
    <dgm:cxn modelId="{A4F37EA3-75D4-4E40-8C4E-4DBE3C17BDFF}" srcId="{0182666D-B601-4894-B27B-004D762F1443}" destId="{753D32A2-41F2-4966-BF3D-978A8C6ED4AD}" srcOrd="0" destOrd="0" parTransId="{AA12B829-CA60-49CF-AB4D-9A93634D7D1D}" sibTransId="{40DF7E33-1A9C-4C7C-94FB-760CE2F75E4B}"/>
    <dgm:cxn modelId="{1AFB35A9-8C47-47A7-A4E8-7AF52CFF057D}" type="presOf" srcId="{334BEFDF-A820-4367-B442-73AC0CD10215}" destId="{2BD767D1-192F-41D7-B811-7FB881F41CA7}" srcOrd="1" destOrd="0" presId="urn:microsoft.com/office/officeart/2005/8/layout/list1"/>
    <dgm:cxn modelId="{6B79F4A9-C2E2-4A3B-8A6E-660E38D6F7D7}" srcId="{AC879A0B-428D-4525-9651-9534D60B1122}" destId="{5913AAA1-FF65-4C63-AF3C-6694BB85EEE0}" srcOrd="3" destOrd="0" parTransId="{2B62DF49-F917-4B59-B4BA-0CA3A79BE7F5}" sibTransId="{49D46DC7-D29D-46D2-91B9-D8C8DF9FF1A6}"/>
    <dgm:cxn modelId="{53B29EAC-1C05-42A9-910D-B0916B178982}" type="presOf" srcId="{932E7944-25FE-4D50-8169-22C4A96D6A3A}" destId="{5728C13D-A41F-4667-9B05-0BB076F1AEDC}" srcOrd="1" destOrd="0" presId="urn:microsoft.com/office/officeart/2005/8/layout/list1"/>
    <dgm:cxn modelId="{0B5C44BE-96F3-4175-858E-1DF23F196070}" type="presOf" srcId="{932E7944-25FE-4D50-8169-22C4A96D6A3A}" destId="{8A0C641C-BD86-4B9A-9A37-48C6F7AE6124}" srcOrd="0" destOrd="0" presId="urn:microsoft.com/office/officeart/2005/8/layout/list1"/>
    <dgm:cxn modelId="{D2BAF0CB-89CB-4345-947D-0A57D536AD69}" type="presOf" srcId="{334BEFDF-A820-4367-B442-73AC0CD10215}" destId="{AC859C8C-6DCA-4845-972F-A93CE6BA07FD}" srcOrd="0" destOrd="0" presId="urn:microsoft.com/office/officeart/2005/8/layout/list1"/>
    <dgm:cxn modelId="{AF2737CD-B23D-4F02-8084-3993B71C755D}" type="presOf" srcId="{753D32A2-41F2-4966-BF3D-978A8C6ED4AD}" destId="{5A54985B-5CCC-4F30-A77D-ABEE4AB8B766}" srcOrd="0" destOrd="0" presId="urn:microsoft.com/office/officeart/2005/8/layout/list1"/>
    <dgm:cxn modelId="{224280E0-64E7-416C-8454-9E6710446B3B}" type="presOf" srcId="{E8A89B3E-03AE-4B60-B788-EB726B8C1C60}" destId="{21F11046-0A19-4731-8D91-2B9499305FE3}" srcOrd="0" destOrd="0" presId="urn:microsoft.com/office/officeart/2005/8/layout/list1"/>
    <dgm:cxn modelId="{B650D5FE-3C14-481D-9DB3-EDD37CE0BA1B}" srcId="{AC879A0B-428D-4525-9651-9534D60B1122}" destId="{932E7944-25FE-4D50-8169-22C4A96D6A3A}" srcOrd="0" destOrd="0" parTransId="{D58702E1-D6BB-41E9-948D-5761AB08B9AC}" sibTransId="{6B7C4F68-6FA0-4963-A1FD-2D56D0A61BCD}"/>
    <dgm:cxn modelId="{2FF88885-C3E8-4678-BF4A-E337B79699A5}" type="presParOf" srcId="{472880D1-5EB2-4CBA-A9A5-89CF421052F9}" destId="{40EA1DA2-BEBB-4831-B782-A7F781444340}" srcOrd="0" destOrd="0" presId="urn:microsoft.com/office/officeart/2005/8/layout/list1"/>
    <dgm:cxn modelId="{630B18C2-1B4C-4EFD-AF43-C89D9C3EEF6A}" type="presParOf" srcId="{40EA1DA2-BEBB-4831-B782-A7F781444340}" destId="{8A0C641C-BD86-4B9A-9A37-48C6F7AE6124}" srcOrd="0" destOrd="0" presId="urn:microsoft.com/office/officeart/2005/8/layout/list1"/>
    <dgm:cxn modelId="{9762A673-76CA-4931-AC92-9ECA33DD16FC}" type="presParOf" srcId="{40EA1DA2-BEBB-4831-B782-A7F781444340}" destId="{5728C13D-A41F-4667-9B05-0BB076F1AEDC}" srcOrd="1" destOrd="0" presId="urn:microsoft.com/office/officeart/2005/8/layout/list1"/>
    <dgm:cxn modelId="{AE46ED4F-F08D-4E35-81C4-A6E6E9F284DB}" type="presParOf" srcId="{472880D1-5EB2-4CBA-A9A5-89CF421052F9}" destId="{29555F8A-3B28-4D8D-B7F6-C41614A4D54E}" srcOrd="1" destOrd="0" presId="urn:microsoft.com/office/officeart/2005/8/layout/list1"/>
    <dgm:cxn modelId="{3F8FBA02-84C2-4A5B-9606-059ABE12F4C8}" type="presParOf" srcId="{472880D1-5EB2-4CBA-A9A5-89CF421052F9}" destId="{89C310E4-047C-4691-A868-2DB5F4FDEB6A}" srcOrd="2" destOrd="0" presId="urn:microsoft.com/office/officeart/2005/8/layout/list1"/>
    <dgm:cxn modelId="{C7DA0522-965C-4D1D-BED8-6BF50AD047D7}" type="presParOf" srcId="{472880D1-5EB2-4CBA-A9A5-89CF421052F9}" destId="{4727341B-C0ED-46D9-A0E2-AEAC27381A64}" srcOrd="3" destOrd="0" presId="urn:microsoft.com/office/officeart/2005/8/layout/list1"/>
    <dgm:cxn modelId="{89A247D7-3406-4153-831B-BCE7D08A948B}" type="presParOf" srcId="{472880D1-5EB2-4CBA-A9A5-89CF421052F9}" destId="{B1D8084F-8741-4747-9D4B-6967E2BB5353}" srcOrd="4" destOrd="0" presId="urn:microsoft.com/office/officeart/2005/8/layout/list1"/>
    <dgm:cxn modelId="{895AE7AF-EDE9-4627-A637-B23CF1596D4B}" type="presParOf" srcId="{B1D8084F-8741-4747-9D4B-6967E2BB5353}" destId="{AC859C8C-6DCA-4845-972F-A93CE6BA07FD}" srcOrd="0" destOrd="0" presId="urn:microsoft.com/office/officeart/2005/8/layout/list1"/>
    <dgm:cxn modelId="{23AF4EF8-41FE-4CEB-93A9-E446EF3E38B2}" type="presParOf" srcId="{B1D8084F-8741-4747-9D4B-6967E2BB5353}" destId="{2BD767D1-192F-41D7-B811-7FB881F41CA7}" srcOrd="1" destOrd="0" presId="urn:microsoft.com/office/officeart/2005/8/layout/list1"/>
    <dgm:cxn modelId="{DAE190EB-4BA5-4930-A200-869ECDC23BD3}" type="presParOf" srcId="{472880D1-5EB2-4CBA-A9A5-89CF421052F9}" destId="{AD0C4A99-C937-4E60-BE73-BD075BC32D9D}" srcOrd="5" destOrd="0" presId="urn:microsoft.com/office/officeart/2005/8/layout/list1"/>
    <dgm:cxn modelId="{BB5677C8-B0D3-4E3B-A10D-0BCF93AFA3D3}" type="presParOf" srcId="{472880D1-5EB2-4CBA-A9A5-89CF421052F9}" destId="{21F11046-0A19-4731-8D91-2B9499305FE3}" srcOrd="6" destOrd="0" presId="urn:microsoft.com/office/officeart/2005/8/layout/list1"/>
    <dgm:cxn modelId="{7AC231C2-1C2D-4FDD-A6DA-FF099890F6D6}" type="presParOf" srcId="{472880D1-5EB2-4CBA-A9A5-89CF421052F9}" destId="{ECA61560-3AA4-41B4-BBF7-4701E242FB53}" srcOrd="7" destOrd="0" presId="urn:microsoft.com/office/officeart/2005/8/layout/list1"/>
    <dgm:cxn modelId="{6B244BB9-BDEC-4E7B-9590-6E60C297E1B7}" type="presParOf" srcId="{472880D1-5EB2-4CBA-A9A5-89CF421052F9}" destId="{D4F15D64-500A-4DF2-8BE9-06B6267ECDC2}" srcOrd="8" destOrd="0" presId="urn:microsoft.com/office/officeart/2005/8/layout/list1"/>
    <dgm:cxn modelId="{E60E9074-528C-4034-9DD7-E7B3BE92558C}" type="presParOf" srcId="{D4F15D64-500A-4DF2-8BE9-06B6267ECDC2}" destId="{8CFC1844-8E1E-4511-BC61-BCE6662C9B88}" srcOrd="0" destOrd="0" presId="urn:microsoft.com/office/officeart/2005/8/layout/list1"/>
    <dgm:cxn modelId="{1BBF3819-40E1-4BBE-9B56-D30CCBEE93B9}" type="presParOf" srcId="{D4F15D64-500A-4DF2-8BE9-06B6267ECDC2}" destId="{EE784AEF-EE84-4E56-8017-E7F5BD25028A}" srcOrd="1" destOrd="0" presId="urn:microsoft.com/office/officeart/2005/8/layout/list1"/>
    <dgm:cxn modelId="{3A073278-2805-4603-ACD7-DB2BE542420C}" type="presParOf" srcId="{472880D1-5EB2-4CBA-A9A5-89CF421052F9}" destId="{4899F18C-3323-4662-9496-F8A2B531A725}" srcOrd="9" destOrd="0" presId="urn:microsoft.com/office/officeart/2005/8/layout/list1"/>
    <dgm:cxn modelId="{19DDC7B4-24A0-44E5-B0E2-2842BFD69BA6}" type="presParOf" srcId="{472880D1-5EB2-4CBA-A9A5-89CF421052F9}" destId="{BD8568B8-BE6A-425B-A02C-5DBEC21E062C}" srcOrd="10" destOrd="0" presId="urn:microsoft.com/office/officeart/2005/8/layout/list1"/>
    <dgm:cxn modelId="{49EDCCF7-A85E-4427-A1BB-C826EDAD5F61}" type="presParOf" srcId="{472880D1-5EB2-4CBA-A9A5-89CF421052F9}" destId="{CB6A541A-4D36-4245-9D18-2AAD7BF1B40F}" srcOrd="11" destOrd="0" presId="urn:microsoft.com/office/officeart/2005/8/layout/list1"/>
    <dgm:cxn modelId="{F6324388-5C69-4E51-AE4F-0B6FBBA40F04}" type="presParOf" srcId="{472880D1-5EB2-4CBA-A9A5-89CF421052F9}" destId="{A1547736-E3D6-4425-B60D-A12835286DD7}" srcOrd="12" destOrd="0" presId="urn:microsoft.com/office/officeart/2005/8/layout/list1"/>
    <dgm:cxn modelId="{E2BE06DB-ED57-4BC2-AF3C-B6AFDCE5DA64}" type="presParOf" srcId="{A1547736-E3D6-4425-B60D-A12835286DD7}" destId="{CFCA7B1C-04A2-49E1-A6A7-F5D190DF045D}" srcOrd="0" destOrd="0" presId="urn:microsoft.com/office/officeart/2005/8/layout/list1"/>
    <dgm:cxn modelId="{8FED788D-FD56-4B1C-8AD9-5766CD5D2C21}" type="presParOf" srcId="{A1547736-E3D6-4425-B60D-A12835286DD7}" destId="{7EE05DA9-5E9D-4EF5-9D95-F38E1248E9A8}" srcOrd="1" destOrd="0" presId="urn:microsoft.com/office/officeart/2005/8/layout/list1"/>
    <dgm:cxn modelId="{529DEE9E-520C-4B13-8478-9CB0A29509D0}" type="presParOf" srcId="{472880D1-5EB2-4CBA-A9A5-89CF421052F9}" destId="{AA197A5F-534D-4FD8-8B3D-C00ACABAAA2D}" srcOrd="13" destOrd="0" presId="urn:microsoft.com/office/officeart/2005/8/layout/list1"/>
    <dgm:cxn modelId="{B8B3F515-4D2C-4B7B-849A-D134FA7B784A}" type="presParOf" srcId="{472880D1-5EB2-4CBA-A9A5-89CF421052F9}" destId="{FC2ABA2C-F13D-43FD-AB69-F515C29BACA4}" srcOrd="14" destOrd="0" presId="urn:microsoft.com/office/officeart/2005/8/layout/list1"/>
    <dgm:cxn modelId="{38185EF2-35A5-4933-8349-714FA205ECAF}" type="presParOf" srcId="{472880D1-5EB2-4CBA-A9A5-89CF421052F9}" destId="{8FDD6587-CE3D-4198-989B-23D84FAA5D98}" srcOrd="15" destOrd="0" presId="urn:microsoft.com/office/officeart/2005/8/layout/list1"/>
    <dgm:cxn modelId="{B9AF8A11-46DC-4F75-B154-1C6C5EB49CAF}" type="presParOf" srcId="{472880D1-5EB2-4CBA-A9A5-89CF421052F9}" destId="{2F2B8855-A396-4CCB-A095-4D88A2388CDD}" srcOrd="16" destOrd="0" presId="urn:microsoft.com/office/officeart/2005/8/layout/list1"/>
    <dgm:cxn modelId="{39F9A322-07D2-47C6-871F-82114914BA9D}" type="presParOf" srcId="{2F2B8855-A396-4CCB-A095-4D88A2388CDD}" destId="{43318087-7D28-4943-B3E0-8DBB58F41A03}" srcOrd="0" destOrd="0" presId="urn:microsoft.com/office/officeart/2005/8/layout/list1"/>
    <dgm:cxn modelId="{BE409F7C-4F93-47C5-96BB-6623238CC1C2}" type="presParOf" srcId="{2F2B8855-A396-4CCB-A095-4D88A2388CDD}" destId="{5820A584-2BE6-47E3-9718-1D64ED4163CB}" srcOrd="1" destOrd="0" presId="urn:microsoft.com/office/officeart/2005/8/layout/list1"/>
    <dgm:cxn modelId="{5F779F43-8E9F-4382-8B9C-8CC9045B8A38}" type="presParOf" srcId="{472880D1-5EB2-4CBA-A9A5-89CF421052F9}" destId="{28918F4A-7667-4291-A6C6-FCCA2F372361}" srcOrd="17" destOrd="0" presId="urn:microsoft.com/office/officeart/2005/8/layout/list1"/>
    <dgm:cxn modelId="{06B29412-2260-4F03-AAD1-117E4D941974}" type="presParOf" srcId="{472880D1-5EB2-4CBA-A9A5-89CF421052F9}" destId="{5A54985B-5CCC-4F30-A77D-ABEE4AB8B766}"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B6EAF9D-11B4-4F33-915B-88A9CCC3461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GB"/>
        </a:p>
      </dgm:t>
    </dgm:pt>
    <dgm:pt modelId="{38C04ED6-257C-4F4B-A329-3E65273E108E}">
      <dgm:prSet phldrT="[Text]"/>
      <dgm:spPr/>
      <dgm:t>
        <a:bodyPr/>
        <a:lstStyle/>
        <a:p>
          <a:r>
            <a:rPr lang="en-GB" dirty="0"/>
            <a:t>Waterfall</a:t>
          </a:r>
        </a:p>
      </dgm:t>
    </dgm:pt>
    <dgm:pt modelId="{B1E59548-437A-4F30-9641-7C568725BB86}" type="parTrans" cxnId="{3DDE3999-AB27-4B18-B5DC-7D30A2B4581D}">
      <dgm:prSet/>
      <dgm:spPr/>
      <dgm:t>
        <a:bodyPr/>
        <a:lstStyle/>
        <a:p>
          <a:endParaRPr lang="en-GB"/>
        </a:p>
      </dgm:t>
    </dgm:pt>
    <dgm:pt modelId="{395A8DBB-A889-4B84-9B24-B99A62B9A757}" type="sibTrans" cxnId="{3DDE3999-AB27-4B18-B5DC-7D30A2B4581D}">
      <dgm:prSet/>
      <dgm:spPr/>
      <dgm:t>
        <a:bodyPr/>
        <a:lstStyle/>
        <a:p>
          <a:endParaRPr lang="en-GB"/>
        </a:p>
      </dgm:t>
    </dgm:pt>
    <dgm:pt modelId="{6E4635AB-AFCB-4655-8644-0C575F723CF6}">
      <dgm:prSet phldrT="[Text]"/>
      <dgm:spPr/>
      <dgm:t>
        <a:bodyPr/>
        <a:lstStyle/>
        <a:p>
          <a:r>
            <a:rPr lang="en-GB" dirty="0">
              <a:solidFill>
                <a:schemeClr val="tx2"/>
              </a:solidFill>
            </a:rPr>
            <a:t>Spiral Model</a:t>
          </a:r>
        </a:p>
      </dgm:t>
    </dgm:pt>
    <dgm:pt modelId="{E0595721-63E0-421D-B7FB-FA7DA1F3D4D0}" type="parTrans" cxnId="{57FEE2CC-B76B-48A9-B585-968142B42863}">
      <dgm:prSet/>
      <dgm:spPr/>
      <dgm:t>
        <a:bodyPr/>
        <a:lstStyle/>
        <a:p>
          <a:endParaRPr lang="en-GB"/>
        </a:p>
      </dgm:t>
    </dgm:pt>
    <dgm:pt modelId="{12B42535-93F7-4737-A332-4E8A2EF45376}" type="sibTrans" cxnId="{57FEE2CC-B76B-48A9-B585-968142B42863}">
      <dgm:prSet/>
      <dgm:spPr/>
      <dgm:t>
        <a:bodyPr/>
        <a:lstStyle/>
        <a:p>
          <a:endParaRPr lang="en-GB"/>
        </a:p>
      </dgm:t>
    </dgm:pt>
    <dgm:pt modelId="{CFFD69A0-264E-43EA-AB28-6DA85E18EC5E}">
      <dgm:prSet phldrT="[Text]"/>
      <dgm:spPr/>
      <dgm:t>
        <a:bodyPr/>
        <a:lstStyle/>
        <a:p>
          <a:r>
            <a:rPr lang="en-GB" dirty="0"/>
            <a:t>V-Model</a:t>
          </a:r>
        </a:p>
      </dgm:t>
    </dgm:pt>
    <dgm:pt modelId="{980FE653-693D-4F64-BE38-D2A72DAD98EE}" type="parTrans" cxnId="{0BD140E3-6C5A-4DB5-B021-1C414303F194}">
      <dgm:prSet/>
      <dgm:spPr/>
      <dgm:t>
        <a:bodyPr/>
        <a:lstStyle/>
        <a:p>
          <a:endParaRPr lang="en-GB"/>
        </a:p>
      </dgm:t>
    </dgm:pt>
    <dgm:pt modelId="{D6B35E21-F5F8-41F5-B585-75A438893BC5}" type="sibTrans" cxnId="{0BD140E3-6C5A-4DB5-B021-1C414303F194}">
      <dgm:prSet/>
      <dgm:spPr/>
      <dgm:t>
        <a:bodyPr/>
        <a:lstStyle/>
        <a:p>
          <a:endParaRPr lang="en-GB"/>
        </a:p>
      </dgm:t>
    </dgm:pt>
    <dgm:pt modelId="{D899E208-9F88-416A-8EAA-800D5693ED44}">
      <dgm:prSet phldrT="[Text]"/>
      <dgm:spPr/>
      <dgm:t>
        <a:bodyPr/>
        <a:lstStyle/>
        <a:p>
          <a:r>
            <a:rPr lang="en-GB" dirty="0"/>
            <a:t>Prototyping</a:t>
          </a:r>
        </a:p>
      </dgm:t>
    </dgm:pt>
    <dgm:pt modelId="{336B6467-6930-4A0D-ADBD-2A8BEC81B726}" type="parTrans" cxnId="{F7D04B5A-69E6-4EBD-8FBA-B6D8F08C680B}">
      <dgm:prSet/>
      <dgm:spPr/>
      <dgm:t>
        <a:bodyPr/>
        <a:lstStyle/>
        <a:p>
          <a:endParaRPr lang="en-GB"/>
        </a:p>
      </dgm:t>
    </dgm:pt>
    <dgm:pt modelId="{8594506B-3066-44A9-983C-4C546B163722}" type="sibTrans" cxnId="{F7D04B5A-69E6-4EBD-8FBA-B6D8F08C680B}">
      <dgm:prSet/>
      <dgm:spPr/>
      <dgm:t>
        <a:bodyPr/>
        <a:lstStyle/>
        <a:p>
          <a:endParaRPr lang="en-GB"/>
        </a:p>
      </dgm:t>
    </dgm:pt>
    <dgm:pt modelId="{F0A3CCAC-D98A-4EB9-8756-FE019CC0738B}">
      <dgm:prSet phldrT="[Text]"/>
      <dgm:spPr/>
      <dgm:t>
        <a:bodyPr/>
        <a:lstStyle/>
        <a:p>
          <a:r>
            <a:rPr lang="en-GB">
              <a:solidFill>
                <a:schemeClr val="tx2"/>
              </a:solidFill>
            </a:rPr>
            <a:t>RAD</a:t>
          </a:r>
          <a:endParaRPr lang="en-GB" dirty="0">
            <a:solidFill>
              <a:schemeClr val="tx2"/>
            </a:solidFill>
          </a:endParaRPr>
        </a:p>
      </dgm:t>
    </dgm:pt>
    <dgm:pt modelId="{6EC66942-D9CB-4F32-A50A-6E120CA7922A}" type="parTrans" cxnId="{6159CDA4-FA73-4E7F-A7EA-9C0D5E4AFB89}">
      <dgm:prSet/>
      <dgm:spPr/>
      <dgm:t>
        <a:bodyPr/>
        <a:lstStyle/>
        <a:p>
          <a:endParaRPr lang="en-GB"/>
        </a:p>
      </dgm:t>
    </dgm:pt>
    <dgm:pt modelId="{7096FFCF-6071-4203-921D-8435E7ADF6D3}" type="sibTrans" cxnId="{6159CDA4-FA73-4E7F-A7EA-9C0D5E4AFB89}">
      <dgm:prSet/>
      <dgm:spPr/>
      <dgm:t>
        <a:bodyPr/>
        <a:lstStyle/>
        <a:p>
          <a:endParaRPr lang="en-GB"/>
        </a:p>
      </dgm:t>
    </dgm:pt>
    <dgm:pt modelId="{6912B204-DEFB-4C36-97C5-CD376172A420}">
      <dgm:prSet phldrT="[Text]"/>
      <dgm:spPr/>
      <dgm:t>
        <a:bodyPr/>
        <a:lstStyle/>
        <a:p>
          <a:r>
            <a:rPr lang="en-GB" dirty="0"/>
            <a:t>DSDM</a:t>
          </a:r>
        </a:p>
      </dgm:t>
    </dgm:pt>
    <dgm:pt modelId="{9BF80BA6-7938-4F1C-A0EF-7BC3FF03CD26}" type="parTrans" cxnId="{7744CCCA-4ACB-4282-8DBE-EE4C25C1C19C}">
      <dgm:prSet/>
      <dgm:spPr/>
      <dgm:t>
        <a:bodyPr/>
        <a:lstStyle/>
        <a:p>
          <a:endParaRPr lang="en-GB"/>
        </a:p>
      </dgm:t>
    </dgm:pt>
    <dgm:pt modelId="{D245B9BB-E1E8-4C67-AFC2-6D170294F5B1}" type="sibTrans" cxnId="{7744CCCA-4ACB-4282-8DBE-EE4C25C1C19C}">
      <dgm:prSet/>
      <dgm:spPr/>
      <dgm:t>
        <a:bodyPr/>
        <a:lstStyle/>
        <a:p>
          <a:endParaRPr lang="en-GB"/>
        </a:p>
      </dgm:t>
    </dgm:pt>
    <dgm:pt modelId="{7C12F867-E88C-4552-AD05-FEF89429207E}">
      <dgm:prSet phldrT="[Text]"/>
      <dgm:spPr/>
      <dgm:t>
        <a:bodyPr/>
        <a:lstStyle/>
        <a:p>
          <a:r>
            <a:rPr lang="en-GB">
              <a:solidFill>
                <a:schemeClr val="tx2"/>
              </a:solidFill>
            </a:rPr>
            <a:t>XP</a:t>
          </a:r>
          <a:endParaRPr lang="en-GB" dirty="0">
            <a:solidFill>
              <a:schemeClr val="tx2"/>
            </a:solidFill>
          </a:endParaRPr>
        </a:p>
      </dgm:t>
    </dgm:pt>
    <dgm:pt modelId="{1A48A53A-E4BE-4CA5-BF6D-31A94E351593}" type="parTrans" cxnId="{B4A5BB9C-0FA6-499D-8E52-6A7716CEC128}">
      <dgm:prSet/>
      <dgm:spPr/>
      <dgm:t>
        <a:bodyPr/>
        <a:lstStyle/>
        <a:p>
          <a:endParaRPr lang="en-GB"/>
        </a:p>
      </dgm:t>
    </dgm:pt>
    <dgm:pt modelId="{5579EB54-D783-4529-A893-AA911A8E1E88}" type="sibTrans" cxnId="{B4A5BB9C-0FA6-499D-8E52-6A7716CEC128}">
      <dgm:prSet/>
      <dgm:spPr/>
      <dgm:t>
        <a:bodyPr/>
        <a:lstStyle/>
        <a:p>
          <a:endParaRPr lang="en-GB"/>
        </a:p>
      </dgm:t>
    </dgm:pt>
    <dgm:pt modelId="{C01B7783-1641-460C-876F-CA24FC4FA1E1}" type="pres">
      <dgm:prSet presAssocID="{5B6EAF9D-11B4-4F33-915B-88A9CCC34613}" presName="diagram" presStyleCnt="0">
        <dgm:presLayoutVars>
          <dgm:dir/>
          <dgm:resizeHandles val="exact"/>
        </dgm:presLayoutVars>
      </dgm:prSet>
      <dgm:spPr/>
    </dgm:pt>
    <dgm:pt modelId="{FBD3FCF7-22F1-4A3C-94D9-A5F582A9816F}" type="pres">
      <dgm:prSet presAssocID="{38C04ED6-257C-4F4B-A329-3E65273E108E}" presName="node" presStyleLbl="node1" presStyleIdx="0" presStyleCnt="7">
        <dgm:presLayoutVars>
          <dgm:bulletEnabled val="1"/>
        </dgm:presLayoutVars>
      </dgm:prSet>
      <dgm:spPr/>
    </dgm:pt>
    <dgm:pt modelId="{63A861A4-F1B5-401C-81F0-D48586F3596F}" type="pres">
      <dgm:prSet presAssocID="{395A8DBB-A889-4B84-9B24-B99A62B9A757}" presName="sibTrans" presStyleCnt="0"/>
      <dgm:spPr/>
    </dgm:pt>
    <dgm:pt modelId="{4E4DFF05-FB94-49EC-A2F9-AA8493F60F8F}" type="pres">
      <dgm:prSet presAssocID="{6E4635AB-AFCB-4655-8644-0C575F723CF6}" presName="node" presStyleLbl="node1" presStyleIdx="1" presStyleCnt="7">
        <dgm:presLayoutVars>
          <dgm:bulletEnabled val="1"/>
        </dgm:presLayoutVars>
      </dgm:prSet>
      <dgm:spPr/>
    </dgm:pt>
    <dgm:pt modelId="{CB8C8504-3917-4E88-BCA1-3984C7992E52}" type="pres">
      <dgm:prSet presAssocID="{12B42535-93F7-4737-A332-4E8A2EF45376}" presName="sibTrans" presStyleCnt="0"/>
      <dgm:spPr/>
    </dgm:pt>
    <dgm:pt modelId="{428BEEF1-D5D3-44FF-9FE7-68B15D30D245}" type="pres">
      <dgm:prSet presAssocID="{D899E208-9F88-416A-8EAA-800D5693ED44}" presName="node" presStyleLbl="node1" presStyleIdx="2" presStyleCnt="7">
        <dgm:presLayoutVars>
          <dgm:bulletEnabled val="1"/>
        </dgm:presLayoutVars>
      </dgm:prSet>
      <dgm:spPr/>
    </dgm:pt>
    <dgm:pt modelId="{7D0B7D82-9341-4E90-900D-C10662E63CA1}" type="pres">
      <dgm:prSet presAssocID="{8594506B-3066-44A9-983C-4C546B163722}" presName="sibTrans" presStyleCnt="0"/>
      <dgm:spPr/>
    </dgm:pt>
    <dgm:pt modelId="{97C9B988-F0CA-4695-B0FE-0873A4034B44}" type="pres">
      <dgm:prSet presAssocID="{CFFD69A0-264E-43EA-AB28-6DA85E18EC5E}" presName="node" presStyleLbl="node1" presStyleIdx="3" presStyleCnt="7">
        <dgm:presLayoutVars>
          <dgm:bulletEnabled val="1"/>
        </dgm:presLayoutVars>
      </dgm:prSet>
      <dgm:spPr/>
    </dgm:pt>
    <dgm:pt modelId="{9AFF7432-D577-4A44-9E77-E426EB6F887C}" type="pres">
      <dgm:prSet presAssocID="{D6B35E21-F5F8-41F5-B585-75A438893BC5}" presName="sibTrans" presStyleCnt="0"/>
      <dgm:spPr/>
    </dgm:pt>
    <dgm:pt modelId="{2479DAE4-94E4-4C2B-8D2D-38E10165ABE6}" type="pres">
      <dgm:prSet presAssocID="{F0A3CCAC-D98A-4EB9-8756-FE019CC0738B}" presName="node" presStyleLbl="node1" presStyleIdx="4" presStyleCnt="7">
        <dgm:presLayoutVars>
          <dgm:bulletEnabled val="1"/>
        </dgm:presLayoutVars>
      </dgm:prSet>
      <dgm:spPr/>
    </dgm:pt>
    <dgm:pt modelId="{3D0ADCB7-B660-4105-8130-1CC6760A1B7F}" type="pres">
      <dgm:prSet presAssocID="{7096FFCF-6071-4203-921D-8435E7ADF6D3}" presName="sibTrans" presStyleCnt="0"/>
      <dgm:spPr/>
    </dgm:pt>
    <dgm:pt modelId="{37F7AC88-EFC4-4272-A45C-1E48FD03A6DD}" type="pres">
      <dgm:prSet presAssocID="{6912B204-DEFB-4C36-97C5-CD376172A420}" presName="node" presStyleLbl="node1" presStyleIdx="5" presStyleCnt="7">
        <dgm:presLayoutVars>
          <dgm:bulletEnabled val="1"/>
        </dgm:presLayoutVars>
      </dgm:prSet>
      <dgm:spPr/>
    </dgm:pt>
    <dgm:pt modelId="{AE3EB32A-2700-4FEC-82C1-A1A83609B367}" type="pres">
      <dgm:prSet presAssocID="{D245B9BB-E1E8-4C67-AFC2-6D170294F5B1}" presName="sibTrans" presStyleCnt="0"/>
      <dgm:spPr/>
    </dgm:pt>
    <dgm:pt modelId="{F572272D-842D-4350-8885-4E85A5E8E2EA}" type="pres">
      <dgm:prSet presAssocID="{7C12F867-E88C-4552-AD05-FEF89429207E}" presName="node" presStyleLbl="node1" presStyleIdx="6" presStyleCnt="7">
        <dgm:presLayoutVars>
          <dgm:bulletEnabled val="1"/>
        </dgm:presLayoutVars>
      </dgm:prSet>
      <dgm:spPr/>
    </dgm:pt>
  </dgm:ptLst>
  <dgm:cxnLst>
    <dgm:cxn modelId="{B984D927-BA1D-4BD6-87EE-21D6A3665716}" type="presOf" srcId="{38C04ED6-257C-4F4B-A329-3E65273E108E}" destId="{FBD3FCF7-22F1-4A3C-94D9-A5F582A9816F}" srcOrd="0" destOrd="0" presId="urn:microsoft.com/office/officeart/2005/8/layout/default"/>
    <dgm:cxn modelId="{51B63633-B236-467C-8128-B3EB2459E704}" type="presOf" srcId="{F0A3CCAC-D98A-4EB9-8756-FE019CC0738B}" destId="{2479DAE4-94E4-4C2B-8D2D-38E10165ABE6}" srcOrd="0" destOrd="0" presId="urn:microsoft.com/office/officeart/2005/8/layout/default"/>
    <dgm:cxn modelId="{3FE0D838-721B-403C-BB61-DC5FFA8E7881}" type="presOf" srcId="{6E4635AB-AFCB-4655-8644-0C575F723CF6}" destId="{4E4DFF05-FB94-49EC-A2F9-AA8493F60F8F}" srcOrd="0" destOrd="0" presId="urn:microsoft.com/office/officeart/2005/8/layout/default"/>
    <dgm:cxn modelId="{34CD0A3A-E90E-4DE8-B4BA-7394050F1006}" type="presOf" srcId="{CFFD69A0-264E-43EA-AB28-6DA85E18EC5E}" destId="{97C9B988-F0CA-4695-B0FE-0873A4034B44}" srcOrd="0" destOrd="0" presId="urn:microsoft.com/office/officeart/2005/8/layout/default"/>
    <dgm:cxn modelId="{3002754F-C010-4D91-BB4A-6EF12B49318C}" type="presOf" srcId="{6912B204-DEFB-4C36-97C5-CD376172A420}" destId="{37F7AC88-EFC4-4272-A45C-1E48FD03A6DD}" srcOrd="0" destOrd="0" presId="urn:microsoft.com/office/officeart/2005/8/layout/default"/>
    <dgm:cxn modelId="{F7D04B5A-69E6-4EBD-8FBA-B6D8F08C680B}" srcId="{5B6EAF9D-11B4-4F33-915B-88A9CCC34613}" destId="{D899E208-9F88-416A-8EAA-800D5693ED44}" srcOrd="2" destOrd="0" parTransId="{336B6467-6930-4A0D-ADBD-2A8BEC81B726}" sibTransId="{8594506B-3066-44A9-983C-4C546B163722}"/>
    <dgm:cxn modelId="{34E6BF8B-91FD-4685-9503-004C871367BA}" type="presOf" srcId="{5B6EAF9D-11B4-4F33-915B-88A9CCC34613}" destId="{C01B7783-1641-460C-876F-CA24FC4FA1E1}" srcOrd="0" destOrd="0" presId="urn:microsoft.com/office/officeart/2005/8/layout/default"/>
    <dgm:cxn modelId="{3DDE3999-AB27-4B18-B5DC-7D30A2B4581D}" srcId="{5B6EAF9D-11B4-4F33-915B-88A9CCC34613}" destId="{38C04ED6-257C-4F4B-A329-3E65273E108E}" srcOrd="0" destOrd="0" parTransId="{B1E59548-437A-4F30-9641-7C568725BB86}" sibTransId="{395A8DBB-A889-4B84-9B24-B99A62B9A757}"/>
    <dgm:cxn modelId="{B4A5BB9C-0FA6-499D-8E52-6A7716CEC128}" srcId="{5B6EAF9D-11B4-4F33-915B-88A9CCC34613}" destId="{7C12F867-E88C-4552-AD05-FEF89429207E}" srcOrd="6" destOrd="0" parTransId="{1A48A53A-E4BE-4CA5-BF6D-31A94E351593}" sibTransId="{5579EB54-D783-4529-A893-AA911A8E1E88}"/>
    <dgm:cxn modelId="{6159CDA4-FA73-4E7F-A7EA-9C0D5E4AFB89}" srcId="{5B6EAF9D-11B4-4F33-915B-88A9CCC34613}" destId="{F0A3CCAC-D98A-4EB9-8756-FE019CC0738B}" srcOrd="4" destOrd="0" parTransId="{6EC66942-D9CB-4F32-A50A-6E120CA7922A}" sibTransId="{7096FFCF-6071-4203-921D-8435E7ADF6D3}"/>
    <dgm:cxn modelId="{7744CCCA-4ACB-4282-8DBE-EE4C25C1C19C}" srcId="{5B6EAF9D-11B4-4F33-915B-88A9CCC34613}" destId="{6912B204-DEFB-4C36-97C5-CD376172A420}" srcOrd="5" destOrd="0" parTransId="{9BF80BA6-7938-4F1C-A0EF-7BC3FF03CD26}" sibTransId="{D245B9BB-E1E8-4C67-AFC2-6D170294F5B1}"/>
    <dgm:cxn modelId="{57FEE2CC-B76B-48A9-B585-968142B42863}" srcId="{5B6EAF9D-11B4-4F33-915B-88A9CCC34613}" destId="{6E4635AB-AFCB-4655-8644-0C575F723CF6}" srcOrd="1" destOrd="0" parTransId="{E0595721-63E0-421D-B7FB-FA7DA1F3D4D0}" sibTransId="{12B42535-93F7-4737-A332-4E8A2EF45376}"/>
    <dgm:cxn modelId="{F333C4DD-FEE6-489F-B450-74E81477F2B2}" type="presOf" srcId="{7C12F867-E88C-4552-AD05-FEF89429207E}" destId="{F572272D-842D-4350-8885-4E85A5E8E2EA}" srcOrd="0" destOrd="0" presId="urn:microsoft.com/office/officeart/2005/8/layout/default"/>
    <dgm:cxn modelId="{0BD140E3-6C5A-4DB5-B021-1C414303F194}" srcId="{5B6EAF9D-11B4-4F33-915B-88A9CCC34613}" destId="{CFFD69A0-264E-43EA-AB28-6DA85E18EC5E}" srcOrd="3" destOrd="0" parTransId="{980FE653-693D-4F64-BE38-D2A72DAD98EE}" sibTransId="{D6B35E21-F5F8-41F5-B585-75A438893BC5}"/>
    <dgm:cxn modelId="{9E2A29FD-937B-4C0B-8895-2D10F41B015E}" type="presOf" srcId="{D899E208-9F88-416A-8EAA-800D5693ED44}" destId="{428BEEF1-D5D3-44FF-9FE7-68B15D30D245}" srcOrd="0" destOrd="0" presId="urn:microsoft.com/office/officeart/2005/8/layout/default"/>
    <dgm:cxn modelId="{E45F882C-1273-4381-80A3-8F2742274D74}" type="presParOf" srcId="{C01B7783-1641-460C-876F-CA24FC4FA1E1}" destId="{FBD3FCF7-22F1-4A3C-94D9-A5F582A9816F}" srcOrd="0" destOrd="0" presId="urn:microsoft.com/office/officeart/2005/8/layout/default"/>
    <dgm:cxn modelId="{FC178C47-4CF7-47CB-87DC-C97C86AEBBC5}" type="presParOf" srcId="{C01B7783-1641-460C-876F-CA24FC4FA1E1}" destId="{63A861A4-F1B5-401C-81F0-D48586F3596F}" srcOrd="1" destOrd="0" presId="urn:microsoft.com/office/officeart/2005/8/layout/default"/>
    <dgm:cxn modelId="{505851C6-A88F-4169-BBC9-E0FCA29AF1B2}" type="presParOf" srcId="{C01B7783-1641-460C-876F-CA24FC4FA1E1}" destId="{4E4DFF05-FB94-49EC-A2F9-AA8493F60F8F}" srcOrd="2" destOrd="0" presId="urn:microsoft.com/office/officeart/2005/8/layout/default"/>
    <dgm:cxn modelId="{172116CD-B97E-4F61-899E-084C0556D39F}" type="presParOf" srcId="{C01B7783-1641-460C-876F-CA24FC4FA1E1}" destId="{CB8C8504-3917-4E88-BCA1-3984C7992E52}" srcOrd="3" destOrd="0" presId="urn:microsoft.com/office/officeart/2005/8/layout/default"/>
    <dgm:cxn modelId="{81A915A6-B40B-42A5-B3FD-0ED43FBA42C0}" type="presParOf" srcId="{C01B7783-1641-460C-876F-CA24FC4FA1E1}" destId="{428BEEF1-D5D3-44FF-9FE7-68B15D30D245}" srcOrd="4" destOrd="0" presId="urn:microsoft.com/office/officeart/2005/8/layout/default"/>
    <dgm:cxn modelId="{17433239-F439-4307-9210-E10EB2B8ABDE}" type="presParOf" srcId="{C01B7783-1641-460C-876F-CA24FC4FA1E1}" destId="{7D0B7D82-9341-4E90-900D-C10662E63CA1}" srcOrd="5" destOrd="0" presId="urn:microsoft.com/office/officeart/2005/8/layout/default"/>
    <dgm:cxn modelId="{D4CB1980-5AFE-41B6-BFA0-1BE43D3AFB63}" type="presParOf" srcId="{C01B7783-1641-460C-876F-CA24FC4FA1E1}" destId="{97C9B988-F0CA-4695-B0FE-0873A4034B44}" srcOrd="6" destOrd="0" presId="urn:microsoft.com/office/officeart/2005/8/layout/default"/>
    <dgm:cxn modelId="{764A1971-5618-406E-B1B8-A172A2810420}" type="presParOf" srcId="{C01B7783-1641-460C-876F-CA24FC4FA1E1}" destId="{9AFF7432-D577-4A44-9E77-E426EB6F887C}" srcOrd="7" destOrd="0" presId="urn:microsoft.com/office/officeart/2005/8/layout/default"/>
    <dgm:cxn modelId="{4A703C78-D0AF-4EB7-AFB2-8AC02163220E}" type="presParOf" srcId="{C01B7783-1641-460C-876F-CA24FC4FA1E1}" destId="{2479DAE4-94E4-4C2B-8D2D-38E10165ABE6}" srcOrd="8" destOrd="0" presId="urn:microsoft.com/office/officeart/2005/8/layout/default"/>
    <dgm:cxn modelId="{272A56AD-6DC8-4D01-BA35-12434E3C5FFC}" type="presParOf" srcId="{C01B7783-1641-460C-876F-CA24FC4FA1E1}" destId="{3D0ADCB7-B660-4105-8130-1CC6760A1B7F}" srcOrd="9" destOrd="0" presId="urn:microsoft.com/office/officeart/2005/8/layout/default"/>
    <dgm:cxn modelId="{CF43C940-4BA9-4506-AE40-29E4B4F2A29E}" type="presParOf" srcId="{C01B7783-1641-460C-876F-CA24FC4FA1E1}" destId="{37F7AC88-EFC4-4272-A45C-1E48FD03A6DD}" srcOrd="10" destOrd="0" presId="urn:microsoft.com/office/officeart/2005/8/layout/default"/>
    <dgm:cxn modelId="{66452733-146C-428F-8DC0-75828496C4D0}" type="presParOf" srcId="{C01B7783-1641-460C-876F-CA24FC4FA1E1}" destId="{AE3EB32A-2700-4FEC-82C1-A1A83609B367}" srcOrd="11" destOrd="0" presId="urn:microsoft.com/office/officeart/2005/8/layout/default"/>
    <dgm:cxn modelId="{AEE72CCF-D772-4E96-861F-54298F7802F5}" type="presParOf" srcId="{C01B7783-1641-460C-876F-CA24FC4FA1E1}" destId="{F572272D-842D-4350-8885-4E85A5E8E2EA}"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65EDCFC-C02B-415B-9E46-124DEFF7A31B}" type="doc">
      <dgm:prSet loTypeId="urn:microsoft.com/office/officeart/2005/8/layout/default" loCatId="list" qsTypeId="urn:microsoft.com/office/officeart/2005/8/quickstyle/simple1" qsCatId="simple" csTypeId="urn:microsoft.com/office/officeart/2005/8/colors/accent0_1" csCatId="mainScheme" phldr="1"/>
      <dgm:spPr/>
      <dgm:t>
        <a:bodyPr/>
        <a:lstStyle/>
        <a:p>
          <a:endParaRPr lang="en-GB"/>
        </a:p>
      </dgm:t>
    </dgm:pt>
    <dgm:pt modelId="{CDA56E2D-6199-4532-A7E0-E62981C2F418}">
      <dgm:prSet phldrT="[Text]"/>
      <dgm:spPr>
        <a:ln w="25400"/>
      </dgm:spPr>
      <dgm:t>
        <a:bodyPr/>
        <a:lstStyle/>
        <a:p>
          <a:r>
            <a:rPr lang="en-GB" dirty="0"/>
            <a:t>SCRUM</a:t>
          </a:r>
        </a:p>
      </dgm:t>
    </dgm:pt>
    <dgm:pt modelId="{0D89615C-18B7-4A4C-83BB-EBE126260C34}" type="parTrans" cxnId="{9AE00549-6B8B-4BF2-8581-75F36E1CC9EA}">
      <dgm:prSet/>
      <dgm:spPr/>
      <dgm:t>
        <a:bodyPr/>
        <a:lstStyle/>
        <a:p>
          <a:endParaRPr lang="en-GB"/>
        </a:p>
      </dgm:t>
    </dgm:pt>
    <dgm:pt modelId="{D3C4B4FC-12CD-40A1-B454-A43BEC6DF30D}" type="sibTrans" cxnId="{9AE00549-6B8B-4BF2-8581-75F36E1CC9EA}">
      <dgm:prSet/>
      <dgm:spPr/>
      <dgm:t>
        <a:bodyPr/>
        <a:lstStyle/>
        <a:p>
          <a:endParaRPr lang="en-GB"/>
        </a:p>
      </dgm:t>
    </dgm:pt>
    <dgm:pt modelId="{1133B87F-4EEB-46BD-BDBF-F511D7E1B17E}">
      <dgm:prSet phldrT="[Text]"/>
      <dgm:spPr>
        <a:ln w="25400"/>
      </dgm:spPr>
      <dgm:t>
        <a:bodyPr/>
        <a:lstStyle/>
        <a:p>
          <a:r>
            <a:rPr lang="en-GB" dirty="0"/>
            <a:t>Kanban</a:t>
          </a:r>
        </a:p>
      </dgm:t>
    </dgm:pt>
    <dgm:pt modelId="{17914351-B506-48DF-AD2A-4E31C0711395}" type="parTrans" cxnId="{3DE70EC3-C0E4-4E64-B9E4-1B6B1499B1F3}">
      <dgm:prSet/>
      <dgm:spPr/>
      <dgm:t>
        <a:bodyPr/>
        <a:lstStyle/>
        <a:p>
          <a:endParaRPr lang="en-GB"/>
        </a:p>
      </dgm:t>
    </dgm:pt>
    <dgm:pt modelId="{8407A819-B160-48E1-9B50-7FBA66B3F9C7}" type="sibTrans" cxnId="{3DE70EC3-C0E4-4E64-B9E4-1B6B1499B1F3}">
      <dgm:prSet/>
      <dgm:spPr/>
      <dgm:t>
        <a:bodyPr/>
        <a:lstStyle/>
        <a:p>
          <a:endParaRPr lang="en-GB"/>
        </a:p>
      </dgm:t>
    </dgm:pt>
    <dgm:pt modelId="{42C9EB99-D976-4BFD-A56C-9E363E79E484}" type="pres">
      <dgm:prSet presAssocID="{765EDCFC-C02B-415B-9E46-124DEFF7A31B}" presName="diagram" presStyleCnt="0">
        <dgm:presLayoutVars>
          <dgm:dir/>
          <dgm:resizeHandles val="exact"/>
        </dgm:presLayoutVars>
      </dgm:prSet>
      <dgm:spPr/>
    </dgm:pt>
    <dgm:pt modelId="{7C900555-4265-4C4D-89F6-DBF55EE1F8E3}" type="pres">
      <dgm:prSet presAssocID="{CDA56E2D-6199-4532-A7E0-E62981C2F418}" presName="node" presStyleLbl="node1" presStyleIdx="0" presStyleCnt="2">
        <dgm:presLayoutVars>
          <dgm:bulletEnabled val="1"/>
        </dgm:presLayoutVars>
      </dgm:prSet>
      <dgm:spPr/>
    </dgm:pt>
    <dgm:pt modelId="{525FC578-D939-481B-B320-AEAD42C521C6}" type="pres">
      <dgm:prSet presAssocID="{D3C4B4FC-12CD-40A1-B454-A43BEC6DF30D}" presName="sibTrans" presStyleCnt="0"/>
      <dgm:spPr/>
    </dgm:pt>
    <dgm:pt modelId="{575615F9-44FD-4E53-9267-66EF0C18FF03}" type="pres">
      <dgm:prSet presAssocID="{1133B87F-4EEB-46BD-BDBF-F511D7E1B17E}" presName="node" presStyleLbl="node1" presStyleIdx="1" presStyleCnt="2">
        <dgm:presLayoutVars>
          <dgm:bulletEnabled val="1"/>
        </dgm:presLayoutVars>
      </dgm:prSet>
      <dgm:spPr/>
    </dgm:pt>
  </dgm:ptLst>
  <dgm:cxnLst>
    <dgm:cxn modelId="{426C8F3D-B5EE-437F-AD0C-747949792112}" type="presOf" srcId="{CDA56E2D-6199-4532-A7E0-E62981C2F418}" destId="{7C900555-4265-4C4D-89F6-DBF55EE1F8E3}" srcOrd="0" destOrd="0" presId="urn:microsoft.com/office/officeart/2005/8/layout/default"/>
    <dgm:cxn modelId="{33F3DC62-1008-4D23-AAFD-F79BCF3C2FB0}" type="presOf" srcId="{765EDCFC-C02B-415B-9E46-124DEFF7A31B}" destId="{42C9EB99-D976-4BFD-A56C-9E363E79E484}" srcOrd="0" destOrd="0" presId="urn:microsoft.com/office/officeart/2005/8/layout/default"/>
    <dgm:cxn modelId="{9AE00549-6B8B-4BF2-8581-75F36E1CC9EA}" srcId="{765EDCFC-C02B-415B-9E46-124DEFF7A31B}" destId="{CDA56E2D-6199-4532-A7E0-E62981C2F418}" srcOrd="0" destOrd="0" parTransId="{0D89615C-18B7-4A4C-83BB-EBE126260C34}" sibTransId="{D3C4B4FC-12CD-40A1-B454-A43BEC6DF30D}"/>
    <dgm:cxn modelId="{01B22176-DD34-4B7A-BE46-639FCD200187}" type="presOf" srcId="{1133B87F-4EEB-46BD-BDBF-F511D7E1B17E}" destId="{575615F9-44FD-4E53-9267-66EF0C18FF03}" srcOrd="0" destOrd="0" presId="urn:microsoft.com/office/officeart/2005/8/layout/default"/>
    <dgm:cxn modelId="{3DE70EC3-C0E4-4E64-B9E4-1B6B1499B1F3}" srcId="{765EDCFC-C02B-415B-9E46-124DEFF7A31B}" destId="{1133B87F-4EEB-46BD-BDBF-F511D7E1B17E}" srcOrd="1" destOrd="0" parTransId="{17914351-B506-48DF-AD2A-4E31C0711395}" sibTransId="{8407A819-B160-48E1-9B50-7FBA66B3F9C7}"/>
    <dgm:cxn modelId="{01813F2E-4030-4FB4-B954-63F24BA0FC52}" type="presParOf" srcId="{42C9EB99-D976-4BFD-A56C-9E363E79E484}" destId="{7C900555-4265-4C4D-89F6-DBF55EE1F8E3}" srcOrd="0" destOrd="0" presId="urn:microsoft.com/office/officeart/2005/8/layout/default"/>
    <dgm:cxn modelId="{39DDDC90-56FB-434C-9F75-B59A4C369589}" type="presParOf" srcId="{42C9EB99-D976-4BFD-A56C-9E363E79E484}" destId="{525FC578-D939-481B-B320-AEAD42C521C6}" srcOrd="1" destOrd="0" presId="urn:microsoft.com/office/officeart/2005/8/layout/default"/>
    <dgm:cxn modelId="{D576A7F8-934F-4377-83B3-58011E043FE6}" type="presParOf" srcId="{42C9EB99-D976-4BFD-A56C-9E363E79E484}" destId="{575615F9-44FD-4E53-9267-66EF0C18FF03}"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B18D914C-1C18-46DA-89AB-6D8D0AD8FCFC}" type="doc">
      <dgm:prSet loTypeId="urn:microsoft.com/office/officeart/2005/8/layout/default" loCatId="list" qsTypeId="urn:microsoft.com/office/officeart/2005/8/quickstyle/simple1" qsCatId="simple" csTypeId="urn:microsoft.com/office/officeart/2005/8/colors/accent0_1" csCatId="mainScheme" phldr="1"/>
      <dgm:spPr/>
      <dgm:t>
        <a:bodyPr/>
        <a:lstStyle/>
        <a:p>
          <a:endParaRPr lang="en-GB"/>
        </a:p>
      </dgm:t>
    </dgm:pt>
    <dgm:pt modelId="{8A7BF149-9134-4A4A-B624-DB0E34DCB89F}">
      <dgm:prSet phldrT="[Text]"/>
      <dgm:spPr>
        <a:ln w="25400"/>
      </dgm:spPr>
      <dgm:t>
        <a:bodyPr/>
        <a:lstStyle/>
        <a:p>
          <a:r>
            <a:rPr lang="en-GB" dirty="0"/>
            <a:t>Roles &amp; Responsibilities</a:t>
          </a:r>
        </a:p>
      </dgm:t>
    </dgm:pt>
    <dgm:pt modelId="{E205905D-BC8C-4DCB-81A8-A7AD620BB4F4}" type="parTrans" cxnId="{1677D320-3DC8-4C56-B4FF-AD8183E358E8}">
      <dgm:prSet/>
      <dgm:spPr/>
      <dgm:t>
        <a:bodyPr/>
        <a:lstStyle/>
        <a:p>
          <a:endParaRPr lang="en-GB"/>
        </a:p>
      </dgm:t>
    </dgm:pt>
    <dgm:pt modelId="{17CF9074-BDFB-4F66-8C54-896C5B357F2F}" type="sibTrans" cxnId="{1677D320-3DC8-4C56-B4FF-AD8183E358E8}">
      <dgm:prSet/>
      <dgm:spPr/>
      <dgm:t>
        <a:bodyPr/>
        <a:lstStyle/>
        <a:p>
          <a:endParaRPr lang="en-GB"/>
        </a:p>
      </dgm:t>
    </dgm:pt>
    <dgm:pt modelId="{61AABA80-12D6-402E-BDD0-82D94DC2ADDD}">
      <dgm:prSet phldrT="[Text]"/>
      <dgm:spPr>
        <a:ln w="25400"/>
      </dgm:spPr>
      <dgm:t>
        <a:bodyPr/>
        <a:lstStyle/>
        <a:p>
          <a:r>
            <a:rPr lang="en-GB" dirty="0"/>
            <a:t>Events</a:t>
          </a:r>
        </a:p>
      </dgm:t>
    </dgm:pt>
    <dgm:pt modelId="{FA73073C-E19A-4D57-BBD8-8BC46D00E40D}" type="parTrans" cxnId="{AB2C13C3-7747-4350-AB33-4A2C5AE1EC32}">
      <dgm:prSet/>
      <dgm:spPr/>
      <dgm:t>
        <a:bodyPr/>
        <a:lstStyle/>
        <a:p>
          <a:endParaRPr lang="en-GB"/>
        </a:p>
      </dgm:t>
    </dgm:pt>
    <dgm:pt modelId="{633C5267-2301-4199-8B88-E403F304535A}" type="sibTrans" cxnId="{AB2C13C3-7747-4350-AB33-4A2C5AE1EC32}">
      <dgm:prSet/>
      <dgm:spPr/>
      <dgm:t>
        <a:bodyPr/>
        <a:lstStyle/>
        <a:p>
          <a:endParaRPr lang="en-GB"/>
        </a:p>
      </dgm:t>
    </dgm:pt>
    <dgm:pt modelId="{E30265ED-7554-4334-A288-9C2CC2288614}">
      <dgm:prSet phldrT="[Text]"/>
      <dgm:spPr>
        <a:ln w="25400"/>
      </dgm:spPr>
      <dgm:t>
        <a:bodyPr/>
        <a:lstStyle/>
        <a:p>
          <a:r>
            <a:rPr lang="en-GB" dirty="0"/>
            <a:t>Artifacts</a:t>
          </a:r>
        </a:p>
      </dgm:t>
    </dgm:pt>
    <dgm:pt modelId="{C3F6D7BD-770C-4BFF-B01F-5BFBCAE340A3}" type="parTrans" cxnId="{9775A29C-985D-4274-AB99-DB1322C70696}">
      <dgm:prSet/>
      <dgm:spPr/>
      <dgm:t>
        <a:bodyPr/>
        <a:lstStyle/>
        <a:p>
          <a:endParaRPr lang="en-GB"/>
        </a:p>
      </dgm:t>
    </dgm:pt>
    <dgm:pt modelId="{3FFD32D9-4C59-46E6-B8A9-A205682B0009}" type="sibTrans" cxnId="{9775A29C-985D-4274-AB99-DB1322C70696}">
      <dgm:prSet/>
      <dgm:spPr/>
      <dgm:t>
        <a:bodyPr/>
        <a:lstStyle/>
        <a:p>
          <a:endParaRPr lang="en-GB"/>
        </a:p>
      </dgm:t>
    </dgm:pt>
    <dgm:pt modelId="{06DFDFA0-E19F-4584-B469-E6A2ED921F85}">
      <dgm:prSet phldrT="[Text]"/>
      <dgm:spPr>
        <a:ln w="25400"/>
      </dgm:spPr>
      <dgm:t>
        <a:bodyPr/>
        <a:lstStyle/>
        <a:p>
          <a:r>
            <a:rPr lang="en-GB" dirty="0"/>
            <a:t>Anything else of Interest</a:t>
          </a:r>
        </a:p>
      </dgm:t>
    </dgm:pt>
    <dgm:pt modelId="{E152D3C1-9167-4B83-B482-83521D8FD707}" type="parTrans" cxnId="{D6B16145-4209-4A09-9039-45BCB21EEA03}">
      <dgm:prSet/>
      <dgm:spPr/>
      <dgm:t>
        <a:bodyPr/>
        <a:lstStyle/>
        <a:p>
          <a:endParaRPr lang="en-GB"/>
        </a:p>
      </dgm:t>
    </dgm:pt>
    <dgm:pt modelId="{A0924E5F-0210-41D6-9C07-44047868C593}" type="sibTrans" cxnId="{D6B16145-4209-4A09-9039-45BCB21EEA03}">
      <dgm:prSet/>
      <dgm:spPr/>
      <dgm:t>
        <a:bodyPr/>
        <a:lstStyle/>
        <a:p>
          <a:endParaRPr lang="en-GB"/>
        </a:p>
      </dgm:t>
    </dgm:pt>
    <dgm:pt modelId="{951FF753-FD8A-4E27-B9C8-A8D5083D80F4}">
      <dgm:prSet phldrT="[Text]"/>
      <dgm:spPr>
        <a:ln w="25400"/>
      </dgm:spPr>
      <dgm:t>
        <a:bodyPr/>
        <a:lstStyle/>
        <a:p>
          <a:r>
            <a:rPr lang="en-GB" dirty="0"/>
            <a:t>Overview</a:t>
          </a:r>
        </a:p>
      </dgm:t>
    </dgm:pt>
    <dgm:pt modelId="{0E6C42FE-189F-4931-B496-A2416DD4EAE8}" type="parTrans" cxnId="{F26A84D9-D928-4553-B091-8772ADE65B94}">
      <dgm:prSet/>
      <dgm:spPr/>
      <dgm:t>
        <a:bodyPr/>
        <a:lstStyle/>
        <a:p>
          <a:endParaRPr lang="en-GB"/>
        </a:p>
      </dgm:t>
    </dgm:pt>
    <dgm:pt modelId="{FA6C2F0C-D799-4558-BC4B-7EFF19D1F63C}" type="sibTrans" cxnId="{F26A84D9-D928-4553-B091-8772ADE65B94}">
      <dgm:prSet/>
      <dgm:spPr/>
      <dgm:t>
        <a:bodyPr/>
        <a:lstStyle/>
        <a:p>
          <a:endParaRPr lang="en-GB"/>
        </a:p>
      </dgm:t>
    </dgm:pt>
    <dgm:pt modelId="{621C765C-E729-4613-AC9B-650C36489A36}">
      <dgm:prSet phldrT="[Text]"/>
      <dgm:spPr>
        <a:ln w="25400"/>
      </dgm:spPr>
      <dgm:t>
        <a:bodyPr/>
        <a:lstStyle/>
        <a:p>
          <a:r>
            <a:rPr lang="en-GB"/>
            <a:t>History</a:t>
          </a:r>
          <a:endParaRPr lang="en-GB" dirty="0"/>
        </a:p>
      </dgm:t>
    </dgm:pt>
    <dgm:pt modelId="{070964CA-F237-46A4-8457-F34E19593CC8}" type="parTrans" cxnId="{5094CEA6-6B0C-4C0A-BE2C-3AF4BB4C59BA}">
      <dgm:prSet/>
      <dgm:spPr/>
      <dgm:t>
        <a:bodyPr/>
        <a:lstStyle/>
        <a:p>
          <a:endParaRPr lang="en-GB"/>
        </a:p>
      </dgm:t>
    </dgm:pt>
    <dgm:pt modelId="{06398966-F0D1-47B7-BA9A-127B3F9BE8CE}" type="sibTrans" cxnId="{5094CEA6-6B0C-4C0A-BE2C-3AF4BB4C59BA}">
      <dgm:prSet/>
      <dgm:spPr/>
      <dgm:t>
        <a:bodyPr/>
        <a:lstStyle/>
        <a:p>
          <a:endParaRPr lang="en-GB"/>
        </a:p>
      </dgm:t>
    </dgm:pt>
    <dgm:pt modelId="{EEB756DB-5D14-4C35-AD03-517846A42BC5}">
      <dgm:prSet phldrT="[Text]"/>
      <dgm:spPr>
        <a:ln w="25400"/>
      </dgm:spPr>
      <dgm:t>
        <a:bodyPr/>
        <a:lstStyle/>
        <a:p>
          <a:r>
            <a:rPr lang="en-GB" dirty="0"/>
            <a:t>Overall Process/Practices</a:t>
          </a:r>
        </a:p>
      </dgm:t>
    </dgm:pt>
    <dgm:pt modelId="{2E026CD2-BF22-41B8-B84A-3758AB8E5C0A}" type="parTrans" cxnId="{E1EF9C83-B99D-43F0-9E1F-5D93A65BD545}">
      <dgm:prSet/>
      <dgm:spPr/>
      <dgm:t>
        <a:bodyPr/>
        <a:lstStyle/>
        <a:p>
          <a:endParaRPr lang="en-GB"/>
        </a:p>
      </dgm:t>
    </dgm:pt>
    <dgm:pt modelId="{0EECC666-94D9-4B4E-AD58-E328F4D2A4BC}" type="sibTrans" cxnId="{E1EF9C83-B99D-43F0-9E1F-5D93A65BD545}">
      <dgm:prSet/>
      <dgm:spPr/>
      <dgm:t>
        <a:bodyPr/>
        <a:lstStyle/>
        <a:p>
          <a:endParaRPr lang="en-GB"/>
        </a:p>
      </dgm:t>
    </dgm:pt>
    <dgm:pt modelId="{239C8350-5B99-479F-9B1D-C4497F61D1DF}" type="pres">
      <dgm:prSet presAssocID="{B18D914C-1C18-46DA-89AB-6D8D0AD8FCFC}" presName="diagram" presStyleCnt="0">
        <dgm:presLayoutVars>
          <dgm:dir/>
          <dgm:resizeHandles val="exact"/>
        </dgm:presLayoutVars>
      </dgm:prSet>
      <dgm:spPr/>
    </dgm:pt>
    <dgm:pt modelId="{95E1517D-87EF-4EBB-BAD5-94658FE8731C}" type="pres">
      <dgm:prSet presAssocID="{951FF753-FD8A-4E27-B9C8-A8D5083D80F4}" presName="node" presStyleLbl="node1" presStyleIdx="0" presStyleCnt="7">
        <dgm:presLayoutVars>
          <dgm:bulletEnabled val="1"/>
        </dgm:presLayoutVars>
      </dgm:prSet>
      <dgm:spPr/>
    </dgm:pt>
    <dgm:pt modelId="{34F19B00-F3DD-4C32-ABEC-DEB8258DF21F}" type="pres">
      <dgm:prSet presAssocID="{FA6C2F0C-D799-4558-BC4B-7EFF19D1F63C}" presName="sibTrans" presStyleCnt="0"/>
      <dgm:spPr/>
    </dgm:pt>
    <dgm:pt modelId="{B6A6FAA8-1B44-40CC-B725-0DB2617CAFC4}" type="pres">
      <dgm:prSet presAssocID="{621C765C-E729-4613-AC9B-650C36489A36}" presName="node" presStyleLbl="node1" presStyleIdx="1" presStyleCnt="7">
        <dgm:presLayoutVars>
          <dgm:bulletEnabled val="1"/>
        </dgm:presLayoutVars>
      </dgm:prSet>
      <dgm:spPr/>
    </dgm:pt>
    <dgm:pt modelId="{E9430FEC-F4EF-426D-AE43-4A8FB77B7214}" type="pres">
      <dgm:prSet presAssocID="{06398966-F0D1-47B7-BA9A-127B3F9BE8CE}" presName="sibTrans" presStyleCnt="0"/>
      <dgm:spPr/>
    </dgm:pt>
    <dgm:pt modelId="{7320906E-8CCF-46B5-A7E1-DB4AC3FC0837}" type="pres">
      <dgm:prSet presAssocID="{8A7BF149-9134-4A4A-B624-DB0E34DCB89F}" presName="node" presStyleLbl="node1" presStyleIdx="2" presStyleCnt="7">
        <dgm:presLayoutVars>
          <dgm:bulletEnabled val="1"/>
        </dgm:presLayoutVars>
      </dgm:prSet>
      <dgm:spPr/>
    </dgm:pt>
    <dgm:pt modelId="{22574FD9-ECF0-4770-BF83-3BB9DD42E207}" type="pres">
      <dgm:prSet presAssocID="{17CF9074-BDFB-4F66-8C54-896C5B357F2F}" presName="sibTrans" presStyleCnt="0"/>
      <dgm:spPr/>
    </dgm:pt>
    <dgm:pt modelId="{16ADBD71-F80D-4B5F-869B-A19CB20CB74F}" type="pres">
      <dgm:prSet presAssocID="{61AABA80-12D6-402E-BDD0-82D94DC2ADDD}" presName="node" presStyleLbl="node1" presStyleIdx="3" presStyleCnt="7">
        <dgm:presLayoutVars>
          <dgm:bulletEnabled val="1"/>
        </dgm:presLayoutVars>
      </dgm:prSet>
      <dgm:spPr/>
    </dgm:pt>
    <dgm:pt modelId="{9E545BFF-B489-43D3-B5E4-3BC9A5295BC5}" type="pres">
      <dgm:prSet presAssocID="{633C5267-2301-4199-8B88-E403F304535A}" presName="sibTrans" presStyleCnt="0"/>
      <dgm:spPr/>
    </dgm:pt>
    <dgm:pt modelId="{D6746433-4A1F-4D98-B8CF-F47770646AC8}" type="pres">
      <dgm:prSet presAssocID="{E30265ED-7554-4334-A288-9C2CC2288614}" presName="node" presStyleLbl="node1" presStyleIdx="4" presStyleCnt="7">
        <dgm:presLayoutVars>
          <dgm:bulletEnabled val="1"/>
        </dgm:presLayoutVars>
      </dgm:prSet>
      <dgm:spPr/>
    </dgm:pt>
    <dgm:pt modelId="{E2997FE0-5356-48E9-A2F9-399CEDEB2890}" type="pres">
      <dgm:prSet presAssocID="{3FFD32D9-4C59-46E6-B8A9-A205682B0009}" presName="sibTrans" presStyleCnt="0"/>
      <dgm:spPr/>
    </dgm:pt>
    <dgm:pt modelId="{55C81EA6-67B5-4167-9EDB-25CCDE151D08}" type="pres">
      <dgm:prSet presAssocID="{EEB756DB-5D14-4C35-AD03-517846A42BC5}" presName="node" presStyleLbl="node1" presStyleIdx="5" presStyleCnt="7">
        <dgm:presLayoutVars>
          <dgm:bulletEnabled val="1"/>
        </dgm:presLayoutVars>
      </dgm:prSet>
      <dgm:spPr/>
    </dgm:pt>
    <dgm:pt modelId="{5A128D79-3D82-4292-BC45-D513AF2E03A3}" type="pres">
      <dgm:prSet presAssocID="{0EECC666-94D9-4B4E-AD58-E328F4D2A4BC}" presName="sibTrans" presStyleCnt="0"/>
      <dgm:spPr/>
    </dgm:pt>
    <dgm:pt modelId="{C2F6796A-EF46-4A11-B7D8-A7A6B032B408}" type="pres">
      <dgm:prSet presAssocID="{06DFDFA0-E19F-4584-B469-E6A2ED921F85}" presName="node" presStyleLbl="node1" presStyleIdx="6" presStyleCnt="7">
        <dgm:presLayoutVars>
          <dgm:bulletEnabled val="1"/>
        </dgm:presLayoutVars>
      </dgm:prSet>
      <dgm:spPr/>
    </dgm:pt>
  </dgm:ptLst>
  <dgm:cxnLst>
    <dgm:cxn modelId="{4EB4A71A-3238-4FB4-8DB9-2A023C9362DB}" type="presOf" srcId="{621C765C-E729-4613-AC9B-650C36489A36}" destId="{B6A6FAA8-1B44-40CC-B725-0DB2617CAFC4}" srcOrd="0" destOrd="0" presId="urn:microsoft.com/office/officeart/2005/8/layout/default"/>
    <dgm:cxn modelId="{1677D320-3DC8-4C56-B4FF-AD8183E358E8}" srcId="{B18D914C-1C18-46DA-89AB-6D8D0AD8FCFC}" destId="{8A7BF149-9134-4A4A-B624-DB0E34DCB89F}" srcOrd="2" destOrd="0" parTransId="{E205905D-BC8C-4DCB-81A8-A7AD620BB4F4}" sibTransId="{17CF9074-BDFB-4F66-8C54-896C5B357F2F}"/>
    <dgm:cxn modelId="{053CE72C-A25D-434B-A169-C61487AE4B00}" type="presOf" srcId="{B18D914C-1C18-46DA-89AB-6D8D0AD8FCFC}" destId="{239C8350-5B99-479F-9B1D-C4497F61D1DF}" srcOrd="0" destOrd="0" presId="urn:microsoft.com/office/officeart/2005/8/layout/default"/>
    <dgm:cxn modelId="{004F933C-77C0-496B-9A65-52C0872BF004}" type="presOf" srcId="{E30265ED-7554-4334-A288-9C2CC2288614}" destId="{D6746433-4A1F-4D98-B8CF-F47770646AC8}" srcOrd="0" destOrd="0" presId="urn:microsoft.com/office/officeart/2005/8/layout/default"/>
    <dgm:cxn modelId="{F45CEF5E-E765-42BD-874F-52355FA24355}" type="presOf" srcId="{61AABA80-12D6-402E-BDD0-82D94DC2ADDD}" destId="{16ADBD71-F80D-4B5F-869B-A19CB20CB74F}" srcOrd="0" destOrd="0" presId="urn:microsoft.com/office/officeart/2005/8/layout/default"/>
    <dgm:cxn modelId="{D6B16145-4209-4A09-9039-45BCB21EEA03}" srcId="{B18D914C-1C18-46DA-89AB-6D8D0AD8FCFC}" destId="{06DFDFA0-E19F-4584-B469-E6A2ED921F85}" srcOrd="6" destOrd="0" parTransId="{E152D3C1-9167-4B83-B482-83521D8FD707}" sibTransId="{A0924E5F-0210-41D6-9C07-44047868C593}"/>
    <dgm:cxn modelId="{67FED051-2A0E-41A9-8584-BFA49981EC89}" type="presOf" srcId="{EEB756DB-5D14-4C35-AD03-517846A42BC5}" destId="{55C81EA6-67B5-4167-9EDB-25CCDE151D08}" srcOrd="0" destOrd="0" presId="urn:microsoft.com/office/officeart/2005/8/layout/default"/>
    <dgm:cxn modelId="{E1EF9C83-B99D-43F0-9E1F-5D93A65BD545}" srcId="{B18D914C-1C18-46DA-89AB-6D8D0AD8FCFC}" destId="{EEB756DB-5D14-4C35-AD03-517846A42BC5}" srcOrd="5" destOrd="0" parTransId="{2E026CD2-BF22-41B8-B84A-3758AB8E5C0A}" sibTransId="{0EECC666-94D9-4B4E-AD58-E328F4D2A4BC}"/>
    <dgm:cxn modelId="{447DF083-4ADD-46E8-807A-F440321565C9}" type="presOf" srcId="{951FF753-FD8A-4E27-B9C8-A8D5083D80F4}" destId="{95E1517D-87EF-4EBB-BAD5-94658FE8731C}" srcOrd="0" destOrd="0" presId="urn:microsoft.com/office/officeart/2005/8/layout/default"/>
    <dgm:cxn modelId="{F4F99890-C1F8-44FF-B97E-65B7A48CA76D}" type="presOf" srcId="{06DFDFA0-E19F-4584-B469-E6A2ED921F85}" destId="{C2F6796A-EF46-4A11-B7D8-A7A6B032B408}" srcOrd="0" destOrd="0" presId="urn:microsoft.com/office/officeart/2005/8/layout/default"/>
    <dgm:cxn modelId="{9775A29C-985D-4274-AB99-DB1322C70696}" srcId="{B18D914C-1C18-46DA-89AB-6D8D0AD8FCFC}" destId="{E30265ED-7554-4334-A288-9C2CC2288614}" srcOrd="4" destOrd="0" parTransId="{C3F6D7BD-770C-4BFF-B01F-5BFBCAE340A3}" sibTransId="{3FFD32D9-4C59-46E6-B8A9-A205682B0009}"/>
    <dgm:cxn modelId="{5094CEA6-6B0C-4C0A-BE2C-3AF4BB4C59BA}" srcId="{B18D914C-1C18-46DA-89AB-6D8D0AD8FCFC}" destId="{621C765C-E729-4613-AC9B-650C36489A36}" srcOrd="1" destOrd="0" parTransId="{070964CA-F237-46A4-8457-F34E19593CC8}" sibTransId="{06398966-F0D1-47B7-BA9A-127B3F9BE8CE}"/>
    <dgm:cxn modelId="{EA2B1BB1-0BF2-4D34-B9F8-236ADAC64524}" type="presOf" srcId="{8A7BF149-9134-4A4A-B624-DB0E34DCB89F}" destId="{7320906E-8CCF-46B5-A7E1-DB4AC3FC0837}" srcOrd="0" destOrd="0" presId="urn:microsoft.com/office/officeart/2005/8/layout/default"/>
    <dgm:cxn modelId="{AB2C13C3-7747-4350-AB33-4A2C5AE1EC32}" srcId="{B18D914C-1C18-46DA-89AB-6D8D0AD8FCFC}" destId="{61AABA80-12D6-402E-BDD0-82D94DC2ADDD}" srcOrd="3" destOrd="0" parTransId="{FA73073C-E19A-4D57-BBD8-8BC46D00E40D}" sibTransId="{633C5267-2301-4199-8B88-E403F304535A}"/>
    <dgm:cxn modelId="{F26A84D9-D928-4553-B091-8772ADE65B94}" srcId="{B18D914C-1C18-46DA-89AB-6D8D0AD8FCFC}" destId="{951FF753-FD8A-4E27-B9C8-A8D5083D80F4}" srcOrd="0" destOrd="0" parTransId="{0E6C42FE-189F-4931-B496-A2416DD4EAE8}" sibTransId="{FA6C2F0C-D799-4558-BC4B-7EFF19D1F63C}"/>
    <dgm:cxn modelId="{A0DBCCCC-17C6-4315-8474-556FC412D589}" type="presParOf" srcId="{239C8350-5B99-479F-9B1D-C4497F61D1DF}" destId="{95E1517D-87EF-4EBB-BAD5-94658FE8731C}" srcOrd="0" destOrd="0" presId="urn:microsoft.com/office/officeart/2005/8/layout/default"/>
    <dgm:cxn modelId="{BBE94258-C09C-4182-A2AD-89FE20E7C494}" type="presParOf" srcId="{239C8350-5B99-479F-9B1D-C4497F61D1DF}" destId="{34F19B00-F3DD-4C32-ABEC-DEB8258DF21F}" srcOrd="1" destOrd="0" presId="urn:microsoft.com/office/officeart/2005/8/layout/default"/>
    <dgm:cxn modelId="{C3900192-855B-4350-84B3-A3C835D70CC1}" type="presParOf" srcId="{239C8350-5B99-479F-9B1D-C4497F61D1DF}" destId="{B6A6FAA8-1B44-40CC-B725-0DB2617CAFC4}" srcOrd="2" destOrd="0" presId="urn:microsoft.com/office/officeart/2005/8/layout/default"/>
    <dgm:cxn modelId="{FF1F6FF5-0A5E-473A-80B4-72D042653F0B}" type="presParOf" srcId="{239C8350-5B99-479F-9B1D-C4497F61D1DF}" destId="{E9430FEC-F4EF-426D-AE43-4A8FB77B7214}" srcOrd="3" destOrd="0" presId="urn:microsoft.com/office/officeart/2005/8/layout/default"/>
    <dgm:cxn modelId="{E1FA0C3B-F375-4210-87BD-AC9D7F4AFA08}" type="presParOf" srcId="{239C8350-5B99-479F-9B1D-C4497F61D1DF}" destId="{7320906E-8CCF-46B5-A7E1-DB4AC3FC0837}" srcOrd="4" destOrd="0" presId="urn:microsoft.com/office/officeart/2005/8/layout/default"/>
    <dgm:cxn modelId="{6D8F23BB-B64F-47C0-B3E0-C714345DF149}" type="presParOf" srcId="{239C8350-5B99-479F-9B1D-C4497F61D1DF}" destId="{22574FD9-ECF0-4770-BF83-3BB9DD42E207}" srcOrd="5" destOrd="0" presId="urn:microsoft.com/office/officeart/2005/8/layout/default"/>
    <dgm:cxn modelId="{D7E6B00B-4C1A-479D-9495-A7512373D790}" type="presParOf" srcId="{239C8350-5B99-479F-9B1D-C4497F61D1DF}" destId="{16ADBD71-F80D-4B5F-869B-A19CB20CB74F}" srcOrd="6" destOrd="0" presId="urn:microsoft.com/office/officeart/2005/8/layout/default"/>
    <dgm:cxn modelId="{04E8AA54-E045-466C-9E49-CED0E69515FF}" type="presParOf" srcId="{239C8350-5B99-479F-9B1D-C4497F61D1DF}" destId="{9E545BFF-B489-43D3-B5E4-3BC9A5295BC5}" srcOrd="7" destOrd="0" presId="urn:microsoft.com/office/officeart/2005/8/layout/default"/>
    <dgm:cxn modelId="{795A3C00-72C0-4FBE-A9A4-7DEFD32B6DCE}" type="presParOf" srcId="{239C8350-5B99-479F-9B1D-C4497F61D1DF}" destId="{D6746433-4A1F-4D98-B8CF-F47770646AC8}" srcOrd="8" destOrd="0" presId="urn:microsoft.com/office/officeart/2005/8/layout/default"/>
    <dgm:cxn modelId="{41984CF0-136F-4B49-8816-18063A86A512}" type="presParOf" srcId="{239C8350-5B99-479F-9B1D-C4497F61D1DF}" destId="{E2997FE0-5356-48E9-A2F9-399CEDEB2890}" srcOrd="9" destOrd="0" presId="urn:microsoft.com/office/officeart/2005/8/layout/default"/>
    <dgm:cxn modelId="{6824DB45-1CED-48F3-AB3F-92A6E2FE60CD}" type="presParOf" srcId="{239C8350-5B99-479F-9B1D-C4497F61D1DF}" destId="{55C81EA6-67B5-4167-9EDB-25CCDE151D08}" srcOrd="10" destOrd="0" presId="urn:microsoft.com/office/officeart/2005/8/layout/default"/>
    <dgm:cxn modelId="{6BA93FE7-96A4-484F-8AF7-0009F92C811A}" type="presParOf" srcId="{239C8350-5B99-479F-9B1D-C4497F61D1DF}" destId="{5A128D79-3D82-4292-BC45-D513AF2E03A3}" srcOrd="11" destOrd="0" presId="urn:microsoft.com/office/officeart/2005/8/layout/default"/>
    <dgm:cxn modelId="{51937F7E-4B6F-4776-808A-216F3EBEB504}" type="presParOf" srcId="{239C8350-5B99-479F-9B1D-C4497F61D1DF}" destId="{C2F6796A-EF46-4A11-B7D8-A7A6B032B408}" srcOrd="12" destOrd="0" presId="urn:microsoft.com/office/officeart/2005/8/layout/defaul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1372DF57-A19B-46FF-92AD-BCF3A5635985}"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en-GB"/>
        </a:p>
      </dgm:t>
    </dgm:pt>
    <dgm:pt modelId="{E6E5DBAA-3BB9-463E-B8B4-585B88AA8A1D}">
      <dgm:prSet phldrT="[Text]"/>
      <dgm:spPr/>
      <dgm:t>
        <a:bodyPr/>
        <a:lstStyle/>
        <a:p>
          <a:r>
            <a:rPr lang="en-GB"/>
            <a:t>Product Owner</a:t>
          </a:r>
          <a:endParaRPr lang="en-GB" dirty="0"/>
        </a:p>
      </dgm:t>
    </dgm:pt>
    <dgm:pt modelId="{64E22C01-9347-48B4-B9B2-1933FAC57150}" type="parTrans" cxnId="{BF9DB13A-ADE4-4767-A6A6-2D1C112B1E49}">
      <dgm:prSet/>
      <dgm:spPr/>
      <dgm:t>
        <a:bodyPr/>
        <a:lstStyle/>
        <a:p>
          <a:endParaRPr lang="en-GB"/>
        </a:p>
      </dgm:t>
    </dgm:pt>
    <dgm:pt modelId="{C84BFE58-B06F-461B-8776-62C11DC5DD14}" type="sibTrans" cxnId="{BF9DB13A-ADE4-4767-A6A6-2D1C112B1E49}">
      <dgm:prSet/>
      <dgm:spPr/>
      <dgm:t>
        <a:bodyPr/>
        <a:lstStyle/>
        <a:p>
          <a:endParaRPr lang="en-GB"/>
        </a:p>
      </dgm:t>
    </dgm:pt>
    <dgm:pt modelId="{FBF7D5F2-1264-4EBD-B416-4AA989F3DA25}">
      <dgm:prSet/>
      <dgm:spPr/>
      <dgm:t>
        <a:bodyPr/>
        <a:lstStyle/>
        <a:p>
          <a:r>
            <a:rPr lang="en-GB" dirty="0"/>
            <a:t>Accountable for the product success</a:t>
          </a:r>
        </a:p>
      </dgm:t>
    </dgm:pt>
    <dgm:pt modelId="{AA93B7E7-952F-4BA6-9989-7463E2ABCAA3}" type="parTrans" cxnId="{9AB04BBC-75BC-45F0-8D5C-2C08FCC50EF5}">
      <dgm:prSet/>
      <dgm:spPr/>
      <dgm:t>
        <a:bodyPr/>
        <a:lstStyle/>
        <a:p>
          <a:endParaRPr lang="en-GB"/>
        </a:p>
      </dgm:t>
    </dgm:pt>
    <dgm:pt modelId="{2CF481B8-CDAF-445F-9574-2536FC6E0C1A}" type="sibTrans" cxnId="{9AB04BBC-75BC-45F0-8D5C-2C08FCC50EF5}">
      <dgm:prSet/>
      <dgm:spPr/>
      <dgm:t>
        <a:bodyPr/>
        <a:lstStyle/>
        <a:p>
          <a:endParaRPr lang="en-GB"/>
        </a:p>
      </dgm:t>
    </dgm:pt>
    <dgm:pt modelId="{7D2880D5-F5A5-4F6B-B004-9E0D317DEA35}">
      <dgm:prSet/>
      <dgm:spPr/>
      <dgm:t>
        <a:bodyPr/>
        <a:lstStyle/>
        <a:p>
          <a:r>
            <a:rPr lang="en-GB"/>
            <a:t>Determine what needs to be done and set the priorities for the tasks</a:t>
          </a:r>
          <a:endParaRPr lang="en-GB" dirty="0"/>
        </a:p>
      </dgm:t>
    </dgm:pt>
    <dgm:pt modelId="{B1C065C1-A1D6-4464-B3F6-7E9BA2DFD0A8}" type="parTrans" cxnId="{942BB7DF-09A4-4296-A11B-80A58F10CF77}">
      <dgm:prSet/>
      <dgm:spPr/>
      <dgm:t>
        <a:bodyPr/>
        <a:lstStyle/>
        <a:p>
          <a:endParaRPr lang="en-GB"/>
        </a:p>
      </dgm:t>
    </dgm:pt>
    <dgm:pt modelId="{BCCF9A48-09BE-450D-948E-E2C20FD1CA1D}" type="sibTrans" cxnId="{942BB7DF-09A4-4296-A11B-80A58F10CF77}">
      <dgm:prSet/>
      <dgm:spPr/>
      <dgm:t>
        <a:bodyPr/>
        <a:lstStyle/>
        <a:p>
          <a:endParaRPr lang="en-GB"/>
        </a:p>
      </dgm:t>
    </dgm:pt>
    <dgm:pt modelId="{FEFB1EBB-D01C-498B-ACBA-ADD84E35172E}">
      <dgm:prSet/>
      <dgm:spPr/>
      <dgm:t>
        <a:bodyPr/>
        <a:lstStyle/>
        <a:p>
          <a:r>
            <a:rPr lang="en-GB"/>
            <a:t>Holds the vision for the work and broadly controls it</a:t>
          </a:r>
          <a:endParaRPr lang="en-GB" dirty="0"/>
        </a:p>
      </dgm:t>
    </dgm:pt>
    <dgm:pt modelId="{8CABB07E-15BA-4690-A475-F55F547419E8}" type="parTrans" cxnId="{B08ED41A-58D5-421E-835F-346BED622D68}">
      <dgm:prSet/>
      <dgm:spPr/>
      <dgm:t>
        <a:bodyPr/>
        <a:lstStyle/>
        <a:p>
          <a:endParaRPr lang="en-GB"/>
        </a:p>
      </dgm:t>
    </dgm:pt>
    <dgm:pt modelId="{439AFC51-5589-40BA-9F43-D2BB479A3C89}" type="sibTrans" cxnId="{B08ED41A-58D5-421E-835F-346BED622D68}">
      <dgm:prSet/>
      <dgm:spPr/>
      <dgm:t>
        <a:bodyPr/>
        <a:lstStyle/>
        <a:p>
          <a:endParaRPr lang="en-GB"/>
        </a:p>
      </dgm:t>
    </dgm:pt>
    <dgm:pt modelId="{BF12674E-1D19-495D-AC37-B3185B39DAFA}">
      <dgm:prSet/>
      <dgm:spPr/>
      <dgm:t>
        <a:bodyPr/>
        <a:lstStyle/>
        <a:p>
          <a:r>
            <a:rPr lang="en-GB"/>
            <a:t>Face of the Project</a:t>
          </a:r>
          <a:endParaRPr lang="en-GB" dirty="0"/>
        </a:p>
      </dgm:t>
    </dgm:pt>
    <dgm:pt modelId="{99C5DD7C-BEBA-4565-8F8B-8C5E073A8173}" type="parTrans" cxnId="{2D6A088B-0D80-4B61-9647-BB3D0D6FB604}">
      <dgm:prSet/>
      <dgm:spPr/>
      <dgm:t>
        <a:bodyPr/>
        <a:lstStyle/>
        <a:p>
          <a:endParaRPr lang="en-GB"/>
        </a:p>
      </dgm:t>
    </dgm:pt>
    <dgm:pt modelId="{F2A2C0F8-D70E-4631-94BC-7A76D836A1D1}" type="sibTrans" cxnId="{2D6A088B-0D80-4B61-9647-BB3D0D6FB604}">
      <dgm:prSet/>
      <dgm:spPr/>
      <dgm:t>
        <a:bodyPr/>
        <a:lstStyle/>
        <a:p>
          <a:endParaRPr lang="en-GB"/>
        </a:p>
      </dgm:t>
    </dgm:pt>
    <dgm:pt modelId="{6AF5BD22-D453-4C64-8613-D869F6230C01}">
      <dgm:prSet/>
      <dgm:spPr/>
      <dgm:t>
        <a:bodyPr/>
        <a:lstStyle/>
        <a:p>
          <a:r>
            <a:rPr lang="en-GB"/>
            <a:t>Scrum Master/Agile Coach/Scrum Coach</a:t>
          </a:r>
          <a:endParaRPr lang="en-GB" dirty="0"/>
        </a:p>
      </dgm:t>
    </dgm:pt>
    <dgm:pt modelId="{E4486447-2E58-4254-9EB0-E4AA12769340}" type="parTrans" cxnId="{3CC609AE-1FFF-4591-9F50-36F6432DB419}">
      <dgm:prSet/>
      <dgm:spPr/>
      <dgm:t>
        <a:bodyPr/>
        <a:lstStyle/>
        <a:p>
          <a:endParaRPr lang="en-GB"/>
        </a:p>
      </dgm:t>
    </dgm:pt>
    <dgm:pt modelId="{9B2B82FD-558B-4A09-9326-1F70FDCF1D30}" type="sibTrans" cxnId="{3CC609AE-1FFF-4591-9F50-36F6432DB419}">
      <dgm:prSet/>
      <dgm:spPr/>
      <dgm:t>
        <a:bodyPr/>
        <a:lstStyle/>
        <a:p>
          <a:endParaRPr lang="en-GB"/>
        </a:p>
      </dgm:t>
    </dgm:pt>
    <dgm:pt modelId="{52C76F93-3B92-4BC6-A765-4EAA8F73378C}">
      <dgm:prSet/>
      <dgm:spPr/>
      <dgm:t>
        <a:bodyPr/>
        <a:lstStyle/>
        <a:p>
          <a:r>
            <a:rPr lang="en-GB" dirty="0"/>
            <a:t>Protects the team</a:t>
          </a:r>
        </a:p>
      </dgm:t>
    </dgm:pt>
    <dgm:pt modelId="{3422C2F3-6F6E-4C01-A222-2806E398EC00}" type="parTrans" cxnId="{632C8190-759A-4008-9656-4CD3F6E870DB}">
      <dgm:prSet/>
      <dgm:spPr/>
      <dgm:t>
        <a:bodyPr/>
        <a:lstStyle/>
        <a:p>
          <a:endParaRPr lang="en-GB"/>
        </a:p>
      </dgm:t>
    </dgm:pt>
    <dgm:pt modelId="{CEE53294-ABD3-49C4-8A08-FA5DFAB6436A}" type="sibTrans" cxnId="{632C8190-759A-4008-9656-4CD3F6E870DB}">
      <dgm:prSet/>
      <dgm:spPr/>
      <dgm:t>
        <a:bodyPr/>
        <a:lstStyle/>
        <a:p>
          <a:endParaRPr lang="en-GB"/>
        </a:p>
      </dgm:t>
    </dgm:pt>
    <dgm:pt modelId="{675E7D84-241E-40D6-BD42-4B49FB76AE3E}">
      <dgm:prSet/>
      <dgm:spPr/>
      <dgm:t>
        <a:bodyPr/>
        <a:lstStyle/>
        <a:p>
          <a:r>
            <a:rPr lang="en-GB" dirty="0"/>
            <a:t>Protects the Scrum Process</a:t>
          </a:r>
        </a:p>
      </dgm:t>
    </dgm:pt>
    <dgm:pt modelId="{913EC240-5259-41DD-BEB0-D617665A92C8}" type="parTrans" cxnId="{3F5D9556-F267-49E3-942C-F7D49284D516}">
      <dgm:prSet/>
      <dgm:spPr/>
      <dgm:t>
        <a:bodyPr/>
        <a:lstStyle/>
        <a:p>
          <a:endParaRPr lang="en-GB"/>
        </a:p>
      </dgm:t>
    </dgm:pt>
    <dgm:pt modelId="{53266B48-06AD-48AD-88A9-F26176BC4D7E}" type="sibTrans" cxnId="{3F5D9556-F267-49E3-942C-F7D49284D516}">
      <dgm:prSet/>
      <dgm:spPr/>
      <dgm:t>
        <a:bodyPr/>
        <a:lstStyle/>
        <a:p>
          <a:endParaRPr lang="en-GB"/>
        </a:p>
      </dgm:t>
    </dgm:pt>
    <dgm:pt modelId="{D7C7C24F-53D3-4E86-88ED-367F78E23452}">
      <dgm:prSet/>
      <dgm:spPr/>
      <dgm:t>
        <a:bodyPr/>
        <a:lstStyle/>
        <a:p>
          <a:r>
            <a:rPr lang="en-GB"/>
            <a:t>Development Team</a:t>
          </a:r>
          <a:endParaRPr lang="en-GB" dirty="0"/>
        </a:p>
      </dgm:t>
    </dgm:pt>
    <dgm:pt modelId="{8D8D1F73-290C-40BC-8F73-CD5A518FEBDE}" type="parTrans" cxnId="{B9089270-6435-4D48-ACE2-AF814C920F4C}">
      <dgm:prSet/>
      <dgm:spPr/>
      <dgm:t>
        <a:bodyPr/>
        <a:lstStyle/>
        <a:p>
          <a:endParaRPr lang="en-GB"/>
        </a:p>
      </dgm:t>
    </dgm:pt>
    <dgm:pt modelId="{8DD9E7A0-9816-42FB-AB04-C04BDD464B73}" type="sibTrans" cxnId="{B9089270-6435-4D48-ACE2-AF814C920F4C}">
      <dgm:prSet/>
      <dgm:spPr/>
      <dgm:t>
        <a:bodyPr/>
        <a:lstStyle/>
        <a:p>
          <a:endParaRPr lang="en-GB"/>
        </a:p>
      </dgm:t>
    </dgm:pt>
    <dgm:pt modelId="{33BFDC60-68C0-4341-9434-48E28E688FD8}">
      <dgm:prSet/>
      <dgm:spPr/>
      <dgm:t>
        <a:bodyPr/>
        <a:lstStyle/>
        <a:p>
          <a:r>
            <a:rPr lang="en-GB"/>
            <a:t>Consists of Software Architects, Testers, Developers and Designers who work collectively together</a:t>
          </a:r>
          <a:endParaRPr lang="en-GB" dirty="0"/>
        </a:p>
      </dgm:t>
    </dgm:pt>
    <dgm:pt modelId="{7B510AD9-3BAD-4F5E-9513-7A304882F383}" type="parTrans" cxnId="{D6555C95-12F1-4A61-8085-1A026986D21E}">
      <dgm:prSet/>
      <dgm:spPr/>
      <dgm:t>
        <a:bodyPr/>
        <a:lstStyle/>
        <a:p>
          <a:endParaRPr lang="en-GB"/>
        </a:p>
      </dgm:t>
    </dgm:pt>
    <dgm:pt modelId="{AB7CE56A-1857-4E97-9B04-44526E1FB66E}" type="sibTrans" cxnId="{D6555C95-12F1-4A61-8085-1A026986D21E}">
      <dgm:prSet/>
      <dgm:spPr/>
      <dgm:t>
        <a:bodyPr/>
        <a:lstStyle/>
        <a:p>
          <a:endParaRPr lang="en-GB"/>
        </a:p>
      </dgm:t>
    </dgm:pt>
    <dgm:pt modelId="{64375514-D0C3-4870-B556-043203020F80}">
      <dgm:prSet/>
      <dgm:spPr/>
      <dgm:t>
        <a:bodyPr/>
        <a:lstStyle/>
        <a:p>
          <a:r>
            <a:rPr lang="en-GB"/>
            <a:t>Whilst Priority is determined by the PO they decide what they will work on</a:t>
          </a:r>
          <a:endParaRPr lang="en-GB" dirty="0"/>
        </a:p>
      </dgm:t>
    </dgm:pt>
    <dgm:pt modelId="{721F6D90-AF54-4F1D-A9A6-E75D46C556A7}" type="parTrans" cxnId="{EF62DE41-3E70-45DE-B6CE-72783AF61DAD}">
      <dgm:prSet/>
      <dgm:spPr/>
      <dgm:t>
        <a:bodyPr/>
        <a:lstStyle/>
        <a:p>
          <a:endParaRPr lang="en-GB"/>
        </a:p>
      </dgm:t>
    </dgm:pt>
    <dgm:pt modelId="{D1515AD4-76FE-4AAE-9388-D1493F346BD8}" type="sibTrans" cxnId="{EF62DE41-3E70-45DE-B6CE-72783AF61DAD}">
      <dgm:prSet/>
      <dgm:spPr/>
      <dgm:t>
        <a:bodyPr/>
        <a:lstStyle/>
        <a:p>
          <a:endParaRPr lang="en-GB"/>
        </a:p>
      </dgm:t>
    </dgm:pt>
    <dgm:pt modelId="{898A4C5C-D6B3-4C3B-B512-E7375EE89DDD}">
      <dgm:prSet/>
      <dgm:spPr/>
      <dgm:t>
        <a:bodyPr/>
        <a:lstStyle/>
        <a:p>
          <a:r>
            <a:rPr lang="en-GB"/>
            <a:t>How they work on those tasks is determined by them with the Scrum Coach supporting them so they can have a high level of autonomy and independence</a:t>
          </a:r>
          <a:endParaRPr lang="en-GB" dirty="0"/>
        </a:p>
      </dgm:t>
    </dgm:pt>
    <dgm:pt modelId="{31C575AB-ACC4-44AE-917B-F79DF1C0A8A9}" type="parTrans" cxnId="{C7C52AA6-A50B-413C-8794-6C5C110481A6}">
      <dgm:prSet/>
      <dgm:spPr/>
      <dgm:t>
        <a:bodyPr/>
        <a:lstStyle/>
        <a:p>
          <a:endParaRPr lang="en-GB"/>
        </a:p>
      </dgm:t>
    </dgm:pt>
    <dgm:pt modelId="{4CA7673B-BFCF-478C-9ACE-6972EAF4FC58}" type="sibTrans" cxnId="{C7C52AA6-A50B-413C-8794-6C5C110481A6}">
      <dgm:prSet/>
      <dgm:spPr/>
      <dgm:t>
        <a:bodyPr/>
        <a:lstStyle/>
        <a:p>
          <a:endParaRPr lang="en-GB"/>
        </a:p>
      </dgm:t>
    </dgm:pt>
    <dgm:pt modelId="{B118FBA5-BC07-4DF2-AA9F-7C6D06018D84}">
      <dgm:prSet/>
      <dgm:spPr/>
      <dgm:t>
        <a:bodyPr/>
        <a:lstStyle/>
        <a:p>
          <a:r>
            <a:rPr lang="en-GB" dirty="0"/>
            <a:t>Prevents the Product Owner from overstepping their boundaries</a:t>
          </a:r>
        </a:p>
      </dgm:t>
    </dgm:pt>
    <dgm:pt modelId="{0579D8BA-C633-4F46-9183-AC6635B0E1AF}" type="parTrans" cxnId="{3746D6A4-9DD9-4745-9A7B-D84FCD1DE91E}">
      <dgm:prSet/>
      <dgm:spPr/>
      <dgm:t>
        <a:bodyPr/>
        <a:lstStyle/>
        <a:p>
          <a:endParaRPr lang="en-GB"/>
        </a:p>
      </dgm:t>
    </dgm:pt>
    <dgm:pt modelId="{998B88F9-5112-405F-9354-B10DEA54D61B}" type="sibTrans" cxnId="{3746D6A4-9DD9-4745-9A7B-D84FCD1DE91E}">
      <dgm:prSet/>
      <dgm:spPr/>
      <dgm:t>
        <a:bodyPr/>
        <a:lstStyle/>
        <a:p>
          <a:endParaRPr lang="en-GB"/>
        </a:p>
      </dgm:t>
    </dgm:pt>
    <dgm:pt modelId="{C0330CC7-96DF-43D2-AA57-53C30EFEE26F}">
      <dgm:prSet/>
      <dgm:spPr/>
      <dgm:t>
        <a:bodyPr/>
        <a:lstStyle/>
        <a:p>
          <a:r>
            <a:rPr lang="en-GB" dirty="0"/>
            <a:t>Expert in Scrum, make sure PO and Dev team follow it</a:t>
          </a:r>
        </a:p>
      </dgm:t>
    </dgm:pt>
    <dgm:pt modelId="{238C5BC2-BB31-48AD-9DCF-AF8BCC642562}" type="parTrans" cxnId="{C4736D0A-2B5F-4346-AF5C-CBF8F8361643}">
      <dgm:prSet/>
      <dgm:spPr/>
      <dgm:t>
        <a:bodyPr/>
        <a:lstStyle/>
        <a:p>
          <a:endParaRPr lang="en-GB"/>
        </a:p>
      </dgm:t>
    </dgm:pt>
    <dgm:pt modelId="{D5F5F912-5AEC-4F24-AE26-C9E5DBB27E47}" type="sibTrans" cxnId="{C4736D0A-2B5F-4346-AF5C-CBF8F8361643}">
      <dgm:prSet/>
      <dgm:spPr/>
      <dgm:t>
        <a:bodyPr/>
        <a:lstStyle/>
        <a:p>
          <a:endParaRPr lang="en-GB"/>
        </a:p>
      </dgm:t>
    </dgm:pt>
    <dgm:pt modelId="{9CF84A8B-3E8C-43D1-BD2A-B3282C781764}" type="pres">
      <dgm:prSet presAssocID="{1372DF57-A19B-46FF-92AD-BCF3A5635985}" presName="linear" presStyleCnt="0">
        <dgm:presLayoutVars>
          <dgm:dir/>
          <dgm:animLvl val="lvl"/>
          <dgm:resizeHandles val="exact"/>
        </dgm:presLayoutVars>
      </dgm:prSet>
      <dgm:spPr/>
    </dgm:pt>
    <dgm:pt modelId="{1E199B2C-B92F-4B6A-8F00-43FE151D03B3}" type="pres">
      <dgm:prSet presAssocID="{E6E5DBAA-3BB9-463E-B8B4-585B88AA8A1D}" presName="parentLin" presStyleCnt="0"/>
      <dgm:spPr/>
    </dgm:pt>
    <dgm:pt modelId="{A4E3826F-F8B0-49EF-9479-35936ACE8330}" type="pres">
      <dgm:prSet presAssocID="{E6E5DBAA-3BB9-463E-B8B4-585B88AA8A1D}" presName="parentLeftMargin" presStyleLbl="node1" presStyleIdx="0" presStyleCnt="3"/>
      <dgm:spPr/>
    </dgm:pt>
    <dgm:pt modelId="{249DE2E1-44A6-4C4D-A599-4499C6E42365}" type="pres">
      <dgm:prSet presAssocID="{E6E5DBAA-3BB9-463E-B8B4-585B88AA8A1D}" presName="parentText" presStyleLbl="node1" presStyleIdx="0" presStyleCnt="3">
        <dgm:presLayoutVars>
          <dgm:chMax val="0"/>
          <dgm:bulletEnabled val="1"/>
        </dgm:presLayoutVars>
      </dgm:prSet>
      <dgm:spPr/>
    </dgm:pt>
    <dgm:pt modelId="{25C72458-33DC-4A2E-8201-A439A033F3E4}" type="pres">
      <dgm:prSet presAssocID="{E6E5DBAA-3BB9-463E-B8B4-585B88AA8A1D}" presName="negativeSpace" presStyleCnt="0"/>
      <dgm:spPr/>
    </dgm:pt>
    <dgm:pt modelId="{8413F4DD-A80F-41F7-BC58-E2F58592C848}" type="pres">
      <dgm:prSet presAssocID="{E6E5DBAA-3BB9-463E-B8B4-585B88AA8A1D}" presName="childText" presStyleLbl="conFgAcc1" presStyleIdx="0" presStyleCnt="3">
        <dgm:presLayoutVars>
          <dgm:bulletEnabled val="1"/>
        </dgm:presLayoutVars>
      </dgm:prSet>
      <dgm:spPr/>
    </dgm:pt>
    <dgm:pt modelId="{916498DB-4FC1-475D-BF44-E37903EA17C4}" type="pres">
      <dgm:prSet presAssocID="{C84BFE58-B06F-461B-8776-62C11DC5DD14}" presName="spaceBetweenRectangles" presStyleCnt="0"/>
      <dgm:spPr/>
    </dgm:pt>
    <dgm:pt modelId="{5CCABEA0-603C-4F17-88CC-EC55DD8DC673}" type="pres">
      <dgm:prSet presAssocID="{6AF5BD22-D453-4C64-8613-D869F6230C01}" presName="parentLin" presStyleCnt="0"/>
      <dgm:spPr/>
    </dgm:pt>
    <dgm:pt modelId="{8DEE96E8-8F39-4C46-A9EF-4BFB1E7FDEAA}" type="pres">
      <dgm:prSet presAssocID="{6AF5BD22-D453-4C64-8613-D869F6230C01}" presName="parentLeftMargin" presStyleLbl="node1" presStyleIdx="0" presStyleCnt="3"/>
      <dgm:spPr/>
    </dgm:pt>
    <dgm:pt modelId="{C46E9CA0-6A30-4785-A7AA-FE39DF6BD816}" type="pres">
      <dgm:prSet presAssocID="{6AF5BD22-D453-4C64-8613-D869F6230C01}" presName="parentText" presStyleLbl="node1" presStyleIdx="1" presStyleCnt="3">
        <dgm:presLayoutVars>
          <dgm:chMax val="0"/>
          <dgm:bulletEnabled val="1"/>
        </dgm:presLayoutVars>
      </dgm:prSet>
      <dgm:spPr/>
    </dgm:pt>
    <dgm:pt modelId="{67D31EFD-35A1-4AD8-86F7-218FF3F07B48}" type="pres">
      <dgm:prSet presAssocID="{6AF5BD22-D453-4C64-8613-D869F6230C01}" presName="negativeSpace" presStyleCnt="0"/>
      <dgm:spPr/>
    </dgm:pt>
    <dgm:pt modelId="{533B5482-ED1A-48C7-AF3C-82431EF663FC}" type="pres">
      <dgm:prSet presAssocID="{6AF5BD22-D453-4C64-8613-D869F6230C01}" presName="childText" presStyleLbl="conFgAcc1" presStyleIdx="1" presStyleCnt="3">
        <dgm:presLayoutVars>
          <dgm:bulletEnabled val="1"/>
        </dgm:presLayoutVars>
      </dgm:prSet>
      <dgm:spPr/>
    </dgm:pt>
    <dgm:pt modelId="{DFAC29E4-12D9-4854-930F-21B265548F3B}" type="pres">
      <dgm:prSet presAssocID="{9B2B82FD-558B-4A09-9326-1F70FDCF1D30}" presName="spaceBetweenRectangles" presStyleCnt="0"/>
      <dgm:spPr/>
    </dgm:pt>
    <dgm:pt modelId="{1C718474-64F4-4CFA-B87C-1D9A6C397E75}" type="pres">
      <dgm:prSet presAssocID="{D7C7C24F-53D3-4E86-88ED-367F78E23452}" presName="parentLin" presStyleCnt="0"/>
      <dgm:spPr/>
    </dgm:pt>
    <dgm:pt modelId="{DC015E26-917E-479F-8008-BA966914D2DF}" type="pres">
      <dgm:prSet presAssocID="{D7C7C24F-53D3-4E86-88ED-367F78E23452}" presName="parentLeftMargin" presStyleLbl="node1" presStyleIdx="1" presStyleCnt="3"/>
      <dgm:spPr/>
    </dgm:pt>
    <dgm:pt modelId="{570345B7-CBC7-4303-881C-780220CE352A}" type="pres">
      <dgm:prSet presAssocID="{D7C7C24F-53D3-4E86-88ED-367F78E23452}" presName="parentText" presStyleLbl="node1" presStyleIdx="2" presStyleCnt="3">
        <dgm:presLayoutVars>
          <dgm:chMax val="0"/>
          <dgm:bulletEnabled val="1"/>
        </dgm:presLayoutVars>
      </dgm:prSet>
      <dgm:spPr/>
    </dgm:pt>
    <dgm:pt modelId="{C85CC457-ADEC-4034-8ABF-39D6BCE7AE24}" type="pres">
      <dgm:prSet presAssocID="{D7C7C24F-53D3-4E86-88ED-367F78E23452}" presName="negativeSpace" presStyleCnt="0"/>
      <dgm:spPr/>
    </dgm:pt>
    <dgm:pt modelId="{182B4530-6B4C-4737-BDC3-A75722846B25}" type="pres">
      <dgm:prSet presAssocID="{D7C7C24F-53D3-4E86-88ED-367F78E23452}" presName="childText" presStyleLbl="conFgAcc1" presStyleIdx="2" presStyleCnt="3">
        <dgm:presLayoutVars>
          <dgm:bulletEnabled val="1"/>
        </dgm:presLayoutVars>
      </dgm:prSet>
      <dgm:spPr/>
    </dgm:pt>
  </dgm:ptLst>
  <dgm:cxnLst>
    <dgm:cxn modelId="{FEE35804-A546-4DF3-8A55-B46820C03EF8}" type="presOf" srcId="{1372DF57-A19B-46FF-92AD-BCF3A5635985}" destId="{9CF84A8B-3E8C-43D1-BD2A-B3282C781764}" srcOrd="0" destOrd="0" presId="urn:microsoft.com/office/officeart/2005/8/layout/list1"/>
    <dgm:cxn modelId="{C4736D0A-2B5F-4346-AF5C-CBF8F8361643}" srcId="{675E7D84-241E-40D6-BD42-4B49FB76AE3E}" destId="{C0330CC7-96DF-43D2-AA57-53C30EFEE26F}" srcOrd="0" destOrd="0" parTransId="{238C5BC2-BB31-48AD-9DCF-AF8BCC642562}" sibTransId="{D5F5F912-5AEC-4F24-AE26-C9E5DBB27E47}"/>
    <dgm:cxn modelId="{1CF4500A-EEAC-496A-AA02-74C074B03796}" type="presOf" srcId="{33BFDC60-68C0-4341-9434-48E28E688FD8}" destId="{182B4530-6B4C-4737-BDC3-A75722846B25}" srcOrd="0" destOrd="0" presId="urn:microsoft.com/office/officeart/2005/8/layout/list1"/>
    <dgm:cxn modelId="{2B82EE12-2A83-4857-9ECE-E617E6048012}" type="presOf" srcId="{64375514-D0C3-4870-B556-043203020F80}" destId="{182B4530-6B4C-4737-BDC3-A75722846B25}" srcOrd="0" destOrd="1" presId="urn:microsoft.com/office/officeart/2005/8/layout/list1"/>
    <dgm:cxn modelId="{B08ED41A-58D5-421E-835F-346BED622D68}" srcId="{E6E5DBAA-3BB9-463E-B8B4-585B88AA8A1D}" destId="{FEFB1EBB-D01C-498B-ACBA-ADD84E35172E}" srcOrd="2" destOrd="0" parTransId="{8CABB07E-15BA-4690-A475-F55F547419E8}" sibTransId="{439AFC51-5589-40BA-9F43-D2BB479A3C89}"/>
    <dgm:cxn modelId="{1CF4D025-5B65-40F8-97FD-FDAE650BF66F}" type="presOf" srcId="{FBF7D5F2-1264-4EBD-B416-4AA989F3DA25}" destId="{8413F4DD-A80F-41F7-BC58-E2F58592C848}" srcOrd="0" destOrd="0" presId="urn:microsoft.com/office/officeart/2005/8/layout/list1"/>
    <dgm:cxn modelId="{8D76522E-9014-402D-AF51-3CD1846FF8CD}" type="presOf" srcId="{6AF5BD22-D453-4C64-8613-D869F6230C01}" destId="{8DEE96E8-8F39-4C46-A9EF-4BFB1E7FDEAA}" srcOrd="0" destOrd="0" presId="urn:microsoft.com/office/officeart/2005/8/layout/list1"/>
    <dgm:cxn modelId="{5609DC35-9E8B-4D32-A563-683C382E064D}" type="presOf" srcId="{52C76F93-3B92-4BC6-A765-4EAA8F73378C}" destId="{533B5482-ED1A-48C7-AF3C-82431EF663FC}" srcOrd="0" destOrd="0" presId="urn:microsoft.com/office/officeart/2005/8/layout/list1"/>
    <dgm:cxn modelId="{BF9DB13A-ADE4-4767-A6A6-2D1C112B1E49}" srcId="{1372DF57-A19B-46FF-92AD-BCF3A5635985}" destId="{E6E5DBAA-3BB9-463E-B8B4-585B88AA8A1D}" srcOrd="0" destOrd="0" parTransId="{64E22C01-9347-48B4-B9B2-1933FAC57150}" sibTransId="{C84BFE58-B06F-461B-8776-62C11DC5DD14}"/>
    <dgm:cxn modelId="{4F00C15B-C5CD-40DD-B290-82DC25B61519}" type="presOf" srcId="{D7C7C24F-53D3-4E86-88ED-367F78E23452}" destId="{570345B7-CBC7-4303-881C-780220CE352A}" srcOrd="1" destOrd="0" presId="urn:microsoft.com/office/officeart/2005/8/layout/list1"/>
    <dgm:cxn modelId="{FFD65B60-ABED-46EC-86A7-85CC78427879}" type="presOf" srcId="{BF12674E-1D19-495D-AC37-B3185B39DAFA}" destId="{8413F4DD-A80F-41F7-BC58-E2F58592C848}" srcOrd="0" destOrd="3" presId="urn:microsoft.com/office/officeart/2005/8/layout/list1"/>
    <dgm:cxn modelId="{EF62DE41-3E70-45DE-B6CE-72783AF61DAD}" srcId="{D7C7C24F-53D3-4E86-88ED-367F78E23452}" destId="{64375514-D0C3-4870-B556-043203020F80}" srcOrd="1" destOrd="0" parTransId="{721F6D90-AF54-4F1D-A9A6-E75D46C556A7}" sibTransId="{D1515AD4-76FE-4AAE-9388-D1493F346BD8}"/>
    <dgm:cxn modelId="{4BAD7544-6D9E-451A-A4A6-B7280D6D3BB2}" type="presOf" srcId="{B118FBA5-BC07-4DF2-AA9F-7C6D06018D84}" destId="{533B5482-ED1A-48C7-AF3C-82431EF663FC}" srcOrd="0" destOrd="1" presId="urn:microsoft.com/office/officeart/2005/8/layout/list1"/>
    <dgm:cxn modelId="{DF11E36B-D526-4397-9697-7D19A793BBBF}" type="presOf" srcId="{7D2880D5-F5A5-4F6B-B004-9E0D317DEA35}" destId="{8413F4DD-A80F-41F7-BC58-E2F58592C848}" srcOrd="0" destOrd="1" presId="urn:microsoft.com/office/officeart/2005/8/layout/list1"/>
    <dgm:cxn modelId="{B9089270-6435-4D48-ACE2-AF814C920F4C}" srcId="{1372DF57-A19B-46FF-92AD-BCF3A5635985}" destId="{D7C7C24F-53D3-4E86-88ED-367F78E23452}" srcOrd="2" destOrd="0" parTransId="{8D8D1F73-290C-40BC-8F73-CD5A518FEBDE}" sibTransId="{8DD9E7A0-9816-42FB-AB04-C04BDD464B73}"/>
    <dgm:cxn modelId="{3DB22A73-7A01-482E-990D-2C49181D254F}" type="presOf" srcId="{6AF5BD22-D453-4C64-8613-D869F6230C01}" destId="{C46E9CA0-6A30-4785-A7AA-FE39DF6BD816}" srcOrd="1" destOrd="0" presId="urn:microsoft.com/office/officeart/2005/8/layout/list1"/>
    <dgm:cxn modelId="{3F5D9556-F267-49E3-942C-F7D49284D516}" srcId="{6AF5BD22-D453-4C64-8613-D869F6230C01}" destId="{675E7D84-241E-40D6-BD42-4B49FB76AE3E}" srcOrd="1" destOrd="0" parTransId="{913EC240-5259-41DD-BEB0-D617665A92C8}" sibTransId="{53266B48-06AD-48AD-88A9-F26176BC4D7E}"/>
    <dgm:cxn modelId="{2D6A088B-0D80-4B61-9647-BB3D0D6FB604}" srcId="{E6E5DBAA-3BB9-463E-B8B4-585B88AA8A1D}" destId="{BF12674E-1D19-495D-AC37-B3185B39DAFA}" srcOrd="3" destOrd="0" parTransId="{99C5DD7C-BEBA-4565-8F8B-8C5E073A8173}" sibTransId="{F2A2C0F8-D70E-4631-94BC-7A76D836A1D1}"/>
    <dgm:cxn modelId="{632C8190-759A-4008-9656-4CD3F6E870DB}" srcId="{6AF5BD22-D453-4C64-8613-D869F6230C01}" destId="{52C76F93-3B92-4BC6-A765-4EAA8F73378C}" srcOrd="0" destOrd="0" parTransId="{3422C2F3-6F6E-4C01-A222-2806E398EC00}" sibTransId="{CEE53294-ABD3-49C4-8A08-FA5DFAB6436A}"/>
    <dgm:cxn modelId="{D6555C95-12F1-4A61-8085-1A026986D21E}" srcId="{D7C7C24F-53D3-4E86-88ED-367F78E23452}" destId="{33BFDC60-68C0-4341-9434-48E28E688FD8}" srcOrd="0" destOrd="0" parTransId="{7B510AD9-3BAD-4F5E-9513-7A304882F383}" sibTransId="{AB7CE56A-1857-4E97-9B04-44526E1FB66E}"/>
    <dgm:cxn modelId="{C5C75C9C-B992-4B04-8320-958FC8CAA684}" type="presOf" srcId="{E6E5DBAA-3BB9-463E-B8B4-585B88AA8A1D}" destId="{A4E3826F-F8B0-49EF-9479-35936ACE8330}" srcOrd="0" destOrd="0" presId="urn:microsoft.com/office/officeart/2005/8/layout/list1"/>
    <dgm:cxn modelId="{15FF4B9C-D8F7-4914-B60E-8607EC75F83B}" type="presOf" srcId="{898A4C5C-D6B3-4C3B-B512-E7375EE89DDD}" destId="{182B4530-6B4C-4737-BDC3-A75722846B25}" srcOrd="0" destOrd="2" presId="urn:microsoft.com/office/officeart/2005/8/layout/list1"/>
    <dgm:cxn modelId="{3746D6A4-9DD9-4745-9A7B-D84FCD1DE91E}" srcId="{52C76F93-3B92-4BC6-A765-4EAA8F73378C}" destId="{B118FBA5-BC07-4DF2-AA9F-7C6D06018D84}" srcOrd="0" destOrd="0" parTransId="{0579D8BA-C633-4F46-9183-AC6635B0E1AF}" sibTransId="{998B88F9-5112-405F-9354-B10DEA54D61B}"/>
    <dgm:cxn modelId="{C7C52AA6-A50B-413C-8794-6C5C110481A6}" srcId="{D7C7C24F-53D3-4E86-88ED-367F78E23452}" destId="{898A4C5C-D6B3-4C3B-B512-E7375EE89DDD}" srcOrd="2" destOrd="0" parTransId="{31C575AB-ACC4-44AE-917B-F79DF1C0A8A9}" sibTransId="{4CA7673B-BFCF-478C-9ACE-6972EAF4FC58}"/>
    <dgm:cxn modelId="{3CC609AE-1FFF-4591-9F50-36F6432DB419}" srcId="{1372DF57-A19B-46FF-92AD-BCF3A5635985}" destId="{6AF5BD22-D453-4C64-8613-D869F6230C01}" srcOrd="1" destOrd="0" parTransId="{E4486447-2E58-4254-9EB0-E4AA12769340}" sibTransId="{9B2B82FD-558B-4A09-9326-1F70FDCF1D30}"/>
    <dgm:cxn modelId="{01111EB5-DF1F-46AC-99FE-1DCBB7C48544}" type="presOf" srcId="{D7C7C24F-53D3-4E86-88ED-367F78E23452}" destId="{DC015E26-917E-479F-8008-BA966914D2DF}" srcOrd="0" destOrd="0" presId="urn:microsoft.com/office/officeart/2005/8/layout/list1"/>
    <dgm:cxn modelId="{9AB04BBC-75BC-45F0-8D5C-2C08FCC50EF5}" srcId="{E6E5DBAA-3BB9-463E-B8B4-585B88AA8A1D}" destId="{FBF7D5F2-1264-4EBD-B416-4AA989F3DA25}" srcOrd="0" destOrd="0" parTransId="{AA93B7E7-952F-4BA6-9989-7463E2ABCAA3}" sibTransId="{2CF481B8-CDAF-445F-9574-2536FC6E0C1A}"/>
    <dgm:cxn modelId="{7B7000CB-CADC-4EC0-AC9B-B612D2A842E4}" type="presOf" srcId="{E6E5DBAA-3BB9-463E-B8B4-585B88AA8A1D}" destId="{249DE2E1-44A6-4C4D-A599-4499C6E42365}" srcOrd="1" destOrd="0" presId="urn:microsoft.com/office/officeart/2005/8/layout/list1"/>
    <dgm:cxn modelId="{E356A2D2-6F4B-41D3-8847-1C95A707FE73}" type="presOf" srcId="{675E7D84-241E-40D6-BD42-4B49FB76AE3E}" destId="{533B5482-ED1A-48C7-AF3C-82431EF663FC}" srcOrd="0" destOrd="2" presId="urn:microsoft.com/office/officeart/2005/8/layout/list1"/>
    <dgm:cxn modelId="{24B067DB-CAA3-4C87-BB59-2D52771784EE}" type="presOf" srcId="{C0330CC7-96DF-43D2-AA57-53C30EFEE26F}" destId="{533B5482-ED1A-48C7-AF3C-82431EF663FC}" srcOrd="0" destOrd="3" presId="urn:microsoft.com/office/officeart/2005/8/layout/list1"/>
    <dgm:cxn modelId="{942BB7DF-09A4-4296-A11B-80A58F10CF77}" srcId="{E6E5DBAA-3BB9-463E-B8B4-585B88AA8A1D}" destId="{7D2880D5-F5A5-4F6B-B004-9E0D317DEA35}" srcOrd="1" destOrd="0" parTransId="{B1C065C1-A1D6-4464-B3F6-7E9BA2DFD0A8}" sibTransId="{BCCF9A48-09BE-450D-948E-E2C20FD1CA1D}"/>
    <dgm:cxn modelId="{1A0E41E1-DFEB-4E27-B5D2-B32063C802AB}" type="presOf" srcId="{FEFB1EBB-D01C-498B-ACBA-ADD84E35172E}" destId="{8413F4DD-A80F-41F7-BC58-E2F58592C848}" srcOrd="0" destOrd="2" presId="urn:microsoft.com/office/officeart/2005/8/layout/list1"/>
    <dgm:cxn modelId="{A16E85E9-71DA-49A5-9DD0-152E21779545}" type="presParOf" srcId="{9CF84A8B-3E8C-43D1-BD2A-B3282C781764}" destId="{1E199B2C-B92F-4B6A-8F00-43FE151D03B3}" srcOrd="0" destOrd="0" presId="urn:microsoft.com/office/officeart/2005/8/layout/list1"/>
    <dgm:cxn modelId="{8BC97473-C1A9-4A07-89A9-B02C58C619B2}" type="presParOf" srcId="{1E199B2C-B92F-4B6A-8F00-43FE151D03B3}" destId="{A4E3826F-F8B0-49EF-9479-35936ACE8330}" srcOrd="0" destOrd="0" presId="urn:microsoft.com/office/officeart/2005/8/layout/list1"/>
    <dgm:cxn modelId="{45C8BC1A-2F31-4386-A24B-4FC953E8D0C7}" type="presParOf" srcId="{1E199B2C-B92F-4B6A-8F00-43FE151D03B3}" destId="{249DE2E1-44A6-4C4D-A599-4499C6E42365}" srcOrd="1" destOrd="0" presId="urn:microsoft.com/office/officeart/2005/8/layout/list1"/>
    <dgm:cxn modelId="{30A87A1B-15F6-4614-BAB2-E26B71B22642}" type="presParOf" srcId="{9CF84A8B-3E8C-43D1-BD2A-B3282C781764}" destId="{25C72458-33DC-4A2E-8201-A439A033F3E4}" srcOrd="1" destOrd="0" presId="urn:microsoft.com/office/officeart/2005/8/layout/list1"/>
    <dgm:cxn modelId="{7385B73E-004B-4EAC-B8FD-1E1A4FD3C070}" type="presParOf" srcId="{9CF84A8B-3E8C-43D1-BD2A-B3282C781764}" destId="{8413F4DD-A80F-41F7-BC58-E2F58592C848}" srcOrd="2" destOrd="0" presId="urn:microsoft.com/office/officeart/2005/8/layout/list1"/>
    <dgm:cxn modelId="{33F4E739-ECDF-4306-B09C-701A5AF90533}" type="presParOf" srcId="{9CF84A8B-3E8C-43D1-BD2A-B3282C781764}" destId="{916498DB-4FC1-475D-BF44-E37903EA17C4}" srcOrd="3" destOrd="0" presId="urn:microsoft.com/office/officeart/2005/8/layout/list1"/>
    <dgm:cxn modelId="{C144EAFA-B1B0-44DE-BDB2-77CACDE7DB73}" type="presParOf" srcId="{9CF84A8B-3E8C-43D1-BD2A-B3282C781764}" destId="{5CCABEA0-603C-4F17-88CC-EC55DD8DC673}" srcOrd="4" destOrd="0" presId="urn:microsoft.com/office/officeart/2005/8/layout/list1"/>
    <dgm:cxn modelId="{3D9FFF30-8FE3-450D-9843-1533A0C55421}" type="presParOf" srcId="{5CCABEA0-603C-4F17-88CC-EC55DD8DC673}" destId="{8DEE96E8-8F39-4C46-A9EF-4BFB1E7FDEAA}" srcOrd="0" destOrd="0" presId="urn:microsoft.com/office/officeart/2005/8/layout/list1"/>
    <dgm:cxn modelId="{A945F0A1-2A40-43E6-84D4-70447684F8EC}" type="presParOf" srcId="{5CCABEA0-603C-4F17-88CC-EC55DD8DC673}" destId="{C46E9CA0-6A30-4785-A7AA-FE39DF6BD816}" srcOrd="1" destOrd="0" presId="urn:microsoft.com/office/officeart/2005/8/layout/list1"/>
    <dgm:cxn modelId="{D327BE0B-8AC9-464E-96C3-774A7CB748C1}" type="presParOf" srcId="{9CF84A8B-3E8C-43D1-BD2A-B3282C781764}" destId="{67D31EFD-35A1-4AD8-86F7-218FF3F07B48}" srcOrd="5" destOrd="0" presId="urn:microsoft.com/office/officeart/2005/8/layout/list1"/>
    <dgm:cxn modelId="{0FE016A3-7F46-47FE-91C3-E6B0ED821856}" type="presParOf" srcId="{9CF84A8B-3E8C-43D1-BD2A-B3282C781764}" destId="{533B5482-ED1A-48C7-AF3C-82431EF663FC}" srcOrd="6" destOrd="0" presId="urn:microsoft.com/office/officeart/2005/8/layout/list1"/>
    <dgm:cxn modelId="{7427EB2D-C92D-4D4B-9B20-2088004CEE3E}" type="presParOf" srcId="{9CF84A8B-3E8C-43D1-BD2A-B3282C781764}" destId="{DFAC29E4-12D9-4854-930F-21B265548F3B}" srcOrd="7" destOrd="0" presId="urn:microsoft.com/office/officeart/2005/8/layout/list1"/>
    <dgm:cxn modelId="{87030103-1BD5-44F1-8933-56A060908F9F}" type="presParOf" srcId="{9CF84A8B-3E8C-43D1-BD2A-B3282C781764}" destId="{1C718474-64F4-4CFA-B87C-1D9A6C397E75}" srcOrd="8" destOrd="0" presId="urn:microsoft.com/office/officeart/2005/8/layout/list1"/>
    <dgm:cxn modelId="{9540F324-1026-4645-8BD0-13A291E39ADD}" type="presParOf" srcId="{1C718474-64F4-4CFA-B87C-1D9A6C397E75}" destId="{DC015E26-917E-479F-8008-BA966914D2DF}" srcOrd="0" destOrd="0" presId="urn:microsoft.com/office/officeart/2005/8/layout/list1"/>
    <dgm:cxn modelId="{46C8EA2E-FB70-48EF-80B2-C2696309A3D0}" type="presParOf" srcId="{1C718474-64F4-4CFA-B87C-1D9A6C397E75}" destId="{570345B7-CBC7-4303-881C-780220CE352A}" srcOrd="1" destOrd="0" presId="urn:microsoft.com/office/officeart/2005/8/layout/list1"/>
    <dgm:cxn modelId="{48C23B35-A5D6-49CC-AFE9-15ADEA4B03DA}" type="presParOf" srcId="{9CF84A8B-3E8C-43D1-BD2A-B3282C781764}" destId="{C85CC457-ADEC-4034-8ABF-39D6BCE7AE24}" srcOrd="9" destOrd="0" presId="urn:microsoft.com/office/officeart/2005/8/layout/list1"/>
    <dgm:cxn modelId="{8FAF74F0-90AE-46B6-A0B9-789E25097121}" type="presParOf" srcId="{9CF84A8B-3E8C-43D1-BD2A-B3282C781764}" destId="{182B4530-6B4C-4737-BDC3-A75722846B25}"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B7CFA451-B0E0-4FA6-9DC8-EFCD39556D99}"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en-GB"/>
        </a:p>
      </dgm:t>
    </dgm:pt>
    <dgm:pt modelId="{315DF1C7-250A-4A71-A35E-4650E665B5F5}">
      <dgm:prSet phldrT="[Text]"/>
      <dgm:spPr/>
      <dgm:t>
        <a:bodyPr/>
        <a:lstStyle/>
        <a:p>
          <a:r>
            <a:rPr lang="en-GB" dirty="0"/>
            <a:t>Sprint</a:t>
          </a:r>
        </a:p>
      </dgm:t>
    </dgm:pt>
    <dgm:pt modelId="{50F08AE4-E5AD-4142-84F6-99F3DCFA646E}" type="parTrans" cxnId="{4B70AA37-CF27-4B08-938C-8AC9FC018474}">
      <dgm:prSet/>
      <dgm:spPr/>
      <dgm:t>
        <a:bodyPr/>
        <a:lstStyle/>
        <a:p>
          <a:endParaRPr lang="en-GB"/>
        </a:p>
      </dgm:t>
    </dgm:pt>
    <dgm:pt modelId="{E914303D-F55E-42D6-8A40-A10C9D71E8AD}" type="sibTrans" cxnId="{4B70AA37-CF27-4B08-938C-8AC9FC018474}">
      <dgm:prSet/>
      <dgm:spPr/>
      <dgm:t>
        <a:bodyPr/>
        <a:lstStyle/>
        <a:p>
          <a:endParaRPr lang="en-GB"/>
        </a:p>
      </dgm:t>
    </dgm:pt>
    <dgm:pt modelId="{86F93F9F-EC45-4886-A45D-8696EF38CC1D}">
      <dgm:prSet phldrT="[Text]"/>
      <dgm:spPr/>
      <dgm:t>
        <a:bodyPr/>
        <a:lstStyle/>
        <a:p>
          <a:r>
            <a:rPr lang="en-GB" dirty="0"/>
            <a:t>Sprint Planning</a:t>
          </a:r>
        </a:p>
      </dgm:t>
    </dgm:pt>
    <dgm:pt modelId="{36A029EB-2951-404E-928C-D286F4FF43D0}" type="parTrans" cxnId="{BC1BED67-96A5-4EA6-9AF4-4172AC98453A}">
      <dgm:prSet/>
      <dgm:spPr/>
      <dgm:t>
        <a:bodyPr/>
        <a:lstStyle/>
        <a:p>
          <a:endParaRPr lang="en-GB"/>
        </a:p>
      </dgm:t>
    </dgm:pt>
    <dgm:pt modelId="{3F89F613-4626-4EE9-84DD-C49335C8FC66}" type="sibTrans" cxnId="{BC1BED67-96A5-4EA6-9AF4-4172AC98453A}">
      <dgm:prSet/>
      <dgm:spPr/>
      <dgm:t>
        <a:bodyPr/>
        <a:lstStyle/>
        <a:p>
          <a:endParaRPr lang="en-GB"/>
        </a:p>
      </dgm:t>
    </dgm:pt>
    <dgm:pt modelId="{A6F9C16E-1E6D-4B61-A241-A67A6651FA07}">
      <dgm:prSet phldrT="[Text]"/>
      <dgm:spPr/>
      <dgm:t>
        <a:bodyPr/>
        <a:lstStyle/>
        <a:p>
          <a:r>
            <a:rPr lang="en-GB" dirty="0"/>
            <a:t>Daily Scrum</a:t>
          </a:r>
        </a:p>
      </dgm:t>
    </dgm:pt>
    <dgm:pt modelId="{09F7ECA3-E8AA-4A79-A94A-4A01BFF100A5}" type="parTrans" cxnId="{423AAA32-7416-4545-A6EC-E778A3C9ADEB}">
      <dgm:prSet/>
      <dgm:spPr/>
      <dgm:t>
        <a:bodyPr/>
        <a:lstStyle/>
        <a:p>
          <a:endParaRPr lang="en-GB"/>
        </a:p>
      </dgm:t>
    </dgm:pt>
    <dgm:pt modelId="{37F5CC03-1946-4820-9409-D2C851630A67}" type="sibTrans" cxnId="{423AAA32-7416-4545-A6EC-E778A3C9ADEB}">
      <dgm:prSet/>
      <dgm:spPr/>
      <dgm:t>
        <a:bodyPr/>
        <a:lstStyle/>
        <a:p>
          <a:endParaRPr lang="en-GB"/>
        </a:p>
      </dgm:t>
    </dgm:pt>
    <dgm:pt modelId="{28B69379-57E3-41D7-A5E3-7D8881A9207B}">
      <dgm:prSet phldrT="[Text]"/>
      <dgm:spPr/>
      <dgm:t>
        <a:bodyPr/>
        <a:lstStyle/>
        <a:p>
          <a:r>
            <a:rPr lang="en-GB" dirty="0"/>
            <a:t>Short cycles of 1 month or less during which work is done</a:t>
          </a:r>
        </a:p>
      </dgm:t>
    </dgm:pt>
    <dgm:pt modelId="{A9F270C3-0862-4DD0-8BDA-12959BA352B8}" type="parTrans" cxnId="{54C6C24F-5B7A-4A25-B33A-0C94F73A2B46}">
      <dgm:prSet/>
      <dgm:spPr/>
      <dgm:t>
        <a:bodyPr/>
        <a:lstStyle/>
        <a:p>
          <a:endParaRPr lang="en-GB"/>
        </a:p>
      </dgm:t>
    </dgm:pt>
    <dgm:pt modelId="{A4F1A4CC-AA36-464D-B6DF-3D5133CDCFB1}" type="sibTrans" cxnId="{54C6C24F-5B7A-4A25-B33A-0C94F73A2B46}">
      <dgm:prSet/>
      <dgm:spPr/>
      <dgm:t>
        <a:bodyPr/>
        <a:lstStyle/>
        <a:p>
          <a:endParaRPr lang="en-GB"/>
        </a:p>
      </dgm:t>
    </dgm:pt>
    <dgm:pt modelId="{F30E6638-1217-4C3F-86B6-33F99BECB7BD}">
      <dgm:prSet phldrT="[Text]"/>
      <dgm:spPr/>
      <dgm:t>
        <a:bodyPr/>
        <a:lstStyle/>
        <a:p>
          <a:r>
            <a:rPr lang="en-GB" dirty="0"/>
            <a:t>It contains all the other Scrum Events</a:t>
          </a:r>
        </a:p>
      </dgm:t>
    </dgm:pt>
    <dgm:pt modelId="{29B5875C-9E45-41A2-A917-992593432614}" type="parTrans" cxnId="{58459F4E-7257-4CE0-BF0C-17954EF8A114}">
      <dgm:prSet/>
      <dgm:spPr/>
      <dgm:t>
        <a:bodyPr/>
        <a:lstStyle/>
        <a:p>
          <a:endParaRPr lang="en-GB"/>
        </a:p>
      </dgm:t>
    </dgm:pt>
    <dgm:pt modelId="{C1C8B78E-F8AB-4C6A-A1A3-C0CFFCB535B7}" type="sibTrans" cxnId="{58459F4E-7257-4CE0-BF0C-17954EF8A114}">
      <dgm:prSet/>
      <dgm:spPr/>
      <dgm:t>
        <a:bodyPr/>
        <a:lstStyle/>
        <a:p>
          <a:endParaRPr lang="en-GB"/>
        </a:p>
      </dgm:t>
    </dgm:pt>
    <dgm:pt modelId="{AF60964A-D922-4FEB-AB5A-E6C42A611800}">
      <dgm:prSet phldrT="[Text]"/>
      <dgm:spPr/>
      <dgm:t>
        <a:bodyPr/>
        <a:lstStyle/>
        <a:p>
          <a:r>
            <a:rPr lang="en-GB" dirty="0"/>
            <a:t>A new Sprint starts immediately after the preceding one concludes</a:t>
          </a:r>
        </a:p>
      </dgm:t>
    </dgm:pt>
    <dgm:pt modelId="{A27F8CC6-02AA-4B5D-8797-AF4F04CCBBEF}" type="parTrans" cxnId="{077EA663-241C-4209-BF1C-A81CFB243799}">
      <dgm:prSet/>
      <dgm:spPr/>
      <dgm:t>
        <a:bodyPr/>
        <a:lstStyle/>
        <a:p>
          <a:endParaRPr lang="en-GB"/>
        </a:p>
      </dgm:t>
    </dgm:pt>
    <dgm:pt modelId="{672769EF-E219-4991-A826-BBDFCEB1A8D2}" type="sibTrans" cxnId="{077EA663-241C-4209-BF1C-A81CFB243799}">
      <dgm:prSet/>
      <dgm:spPr/>
      <dgm:t>
        <a:bodyPr/>
        <a:lstStyle/>
        <a:p>
          <a:endParaRPr lang="en-GB"/>
        </a:p>
      </dgm:t>
    </dgm:pt>
    <dgm:pt modelId="{23302C31-401D-4EDF-AB8C-5687F8386CC3}">
      <dgm:prSet phldrT="[Text]"/>
      <dgm:spPr/>
      <dgm:t>
        <a:bodyPr/>
        <a:lstStyle/>
        <a:p>
          <a:r>
            <a:rPr lang="en-GB" dirty="0"/>
            <a:t>An event dedicated to planning the work that will be carried out during the sprint</a:t>
          </a:r>
        </a:p>
      </dgm:t>
    </dgm:pt>
    <dgm:pt modelId="{660A8665-E596-4F0C-8508-355C619EA8DC}" type="parTrans" cxnId="{01856D96-2342-49C4-9273-14B21A90731B}">
      <dgm:prSet/>
      <dgm:spPr/>
      <dgm:t>
        <a:bodyPr/>
        <a:lstStyle/>
        <a:p>
          <a:endParaRPr lang="en-GB"/>
        </a:p>
      </dgm:t>
    </dgm:pt>
    <dgm:pt modelId="{C43F9E48-D724-41C9-8933-7D1807EB4DB2}" type="sibTrans" cxnId="{01856D96-2342-49C4-9273-14B21A90731B}">
      <dgm:prSet/>
      <dgm:spPr/>
      <dgm:t>
        <a:bodyPr/>
        <a:lstStyle/>
        <a:p>
          <a:endParaRPr lang="en-GB"/>
        </a:p>
      </dgm:t>
    </dgm:pt>
    <dgm:pt modelId="{BD0DF6CF-F96A-47E6-85F8-BE5CD628425C}">
      <dgm:prSet phldrT="[Text]"/>
      <dgm:spPr/>
      <dgm:t>
        <a:bodyPr/>
        <a:lstStyle/>
        <a:p>
          <a:r>
            <a:rPr lang="en-GB" dirty="0"/>
            <a:t>An event held daily where the Development Team inspect the progress towards the Sprint Goal</a:t>
          </a:r>
        </a:p>
      </dgm:t>
    </dgm:pt>
    <dgm:pt modelId="{FBD9AA61-AF1B-4F45-B930-BBD516348575}" type="parTrans" cxnId="{30CCFDC9-FBF0-4B03-B763-5CB37C984E7D}">
      <dgm:prSet/>
      <dgm:spPr/>
      <dgm:t>
        <a:bodyPr/>
        <a:lstStyle/>
        <a:p>
          <a:endParaRPr lang="en-GB"/>
        </a:p>
      </dgm:t>
    </dgm:pt>
    <dgm:pt modelId="{72BB0FF5-F65E-4B0C-806D-AA37E7C4E1F5}" type="sibTrans" cxnId="{30CCFDC9-FBF0-4B03-B763-5CB37C984E7D}">
      <dgm:prSet/>
      <dgm:spPr/>
      <dgm:t>
        <a:bodyPr/>
        <a:lstStyle/>
        <a:p>
          <a:endParaRPr lang="en-GB"/>
        </a:p>
      </dgm:t>
    </dgm:pt>
    <dgm:pt modelId="{ADDB8A29-FA0B-49C7-8785-3A85A5405BE8}">
      <dgm:prSet phldrT="[Text]"/>
      <dgm:spPr/>
      <dgm:t>
        <a:bodyPr/>
        <a:lstStyle/>
        <a:p>
          <a:r>
            <a:rPr lang="en-GB" dirty="0"/>
            <a:t>Blockers are identified and adaptations are made accordingly</a:t>
          </a:r>
        </a:p>
      </dgm:t>
    </dgm:pt>
    <dgm:pt modelId="{81D1FFAC-3355-41CE-A5C9-95D4D6EEDEA9}" type="parTrans" cxnId="{3C722E35-B07A-4416-A345-C25196CD10EF}">
      <dgm:prSet/>
      <dgm:spPr/>
      <dgm:t>
        <a:bodyPr/>
        <a:lstStyle/>
        <a:p>
          <a:endParaRPr lang="en-GB"/>
        </a:p>
      </dgm:t>
    </dgm:pt>
    <dgm:pt modelId="{3093DCA2-6FF3-4C53-958B-C27251CA7165}" type="sibTrans" cxnId="{3C722E35-B07A-4416-A345-C25196CD10EF}">
      <dgm:prSet/>
      <dgm:spPr/>
      <dgm:t>
        <a:bodyPr/>
        <a:lstStyle/>
        <a:p>
          <a:endParaRPr lang="en-GB"/>
        </a:p>
      </dgm:t>
    </dgm:pt>
    <dgm:pt modelId="{1A8428C8-863F-443F-90A1-4E16A80C67E9}" type="pres">
      <dgm:prSet presAssocID="{B7CFA451-B0E0-4FA6-9DC8-EFCD39556D99}" presName="linear" presStyleCnt="0">
        <dgm:presLayoutVars>
          <dgm:dir/>
          <dgm:animLvl val="lvl"/>
          <dgm:resizeHandles val="exact"/>
        </dgm:presLayoutVars>
      </dgm:prSet>
      <dgm:spPr/>
    </dgm:pt>
    <dgm:pt modelId="{6C9E555F-057B-47FD-A089-6894B838C3B0}" type="pres">
      <dgm:prSet presAssocID="{315DF1C7-250A-4A71-A35E-4650E665B5F5}" presName="parentLin" presStyleCnt="0"/>
      <dgm:spPr/>
    </dgm:pt>
    <dgm:pt modelId="{F4889A92-3039-4218-BDD7-B83895171410}" type="pres">
      <dgm:prSet presAssocID="{315DF1C7-250A-4A71-A35E-4650E665B5F5}" presName="parentLeftMargin" presStyleLbl="node1" presStyleIdx="0" presStyleCnt="3"/>
      <dgm:spPr/>
    </dgm:pt>
    <dgm:pt modelId="{A9C17B5F-4EEF-4D7B-925A-F248E1405D0F}" type="pres">
      <dgm:prSet presAssocID="{315DF1C7-250A-4A71-A35E-4650E665B5F5}" presName="parentText" presStyleLbl="node1" presStyleIdx="0" presStyleCnt="3">
        <dgm:presLayoutVars>
          <dgm:chMax val="0"/>
          <dgm:bulletEnabled val="1"/>
        </dgm:presLayoutVars>
      </dgm:prSet>
      <dgm:spPr/>
    </dgm:pt>
    <dgm:pt modelId="{0589F307-3E99-45CA-AF58-DEE6F9836A4F}" type="pres">
      <dgm:prSet presAssocID="{315DF1C7-250A-4A71-A35E-4650E665B5F5}" presName="negativeSpace" presStyleCnt="0"/>
      <dgm:spPr/>
    </dgm:pt>
    <dgm:pt modelId="{1A26CBCD-40C7-4990-A602-3EA7343CBD14}" type="pres">
      <dgm:prSet presAssocID="{315DF1C7-250A-4A71-A35E-4650E665B5F5}" presName="childText" presStyleLbl="conFgAcc1" presStyleIdx="0" presStyleCnt="3">
        <dgm:presLayoutVars>
          <dgm:bulletEnabled val="1"/>
        </dgm:presLayoutVars>
      </dgm:prSet>
      <dgm:spPr/>
    </dgm:pt>
    <dgm:pt modelId="{8F9499BA-10A3-4A0B-A93B-F4F1D5172199}" type="pres">
      <dgm:prSet presAssocID="{E914303D-F55E-42D6-8A40-A10C9D71E8AD}" presName="spaceBetweenRectangles" presStyleCnt="0"/>
      <dgm:spPr/>
    </dgm:pt>
    <dgm:pt modelId="{E6AB91E0-1B20-4E11-9C28-E1BAF088BF42}" type="pres">
      <dgm:prSet presAssocID="{86F93F9F-EC45-4886-A45D-8696EF38CC1D}" presName="parentLin" presStyleCnt="0"/>
      <dgm:spPr/>
    </dgm:pt>
    <dgm:pt modelId="{23DA335F-97AE-4495-A02E-2CD98893CD53}" type="pres">
      <dgm:prSet presAssocID="{86F93F9F-EC45-4886-A45D-8696EF38CC1D}" presName="parentLeftMargin" presStyleLbl="node1" presStyleIdx="0" presStyleCnt="3"/>
      <dgm:spPr/>
    </dgm:pt>
    <dgm:pt modelId="{81E95E2C-1614-47AA-855C-1BF66FC877D3}" type="pres">
      <dgm:prSet presAssocID="{86F93F9F-EC45-4886-A45D-8696EF38CC1D}" presName="parentText" presStyleLbl="node1" presStyleIdx="1" presStyleCnt="3">
        <dgm:presLayoutVars>
          <dgm:chMax val="0"/>
          <dgm:bulletEnabled val="1"/>
        </dgm:presLayoutVars>
      </dgm:prSet>
      <dgm:spPr/>
    </dgm:pt>
    <dgm:pt modelId="{CA51F67D-6A50-4CB2-9D04-17235CC9ADDB}" type="pres">
      <dgm:prSet presAssocID="{86F93F9F-EC45-4886-A45D-8696EF38CC1D}" presName="negativeSpace" presStyleCnt="0"/>
      <dgm:spPr/>
    </dgm:pt>
    <dgm:pt modelId="{E2AB2EF2-FF1F-43BF-BD39-7112D6234A9A}" type="pres">
      <dgm:prSet presAssocID="{86F93F9F-EC45-4886-A45D-8696EF38CC1D}" presName="childText" presStyleLbl="conFgAcc1" presStyleIdx="1" presStyleCnt="3">
        <dgm:presLayoutVars>
          <dgm:bulletEnabled val="1"/>
        </dgm:presLayoutVars>
      </dgm:prSet>
      <dgm:spPr/>
    </dgm:pt>
    <dgm:pt modelId="{F12CF709-64B2-498C-86AD-2428D5B7157C}" type="pres">
      <dgm:prSet presAssocID="{3F89F613-4626-4EE9-84DD-C49335C8FC66}" presName="spaceBetweenRectangles" presStyleCnt="0"/>
      <dgm:spPr/>
    </dgm:pt>
    <dgm:pt modelId="{38C2DD94-625F-4EBD-A438-4C6530723C24}" type="pres">
      <dgm:prSet presAssocID="{A6F9C16E-1E6D-4B61-A241-A67A6651FA07}" presName="parentLin" presStyleCnt="0"/>
      <dgm:spPr/>
    </dgm:pt>
    <dgm:pt modelId="{504B58BE-171C-4E2C-BC10-3E6A0C723B2E}" type="pres">
      <dgm:prSet presAssocID="{A6F9C16E-1E6D-4B61-A241-A67A6651FA07}" presName="parentLeftMargin" presStyleLbl="node1" presStyleIdx="1" presStyleCnt="3"/>
      <dgm:spPr/>
    </dgm:pt>
    <dgm:pt modelId="{B65B6389-381D-46E3-820A-F17C50DEB0FE}" type="pres">
      <dgm:prSet presAssocID="{A6F9C16E-1E6D-4B61-A241-A67A6651FA07}" presName="parentText" presStyleLbl="node1" presStyleIdx="2" presStyleCnt="3">
        <dgm:presLayoutVars>
          <dgm:chMax val="0"/>
          <dgm:bulletEnabled val="1"/>
        </dgm:presLayoutVars>
      </dgm:prSet>
      <dgm:spPr/>
    </dgm:pt>
    <dgm:pt modelId="{9AD9FBA3-5DA0-4113-9394-78E08CA13937}" type="pres">
      <dgm:prSet presAssocID="{A6F9C16E-1E6D-4B61-A241-A67A6651FA07}" presName="negativeSpace" presStyleCnt="0"/>
      <dgm:spPr/>
    </dgm:pt>
    <dgm:pt modelId="{943F8E6D-58F8-4C80-88A0-A5F388F971AF}" type="pres">
      <dgm:prSet presAssocID="{A6F9C16E-1E6D-4B61-A241-A67A6651FA07}" presName="childText" presStyleLbl="conFgAcc1" presStyleIdx="2" presStyleCnt="3">
        <dgm:presLayoutVars>
          <dgm:bulletEnabled val="1"/>
        </dgm:presLayoutVars>
      </dgm:prSet>
      <dgm:spPr/>
    </dgm:pt>
  </dgm:ptLst>
  <dgm:cxnLst>
    <dgm:cxn modelId="{2EB3DD00-236A-4BBB-89AB-B045C356ED11}" type="presOf" srcId="{315DF1C7-250A-4A71-A35E-4650E665B5F5}" destId="{A9C17B5F-4EEF-4D7B-925A-F248E1405D0F}" srcOrd="1" destOrd="0" presId="urn:microsoft.com/office/officeart/2005/8/layout/list1"/>
    <dgm:cxn modelId="{1F846D12-9443-4C6D-8D57-936FE8D445B2}" type="presOf" srcId="{23302C31-401D-4EDF-AB8C-5687F8386CC3}" destId="{E2AB2EF2-FF1F-43BF-BD39-7112D6234A9A}" srcOrd="0" destOrd="0" presId="urn:microsoft.com/office/officeart/2005/8/layout/list1"/>
    <dgm:cxn modelId="{E7755414-2A97-47CA-B2DF-6E9EAE2D14E7}" type="presOf" srcId="{86F93F9F-EC45-4886-A45D-8696EF38CC1D}" destId="{23DA335F-97AE-4495-A02E-2CD98893CD53}" srcOrd="0" destOrd="0" presId="urn:microsoft.com/office/officeart/2005/8/layout/list1"/>
    <dgm:cxn modelId="{8002B814-A3E6-43C5-A5DD-568571E15A47}" type="presOf" srcId="{AF60964A-D922-4FEB-AB5A-E6C42A611800}" destId="{1A26CBCD-40C7-4990-A602-3EA7343CBD14}" srcOrd="0" destOrd="2" presId="urn:microsoft.com/office/officeart/2005/8/layout/list1"/>
    <dgm:cxn modelId="{06949F31-BDD7-411F-9C38-C52CAF48630C}" type="presOf" srcId="{ADDB8A29-FA0B-49C7-8785-3A85A5405BE8}" destId="{943F8E6D-58F8-4C80-88A0-A5F388F971AF}" srcOrd="0" destOrd="1" presId="urn:microsoft.com/office/officeart/2005/8/layout/list1"/>
    <dgm:cxn modelId="{423AAA32-7416-4545-A6EC-E778A3C9ADEB}" srcId="{B7CFA451-B0E0-4FA6-9DC8-EFCD39556D99}" destId="{A6F9C16E-1E6D-4B61-A241-A67A6651FA07}" srcOrd="2" destOrd="0" parTransId="{09F7ECA3-E8AA-4A79-A94A-4A01BFF100A5}" sibTransId="{37F5CC03-1946-4820-9409-D2C851630A67}"/>
    <dgm:cxn modelId="{3C722E35-B07A-4416-A345-C25196CD10EF}" srcId="{A6F9C16E-1E6D-4B61-A241-A67A6651FA07}" destId="{ADDB8A29-FA0B-49C7-8785-3A85A5405BE8}" srcOrd="1" destOrd="0" parTransId="{81D1FFAC-3355-41CE-A5C9-95D4D6EEDEA9}" sibTransId="{3093DCA2-6FF3-4C53-958B-C27251CA7165}"/>
    <dgm:cxn modelId="{4B70AA37-CF27-4B08-938C-8AC9FC018474}" srcId="{B7CFA451-B0E0-4FA6-9DC8-EFCD39556D99}" destId="{315DF1C7-250A-4A71-A35E-4650E665B5F5}" srcOrd="0" destOrd="0" parTransId="{50F08AE4-E5AD-4142-84F6-99F3DCFA646E}" sibTransId="{E914303D-F55E-42D6-8A40-A10C9D71E8AD}"/>
    <dgm:cxn modelId="{077EA663-241C-4209-BF1C-A81CFB243799}" srcId="{315DF1C7-250A-4A71-A35E-4650E665B5F5}" destId="{AF60964A-D922-4FEB-AB5A-E6C42A611800}" srcOrd="2" destOrd="0" parTransId="{A27F8CC6-02AA-4B5D-8797-AF4F04CCBBEF}" sibTransId="{672769EF-E219-4991-A826-BBDFCEB1A8D2}"/>
    <dgm:cxn modelId="{BC1BED67-96A5-4EA6-9AF4-4172AC98453A}" srcId="{B7CFA451-B0E0-4FA6-9DC8-EFCD39556D99}" destId="{86F93F9F-EC45-4886-A45D-8696EF38CC1D}" srcOrd="1" destOrd="0" parTransId="{36A029EB-2951-404E-928C-D286F4FF43D0}" sibTransId="{3F89F613-4626-4EE9-84DD-C49335C8FC66}"/>
    <dgm:cxn modelId="{C7BCB068-F6DF-4430-9989-BA099EC7FFDF}" type="presOf" srcId="{B7CFA451-B0E0-4FA6-9DC8-EFCD39556D99}" destId="{1A8428C8-863F-443F-90A1-4E16A80C67E9}" srcOrd="0" destOrd="0" presId="urn:microsoft.com/office/officeart/2005/8/layout/list1"/>
    <dgm:cxn modelId="{77E7D46D-7A4E-4403-B048-F1B54C1FB3B9}" type="presOf" srcId="{A6F9C16E-1E6D-4B61-A241-A67A6651FA07}" destId="{504B58BE-171C-4E2C-BC10-3E6A0C723B2E}" srcOrd="0" destOrd="0" presId="urn:microsoft.com/office/officeart/2005/8/layout/list1"/>
    <dgm:cxn modelId="{58459F4E-7257-4CE0-BF0C-17954EF8A114}" srcId="{315DF1C7-250A-4A71-A35E-4650E665B5F5}" destId="{F30E6638-1217-4C3F-86B6-33F99BECB7BD}" srcOrd="1" destOrd="0" parTransId="{29B5875C-9E45-41A2-A917-992593432614}" sibTransId="{C1C8B78E-F8AB-4C6A-A1A3-C0CFFCB535B7}"/>
    <dgm:cxn modelId="{54C6C24F-5B7A-4A25-B33A-0C94F73A2B46}" srcId="{315DF1C7-250A-4A71-A35E-4650E665B5F5}" destId="{28B69379-57E3-41D7-A5E3-7D8881A9207B}" srcOrd="0" destOrd="0" parTransId="{A9F270C3-0862-4DD0-8BDA-12959BA352B8}" sibTransId="{A4F1A4CC-AA36-464D-B6DF-3D5133CDCFB1}"/>
    <dgm:cxn modelId="{24606581-6618-4C50-A5C3-45CDD65F703A}" type="presOf" srcId="{315DF1C7-250A-4A71-A35E-4650E665B5F5}" destId="{F4889A92-3039-4218-BDD7-B83895171410}" srcOrd="0" destOrd="0" presId="urn:microsoft.com/office/officeart/2005/8/layout/list1"/>
    <dgm:cxn modelId="{27773889-5DA7-4F78-9673-6DFE13B661E8}" type="presOf" srcId="{A6F9C16E-1E6D-4B61-A241-A67A6651FA07}" destId="{B65B6389-381D-46E3-820A-F17C50DEB0FE}" srcOrd="1" destOrd="0" presId="urn:microsoft.com/office/officeart/2005/8/layout/list1"/>
    <dgm:cxn modelId="{1762CB8A-61D6-4983-AEDB-12A7575D6CA1}" type="presOf" srcId="{28B69379-57E3-41D7-A5E3-7D8881A9207B}" destId="{1A26CBCD-40C7-4990-A602-3EA7343CBD14}" srcOrd="0" destOrd="0" presId="urn:microsoft.com/office/officeart/2005/8/layout/list1"/>
    <dgm:cxn modelId="{108EA690-90FA-4795-90CA-83B405AE2FA4}" type="presOf" srcId="{86F93F9F-EC45-4886-A45D-8696EF38CC1D}" destId="{81E95E2C-1614-47AA-855C-1BF66FC877D3}" srcOrd="1" destOrd="0" presId="urn:microsoft.com/office/officeart/2005/8/layout/list1"/>
    <dgm:cxn modelId="{01856D96-2342-49C4-9273-14B21A90731B}" srcId="{86F93F9F-EC45-4886-A45D-8696EF38CC1D}" destId="{23302C31-401D-4EDF-AB8C-5687F8386CC3}" srcOrd="0" destOrd="0" parTransId="{660A8665-E596-4F0C-8508-355C619EA8DC}" sibTransId="{C43F9E48-D724-41C9-8933-7D1807EB4DB2}"/>
    <dgm:cxn modelId="{CA7056AB-30DF-4EF7-B72F-C37E6FA12C2F}" type="presOf" srcId="{F30E6638-1217-4C3F-86B6-33F99BECB7BD}" destId="{1A26CBCD-40C7-4990-A602-3EA7343CBD14}" srcOrd="0" destOrd="1" presId="urn:microsoft.com/office/officeart/2005/8/layout/list1"/>
    <dgm:cxn modelId="{80F6ADC2-0DD9-4687-A98A-6D80A69C71F5}" type="presOf" srcId="{BD0DF6CF-F96A-47E6-85F8-BE5CD628425C}" destId="{943F8E6D-58F8-4C80-88A0-A5F388F971AF}" srcOrd="0" destOrd="0" presId="urn:microsoft.com/office/officeart/2005/8/layout/list1"/>
    <dgm:cxn modelId="{30CCFDC9-FBF0-4B03-B763-5CB37C984E7D}" srcId="{A6F9C16E-1E6D-4B61-A241-A67A6651FA07}" destId="{BD0DF6CF-F96A-47E6-85F8-BE5CD628425C}" srcOrd="0" destOrd="0" parTransId="{FBD9AA61-AF1B-4F45-B930-BBD516348575}" sibTransId="{72BB0FF5-F65E-4B0C-806D-AA37E7C4E1F5}"/>
    <dgm:cxn modelId="{76C7D41A-8F16-453C-9FA8-DC7DBB49492D}" type="presParOf" srcId="{1A8428C8-863F-443F-90A1-4E16A80C67E9}" destId="{6C9E555F-057B-47FD-A089-6894B838C3B0}" srcOrd="0" destOrd="0" presId="urn:microsoft.com/office/officeart/2005/8/layout/list1"/>
    <dgm:cxn modelId="{F155B09A-9E06-4638-8B07-250BBD29CC04}" type="presParOf" srcId="{6C9E555F-057B-47FD-A089-6894B838C3B0}" destId="{F4889A92-3039-4218-BDD7-B83895171410}" srcOrd="0" destOrd="0" presId="urn:microsoft.com/office/officeart/2005/8/layout/list1"/>
    <dgm:cxn modelId="{688B58ED-D9B3-4F9E-B421-B747DB18B9C2}" type="presParOf" srcId="{6C9E555F-057B-47FD-A089-6894B838C3B0}" destId="{A9C17B5F-4EEF-4D7B-925A-F248E1405D0F}" srcOrd="1" destOrd="0" presId="urn:microsoft.com/office/officeart/2005/8/layout/list1"/>
    <dgm:cxn modelId="{015F5176-9133-4990-8C17-91C8046FC2D2}" type="presParOf" srcId="{1A8428C8-863F-443F-90A1-4E16A80C67E9}" destId="{0589F307-3E99-45CA-AF58-DEE6F9836A4F}" srcOrd="1" destOrd="0" presId="urn:microsoft.com/office/officeart/2005/8/layout/list1"/>
    <dgm:cxn modelId="{1C51BD0A-D7D6-4C34-8DB4-B74B084BD42D}" type="presParOf" srcId="{1A8428C8-863F-443F-90A1-4E16A80C67E9}" destId="{1A26CBCD-40C7-4990-A602-3EA7343CBD14}" srcOrd="2" destOrd="0" presId="urn:microsoft.com/office/officeart/2005/8/layout/list1"/>
    <dgm:cxn modelId="{C9E14962-191C-4CC9-BE4B-755F0AF25EA4}" type="presParOf" srcId="{1A8428C8-863F-443F-90A1-4E16A80C67E9}" destId="{8F9499BA-10A3-4A0B-A93B-F4F1D5172199}" srcOrd="3" destOrd="0" presId="urn:microsoft.com/office/officeart/2005/8/layout/list1"/>
    <dgm:cxn modelId="{A80B61CB-0411-49BA-936A-4AC69D689FB3}" type="presParOf" srcId="{1A8428C8-863F-443F-90A1-4E16A80C67E9}" destId="{E6AB91E0-1B20-4E11-9C28-E1BAF088BF42}" srcOrd="4" destOrd="0" presId="urn:microsoft.com/office/officeart/2005/8/layout/list1"/>
    <dgm:cxn modelId="{4C6F7CFB-285B-4AC2-814D-89B843722032}" type="presParOf" srcId="{E6AB91E0-1B20-4E11-9C28-E1BAF088BF42}" destId="{23DA335F-97AE-4495-A02E-2CD98893CD53}" srcOrd="0" destOrd="0" presId="urn:microsoft.com/office/officeart/2005/8/layout/list1"/>
    <dgm:cxn modelId="{EF6E3080-D476-44C1-8763-BE51F5E93CE2}" type="presParOf" srcId="{E6AB91E0-1B20-4E11-9C28-E1BAF088BF42}" destId="{81E95E2C-1614-47AA-855C-1BF66FC877D3}" srcOrd="1" destOrd="0" presId="urn:microsoft.com/office/officeart/2005/8/layout/list1"/>
    <dgm:cxn modelId="{A76C02C3-68DF-42A9-AEDB-1C03B614413B}" type="presParOf" srcId="{1A8428C8-863F-443F-90A1-4E16A80C67E9}" destId="{CA51F67D-6A50-4CB2-9D04-17235CC9ADDB}" srcOrd="5" destOrd="0" presId="urn:microsoft.com/office/officeart/2005/8/layout/list1"/>
    <dgm:cxn modelId="{82F7F881-5FBE-4C93-A124-556092B5B455}" type="presParOf" srcId="{1A8428C8-863F-443F-90A1-4E16A80C67E9}" destId="{E2AB2EF2-FF1F-43BF-BD39-7112D6234A9A}" srcOrd="6" destOrd="0" presId="urn:microsoft.com/office/officeart/2005/8/layout/list1"/>
    <dgm:cxn modelId="{F32DA8E7-1FD9-4F0E-85DD-E3BFE46D4B47}" type="presParOf" srcId="{1A8428C8-863F-443F-90A1-4E16A80C67E9}" destId="{F12CF709-64B2-498C-86AD-2428D5B7157C}" srcOrd="7" destOrd="0" presId="urn:microsoft.com/office/officeart/2005/8/layout/list1"/>
    <dgm:cxn modelId="{991FB94B-0D14-4737-B162-41C0839FFD3B}" type="presParOf" srcId="{1A8428C8-863F-443F-90A1-4E16A80C67E9}" destId="{38C2DD94-625F-4EBD-A438-4C6530723C24}" srcOrd="8" destOrd="0" presId="urn:microsoft.com/office/officeart/2005/8/layout/list1"/>
    <dgm:cxn modelId="{A97197CB-0004-45E0-AE3A-44D431454A55}" type="presParOf" srcId="{38C2DD94-625F-4EBD-A438-4C6530723C24}" destId="{504B58BE-171C-4E2C-BC10-3E6A0C723B2E}" srcOrd="0" destOrd="0" presId="urn:microsoft.com/office/officeart/2005/8/layout/list1"/>
    <dgm:cxn modelId="{863DE93D-3186-40C4-A8E4-DA8D1A95C5D6}" type="presParOf" srcId="{38C2DD94-625F-4EBD-A438-4C6530723C24}" destId="{B65B6389-381D-46E3-820A-F17C50DEB0FE}" srcOrd="1" destOrd="0" presId="urn:microsoft.com/office/officeart/2005/8/layout/list1"/>
    <dgm:cxn modelId="{35A228C1-A97A-4C9F-B98B-C2EBA3D34D46}" type="presParOf" srcId="{1A8428C8-863F-443F-90A1-4E16A80C67E9}" destId="{9AD9FBA3-5DA0-4113-9394-78E08CA13937}" srcOrd="9" destOrd="0" presId="urn:microsoft.com/office/officeart/2005/8/layout/list1"/>
    <dgm:cxn modelId="{8C75B9AD-3C88-4508-A77B-94616559F561}" type="presParOf" srcId="{1A8428C8-863F-443F-90A1-4E16A80C67E9}" destId="{943F8E6D-58F8-4C80-88A0-A5F388F971AF}"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B7CFA451-B0E0-4FA6-9DC8-EFCD39556D99}"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en-GB"/>
        </a:p>
      </dgm:t>
    </dgm:pt>
    <dgm:pt modelId="{6636CD48-012D-4632-A23E-DA527A631949}">
      <dgm:prSet phldrT="[Text]"/>
      <dgm:spPr/>
      <dgm:t>
        <a:bodyPr/>
        <a:lstStyle/>
        <a:p>
          <a:r>
            <a:rPr lang="en-GB" dirty="0"/>
            <a:t>Sprint Review</a:t>
          </a:r>
        </a:p>
      </dgm:t>
    </dgm:pt>
    <dgm:pt modelId="{9AF2D827-1194-4F4B-9EC7-714A5A856043}" type="sibTrans" cxnId="{6DE5C631-6BA6-4C0B-A5A6-FE10741C3000}">
      <dgm:prSet/>
      <dgm:spPr/>
      <dgm:t>
        <a:bodyPr/>
        <a:lstStyle/>
        <a:p>
          <a:endParaRPr lang="en-GB"/>
        </a:p>
      </dgm:t>
    </dgm:pt>
    <dgm:pt modelId="{C2C9A33A-74C6-46AB-AF17-558FADC55E5A}" type="parTrans" cxnId="{6DE5C631-6BA6-4C0B-A5A6-FE10741C3000}">
      <dgm:prSet/>
      <dgm:spPr/>
      <dgm:t>
        <a:bodyPr/>
        <a:lstStyle/>
        <a:p>
          <a:endParaRPr lang="en-GB"/>
        </a:p>
      </dgm:t>
    </dgm:pt>
    <dgm:pt modelId="{1A6176ED-9ED5-4289-86B7-DE21358E8E5B}">
      <dgm:prSet phldrT="[Text]"/>
      <dgm:spPr/>
      <dgm:t>
        <a:bodyPr/>
        <a:lstStyle/>
        <a:p>
          <a:r>
            <a:rPr lang="en-GB" dirty="0"/>
            <a:t>Event held at the end of the Sprint where the Scrum Team and Stakeholders review what was accomplished during the Sprint and what has changed in their event</a:t>
          </a:r>
        </a:p>
      </dgm:t>
    </dgm:pt>
    <dgm:pt modelId="{4D0AE57A-AEE7-4F95-A97B-21F48C076291}" type="sibTrans" cxnId="{1E0F6E69-123F-4E0A-9EB9-A9998716112C}">
      <dgm:prSet/>
      <dgm:spPr/>
      <dgm:t>
        <a:bodyPr/>
        <a:lstStyle/>
        <a:p>
          <a:endParaRPr lang="en-GB"/>
        </a:p>
      </dgm:t>
    </dgm:pt>
    <dgm:pt modelId="{4F7EC62A-44D6-4EF9-83D7-C9EC64E41852}" type="parTrans" cxnId="{1E0F6E69-123F-4E0A-9EB9-A9998716112C}">
      <dgm:prSet/>
      <dgm:spPr/>
      <dgm:t>
        <a:bodyPr/>
        <a:lstStyle/>
        <a:p>
          <a:endParaRPr lang="en-GB"/>
        </a:p>
      </dgm:t>
    </dgm:pt>
    <dgm:pt modelId="{3B3954CA-3545-46AF-A292-AEDEDE929433}">
      <dgm:prSet phldrT="[Text]"/>
      <dgm:spPr/>
      <dgm:t>
        <a:bodyPr/>
        <a:lstStyle/>
        <a:p>
          <a:r>
            <a:rPr lang="en-GB" dirty="0"/>
            <a:t>Attendees collaborate on what is to be done next</a:t>
          </a:r>
        </a:p>
      </dgm:t>
    </dgm:pt>
    <dgm:pt modelId="{8D9BBB53-81B3-4612-B9C9-546144B7A6EE}" type="sibTrans" cxnId="{A1F76F37-9AD0-4ACA-9213-80223B181142}">
      <dgm:prSet/>
      <dgm:spPr/>
      <dgm:t>
        <a:bodyPr/>
        <a:lstStyle/>
        <a:p>
          <a:endParaRPr lang="en-GB"/>
        </a:p>
      </dgm:t>
    </dgm:pt>
    <dgm:pt modelId="{00468460-FA79-4A8F-BBBE-AA1986512706}" type="parTrans" cxnId="{A1F76F37-9AD0-4ACA-9213-80223B181142}">
      <dgm:prSet/>
      <dgm:spPr/>
      <dgm:t>
        <a:bodyPr/>
        <a:lstStyle/>
        <a:p>
          <a:endParaRPr lang="en-GB"/>
        </a:p>
      </dgm:t>
    </dgm:pt>
    <dgm:pt modelId="{DD9124B9-0B67-497F-A8BD-5B152E0A2D59}">
      <dgm:prSet phldrT="[Text]"/>
      <dgm:spPr/>
      <dgm:t>
        <a:bodyPr/>
        <a:lstStyle/>
        <a:p>
          <a:r>
            <a:rPr lang="en-GB" dirty="0"/>
            <a:t>Sprint Retrospective</a:t>
          </a:r>
        </a:p>
      </dgm:t>
    </dgm:pt>
    <dgm:pt modelId="{453367C0-6708-4FBB-8841-E7915A080377}" type="sibTrans" cxnId="{68A9DF7E-7105-47F8-9C32-EDEEF96832EB}">
      <dgm:prSet/>
      <dgm:spPr/>
      <dgm:t>
        <a:bodyPr/>
        <a:lstStyle/>
        <a:p>
          <a:endParaRPr lang="en-GB"/>
        </a:p>
      </dgm:t>
    </dgm:pt>
    <dgm:pt modelId="{E4600940-C686-4532-B649-752266DF4C00}" type="parTrans" cxnId="{68A9DF7E-7105-47F8-9C32-EDEEF96832EB}">
      <dgm:prSet/>
      <dgm:spPr/>
      <dgm:t>
        <a:bodyPr/>
        <a:lstStyle/>
        <a:p>
          <a:endParaRPr lang="en-GB"/>
        </a:p>
      </dgm:t>
    </dgm:pt>
    <dgm:pt modelId="{65D82F60-4197-49D2-B471-F58ADB9E7C96}">
      <dgm:prSet phldrT="[Text]"/>
      <dgm:spPr/>
      <dgm:t>
        <a:bodyPr/>
        <a:lstStyle/>
        <a:p>
          <a:r>
            <a:rPr lang="en-GB" dirty="0"/>
            <a:t>During this event the Scrum Team gather and discuss how the Sprint went and identify the most helpful changes to improve the Team’s effectiveness</a:t>
          </a:r>
        </a:p>
      </dgm:t>
    </dgm:pt>
    <dgm:pt modelId="{CE79F904-D61F-4172-BFCA-45A36190F44A}" type="sibTrans" cxnId="{F621C805-7FAF-4113-BF0C-BD5CC5397CC3}">
      <dgm:prSet/>
      <dgm:spPr/>
      <dgm:t>
        <a:bodyPr/>
        <a:lstStyle/>
        <a:p>
          <a:endParaRPr lang="en-GB"/>
        </a:p>
      </dgm:t>
    </dgm:pt>
    <dgm:pt modelId="{33C15AD1-DD4D-4FBE-A820-5CE95EB93D5B}" type="parTrans" cxnId="{F621C805-7FAF-4113-BF0C-BD5CC5397CC3}">
      <dgm:prSet/>
      <dgm:spPr/>
      <dgm:t>
        <a:bodyPr/>
        <a:lstStyle/>
        <a:p>
          <a:endParaRPr lang="en-GB"/>
        </a:p>
      </dgm:t>
    </dgm:pt>
    <dgm:pt modelId="{1A8428C8-863F-443F-90A1-4E16A80C67E9}" type="pres">
      <dgm:prSet presAssocID="{B7CFA451-B0E0-4FA6-9DC8-EFCD39556D99}" presName="linear" presStyleCnt="0">
        <dgm:presLayoutVars>
          <dgm:dir/>
          <dgm:animLvl val="lvl"/>
          <dgm:resizeHandles val="exact"/>
        </dgm:presLayoutVars>
      </dgm:prSet>
      <dgm:spPr/>
    </dgm:pt>
    <dgm:pt modelId="{2F26AF24-6340-4C09-93B8-1763139E1682}" type="pres">
      <dgm:prSet presAssocID="{6636CD48-012D-4632-A23E-DA527A631949}" presName="parentLin" presStyleCnt="0"/>
      <dgm:spPr/>
    </dgm:pt>
    <dgm:pt modelId="{DF7D375A-4518-443C-AF60-0F8177BE6D9F}" type="pres">
      <dgm:prSet presAssocID="{6636CD48-012D-4632-A23E-DA527A631949}" presName="parentLeftMargin" presStyleLbl="node1" presStyleIdx="0" presStyleCnt="2"/>
      <dgm:spPr/>
    </dgm:pt>
    <dgm:pt modelId="{E5204799-4EB1-426C-8AEA-050AEB0DAC73}" type="pres">
      <dgm:prSet presAssocID="{6636CD48-012D-4632-A23E-DA527A631949}" presName="parentText" presStyleLbl="node1" presStyleIdx="0" presStyleCnt="2">
        <dgm:presLayoutVars>
          <dgm:chMax val="0"/>
          <dgm:bulletEnabled val="1"/>
        </dgm:presLayoutVars>
      </dgm:prSet>
      <dgm:spPr/>
    </dgm:pt>
    <dgm:pt modelId="{A810E4AB-6767-49A4-8692-FFC2C2F4174B}" type="pres">
      <dgm:prSet presAssocID="{6636CD48-012D-4632-A23E-DA527A631949}" presName="negativeSpace" presStyleCnt="0"/>
      <dgm:spPr/>
    </dgm:pt>
    <dgm:pt modelId="{10AACBB6-CAB1-4EB7-B165-84864C4834B5}" type="pres">
      <dgm:prSet presAssocID="{6636CD48-012D-4632-A23E-DA527A631949}" presName="childText" presStyleLbl="conFgAcc1" presStyleIdx="0" presStyleCnt="2">
        <dgm:presLayoutVars>
          <dgm:bulletEnabled val="1"/>
        </dgm:presLayoutVars>
      </dgm:prSet>
      <dgm:spPr/>
    </dgm:pt>
    <dgm:pt modelId="{A8A8F74B-53AA-4D82-AD04-49E2A16B13D8}" type="pres">
      <dgm:prSet presAssocID="{9AF2D827-1194-4F4B-9EC7-714A5A856043}" presName="spaceBetweenRectangles" presStyleCnt="0"/>
      <dgm:spPr/>
    </dgm:pt>
    <dgm:pt modelId="{D849D286-1840-49D2-BF4A-043843C1D4F3}" type="pres">
      <dgm:prSet presAssocID="{DD9124B9-0B67-497F-A8BD-5B152E0A2D59}" presName="parentLin" presStyleCnt="0"/>
      <dgm:spPr/>
    </dgm:pt>
    <dgm:pt modelId="{986B9DD4-55DA-4D0F-9BCB-7D84778CD1DB}" type="pres">
      <dgm:prSet presAssocID="{DD9124B9-0B67-497F-A8BD-5B152E0A2D59}" presName="parentLeftMargin" presStyleLbl="node1" presStyleIdx="0" presStyleCnt="2"/>
      <dgm:spPr/>
    </dgm:pt>
    <dgm:pt modelId="{D206033F-9450-4AFB-A0B2-457D7D4E8EDE}" type="pres">
      <dgm:prSet presAssocID="{DD9124B9-0B67-497F-A8BD-5B152E0A2D59}" presName="parentText" presStyleLbl="node1" presStyleIdx="1" presStyleCnt="2">
        <dgm:presLayoutVars>
          <dgm:chMax val="0"/>
          <dgm:bulletEnabled val="1"/>
        </dgm:presLayoutVars>
      </dgm:prSet>
      <dgm:spPr/>
    </dgm:pt>
    <dgm:pt modelId="{F32C7693-FAB6-4272-AAA4-22BC016340E8}" type="pres">
      <dgm:prSet presAssocID="{DD9124B9-0B67-497F-A8BD-5B152E0A2D59}" presName="negativeSpace" presStyleCnt="0"/>
      <dgm:spPr/>
    </dgm:pt>
    <dgm:pt modelId="{04384C23-F886-4D91-AAA1-7779720C158F}" type="pres">
      <dgm:prSet presAssocID="{DD9124B9-0B67-497F-A8BD-5B152E0A2D59}" presName="childText" presStyleLbl="conFgAcc1" presStyleIdx="1" presStyleCnt="2">
        <dgm:presLayoutVars>
          <dgm:bulletEnabled val="1"/>
        </dgm:presLayoutVars>
      </dgm:prSet>
      <dgm:spPr/>
    </dgm:pt>
  </dgm:ptLst>
  <dgm:cxnLst>
    <dgm:cxn modelId="{F621C805-7FAF-4113-BF0C-BD5CC5397CC3}" srcId="{DD9124B9-0B67-497F-A8BD-5B152E0A2D59}" destId="{65D82F60-4197-49D2-B471-F58ADB9E7C96}" srcOrd="0" destOrd="0" parTransId="{33C15AD1-DD4D-4FBE-A820-5CE95EB93D5B}" sibTransId="{CE79F904-D61F-4172-BFCA-45A36190F44A}"/>
    <dgm:cxn modelId="{4270F630-63A0-410C-A39B-87DDD10EBC5B}" type="presOf" srcId="{65D82F60-4197-49D2-B471-F58ADB9E7C96}" destId="{04384C23-F886-4D91-AAA1-7779720C158F}" srcOrd="0" destOrd="0" presId="urn:microsoft.com/office/officeart/2005/8/layout/list1"/>
    <dgm:cxn modelId="{6DE5C631-6BA6-4C0B-A5A6-FE10741C3000}" srcId="{B7CFA451-B0E0-4FA6-9DC8-EFCD39556D99}" destId="{6636CD48-012D-4632-A23E-DA527A631949}" srcOrd="0" destOrd="0" parTransId="{C2C9A33A-74C6-46AB-AF17-558FADC55E5A}" sibTransId="{9AF2D827-1194-4F4B-9EC7-714A5A856043}"/>
    <dgm:cxn modelId="{A1F76F37-9AD0-4ACA-9213-80223B181142}" srcId="{6636CD48-012D-4632-A23E-DA527A631949}" destId="{3B3954CA-3545-46AF-A292-AEDEDE929433}" srcOrd="1" destOrd="0" parTransId="{00468460-FA79-4A8F-BBBE-AA1986512706}" sibTransId="{8D9BBB53-81B3-4612-B9C9-546144B7A6EE}"/>
    <dgm:cxn modelId="{C7BCB068-F6DF-4430-9989-BA099EC7FFDF}" type="presOf" srcId="{B7CFA451-B0E0-4FA6-9DC8-EFCD39556D99}" destId="{1A8428C8-863F-443F-90A1-4E16A80C67E9}" srcOrd="0" destOrd="0" presId="urn:microsoft.com/office/officeart/2005/8/layout/list1"/>
    <dgm:cxn modelId="{1E0F6E69-123F-4E0A-9EB9-A9998716112C}" srcId="{6636CD48-012D-4632-A23E-DA527A631949}" destId="{1A6176ED-9ED5-4289-86B7-DE21358E8E5B}" srcOrd="0" destOrd="0" parTransId="{4F7EC62A-44D6-4EF9-83D7-C9EC64E41852}" sibTransId="{4D0AE57A-AEE7-4F95-A97B-21F48C076291}"/>
    <dgm:cxn modelId="{C9ECA349-67A4-47BD-BFA0-6FD8BD9878FF}" type="presOf" srcId="{3B3954CA-3545-46AF-A292-AEDEDE929433}" destId="{10AACBB6-CAB1-4EB7-B165-84864C4834B5}" srcOrd="0" destOrd="1" presId="urn:microsoft.com/office/officeart/2005/8/layout/list1"/>
    <dgm:cxn modelId="{68A9DF7E-7105-47F8-9C32-EDEEF96832EB}" srcId="{B7CFA451-B0E0-4FA6-9DC8-EFCD39556D99}" destId="{DD9124B9-0B67-497F-A8BD-5B152E0A2D59}" srcOrd="1" destOrd="0" parTransId="{E4600940-C686-4532-B649-752266DF4C00}" sibTransId="{453367C0-6708-4FBB-8841-E7915A080377}"/>
    <dgm:cxn modelId="{3F5C24A2-E5D4-4EA4-956F-1AB37255DDF1}" type="presOf" srcId="{6636CD48-012D-4632-A23E-DA527A631949}" destId="{E5204799-4EB1-426C-8AEA-050AEB0DAC73}" srcOrd="1" destOrd="0" presId="urn:microsoft.com/office/officeart/2005/8/layout/list1"/>
    <dgm:cxn modelId="{D485C6E1-7591-4C3B-B6B3-B9035D1BCB81}" type="presOf" srcId="{6636CD48-012D-4632-A23E-DA527A631949}" destId="{DF7D375A-4518-443C-AF60-0F8177BE6D9F}" srcOrd="0" destOrd="0" presId="urn:microsoft.com/office/officeart/2005/8/layout/list1"/>
    <dgm:cxn modelId="{AD86A0E2-BBBE-4E3D-8F93-A568EB68C7A0}" type="presOf" srcId="{DD9124B9-0B67-497F-A8BD-5B152E0A2D59}" destId="{D206033F-9450-4AFB-A0B2-457D7D4E8EDE}" srcOrd="1" destOrd="0" presId="urn:microsoft.com/office/officeart/2005/8/layout/list1"/>
    <dgm:cxn modelId="{C634D5FA-2590-4CA2-ABAC-610D485BBFCF}" type="presOf" srcId="{DD9124B9-0B67-497F-A8BD-5B152E0A2D59}" destId="{986B9DD4-55DA-4D0F-9BCB-7D84778CD1DB}" srcOrd="0" destOrd="0" presId="urn:microsoft.com/office/officeart/2005/8/layout/list1"/>
    <dgm:cxn modelId="{463C16FC-C973-4E4D-898C-AA2B1C7CBD99}" type="presOf" srcId="{1A6176ED-9ED5-4289-86B7-DE21358E8E5B}" destId="{10AACBB6-CAB1-4EB7-B165-84864C4834B5}" srcOrd="0" destOrd="0" presId="urn:microsoft.com/office/officeart/2005/8/layout/list1"/>
    <dgm:cxn modelId="{8F1296DF-C55E-447B-9306-431E6D9EE772}" type="presParOf" srcId="{1A8428C8-863F-443F-90A1-4E16A80C67E9}" destId="{2F26AF24-6340-4C09-93B8-1763139E1682}" srcOrd="0" destOrd="0" presId="urn:microsoft.com/office/officeart/2005/8/layout/list1"/>
    <dgm:cxn modelId="{3F0B1E32-DBE9-45B9-8B5F-FB70546B41A6}" type="presParOf" srcId="{2F26AF24-6340-4C09-93B8-1763139E1682}" destId="{DF7D375A-4518-443C-AF60-0F8177BE6D9F}" srcOrd="0" destOrd="0" presId="urn:microsoft.com/office/officeart/2005/8/layout/list1"/>
    <dgm:cxn modelId="{BF663D75-94E9-4304-B788-087A6D9896DF}" type="presParOf" srcId="{2F26AF24-6340-4C09-93B8-1763139E1682}" destId="{E5204799-4EB1-426C-8AEA-050AEB0DAC73}" srcOrd="1" destOrd="0" presId="urn:microsoft.com/office/officeart/2005/8/layout/list1"/>
    <dgm:cxn modelId="{D9148095-C928-4C9D-9C63-410EFAE49C61}" type="presParOf" srcId="{1A8428C8-863F-443F-90A1-4E16A80C67E9}" destId="{A810E4AB-6767-49A4-8692-FFC2C2F4174B}" srcOrd="1" destOrd="0" presId="urn:microsoft.com/office/officeart/2005/8/layout/list1"/>
    <dgm:cxn modelId="{9F5BCBA9-F39D-41FE-BBFF-29F7D783D644}" type="presParOf" srcId="{1A8428C8-863F-443F-90A1-4E16A80C67E9}" destId="{10AACBB6-CAB1-4EB7-B165-84864C4834B5}" srcOrd="2" destOrd="0" presId="urn:microsoft.com/office/officeart/2005/8/layout/list1"/>
    <dgm:cxn modelId="{F8BF3AE1-EFD7-49F8-9221-CD745BC0747C}" type="presParOf" srcId="{1A8428C8-863F-443F-90A1-4E16A80C67E9}" destId="{A8A8F74B-53AA-4D82-AD04-49E2A16B13D8}" srcOrd="3" destOrd="0" presId="urn:microsoft.com/office/officeart/2005/8/layout/list1"/>
    <dgm:cxn modelId="{631586A3-0D8C-4B61-87E7-4C568FE0F927}" type="presParOf" srcId="{1A8428C8-863F-443F-90A1-4E16A80C67E9}" destId="{D849D286-1840-49D2-BF4A-043843C1D4F3}" srcOrd="4" destOrd="0" presId="urn:microsoft.com/office/officeart/2005/8/layout/list1"/>
    <dgm:cxn modelId="{6665529A-9D82-463E-8808-121F7EAA7A44}" type="presParOf" srcId="{D849D286-1840-49D2-BF4A-043843C1D4F3}" destId="{986B9DD4-55DA-4D0F-9BCB-7D84778CD1DB}" srcOrd="0" destOrd="0" presId="urn:microsoft.com/office/officeart/2005/8/layout/list1"/>
    <dgm:cxn modelId="{5CC5F025-CA90-4C64-841D-959AA93B183A}" type="presParOf" srcId="{D849D286-1840-49D2-BF4A-043843C1D4F3}" destId="{D206033F-9450-4AFB-A0B2-457D7D4E8EDE}" srcOrd="1" destOrd="0" presId="urn:microsoft.com/office/officeart/2005/8/layout/list1"/>
    <dgm:cxn modelId="{7011730A-6751-469C-ADE7-6FD1B5DB1DDE}" type="presParOf" srcId="{1A8428C8-863F-443F-90A1-4E16A80C67E9}" destId="{F32C7693-FAB6-4272-AAA4-22BC016340E8}" srcOrd="5" destOrd="0" presId="urn:microsoft.com/office/officeart/2005/8/layout/list1"/>
    <dgm:cxn modelId="{FF221E8F-D000-4CAF-8EF9-05395CB91559}" type="presParOf" srcId="{1A8428C8-863F-443F-90A1-4E16A80C67E9}" destId="{04384C23-F886-4D91-AAA1-7779720C158F}"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1BAEEB50-6A41-40FA-B5DD-265D697F8A48}"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en-GB"/>
        </a:p>
      </dgm:t>
    </dgm:pt>
    <dgm:pt modelId="{A76FD388-0252-428C-A66D-2D5908C8673D}">
      <dgm:prSet phldrT="[Text]"/>
      <dgm:spPr/>
      <dgm:t>
        <a:bodyPr/>
        <a:lstStyle/>
        <a:p>
          <a:r>
            <a:rPr lang="en-GB" dirty="0"/>
            <a:t>Product Backlog</a:t>
          </a:r>
        </a:p>
      </dgm:t>
    </dgm:pt>
    <dgm:pt modelId="{11E49730-95F9-4CE4-91AE-3F6188073E5E}" type="parTrans" cxnId="{F2D17C69-0DCA-4839-993C-56B1B8628AE7}">
      <dgm:prSet/>
      <dgm:spPr/>
      <dgm:t>
        <a:bodyPr/>
        <a:lstStyle/>
        <a:p>
          <a:endParaRPr lang="en-GB"/>
        </a:p>
      </dgm:t>
    </dgm:pt>
    <dgm:pt modelId="{81A8C2CD-DEBA-4B9A-BD2D-7009818D25BE}" type="sibTrans" cxnId="{F2D17C69-0DCA-4839-993C-56B1B8628AE7}">
      <dgm:prSet/>
      <dgm:spPr/>
      <dgm:t>
        <a:bodyPr/>
        <a:lstStyle/>
        <a:p>
          <a:endParaRPr lang="en-GB"/>
        </a:p>
      </dgm:t>
    </dgm:pt>
    <dgm:pt modelId="{663EA84F-432D-4714-A618-A754A74E72DB}">
      <dgm:prSet phldrT="[Text]"/>
      <dgm:spPr/>
      <dgm:t>
        <a:bodyPr/>
        <a:lstStyle/>
        <a:p>
          <a:pPr algn="l"/>
          <a:r>
            <a:rPr lang="en-GB" dirty="0"/>
            <a:t>An evolving, ordered list of what is needed to improve the product</a:t>
          </a:r>
        </a:p>
      </dgm:t>
    </dgm:pt>
    <dgm:pt modelId="{925065D2-1170-43DF-A438-223E627528E3}" type="parTrans" cxnId="{5518807E-D70E-474F-8FB1-652EEDC4874E}">
      <dgm:prSet/>
      <dgm:spPr/>
      <dgm:t>
        <a:bodyPr/>
        <a:lstStyle/>
        <a:p>
          <a:endParaRPr lang="en-GB"/>
        </a:p>
      </dgm:t>
    </dgm:pt>
    <dgm:pt modelId="{2CE4397A-26C2-4B7E-865E-0DF3C7132686}" type="sibTrans" cxnId="{5518807E-D70E-474F-8FB1-652EEDC4874E}">
      <dgm:prSet/>
      <dgm:spPr/>
      <dgm:t>
        <a:bodyPr/>
        <a:lstStyle/>
        <a:p>
          <a:endParaRPr lang="en-GB"/>
        </a:p>
      </dgm:t>
    </dgm:pt>
    <dgm:pt modelId="{BCC67612-A4DA-4C62-B902-4F2EEA26F949}">
      <dgm:prSet phldrT="[Text]"/>
      <dgm:spPr/>
      <dgm:t>
        <a:bodyPr/>
        <a:lstStyle/>
        <a:p>
          <a:pPr algn="l"/>
          <a:r>
            <a:rPr lang="en-GB" dirty="0"/>
            <a:t>Single source of work to be undertaken by the Team</a:t>
          </a:r>
        </a:p>
      </dgm:t>
    </dgm:pt>
    <dgm:pt modelId="{72E89858-5DAB-4713-B713-9A6A0DDB7836}" type="parTrans" cxnId="{62586AF7-BA77-4913-96C7-52F7F158EDB2}">
      <dgm:prSet/>
      <dgm:spPr/>
      <dgm:t>
        <a:bodyPr/>
        <a:lstStyle/>
        <a:p>
          <a:endParaRPr lang="en-GB"/>
        </a:p>
      </dgm:t>
    </dgm:pt>
    <dgm:pt modelId="{40DA2520-BD90-4956-88FC-5C8A568E068C}" type="sibTrans" cxnId="{62586AF7-BA77-4913-96C7-52F7F158EDB2}">
      <dgm:prSet/>
      <dgm:spPr/>
      <dgm:t>
        <a:bodyPr/>
        <a:lstStyle/>
        <a:p>
          <a:endParaRPr lang="en-GB"/>
        </a:p>
      </dgm:t>
    </dgm:pt>
    <dgm:pt modelId="{230A47B0-E115-4AC4-93EB-3A9CAA05901A}">
      <dgm:prSet phldrT="[Text]"/>
      <dgm:spPr/>
      <dgm:t>
        <a:bodyPr/>
        <a:lstStyle/>
        <a:p>
          <a:pPr algn="ctr">
            <a:buNone/>
          </a:pPr>
          <a:r>
            <a:rPr lang="en-GB" b="1" i="1" dirty="0"/>
            <a:t>Commitment</a:t>
          </a:r>
          <a:r>
            <a:rPr lang="en-GB" i="1" dirty="0"/>
            <a:t>: Product Goal – the target the team plans against</a:t>
          </a:r>
        </a:p>
      </dgm:t>
    </dgm:pt>
    <dgm:pt modelId="{BEB401E6-1B73-44B2-B594-0F3256E5D2B5}" type="parTrans" cxnId="{91EF95C7-E147-474F-B951-AC6DBECBBD6B}">
      <dgm:prSet/>
      <dgm:spPr/>
      <dgm:t>
        <a:bodyPr/>
        <a:lstStyle/>
        <a:p>
          <a:endParaRPr lang="en-GB"/>
        </a:p>
      </dgm:t>
    </dgm:pt>
    <dgm:pt modelId="{54C5A998-CA3E-4542-B9EC-AC1D32AB55A3}" type="sibTrans" cxnId="{91EF95C7-E147-474F-B951-AC6DBECBBD6B}">
      <dgm:prSet/>
      <dgm:spPr/>
      <dgm:t>
        <a:bodyPr/>
        <a:lstStyle/>
        <a:p>
          <a:endParaRPr lang="en-GB"/>
        </a:p>
      </dgm:t>
    </dgm:pt>
    <dgm:pt modelId="{6D62A7DB-8EE8-494B-8EFD-DECD1B7CD34C}">
      <dgm:prSet phldrT="[Text]"/>
      <dgm:spPr/>
      <dgm:t>
        <a:bodyPr/>
        <a:lstStyle/>
        <a:p>
          <a:r>
            <a:rPr lang="en-GB" dirty="0"/>
            <a:t>Sprint Backlog</a:t>
          </a:r>
        </a:p>
      </dgm:t>
    </dgm:pt>
    <dgm:pt modelId="{6848BF8C-4485-4B1D-A5D5-58DAF2677B9A}" type="parTrans" cxnId="{90CE44E8-F6BE-4C4E-8545-991890FD9B26}">
      <dgm:prSet/>
      <dgm:spPr/>
      <dgm:t>
        <a:bodyPr/>
        <a:lstStyle/>
        <a:p>
          <a:endParaRPr lang="en-GB"/>
        </a:p>
      </dgm:t>
    </dgm:pt>
    <dgm:pt modelId="{0930A11A-12EB-42D5-A44C-DB3C87030EC9}" type="sibTrans" cxnId="{90CE44E8-F6BE-4C4E-8545-991890FD9B26}">
      <dgm:prSet/>
      <dgm:spPr/>
      <dgm:t>
        <a:bodyPr/>
        <a:lstStyle/>
        <a:p>
          <a:endParaRPr lang="en-GB"/>
        </a:p>
      </dgm:t>
    </dgm:pt>
    <dgm:pt modelId="{826790D3-B1CB-4C62-A045-76F9955BE6EB}">
      <dgm:prSet phldrT="[Text]"/>
      <dgm:spPr/>
      <dgm:t>
        <a:bodyPr/>
        <a:lstStyle/>
        <a:p>
          <a:pPr algn="l"/>
          <a:r>
            <a:rPr lang="en-GB" dirty="0"/>
            <a:t>Highly visible list of work that is the Development Team’s plan for the sprint which may evolve as they learn</a:t>
          </a:r>
        </a:p>
      </dgm:t>
    </dgm:pt>
    <dgm:pt modelId="{3F9F8CF2-D673-4FC1-804B-05FB6E11E39C}" type="parTrans" cxnId="{017F6F38-2678-4B8F-945D-486E967C3D8E}">
      <dgm:prSet/>
      <dgm:spPr/>
      <dgm:t>
        <a:bodyPr/>
        <a:lstStyle/>
        <a:p>
          <a:endParaRPr lang="en-GB"/>
        </a:p>
      </dgm:t>
    </dgm:pt>
    <dgm:pt modelId="{13295346-3B99-4704-A48A-A29B6B9FFBDD}" type="sibTrans" cxnId="{017F6F38-2678-4B8F-945D-486E967C3D8E}">
      <dgm:prSet/>
      <dgm:spPr/>
      <dgm:t>
        <a:bodyPr/>
        <a:lstStyle/>
        <a:p>
          <a:endParaRPr lang="en-GB"/>
        </a:p>
      </dgm:t>
    </dgm:pt>
    <dgm:pt modelId="{2D6BD9F1-EFA3-4A82-94E3-8EBFE57EE86F}">
      <dgm:prSet phldrT="[Text]"/>
      <dgm:spPr/>
      <dgm:t>
        <a:bodyPr/>
        <a:lstStyle/>
        <a:p>
          <a:pPr algn="ctr">
            <a:buNone/>
          </a:pPr>
          <a:r>
            <a:rPr lang="en-GB" b="1" i="1" dirty="0"/>
            <a:t>Commitment</a:t>
          </a:r>
          <a:r>
            <a:rPr lang="en-GB" i="1" dirty="0"/>
            <a:t>: Sprint Goal – the single objective of the sprint</a:t>
          </a:r>
          <a:endParaRPr lang="en-GB" dirty="0"/>
        </a:p>
      </dgm:t>
    </dgm:pt>
    <dgm:pt modelId="{921AA8C0-B219-4AC3-A7DE-1504A6E76145}" type="parTrans" cxnId="{F773E117-9865-4B05-9B62-D818B1054B11}">
      <dgm:prSet/>
      <dgm:spPr/>
      <dgm:t>
        <a:bodyPr/>
        <a:lstStyle/>
        <a:p>
          <a:endParaRPr lang="en-GB"/>
        </a:p>
      </dgm:t>
    </dgm:pt>
    <dgm:pt modelId="{958BF419-4541-42D8-9002-61E0AD0F8681}" type="sibTrans" cxnId="{F773E117-9865-4B05-9B62-D818B1054B11}">
      <dgm:prSet/>
      <dgm:spPr/>
      <dgm:t>
        <a:bodyPr/>
        <a:lstStyle/>
        <a:p>
          <a:endParaRPr lang="en-GB"/>
        </a:p>
      </dgm:t>
    </dgm:pt>
    <dgm:pt modelId="{586F2662-B04D-437F-A519-14CEB406726D}">
      <dgm:prSet phldrT="[Text]"/>
      <dgm:spPr/>
      <dgm:t>
        <a:bodyPr/>
        <a:lstStyle/>
        <a:p>
          <a:r>
            <a:rPr lang="en-GB" dirty="0"/>
            <a:t>Increments</a:t>
          </a:r>
        </a:p>
      </dgm:t>
    </dgm:pt>
    <dgm:pt modelId="{FBD2DD06-7492-43E3-949D-C279EA690917}" type="parTrans" cxnId="{17419575-6539-4E8D-8AD2-5ECDD85A82CE}">
      <dgm:prSet/>
      <dgm:spPr/>
      <dgm:t>
        <a:bodyPr/>
        <a:lstStyle/>
        <a:p>
          <a:endParaRPr lang="en-GB"/>
        </a:p>
      </dgm:t>
    </dgm:pt>
    <dgm:pt modelId="{AFBBB292-3B14-4DB6-BDD2-80B6E23DCFD2}" type="sibTrans" cxnId="{17419575-6539-4E8D-8AD2-5ECDD85A82CE}">
      <dgm:prSet/>
      <dgm:spPr/>
      <dgm:t>
        <a:bodyPr/>
        <a:lstStyle/>
        <a:p>
          <a:endParaRPr lang="en-GB"/>
        </a:p>
      </dgm:t>
    </dgm:pt>
    <dgm:pt modelId="{AC3CD608-C5FB-4164-9EDE-163AFBC7326A}">
      <dgm:prSet phldrT="[Text]"/>
      <dgm:spPr/>
      <dgm:t>
        <a:bodyPr/>
        <a:lstStyle/>
        <a:p>
          <a:pPr algn="l"/>
          <a:r>
            <a:rPr lang="en-GB" dirty="0"/>
            <a:t>Small pieces of work that serve as stepping stones towards the Product Goal</a:t>
          </a:r>
        </a:p>
      </dgm:t>
    </dgm:pt>
    <dgm:pt modelId="{27D24A95-3968-4678-8DCB-16E97CF9CC76}" type="parTrans" cxnId="{1E5F46A2-CF97-4318-B45F-796969B3FEF5}">
      <dgm:prSet/>
      <dgm:spPr/>
      <dgm:t>
        <a:bodyPr/>
        <a:lstStyle/>
        <a:p>
          <a:endParaRPr lang="en-GB"/>
        </a:p>
      </dgm:t>
    </dgm:pt>
    <dgm:pt modelId="{B487057A-69E2-4887-B596-F7CC81F182AF}" type="sibTrans" cxnId="{1E5F46A2-CF97-4318-B45F-796969B3FEF5}">
      <dgm:prSet/>
      <dgm:spPr/>
      <dgm:t>
        <a:bodyPr/>
        <a:lstStyle/>
        <a:p>
          <a:endParaRPr lang="en-GB"/>
        </a:p>
      </dgm:t>
    </dgm:pt>
    <dgm:pt modelId="{BFA44D45-62E5-4E11-9C02-AD37D99BD601}">
      <dgm:prSet phldrT="[Text]"/>
      <dgm:spPr/>
      <dgm:t>
        <a:bodyPr/>
        <a:lstStyle/>
        <a:p>
          <a:pPr algn="l"/>
          <a:r>
            <a:rPr lang="en-GB" dirty="0"/>
            <a:t>Delivery can occur as often as needed during the Sprint and there is no limit of one release per Sprint</a:t>
          </a:r>
        </a:p>
      </dgm:t>
    </dgm:pt>
    <dgm:pt modelId="{60D44606-FE93-4A6E-ACA6-A21697113107}" type="parTrans" cxnId="{8EC9A7E2-A5F6-47DC-B7DA-FA810A5519AC}">
      <dgm:prSet/>
      <dgm:spPr/>
      <dgm:t>
        <a:bodyPr/>
        <a:lstStyle/>
        <a:p>
          <a:endParaRPr lang="en-GB"/>
        </a:p>
      </dgm:t>
    </dgm:pt>
    <dgm:pt modelId="{D11AA120-DBA0-40CB-9908-FBCE73629EA7}" type="sibTrans" cxnId="{8EC9A7E2-A5F6-47DC-B7DA-FA810A5519AC}">
      <dgm:prSet/>
      <dgm:spPr/>
      <dgm:t>
        <a:bodyPr/>
        <a:lstStyle/>
        <a:p>
          <a:endParaRPr lang="en-GB"/>
        </a:p>
      </dgm:t>
    </dgm:pt>
    <dgm:pt modelId="{9F2BB1D2-654A-4116-9909-17C7A5FD852A}">
      <dgm:prSet phldrT="[Text]"/>
      <dgm:spPr/>
      <dgm:t>
        <a:bodyPr/>
        <a:lstStyle/>
        <a:p>
          <a:pPr algn="ctr">
            <a:buNone/>
          </a:pPr>
          <a:r>
            <a:rPr lang="en-GB" b="1" i="1" dirty="0"/>
            <a:t>Commitment</a:t>
          </a:r>
          <a:r>
            <a:rPr lang="en-GB" i="1" dirty="0"/>
            <a:t>: Definition of Done – the description of what it takes for an Increment to be considered complete</a:t>
          </a:r>
          <a:endParaRPr lang="en-GB" dirty="0"/>
        </a:p>
      </dgm:t>
    </dgm:pt>
    <dgm:pt modelId="{71EB7AF2-EF5E-418A-A9A3-F20FA182B982}" type="parTrans" cxnId="{0D578AA3-00D6-4A7D-A723-2DF0EB48ABDF}">
      <dgm:prSet/>
      <dgm:spPr/>
      <dgm:t>
        <a:bodyPr/>
        <a:lstStyle/>
        <a:p>
          <a:endParaRPr lang="en-GB"/>
        </a:p>
      </dgm:t>
    </dgm:pt>
    <dgm:pt modelId="{1A334658-04A3-4616-91E2-3CE474C07C3A}" type="sibTrans" cxnId="{0D578AA3-00D6-4A7D-A723-2DF0EB48ABDF}">
      <dgm:prSet/>
      <dgm:spPr/>
      <dgm:t>
        <a:bodyPr/>
        <a:lstStyle/>
        <a:p>
          <a:endParaRPr lang="en-GB"/>
        </a:p>
      </dgm:t>
    </dgm:pt>
    <dgm:pt modelId="{7B63C7B3-4149-49D0-8914-DA6C6C9ACC8A}" type="pres">
      <dgm:prSet presAssocID="{1BAEEB50-6A41-40FA-B5DD-265D697F8A48}" presName="linear" presStyleCnt="0">
        <dgm:presLayoutVars>
          <dgm:dir/>
          <dgm:animLvl val="lvl"/>
          <dgm:resizeHandles val="exact"/>
        </dgm:presLayoutVars>
      </dgm:prSet>
      <dgm:spPr/>
    </dgm:pt>
    <dgm:pt modelId="{C1AADE8C-3044-47C1-9EAA-00AFF4BB47E8}" type="pres">
      <dgm:prSet presAssocID="{A76FD388-0252-428C-A66D-2D5908C8673D}" presName="parentLin" presStyleCnt="0"/>
      <dgm:spPr/>
    </dgm:pt>
    <dgm:pt modelId="{EA33E867-C12C-407E-BC98-ECE4134182D9}" type="pres">
      <dgm:prSet presAssocID="{A76FD388-0252-428C-A66D-2D5908C8673D}" presName="parentLeftMargin" presStyleLbl="node1" presStyleIdx="0" presStyleCnt="3"/>
      <dgm:spPr/>
    </dgm:pt>
    <dgm:pt modelId="{12D5BEDC-9ACF-431B-A07F-BD5A7996DA30}" type="pres">
      <dgm:prSet presAssocID="{A76FD388-0252-428C-A66D-2D5908C8673D}" presName="parentText" presStyleLbl="node1" presStyleIdx="0" presStyleCnt="3">
        <dgm:presLayoutVars>
          <dgm:chMax val="0"/>
          <dgm:bulletEnabled val="1"/>
        </dgm:presLayoutVars>
      </dgm:prSet>
      <dgm:spPr/>
    </dgm:pt>
    <dgm:pt modelId="{74033971-FA07-4802-9D8E-FA4A39225A95}" type="pres">
      <dgm:prSet presAssocID="{A76FD388-0252-428C-A66D-2D5908C8673D}" presName="negativeSpace" presStyleCnt="0"/>
      <dgm:spPr/>
    </dgm:pt>
    <dgm:pt modelId="{0B4A44B0-D3CF-4112-A813-5B16066E51BA}" type="pres">
      <dgm:prSet presAssocID="{A76FD388-0252-428C-A66D-2D5908C8673D}" presName="childText" presStyleLbl="conFgAcc1" presStyleIdx="0" presStyleCnt="3">
        <dgm:presLayoutVars>
          <dgm:bulletEnabled val="1"/>
        </dgm:presLayoutVars>
      </dgm:prSet>
      <dgm:spPr/>
    </dgm:pt>
    <dgm:pt modelId="{C7B457D3-F9EC-4200-8501-0CE5F6143767}" type="pres">
      <dgm:prSet presAssocID="{81A8C2CD-DEBA-4B9A-BD2D-7009818D25BE}" presName="spaceBetweenRectangles" presStyleCnt="0"/>
      <dgm:spPr/>
    </dgm:pt>
    <dgm:pt modelId="{7F7B7EE1-511B-4658-AE60-CD865D53D7AB}" type="pres">
      <dgm:prSet presAssocID="{6D62A7DB-8EE8-494B-8EFD-DECD1B7CD34C}" presName="parentLin" presStyleCnt="0"/>
      <dgm:spPr/>
    </dgm:pt>
    <dgm:pt modelId="{4B50F234-F526-412B-A620-711709BF0135}" type="pres">
      <dgm:prSet presAssocID="{6D62A7DB-8EE8-494B-8EFD-DECD1B7CD34C}" presName="parentLeftMargin" presStyleLbl="node1" presStyleIdx="0" presStyleCnt="3"/>
      <dgm:spPr/>
    </dgm:pt>
    <dgm:pt modelId="{538D1414-4D6F-4A9A-A859-DB6CF8E08403}" type="pres">
      <dgm:prSet presAssocID="{6D62A7DB-8EE8-494B-8EFD-DECD1B7CD34C}" presName="parentText" presStyleLbl="node1" presStyleIdx="1" presStyleCnt="3">
        <dgm:presLayoutVars>
          <dgm:chMax val="0"/>
          <dgm:bulletEnabled val="1"/>
        </dgm:presLayoutVars>
      </dgm:prSet>
      <dgm:spPr/>
    </dgm:pt>
    <dgm:pt modelId="{0BF3CE88-ABBA-4406-A9EF-DC2F2287027A}" type="pres">
      <dgm:prSet presAssocID="{6D62A7DB-8EE8-494B-8EFD-DECD1B7CD34C}" presName="negativeSpace" presStyleCnt="0"/>
      <dgm:spPr/>
    </dgm:pt>
    <dgm:pt modelId="{34ECDAAA-732F-4860-927F-57FE6192F3F6}" type="pres">
      <dgm:prSet presAssocID="{6D62A7DB-8EE8-494B-8EFD-DECD1B7CD34C}" presName="childText" presStyleLbl="conFgAcc1" presStyleIdx="1" presStyleCnt="3">
        <dgm:presLayoutVars>
          <dgm:bulletEnabled val="1"/>
        </dgm:presLayoutVars>
      </dgm:prSet>
      <dgm:spPr/>
    </dgm:pt>
    <dgm:pt modelId="{01897273-0493-40D2-A133-33651CB0B42D}" type="pres">
      <dgm:prSet presAssocID="{0930A11A-12EB-42D5-A44C-DB3C87030EC9}" presName="spaceBetweenRectangles" presStyleCnt="0"/>
      <dgm:spPr/>
    </dgm:pt>
    <dgm:pt modelId="{9978A96A-74C0-42B7-A4E8-C08AE6DAE038}" type="pres">
      <dgm:prSet presAssocID="{586F2662-B04D-437F-A519-14CEB406726D}" presName="parentLin" presStyleCnt="0"/>
      <dgm:spPr/>
    </dgm:pt>
    <dgm:pt modelId="{3C12A39A-620A-4855-A037-A39F10648AED}" type="pres">
      <dgm:prSet presAssocID="{586F2662-B04D-437F-A519-14CEB406726D}" presName="parentLeftMargin" presStyleLbl="node1" presStyleIdx="1" presStyleCnt="3"/>
      <dgm:spPr/>
    </dgm:pt>
    <dgm:pt modelId="{B6606801-C8DF-42E5-9C66-1677275273AE}" type="pres">
      <dgm:prSet presAssocID="{586F2662-B04D-437F-A519-14CEB406726D}" presName="parentText" presStyleLbl="node1" presStyleIdx="2" presStyleCnt="3">
        <dgm:presLayoutVars>
          <dgm:chMax val="0"/>
          <dgm:bulletEnabled val="1"/>
        </dgm:presLayoutVars>
      </dgm:prSet>
      <dgm:spPr/>
    </dgm:pt>
    <dgm:pt modelId="{25BE43B7-5116-46F3-B849-9BEBD4B4B3E4}" type="pres">
      <dgm:prSet presAssocID="{586F2662-B04D-437F-A519-14CEB406726D}" presName="negativeSpace" presStyleCnt="0"/>
      <dgm:spPr/>
    </dgm:pt>
    <dgm:pt modelId="{EE04822C-812B-4F60-ADAE-053DA7DA6F0E}" type="pres">
      <dgm:prSet presAssocID="{586F2662-B04D-437F-A519-14CEB406726D}" presName="childText" presStyleLbl="conFgAcc1" presStyleIdx="2" presStyleCnt="3">
        <dgm:presLayoutVars>
          <dgm:bulletEnabled val="1"/>
        </dgm:presLayoutVars>
      </dgm:prSet>
      <dgm:spPr/>
    </dgm:pt>
  </dgm:ptLst>
  <dgm:cxnLst>
    <dgm:cxn modelId="{F9724F06-D933-4ACC-BFC7-1D27C2300397}" type="presOf" srcId="{6D62A7DB-8EE8-494B-8EFD-DECD1B7CD34C}" destId="{538D1414-4D6F-4A9A-A859-DB6CF8E08403}" srcOrd="1" destOrd="0" presId="urn:microsoft.com/office/officeart/2005/8/layout/list1"/>
    <dgm:cxn modelId="{CEB6AA09-1EE7-4368-93EC-A516C8DA4255}" type="presOf" srcId="{BFA44D45-62E5-4E11-9C02-AD37D99BD601}" destId="{EE04822C-812B-4F60-ADAE-053DA7DA6F0E}" srcOrd="0" destOrd="1" presId="urn:microsoft.com/office/officeart/2005/8/layout/list1"/>
    <dgm:cxn modelId="{04357B0A-A988-4568-B0D3-72EB8E657B3E}" type="presOf" srcId="{586F2662-B04D-437F-A519-14CEB406726D}" destId="{B6606801-C8DF-42E5-9C66-1677275273AE}" srcOrd="1" destOrd="0" presId="urn:microsoft.com/office/officeart/2005/8/layout/list1"/>
    <dgm:cxn modelId="{D1814914-E2D7-4A8F-9840-52E6272A9E48}" type="presOf" srcId="{230A47B0-E115-4AC4-93EB-3A9CAA05901A}" destId="{0B4A44B0-D3CF-4112-A813-5B16066E51BA}" srcOrd="0" destOrd="2" presId="urn:microsoft.com/office/officeart/2005/8/layout/list1"/>
    <dgm:cxn modelId="{F773E117-9865-4B05-9B62-D818B1054B11}" srcId="{6D62A7DB-8EE8-494B-8EFD-DECD1B7CD34C}" destId="{2D6BD9F1-EFA3-4A82-94E3-8EBFE57EE86F}" srcOrd="1" destOrd="0" parTransId="{921AA8C0-B219-4AC3-A7DE-1504A6E76145}" sibTransId="{958BF419-4541-42D8-9002-61E0AD0F8681}"/>
    <dgm:cxn modelId="{3C209E23-0DED-482F-9CE0-D632CA9A37B6}" type="presOf" srcId="{BCC67612-A4DA-4C62-B902-4F2EEA26F949}" destId="{0B4A44B0-D3CF-4112-A813-5B16066E51BA}" srcOrd="0" destOrd="1" presId="urn:microsoft.com/office/officeart/2005/8/layout/list1"/>
    <dgm:cxn modelId="{793BDC2C-5738-43F6-BC4A-401FFE27799D}" type="presOf" srcId="{6D62A7DB-8EE8-494B-8EFD-DECD1B7CD34C}" destId="{4B50F234-F526-412B-A620-711709BF0135}" srcOrd="0" destOrd="0" presId="urn:microsoft.com/office/officeart/2005/8/layout/list1"/>
    <dgm:cxn modelId="{017F6F38-2678-4B8F-945D-486E967C3D8E}" srcId="{6D62A7DB-8EE8-494B-8EFD-DECD1B7CD34C}" destId="{826790D3-B1CB-4C62-A045-76F9955BE6EB}" srcOrd="0" destOrd="0" parTransId="{3F9F8CF2-D673-4FC1-804B-05FB6E11E39C}" sibTransId="{13295346-3B99-4704-A48A-A29B6B9FFBDD}"/>
    <dgm:cxn modelId="{373CFD3A-1678-448F-A85A-BBA66B97161A}" type="presOf" srcId="{A76FD388-0252-428C-A66D-2D5908C8673D}" destId="{EA33E867-C12C-407E-BC98-ECE4134182D9}" srcOrd="0" destOrd="0" presId="urn:microsoft.com/office/officeart/2005/8/layout/list1"/>
    <dgm:cxn modelId="{B2D43565-79CF-47A2-88D9-9FA0FD043BB4}" type="presOf" srcId="{1BAEEB50-6A41-40FA-B5DD-265D697F8A48}" destId="{7B63C7B3-4149-49D0-8914-DA6C6C9ACC8A}" srcOrd="0" destOrd="0" presId="urn:microsoft.com/office/officeart/2005/8/layout/list1"/>
    <dgm:cxn modelId="{4B691A46-2DFA-4E0D-A239-BC1A3B534CE9}" type="presOf" srcId="{2D6BD9F1-EFA3-4A82-94E3-8EBFE57EE86F}" destId="{34ECDAAA-732F-4860-927F-57FE6192F3F6}" srcOrd="0" destOrd="1" presId="urn:microsoft.com/office/officeart/2005/8/layout/list1"/>
    <dgm:cxn modelId="{F2D17C69-0DCA-4839-993C-56B1B8628AE7}" srcId="{1BAEEB50-6A41-40FA-B5DD-265D697F8A48}" destId="{A76FD388-0252-428C-A66D-2D5908C8673D}" srcOrd="0" destOrd="0" parTransId="{11E49730-95F9-4CE4-91AE-3F6188073E5E}" sibTransId="{81A8C2CD-DEBA-4B9A-BD2D-7009818D25BE}"/>
    <dgm:cxn modelId="{7A1D454A-7C77-4A59-B04D-4810ABE74809}" type="presOf" srcId="{A76FD388-0252-428C-A66D-2D5908C8673D}" destId="{12D5BEDC-9ACF-431B-A07F-BD5A7996DA30}" srcOrd="1" destOrd="0" presId="urn:microsoft.com/office/officeart/2005/8/layout/list1"/>
    <dgm:cxn modelId="{17419575-6539-4E8D-8AD2-5ECDD85A82CE}" srcId="{1BAEEB50-6A41-40FA-B5DD-265D697F8A48}" destId="{586F2662-B04D-437F-A519-14CEB406726D}" srcOrd="2" destOrd="0" parTransId="{FBD2DD06-7492-43E3-949D-C279EA690917}" sibTransId="{AFBBB292-3B14-4DB6-BDD2-80B6E23DCFD2}"/>
    <dgm:cxn modelId="{221E8E7C-941D-45DD-9E60-CBFF21C775A4}" type="presOf" srcId="{826790D3-B1CB-4C62-A045-76F9955BE6EB}" destId="{34ECDAAA-732F-4860-927F-57FE6192F3F6}" srcOrd="0" destOrd="0" presId="urn:microsoft.com/office/officeart/2005/8/layout/list1"/>
    <dgm:cxn modelId="{5518807E-D70E-474F-8FB1-652EEDC4874E}" srcId="{A76FD388-0252-428C-A66D-2D5908C8673D}" destId="{663EA84F-432D-4714-A618-A754A74E72DB}" srcOrd="0" destOrd="0" parTransId="{925065D2-1170-43DF-A438-223E627528E3}" sibTransId="{2CE4397A-26C2-4B7E-865E-0DF3C7132686}"/>
    <dgm:cxn modelId="{056F1B81-5C3E-4227-96E5-C3687B9366C6}" type="presOf" srcId="{586F2662-B04D-437F-A519-14CEB406726D}" destId="{3C12A39A-620A-4855-A037-A39F10648AED}" srcOrd="0" destOrd="0" presId="urn:microsoft.com/office/officeart/2005/8/layout/list1"/>
    <dgm:cxn modelId="{1E5F46A2-CF97-4318-B45F-796969B3FEF5}" srcId="{586F2662-B04D-437F-A519-14CEB406726D}" destId="{AC3CD608-C5FB-4164-9EDE-163AFBC7326A}" srcOrd="0" destOrd="0" parTransId="{27D24A95-3968-4678-8DCB-16E97CF9CC76}" sibTransId="{B487057A-69E2-4887-B596-F7CC81F182AF}"/>
    <dgm:cxn modelId="{0D578AA3-00D6-4A7D-A723-2DF0EB48ABDF}" srcId="{586F2662-B04D-437F-A519-14CEB406726D}" destId="{9F2BB1D2-654A-4116-9909-17C7A5FD852A}" srcOrd="2" destOrd="0" parTransId="{71EB7AF2-EF5E-418A-A9A3-F20FA182B982}" sibTransId="{1A334658-04A3-4616-91E2-3CE474C07C3A}"/>
    <dgm:cxn modelId="{D217C4B7-406A-43C5-AF92-7B427807BF31}" type="presOf" srcId="{AC3CD608-C5FB-4164-9EDE-163AFBC7326A}" destId="{EE04822C-812B-4F60-ADAE-053DA7DA6F0E}" srcOrd="0" destOrd="0" presId="urn:microsoft.com/office/officeart/2005/8/layout/list1"/>
    <dgm:cxn modelId="{694126C0-A253-422B-A516-70A089D87E4F}" type="presOf" srcId="{9F2BB1D2-654A-4116-9909-17C7A5FD852A}" destId="{EE04822C-812B-4F60-ADAE-053DA7DA6F0E}" srcOrd="0" destOrd="2" presId="urn:microsoft.com/office/officeart/2005/8/layout/list1"/>
    <dgm:cxn modelId="{6137C0C3-F264-4C0A-9F7F-5FC92CD0A7DA}" type="presOf" srcId="{663EA84F-432D-4714-A618-A754A74E72DB}" destId="{0B4A44B0-D3CF-4112-A813-5B16066E51BA}" srcOrd="0" destOrd="0" presId="urn:microsoft.com/office/officeart/2005/8/layout/list1"/>
    <dgm:cxn modelId="{91EF95C7-E147-474F-B951-AC6DBECBBD6B}" srcId="{A76FD388-0252-428C-A66D-2D5908C8673D}" destId="{230A47B0-E115-4AC4-93EB-3A9CAA05901A}" srcOrd="2" destOrd="0" parTransId="{BEB401E6-1B73-44B2-B594-0F3256E5D2B5}" sibTransId="{54C5A998-CA3E-4542-B9EC-AC1D32AB55A3}"/>
    <dgm:cxn modelId="{8EC9A7E2-A5F6-47DC-B7DA-FA810A5519AC}" srcId="{586F2662-B04D-437F-A519-14CEB406726D}" destId="{BFA44D45-62E5-4E11-9C02-AD37D99BD601}" srcOrd="1" destOrd="0" parTransId="{60D44606-FE93-4A6E-ACA6-A21697113107}" sibTransId="{D11AA120-DBA0-40CB-9908-FBCE73629EA7}"/>
    <dgm:cxn modelId="{90CE44E8-F6BE-4C4E-8545-991890FD9B26}" srcId="{1BAEEB50-6A41-40FA-B5DD-265D697F8A48}" destId="{6D62A7DB-8EE8-494B-8EFD-DECD1B7CD34C}" srcOrd="1" destOrd="0" parTransId="{6848BF8C-4485-4B1D-A5D5-58DAF2677B9A}" sibTransId="{0930A11A-12EB-42D5-A44C-DB3C87030EC9}"/>
    <dgm:cxn modelId="{62586AF7-BA77-4913-96C7-52F7F158EDB2}" srcId="{A76FD388-0252-428C-A66D-2D5908C8673D}" destId="{BCC67612-A4DA-4C62-B902-4F2EEA26F949}" srcOrd="1" destOrd="0" parTransId="{72E89858-5DAB-4713-B713-9A6A0DDB7836}" sibTransId="{40DA2520-BD90-4956-88FC-5C8A568E068C}"/>
    <dgm:cxn modelId="{E8345CB9-24B1-496D-999F-36A62C2EE463}" type="presParOf" srcId="{7B63C7B3-4149-49D0-8914-DA6C6C9ACC8A}" destId="{C1AADE8C-3044-47C1-9EAA-00AFF4BB47E8}" srcOrd="0" destOrd="0" presId="urn:microsoft.com/office/officeart/2005/8/layout/list1"/>
    <dgm:cxn modelId="{A1BC3337-2817-44CB-9E8D-ABFFB0547AA0}" type="presParOf" srcId="{C1AADE8C-3044-47C1-9EAA-00AFF4BB47E8}" destId="{EA33E867-C12C-407E-BC98-ECE4134182D9}" srcOrd="0" destOrd="0" presId="urn:microsoft.com/office/officeart/2005/8/layout/list1"/>
    <dgm:cxn modelId="{933072AC-E711-4C85-850E-B57FE2F972FB}" type="presParOf" srcId="{C1AADE8C-3044-47C1-9EAA-00AFF4BB47E8}" destId="{12D5BEDC-9ACF-431B-A07F-BD5A7996DA30}" srcOrd="1" destOrd="0" presId="urn:microsoft.com/office/officeart/2005/8/layout/list1"/>
    <dgm:cxn modelId="{72829EE1-769A-42F2-A460-DD97AB439979}" type="presParOf" srcId="{7B63C7B3-4149-49D0-8914-DA6C6C9ACC8A}" destId="{74033971-FA07-4802-9D8E-FA4A39225A95}" srcOrd="1" destOrd="0" presId="urn:microsoft.com/office/officeart/2005/8/layout/list1"/>
    <dgm:cxn modelId="{CBCB9C44-CD0C-41E8-9577-9F9CBCECAA82}" type="presParOf" srcId="{7B63C7B3-4149-49D0-8914-DA6C6C9ACC8A}" destId="{0B4A44B0-D3CF-4112-A813-5B16066E51BA}" srcOrd="2" destOrd="0" presId="urn:microsoft.com/office/officeart/2005/8/layout/list1"/>
    <dgm:cxn modelId="{18266DCA-4C60-49EB-8615-79EB11A11745}" type="presParOf" srcId="{7B63C7B3-4149-49D0-8914-DA6C6C9ACC8A}" destId="{C7B457D3-F9EC-4200-8501-0CE5F6143767}" srcOrd="3" destOrd="0" presId="urn:microsoft.com/office/officeart/2005/8/layout/list1"/>
    <dgm:cxn modelId="{9E49746D-3AFA-4B64-BE32-63737EC5EE70}" type="presParOf" srcId="{7B63C7B3-4149-49D0-8914-DA6C6C9ACC8A}" destId="{7F7B7EE1-511B-4658-AE60-CD865D53D7AB}" srcOrd="4" destOrd="0" presId="urn:microsoft.com/office/officeart/2005/8/layout/list1"/>
    <dgm:cxn modelId="{44264AFF-C6CD-46F2-9D3E-AA275C0C6997}" type="presParOf" srcId="{7F7B7EE1-511B-4658-AE60-CD865D53D7AB}" destId="{4B50F234-F526-412B-A620-711709BF0135}" srcOrd="0" destOrd="0" presId="urn:microsoft.com/office/officeart/2005/8/layout/list1"/>
    <dgm:cxn modelId="{36B21122-CAD4-4621-AE2E-FDCB0F75E8A7}" type="presParOf" srcId="{7F7B7EE1-511B-4658-AE60-CD865D53D7AB}" destId="{538D1414-4D6F-4A9A-A859-DB6CF8E08403}" srcOrd="1" destOrd="0" presId="urn:microsoft.com/office/officeart/2005/8/layout/list1"/>
    <dgm:cxn modelId="{D00A803B-8EF2-4E90-9BED-6AB327783C37}" type="presParOf" srcId="{7B63C7B3-4149-49D0-8914-DA6C6C9ACC8A}" destId="{0BF3CE88-ABBA-4406-A9EF-DC2F2287027A}" srcOrd="5" destOrd="0" presId="urn:microsoft.com/office/officeart/2005/8/layout/list1"/>
    <dgm:cxn modelId="{BA920052-BBF2-4982-A5EC-2B582BA9DC8E}" type="presParOf" srcId="{7B63C7B3-4149-49D0-8914-DA6C6C9ACC8A}" destId="{34ECDAAA-732F-4860-927F-57FE6192F3F6}" srcOrd="6" destOrd="0" presId="urn:microsoft.com/office/officeart/2005/8/layout/list1"/>
    <dgm:cxn modelId="{47D68325-E3FA-40AF-ABD0-3F5C57C0EE04}" type="presParOf" srcId="{7B63C7B3-4149-49D0-8914-DA6C6C9ACC8A}" destId="{01897273-0493-40D2-A133-33651CB0B42D}" srcOrd="7" destOrd="0" presId="urn:microsoft.com/office/officeart/2005/8/layout/list1"/>
    <dgm:cxn modelId="{2CE5E7A2-4C49-4A34-9F95-4CED306EA0A0}" type="presParOf" srcId="{7B63C7B3-4149-49D0-8914-DA6C6C9ACC8A}" destId="{9978A96A-74C0-42B7-A4E8-C08AE6DAE038}" srcOrd="8" destOrd="0" presId="urn:microsoft.com/office/officeart/2005/8/layout/list1"/>
    <dgm:cxn modelId="{74037798-71E8-406C-B27E-21CC111F2BDC}" type="presParOf" srcId="{9978A96A-74C0-42B7-A4E8-C08AE6DAE038}" destId="{3C12A39A-620A-4855-A037-A39F10648AED}" srcOrd="0" destOrd="0" presId="urn:microsoft.com/office/officeart/2005/8/layout/list1"/>
    <dgm:cxn modelId="{9F2EEC84-8F66-4811-B0FB-ACE0C49946A7}" type="presParOf" srcId="{9978A96A-74C0-42B7-A4E8-C08AE6DAE038}" destId="{B6606801-C8DF-42E5-9C66-1677275273AE}" srcOrd="1" destOrd="0" presId="urn:microsoft.com/office/officeart/2005/8/layout/list1"/>
    <dgm:cxn modelId="{8C810B13-31A0-4E1A-B363-C73A527BA0CF}" type="presParOf" srcId="{7B63C7B3-4149-49D0-8914-DA6C6C9ACC8A}" destId="{25BE43B7-5116-46F3-B849-9BEBD4B4B3E4}" srcOrd="9" destOrd="0" presId="urn:microsoft.com/office/officeart/2005/8/layout/list1"/>
    <dgm:cxn modelId="{8C555128-EA8C-4684-A429-91B82F9FC70E}" type="presParOf" srcId="{7B63C7B3-4149-49D0-8914-DA6C6C9ACC8A}" destId="{EE04822C-812B-4F60-ADAE-053DA7DA6F0E}"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E8BAF8AE-3E23-4301-AEA6-A3989FBE745D}"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en-GB"/>
        </a:p>
      </dgm:t>
    </dgm:pt>
    <dgm:pt modelId="{46F3CFE4-789C-4554-A8EA-DA0CD51799DE}">
      <dgm:prSet phldrT="[Text]"/>
      <dgm:spPr/>
      <dgm:t>
        <a:bodyPr/>
        <a:lstStyle/>
        <a:p>
          <a:r>
            <a:rPr lang="en-GB" dirty="0"/>
            <a:t>Change Management Principles</a:t>
          </a:r>
        </a:p>
      </dgm:t>
    </dgm:pt>
    <dgm:pt modelId="{0CF22AD3-56DA-4722-9790-D834745D0F0F}" type="parTrans" cxnId="{2ABA5F65-07DA-4CB4-9433-A556180917D0}">
      <dgm:prSet/>
      <dgm:spPr/>
      <dgm:t>
        <a:bodyPr/>
        <a:lstStyle/>
        <a:p>
          <a:endParaRPr lang="en-GB"/>
        </a:p>
      </dgm:t>
    </dgm:pt>
    <dgm:pt modelId="{8427BF6B-9BD8-4E94-B6AE-C9D738764DA5}" type="sibTrans" cxnId="{2ABA5F65-07DA-4CB4-9433-A556180917D0}">
      <dgm:prSet/>
      <dgm:spPr/>
      <dgm:t>
        <a:bodyPr/>
        <a:lstStyle/>
        <a:p>
          <a:endParaRPr lang="en-GB"/>
        </a:p>
      </dgm:t>
    </dgm:pt>
    <dgm:pt modelId="{912B8F5D-09D8-4D01-BBE3-6A7C43DDD406}">
      <dgm:prSet phldrT="[Text]"/>
      <dgm:spPr/>
      <dgm:t>
        <a:bodyPr/>
        <a:lstStyle/>
        <a:p>
          <a:r>
            <a:rPr lang="en-GB" dirty="0"/>
            <a:t>Start with what you do now</a:t>
          </a:r>
        </a:p>
      </dgm:t>
    </dgm:pt>
    <dgm:pt modelId="{3E1FEC94-D87C-4F3E-AB26-13F890F6A713}" type="parTrans" cxnId="{ECF766CF-F718-46F4-9708-49C955EA4FA6}">
      <dgm:prSet/>
      <dgm:spPr/>
      <dgm:t>
        <a:bodyPr/>
        <a:lstStyle/>
        <a:p>
          <a:endParaRPr lang="en-GB"/>
        </a:p>
      </dgm:t>
    </dgm:pt>
    <dgm:pt modelId="{FF61AB9A-F33B-48F9-99B8-C492FF7B94B6}" type="sibTrans" cxnId="{ECF766CF-F718-46F4-9708-49C955EA4FA6}">
      <dgm:prSet/>
      <dgm:spPr/>
      <dgm:t>
        <a:bodyPr/>
        <a:lstStyle/>
        <a:p>
          <a:endParaRPr lang="en-GB"/>
        </a:p>
      </dgm:t>
    </dgm:pt>
    <dgm:pt modelId="{84A57BC5-DE2A-413D-A1D0-7699B2AFB8AD}">
      <dgm:prSet phldrT="[Text]"/>
      <dgm:spPr/>
      <dgm:t>
        <a:bodyPr/>
        <a:lstStyle/>
        <a:p>
          <a:r>
            <a:rPr lang="en-GB" dirty="0"/>
            <a:t>Encourage Acts of Leadership at all levels</a:t>
          </a:r>
        </a:p>
      </dgm:t>
    </dgm:pt>
    <dgm:pt modelId="{0E5114AF-34E4-4B85-BB28-02251A8D3D24}" type="parTrans" cxnId="{D0A56A37-5190-42F4-85C8-E35A010EF22C}">
      <dgm:prSet/>
      <dgm:spPr/>
      <dgm:t>
        <a:bodyPr/>
        <a:lstStyle/>
        <a:p>
          <a:endParaRPr lang="en-GB"/>
        </a:p>
      </dgm:t>
    </dgm:pt>
    <dgm:pt modelId="{C1E3721D-6B37-4745-B50A-56580958ACB5}" type="sibTrans" cxnId="{D0A56A37-5190-42F4-85C8-E35A010EF22C}">
      <dgm:prSet/>
      <dgm:spPr/>
      <dgm:t>
        <a:bodyPr/>
        <a:lstStyle/>
        <a:p>
          <a:endParaRPr lang="en-GB"/>
        </a:p>
      </dgm:t>
    </dgm:pt>
    <dgm:pt modelId="{201685C4-9315-4270-A095-1DE8BB3AEA37}">
      <dgm:prSet phldrT="[Text]"/>
      <dgm:spPr/>
      <dgm:t>
        <a:bodyPr/>
        <a:lstStyle/>
        <a:p>
          <a:r>
            <a:rPr lang="en-GB" dirty="0"/>
            <a:t>Agree to pursue Incremental, Evolutionary Change</a:t>
          </a:r>
        </a:p>
      </dgm:t>
    </dgm:pt>
    <dgm:pt modelId="{0CC11B55-49EB-4893-8402-2D665EBD0F3F}" type="parTrans" cxnId="{5ECF762B-5258-4756-AD22-B9A874061752}">
      <dgm:prSet/>
      <dgm:spPr/>
      <dgm:t>
        <a:bodyPr/>
        <a:lstStyle/>
        <a:p>
          <a:endParaRPr lang="en-GB"/>
        </a:p>
      </dgm:t>
    </dgm:pt>
    <dgm:pt modelId="{64092096-E367-473C-A095-316898C95A10}" type="sibTrans" cxnId="{5ECF762B-5258-4756-AD22-B9A874061752}">
      <dgm:prSet/>
      <dgm:spPr/>
      <dgm:t>
        <a:bodyPr/>
        <a:lstStyle/>
        <a:p>
          <a:endParaRPr lang="en-GB"/>
        </a:p>
      </dgm:t>
    </dgm:pt>
    <dgm:pt modelId="{ABE1ED8E-B5C8-4C1A-922A-2B2513E29710}">
      <dgm:prSet phldrT="[Text]"/>
      <dgm:spPr/>
      <dgm:t>
        <a:bodyPr/>
        <a:lstStyle/>
        <a:p>
          <a:r>
            <a:rPr lang="en-GB" dirty="0"/>
            <a:t>Kanban can be used with existing workflows, systems and processes without disrupting what is already in use</a:t>
          </a:r>
        </a:p>
      </dgm:t>
    </dgm:pt>
    <dgm:pt modelId="{FF7820FD-4E73-40ED-962F-011FB6D96193}" type="parTrans" cxnId="{51586641-FD08-4E35-9E31-009B945D8D66}">
      <dgm:prSet/>
      <dgm:spPr/>
      <dgm:t>
        <a:bodyPr/>
        <a:lstStyle/>
        <a:p>
          <a:endParaRPr lang="en-GB"/>
        </a:p>
      </dgm:t>
    </dgm:pt>
    <dgm:pt modelId="{EC6FC081-5F3E-4CE6-8659-B71D1B5FE363}" type="sibTrans" cxnId="{51586641-FD08-4E35-9E31-009B945D8D66}">
      <dgm:prSet/>
      <dgm:spPr/>
      <dgm:t>
        <a:bodyPr/>
        <a:lstStyle/>
        <a:p>
          <a:endParaRPr lang="en-GB"/>
        </a:p>
      </dgm:t>
    </dgm:pt>
    <dgm:pt modelId="{D4F948DB-52AA-46E1-8A29-78A3FD269EAD}">
      <dgm:prSet phldrT="[Text]"/>
      <dgm:spPr/>
      <dgm:t>
        <a:bodyPr/>
        <a:lstStyle/>
        <a:p>
          <a:r>
            <a:rPr lang="en-GB" dirty="0"/>
            <a:t>It will highlight issues that need to be resolved, but it will help plan for these changes and ensure that the change is not disruptive</a:t>
          </a:r>
        </a:p>
      </dgm:t>
    </dgm:pt>
    <dgm:pt modelId="{D66311E3-07A0-425F-BD42-AA1049D38A0F}" type="parTrans" cxnId="{2B2DE807-47CB-4D17-88E8-DC5F7318D3E2}">
      <dgm:prSet/>
      <dgm:spPr/>
      <dgm:t>
        <a:bodyPr/>
        <a:lstStyle/>
        <a:p>
          <a:endParaRPr lang="en-GB"/>
        </a:p>
      </dgm:t>
    </dgm:pt>
    <dgm:pt modelId="{CAA2954E-E29D-404B-900E-0BCB8D8073CF}" type="sibTrans" cxnId="{2B2DE807-47CB-4D17-88E8-DC5F7318D3E2}">
      <dgm:prSet/>
      <dgm:spPr/>
      <dgm:t>
        <a:bodyPr/>
        <a:lstStyle/>
        <a:p>
          <a:endParaRPr lang="en-GB"/>
        </a:p>
      </dgm:t>
    </dgm:pt>
    <dgm:pt modelId="{95E6AD34-EE59-4E51-80D8-58E3E5413601}">
      <dgm:prSet phldrT="[Text]"/>
      <dgm:spPr/>
      <dgm:t>
        <a:bodyPr/>
        <a:lstStyle/>
        <a:p>
          <a:r>
            <a:rPr lang="en-GB" dirty="0"/>
            <a:t>The system is designed to meet minimal resistance in instead promotes continuous, small changes to the current process</a:t>
          </a:r>
        </a:p>
      </dgm:t>
    </dgm:pt>
    <dgm:pt modelId="{4C64E3C9-87C9-4931-B563-E3ABFE111F1B}" type="parTrans" cxnId="{8555A609-4ECA-4F9F-9EF8-046B8E479785}">
      <dgm:prSet/>
      <dgm:spPr/>
      <dgm:t>
        <a:bodyPr/>
        <a:lstStyle/>
        <a:p>
          <a:endParaRPr lang="en-GB"/>
        </a:p>
      </dgm:t>
    </dgm:pt>
    <dgm:pt modelId="{AEBA6514-3C9D-4597-AD8C-BC3791CB875B}" type="sibTrans" cxnId="{8555A609-4ECA-4F9F-9EF8-046B8E479785}">
      <dgm:prSet/>
      <dgm:spPr/>
      <dgm:t>
        <a:bodyPr/>
        <a:lstStyle/>
        <a:p>
          <a:endParaRPr lang="en-GB"/>
        </a:p>
      </dgm:t>
    </dgm:pt>
    <dgm:pt modelId="{017D6DAE-C33B-4E63-84DA-DF7EA91B6D89}">
      <dgm:prSet phldrT="[Text]"/>
      <dgm:spPr/>
      <dgm:t>
        <a:bodyPr/>
        <a:lstStyle/>
        <a:p>
          <a:r>
            <a:rPr lang="en-GB" dirty="0"/>
            <a:t>Sweeping changes are discouraged as they will generate resistance</a:t>
          </a:r>
        </a:p>
      </dgm:t>
    </dgm:pt>
    <dgm:pt modelId="{01029FCD-3C24-480A-B969-6C8EE1B33B59}" type="parTrans" cxnId="{04427F7B-5D8E-48DB-BD02-25B0FF30B2C1}">
      <dgm:prSet/>
      <dgm:spPr/>
      <dgm:t>
        <a:bodyPr/>
        <a:lstStyle/>
        <a:p>
          <a:endParaRPr lang="en-GB"/>
        </a:p>
      </dgm:t>
    </dgm:pt>
    <dgm:pt modelId="{FB641622-1156-4A42-ACBB-1C0740011820}" type="sibTrans" cxnId="{04427F7B-5D8E-48DB-BD02-25B0FF30B2C1}">
      <dgm:prSet/>
      <dgm:spPr/>
      <dgm:t>
        <a:bodyPr/>
        <a:lstStyle/>
        <a:p>
          <a:endParaRPr lang="en-GB"/>
        </a:p>
      </dgm:t>
    </dgm:pt>
    <dgm:pt modelId="{68792ABD-3AE0-425B-A555-D922E67982E3}">
      <dgm:prSet phldrT="[Text]"/>
      <dgm:spPr/>
      <dgm:t>
        <a:bodyPr/>
        <a:lstStyle/>
        <a:p>
          <a:r>
            <a:rPr lang="en-GB" dirty="0"/>
            <a:t>Leadership at all levels derives from people’s everyday insights and acts to improve their way of working</a:t>
          </a:r>
        </a:p>
      </dgm:t>
    </dgm:pt>
    <dgm:pt modelId="{A60D2167-62B4-47FE-8BED-75FBC1F22305}" type="parTrans" cxnId="{41D6D0FD-FE95-4548-893E-171EFAA3AFEA}">
      <dgm:prSet/>
      <dgm:spPr/>
      <dgm:t>
        <a:bodyPr/>
        <a:lstStyle/>
        <a:p>
          <a:endParaRPr lang="en-GB"/>
        </a:p>
      </dgm:t>
    </dgm:pt>
    <dgm:pt modelId="{E8557515-2538-41B2-BE24-4CD84619AE48}" type="sibTrans" cxnId="{41D6D0FD-FE95-4548-893E-171EFAA3AFEA}">
      <dgm:prSet/>
      <dgm:spPr/>
      <dgm:t>
        <a:bodyPr/>
        <a:lstStyle/>
        <a:p>
          <a:endParaRPr lang="en-GB"/>
        </a:p>
      </dgm:t>
    </dgm:pt>
    <dgm:pt modelId="{A08BCAA2-E862-4BE2-90AC-0EB0897E4A63}">
      <dgm:prSet phldrT="[Text]"/>
      <dgm:spPr/>
      <dgm:t>
        <a:bodyPr/>
        <a:lstStyle/>
        <a:p>
          <a:r>
            <a:rPr lang="en-GB" dirty="0"/>
            <a:t>Every shared observation promotes a continuous improvement mindset to reach optimal performance within the team</a:t>
          </a:r>
        </a:p>
      </dgm:t>
    </dgm:pt>
    <dgm:pt modelId="{5A131AB8-1AA6-4F22-91B5-820758E41BE5}" type="parTrans" cxnId="{6146583D-3802-4869-BA24-9CF10871D0B3}">
      <dgm:prSet/>
      <dgm:spPr/>
      <dgm:t>
        <a:bodyPr/>
        <a:lstStyle/>
        <a:p>
          <a:endParaRPr lang="en-GB"/>
        </a:p>
      </dgm:t>
    </dgm:pt>
    <dgm:pt modelId="{FA80F6D2-2F67-400B-A65F-A3340A20A504}" type="sibTrans" cxnId="{6146583D-3802-4869-BA24-9CF10871D0B3}">
      <dgm:prSet/>
      <dgm:spPr/>
      <dgm:t>
        <a:bodyPr/>
        <a:lstStyle/>
        <a:p>
          <a:endParaRPr lang="en-GB"/>
        </a:p>
      </dgm:t>
    </dgm:pt>
    <dgm:pt modelId="{28D1C151-3D01-42AE-B1E2-7D5B232B50FC}" type="pres">
      <dgm:prSet presAssocID="{E8BAF8AE-3E23-4301-AEA6-A3989FBE745D}" presName="linear" presStyleCnt="0">
        <dgm:presLayoutVars>
          <dgm:dir/>
          <dgm:animLvl val="lvl"/>
          <dgm:resizeHandles val="exact"/>
        </dgm:presLayoutVars>
      </dgm:prSet>
      <dgm:spPr/>
    </dgm:pt>
    <dgm:pt modelId="{83BD318A-6244-42FF-83F4-89BE8BE1E6B8}" type="pres">
      <dgm:prSet presAssocID="{46F3CFE4-789C-4554-A8EA-DA0CD51799DE}" presName="parentLin" presStyleCnt="0"/>
      <dgm:spPr/>
    </dgm:pt>
    <dgm:pt modelId="{845A08E4-EB42-4C46-BB49-51C20F4B3B6E}" type="pres">
      <dgm:prSet presAssocID="{46F3CFE4-789C-4554-A8EA-DA0CD51799DE}" presName="parentLeftMargin" presStyleLbl="node1" presStyleIdx="0" presStyleCnt="1"/>
      <dgm:spPr/>
    </dgm:pt>
    <dgm:pt modelId="{1D6814DF-F3B1-4ED2-9822-8DCB4401795F}" type="pres">
      <dgm:prSet presAssocID="{46F3CFE4-789C-4554-A8EA-DA0CD51799DE}" presName="parentText" presStyleLbl="node1" presStyleIdx="0" presStyleCnt="1">
        <dgm:presLayoutVars>
          <dgm:chMax val="0"/>
          <dgm:bulletEnabled val="1"/>
        </dgm:presLayoutVars>
      </dgm:prSet>
      <dgm:spPr/>
    </dgm:pt>
    <dgm:pt modelId="{58988B56-B755-43DF-89FE-56C5203F49CE}" type="pres">
      <dgm:prSet presAssocID="{46F3CFE4-789C-4554-A8EA-DA0CD51799DE}" presName="negativeSpace" presStyleCnt="0"/>
      <dgm:spPr/>
    </dgm:pt>
    <dgm:pt modelId="{64BFCCA1-A467-489A-9514-B92DB72ECDF7}" type="pres">
      <dgm:prSet presAssocID="{46F3CFE4-789C-4554-A8EA-DA0CD51799DE}" presName="childText" presStyleLbl="conFgAcc1" presStyleIdx="0" presStyleCnt="1">
        <dgm:presLayoutVars>
          <dgm:bulletEnabled val="1"/>
        </dgm:presLayoutVars>
      </dgm:prSet>
      <dgm:spPr/>
    </dgm:pt>
  </dgm:ptLst>
  <dgm:cxnLst>
    <dgm:cxn modelId="{81389701-DFF9-48B9-8A1D-AB0A5D9D391E}" type="presOf" srcId="{95E6AD34-EE59-4E51-80D8-58E3E5413601}" destId="{64BFCCA1-A467-489A-9514-B92DB72ECDF7}" srcOrd="0" destOrd="4" presId="urn:microsoft.com/office/officeart/2005/8/layout/list1"/>
    <dgm:cxn modelId="{2B2DE807-47CB-4D17-88E8-DC5F7318D3E2}" srcId="{912B8F5D-09D8-4D01-BBE3-6A7C43DDD406}" destId="{D4F948DB-52AA-46E1-8A29-78A3FD269EAD}" srcOrd="1" destOrd="0" parTransId="{D66311E3-07A0-425F-BD42-AA1049D38A0F}" sibTransId="{CAA2954E-E29D-404B-900E-0BCB8D8073CF}"/>
    <dgm:cxn modelId="{8555A609-4ECA-4F9F-9EF8-046B8E479785}" srcId="{201685C4-9315-4270-A095-1DE8BB3AEA37}" destId="{95E6AD34-EE59-4E51-80D8-58E3E5413601}" srcOrd="0" destOrd="0" parTransId="{4C64E3C9-87C9-4931-B563-E3ABFE111F1B}" sibTransId="{AEBA6514-3C9D-4597-AD8C-BC3791CB875B}"/>
    <dgm:cxn modelId="{DDEBA61A-1450-4390-B6A8-7AFC7C05F9C8}" type="presOf" srcId="{017D6DAE-C33B-4E63-84DA-DF7EA91B6D89}" destId="{64BFCCA1-A467-489A-9514-B92DB72ECDF7}" srcOrd="0" destOrd="5" presId="urn:microsoft.com/office/officeart/2005/8/layout/list1"/>
    <dgm:cxn modelId="{5ECF762B-5258-4756-AD22-B9A874061752}" srcId="{46F3CFE4-789C-4554-A8EA-DA0CD51799DE}" destId="{201685C4-9315-4270-A095-1DE8BB3AEA37}" srcOrd="1" destOrd="0" parTransId="{0CC11B55-49EB-4893-8402-2D665EBD0F3F}" sibTransId="{64092096-E367-473C-A095-316898C95A10}"/>
    <dgm:cxn modelId="{022D5F33-85A0-478E-8DC0-67D66377C275}" type="presOf" srcId="{201685C4-9315-4270-A095-1DE8BB3AEA37}" destId="{64BFCCA1-A467-489A-9514-B92DB72ECDF7}" srcOrd="0" destOrd="3" presId="urn:microsoft.com/office/officeart/2005/8/layout/list1"/>
    <dgm:cxn modelId="{D0A56A37-5190-42F4-85C8-E35A010EF22C}" srcId="{46F3CFE4-789C-4554-A8EA-DA0CD51799DE}" destId="{84A57BC5-DE2A-413D-A1D0-7699B2AFB8AD}" srcOrd="2" destOrd="0" parTransId="{0E5114AF-34E4-4B85-BB28-02251A8D3D24}" sibTransId="{C1E3721D-6B37-4745-B50A-56580958ACB5}"/>
    <dgm:cxn modelId="{FC83AF37-B6C9-496D-BAF4-085D84E943B1}" type="presOf" srcId="{ABE1ED8E-B5C8-4C1A-922A-2B2513E29710}" destId="{64BFCCA1-A467-489A-9514-B92DB72ECDF7}" srcOrd="0" destOrd="1" presId="urn:microsoft.com/office/officeart/2005/8/layout/list1"/>
    <dgm:cxn modelId="{6146583D-3802-4869-BA24-9CF10871D0B3}" srcId="{84A57BC5-DE2A-413D-A1D0-7699B2AFB8AD}" destId="{A08BCAA2-E862-4BE2-90AC-0EB0897E4A63}" srcOrd="1" destOrd="0" parTransId="{5A131AB8-1AA6-4F22-91B5-820758E41BE5}" sibTransId="{FA80F6D2-2F67-400B-A65F-A3340A20A504}"/>
    <dgm:cxn modelId="{51586641-FD08-4E35-9E31-009B945D8D66}" srcId="{912B8F5D-09D8-4D01-BBE3-6A7C43DDD406}" destId="{ABE1ED8E-B5C8-4C1A-922A-2B2513E29710}" srcOrd="0" destOrd="0" parTransId="{FF7820FD-4E73-40ED-962F-011FB6D96193}" sibTransId="{EC6FC081-5F3E-4CE6-8659-B71D1B5FE363}"/>
    <dgm:cxn modelId="{2ABA5F65-07DA-4CB4-9433-A556180917D0}" srcId="{E8BAF8AE-3E23-4301-AEA6-A3989FBE745D}" destId="{46F3CFE4-789C-4554-A8EA-DA0CD51799DE}" srcOrd="0" destOrd="0" parTransId="{0CF22AD3-56DA-4722-9790-D834745D0F0F}" sibTransId="{8427BF6B-9BD8-4E94-B6AE-C9D738764DA5}"/>
    <dgm:cxn modelId="{404D1A6C-B117-4EF0-9FE4-6CB7464A203A}" type="presOf" srcId="{46F3CFE4-789C-4554-A8EA-DA0CD51799DE}" destId="{845A08E4-EB42-4C46-BB49-51C20F4B3B6E}" srcOrd="0" destOrd="0" presId="urn:microsoft.com/office/officeart/2005/8/layout/list1"/>
    <dgm:cxn modelId="{2A6C184D-D88C-4A42-BBF5-5F2CBCCB1408}" type="presOf" srcId="{D4F948DB-52AA-46E1-8A29-78A3FD269EAD}" destId="{64BFCCA1-A467-489A-9514-B92DB72ECDF7}" srcOrd="0" destOrd="2" presId="urn:microsoft.com/office/officeart/2005/8/layout/list1"/>
    <dgm:cxn modelId="{04427F7B-5D8E-48DB-BD02-25B0FF30B2C1}" srcId="{201685C4-9315-4270-A095-1DE8BB3AEA37}" destId="{017D6DAE-C33B-4E63-84DA-DF7EA91B6D89}" srcOrd="1" destOrd="0" parTransId="{01029FCD-3C24-480A-B969-6C8EE1B33B59}" sibTransId="{FB641622-1156-4A42-ACBB-1C0740011820}"/>
    <dgm:cxn modelId="{AE10CCA3-2A7B-42F4-AA04-82A13E960C6A}" type="presOf" srcId="{68792ABD-3AE0-425B-A555-D922E67982E3}" destId="{64BFCCA1-A467-489A-9514-B92DB72ECDF7}" srcOrd="0" destOrd="7" presId="urn:microsoft.com/office/officeart/2005/8/layout/list1"/>
    <dgm:cxn modelId="{41B124B5-1EBE-4E0B-8D20-0AA47FEE5A43}" type="presOf" srcId="{E8BAF8AE-3E23-4301-AEA6-A3989FBE745D}" destId="{28D1C151-3D01-42AE-B1E2-7D5B232B50FC}" srcOrd="0" destOrd="0" presId="urn:microsoft.com/office/officeart/2005/8/layout/list1"/>
    <dgm:cxn modelId="{7CF2F7BD-4BC0-450A-B83A-7A3660F30A38}" type="presOf" srcId="{A08BCAA2-E862-4BE2-90AC-0EB0897E4A63}" destId="{64BFCCA1-A467-489A-9514-B92DB72ECDF7}" srcOrd="0" destOrd="8" presId="urn:microsoft.com/office/officeart/2005/8/layout/list1"/>
    <dgm:cxn modelId="{ECF766CF-F718-46F4-9708-49C955EA4FA6}" srcId="{46F3CFE4-789C-4554-A8EA-DA0CD51799DE}" destId="{912B8F5D-09D8-4D01-BBE3-6A7C43DDD406}" srcOrd="0" destOrd="0" parTransId="{3E1FEC94-D87C-4F3E-AB26-13F890F6A713}" sibTransId="{FF61AB9A-F33B-48F9-99B8-C492FF7B94B6}"/>
    <dgm:cxn modelId="{C3A154D3-897F-4DD0-8F12-59DBC0365737}" type="presOf" srcId="{84A57BC5-DE2A-413D-A1D0-7699B2AFB8AD}" destId="{64BFCCA1-A467-489A-9514-B92DB72ECDF7}" srcOrd="0" destOrd="6" presId="urn:microsoft.com/office/officeart/2005/8/layout/list1"/>
    <dgm:cxn modelId="{8CB074EB-8EDF-4097-94D0-464175456BB9}" type="presOf" srcId="{46F3CFE4-789C-4554-A8EA-DA0CD51799DE}" destId="{1D6814DF-F3B1-4ED2-9822-8DCB4401795F}" srcOrd="1" destOrd="0" presId="urn:microsoft.com/office/officeart/2005/8/layout/list1"/>
    <dgm:cxn modelId="{41D6D0FD-FE95-4548-893E-171EFAA3AFEA}" srcId="{84A57BC5-DE2A-413D-A1D0-7699B2AFB8AD}" destId="{68792ABD-3AE0-425B-A555-D922E67982E3}" srcOrd="0" destOrd="0" parTransId="{A60D2167-62B4-47FE-8BED-75FBC1F22305}" sibTransId="{E8557515-2538-41B2-BE24-4CD84619AE48}"/>
    <dgm:cxn modelId="{DC6978FF-90FA-4770-8965-D8808540A92F}" type="presOf" srcId="{912B8F5D-09D8-4D01-BBE3-6A7C43DDD406}" destId="{64BFCCA1-A467-489A-9514-B92DB72ECDF7}" srcOrd="0" destOrd="0" presId="urn:microsoft.com/office/officeart/2005/8/layout/list1"/>
    <dgm:cxn modelId="{53C2A0AA-7461-4C0F-8B74-480FACF88836}" type="presParOf" srcId="{28D1C151-3D01-42AE-B1E2-7D5B232B50FC}" destId="{83BD318A-6244-42FF-83F4-89BE8BE1E6B8}" srcOrd="0" destOrd="0" presId="urn:microsoft.com/office/officeart/2005/8/layout/list1"/>
    <dgm:cxn modelId="{AD864420-9085-4A72-B0F7-543537DA8306}" type="presParOf" srcId="{83BD318A-6244-42FF-83F4-89BE8BE1E6B8}" destId="{845A08E4-EB42-4C46-BB49-51C20F4B3B6E}" srcOrd="0" destOrd="0" presId="urn:microsoft.com/office/officeart/2005/8/layout/list1"/>
    <dgm:cxn modelId="{2678C0AB-72C4-462C-917D-12354061D1B3}" type="presParOf" srcId="{83BD318A-6244-42FF-83F4-89BE8BE1E6B8}" destId="{1D6814DF-F3B1-4ED2-9822-8DCB4401795F}" srcOrd="1" destOrd="0" presId="urn:microsoft.com/office/officeart/2005/8/layout/list1"/>
    <dgm:cxn modelId="{C3D8B93E-7E23-407C-81A2-7DE479E018A4}" type="presParOf" srcId="{28D1C151-3D01-42AE-B1E2-7D5B232B50FC}" destId="{58988B56-B755-43DF-89FE-56C5203F49CE}" srcOrd="1" destOrd="0" presId="urn:microsoft.com/office/officeart/2005/8/layout/list1"/>
    <dgm:cxn modelId="{A1CB14D9-F3BF-4216-8481-8FFC45C8AA29}" type="presParOf" srcId="{28D1C151-3D01-42AE-B1E2-7D5B232B50FC}" destId="{64BFCCA1-A467-489A-9514-B92DB72ECDF7}"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E8BAF8AE-3E23-4301-AEA6-A3989FBE745D}"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en-GB"/>
        </a:p>
      </dgm:t>
    </dgm:pt>
    <dgm:pt modelId="{062DADAB-FE6F-467F-B37D-C431B53B47E7}">
      <dgm:prSet phldrT="[Text]"/>
      <dgm:spPr/>
      <dgm:t>
        <a:bodyPr/>
        <a:lstStyle/>
        <a:p>
          <a:r>
            <a:rPr lang="en-GB" dirty="0"/>
            <a:t>Service Delivery Principles</a:t>
          </a:r>
        </a:p>
      </dgm:t>
    </dgm:pt>
    <dgm:pt modelId="{1C86828A-F570-42B5-A00A-F343AE4B1A5B}" type="parTrans" cxnId="{5FE4DD23-BE29-43A6-8339-4C0B6CC988B4}">
      <dgm:prSet/>
      <dgm:spPr/>
      <dgm:t>
        <a:bodyPr/>
        <a:lstStyle/>
        <a:p>
          <a:endParaRPr lang="en-GB"/>
        </a:p>
      </dgm:t>
    </dgm:pt>
    <dgm:pt modelId="{D8F5F9B6-7D70-4A87-8353-680F6E14405A}" type="sibTrans" cxnId="{5FE4DD23-BE29-43A6-8339-4C0B6CC988B4}">
      <dgm:prSet/>
      <dgm:spPr/>
      <dgm:t>
        <a:bodyPr/>
        <a:lstStyle/>
        <a:p>
          <a:endParaRPr lang="en-GB"/>
        </a:p>
      </dgm:t>
    </dgm:pt>
    <dgm:pt modelId="{F7DED871-3B13-4ACF-9FCE-AB833E38982B}">
      <dgm:prSet phldrT="[Text]"/>
      <dgm:spPr/>
      <dgm:t>
        <a:bodyPr/>
        <a:lstStyle/>
        <a:p>
          <a:r>
            <a:rPr lang="en-GB" dirty="0"/>
            <a:t>Focus on Customer’s needs and expectations</a:t>
          </a:r>
        </a:p>
      </dgm:t>
    </dgm:pt>
    <dgm:pt modelId="{BB7DB28B-FCD9-48E4-A46C-4A2888A8AB5C}" type="parTrans" cxnId="{7209986F-B383-4877-A2CB-44FE4ACAF9C0}">
      <dgm:prSet/>
      <dgm:spPr/>
      <dgm:t>
        <a:bodyPr/>
        <a:lstStyle/>
        <a:p>
          <a:endParaRPr lang="en-GB"/>
        </a:p>
      </dgm:t>
    </dgm:pt>
    <dgm:pt modelId="{7FB8D59C-06C8-4BEB-AA09-606BCA023B43}" type="sibTrans" cxnId="{7209986F-B383-4877-A2CB-44FE4ACAF9C0}">
      <dgm:prSet/>
      <dgm:spPr/>
      <dgm:t>
        <a:bodyPr/>
        <a:lstStyle/>
        <a:p>
          <a:endParaRPr lang="en-GB"/>
        </a:p>
      </dgm:t>
    </dgm:pt>
    <dgm:pt modelId="{8FCB3C08-00B9-4AC4-9462-5A30780ADF16}">
      <dgm:prSet phldrT="[Text]"/>
      <dgm:spPr/>
      <dgm:t>
        <a:bodyPr/>
        <a:lstStyle/>
        <a:p>
          <a:r>
            <a:rPr lang="en-GB" dirty="0"/>
            <a:t>Manage the Work, not the workers</a:t>
          </a:r>
        </a:p>
      </dgm:t>
    </dgm:pt>
    <dgm:pt modelId="{DBCEEC05-D8F2-4C57-B864-EAA0905489A1}" type="parTrans" cxnId="{8E39D2F6-6FDE-4469-B332-D4F550DBBABB}">
      <dgm:prSet/>
      <dgm:spPr/>
      <dgm:t>
        <a:bodyPr/>
        <a:lstStyle/>
        <a:p>
          <a:endParaRPr lang="en-GB"/>
        </a:p>
      </dgm:t>
    </dgm:pt>
    <dgm:pt modelId="{48038828-F3E2-404E-AC21-7012E4E94CF7}" type="sibTrans" cxnId="{8E39D2F6-6FDE-4469-B332-D4F550DBBABB}">
      <dgm:prSet/>
      <dgm:spPr/>
      <dgm:t>
        <a:bodyPr/>
        <a:lstStyle/>
        <a:p>
          <a:endParaRPr lang="en-GB"/>
        </a:p>
      </dgm:t>
    </dgm:pt>
    <dgm:pt modelId="{FC8E57E1-4B11-4EF6-AEAB-8B5493EEE16D}">
      <dgm:prSet phldrT="[Text]"/>
      <dgm:spPr/>
      <dgm:t>
        <a:bodyPr/>
        <a:lstStyle/>
        <a:p>
          <a:r>
            <a:rPr lang="en-GB" dirty="0"/>
            <a:t>Evolve policies to improve customer and business outcomes</a:t>
          </a:r>
        </a:p>
      </dgm:t>
    </dgm:pt>
    <dgm:pt modelId="{A8D663BC-A83C-45A0-A61E-58F7BFB8623B}" type="parTrans" cxnId="{FA3366CC-AF83-440C-AA51-3C85BDCBD07E}">
      <dgm:prSet/>
      <dgm:spPr/>
      <dgm:t>
        <a:bodyPr/>
        <a:lstStyle/>
        <a:p>
          <a:endParaRPr lang="en-GB"/>
        </a:p>
      </dgm:t>
    </dgm:pt>
    <dgm:pt modelId="{9130B1B4-6FC2-44FE-9C60-1C08A406DF0D}" type="sibTrans" cxnId="{FA3366CC-AF83-440C-AA51-3C85BDCBD07E}">
      <dgm:prSet/>
      <dgm:spPr/>
      <dgm:t>
        <a:bodyPr/>
        <a:lstStyle/>
        <a:p>
          <a:endParaRPr lang="en-GB"/>
        </a:p>
      </dgm:t>
    </dgm:pt>
    <dgm:pt modelId="{9D7B9FA9-C1A6-4680-968F-9F47783FBA5E}">
      <dgm:prSet phldrT="[Text]"/>
      <dgm:spPr/>
      <dgm:t>
        <a:bodyPr/>
        <a:lstStyle/>
        <a:p>
          <a:r>
            <a:rPr lang="en-GB" dirty="0"/>
            <a:t>Delivering what the customer wants needs to be at the centre of the organisation</a:t>
          </a:r>
        </a:p>
      </dgm:t>
    </dgm:pt>
    <dgm:pt modelId="{41EEF97F-A428-4047-9E2F-7F4B94330099}" type="parTrans" cxnId="{DCB4922C-5F21-4715-894D-67705EDC6F13}">
      <dgm:prSet/>
      <dgm:spPr/>
      <dgm:t>
        <a:bodyPr/>
        <a:lstStyle/>
        <a:p>
          <a:endParaRPr lang="en-GB"/>
        </a:p>
      </dgm:t>
    </dgm:pt>
    <dgm:pt modelId="{36F4BD7E-77A0-44C4-B473-2B4425987D6F}" type="sibTrans" cxnId="{DCB4922C-5F21-4715-894D-67705EDC6F13}">
      <dgm:prSet/>
      <dgm:spPr/>
      <dgm:t>
        <a:bodyPr/>
        <a:lstStyle/>
        <a:p>
          <a:endParaRPr lang="en-GB"/>
        </a:p>
      </dgm:t>
    </dgm:pt>
    <dgm:pt modelId="{657E7CCB-48C6-4B45-9C69-9868BC15340B}">
      <dgm:prSet phldrT="[Text]"/>
      <dgm:spPr/>
      <dgm:t>
        <a:bodyPr/>
        <a:lstStyle/>
        <a:p>
          <a:r>
            <a:rPr lang="en-GB" dirty="0"/>
            <a:t>By understanding the customer’s needs and expectation your attention is drawn to ensuring that the provided systems are of high quality and value to the customer</a:t>
          </a:r>
        </a:p>
      </dgm:t>
    </dgm:pt>
    <dgm:pt modelId="{9EC679C5-E2F7-464D-A4FE-5BF992FF05DD}" type="parTrans" cxnId="{A6825038-43EA-4DCE-AE00-6463E9750945}">
      <dgm:prSet/>
      <dgm:spPr/>
      <dgm:t>
        <a:bodyPr/>
        <a:lstStyle/>
        <a:p>
          <a:endParaRPr lang="en-GB"/>
        </a:p>
      </dgm:t>
    </dgm:pt>
    <dgm:pt modelId="{2E7A8246-C45D-4205-8451-720BDBFC200A}" type="sibTrans" cxnId="{A6825038-43EA-4DCE-AE00-6463E9750945}">
      <dgm:prSet/>
      <dgm:spPr/>
      <dgm:t>
        <a:bodyPr/>
        <a:lstStyle/>
        <a:p>
          <a:endParaRPr lang="en-GB"/>
        </a:p>
      </dgm:t>
    </dgm:pt>
    <dgm:pt modelId="{B72085B5-A413-450A-A4BC-C7317F8A04F1}">
      <dgm:prSet phldrT="[Text]"/>
      <dgm:spPr/>
      <dgm:t>
        <a:bodyPr/>
        <a:lstStyle/>
        <a:p>
          <a:r>
            <a:rPr lang="en-GB" dirty="0"/>
            <a:t>By managing the work within the systems you empower people to organise their work as they see fit.</a:t>
          </a:r>
        </a:p>
      </dgm:t>
    </dgm:pt>
    <dgm:pt modelId="{4B4735E2-219D-470D-8B31-1082052CEDFC}" type="parTrans" cxnId="{C12534C1-F193-4E61-8FD6-6F5BA38A7187}">
      <dgm:prSet/>
      <dgm:spPr/>
      <dgm:t>
        <a:bodyPr/>
        <a:lstStyle/>
        <a:p>
          <a:endParaRPr lang="en-GB"/>
        </a:p>
      </dgm:t>
    </dgm:pt>
    <dgm:pt modelId="{E70FDB0C-2B4A-4B03-8226-200515B12C81}" type="sibTrans" cxnId="{C12534C1-F193-4E61-8FD6-6F5BA38A7187}">
      <dgm:prSet/>
      <dgm:spPr/>
      <dgm:t>
        <a:bodyPr/>
        <a:lstStyle/>
        <a:p>
          <a:endParaRPr lang="en-GB"/>
        </a:p>
      </dgm:t>
    </dgm:pt>
    <dgm:pt modelId="{02BC1377-20F3-4253-ADA2-B41A8998F13C}">
      <dgm:prSet phldrT="[Text]"/>
      <dgm:spPr/>
      <dgm:t>
        <a:bodyPr/>
        <a:lstStyle/>
        <a:p>
          <a:r>
            <a:rPr lang="en-GB" dirty="0"/>
            <a:t>Therefore, managers can focus on the desired outcomes without worrying about needing to micro-manage the staff delivering the system</a:t>
          </a:r>
        </a:p>
      </dgm:t>
    </dgm:pt>
    <dgm:pt modelId="{83557EFE-2507-464A-B7A4-CC831EE551DE}" type="parTrans" cxnId="{02D1CFD0-30EC-4BB0-AFF8-FC56B46F554F}">
      <dgm:prSet/>
      <dgm:spPr/>
      <dgm:t>
        <a:bodyPr/>
        <a:lstStyle/>
        <a:p>
          <a:endParaRPr lang="en-GB"/>
        </a:p>
      </dgm:t>
    </dgm:pt>
    <dgm:pt modelId="{6D613700-4E3C-4BB4-A869-64434AB568FE}" type="sibTrans" cxnId="{02D1CFD0-30EC-4BB0-AFF8-FC56B46F554F}">
      <dgm:prSet/>
      <dgm:spPr/>
      <dgm:t>
        <a:bodyPr/>
        <a:lstStyle/>
        <a:p>
          <a:endParaRPr lang="en-GB"/>
        </a:p>
      </dgm:t>
    </dgm:pt>
    <dgm:pt modelId="{C6C11F37-E0B0-4DB8-9F1D-489746193D66}">
      <dgm:prSet phldrT="[Text]"/>
      <dgm:spPr/>
      <dgm:t>
        <a:bodyPr/>
        <a:lstStyle/>
        <a:p>
          <a:r>
            <a:rPr lang="en-GB" dirty="0"/>
            <a:t>Processes can be reduced to the concept that they are simply a set of policies which layout how work should be done, who should do it and in what order.</a:t>
          </a:r>
        </a:p>
      </dgm:t>
    </dgm:pt>
    <dgm:pt modelId="{E143EB81-2517-4F25-916C-28A09D9266E9}" type="parTrans" cxnId="{3F2238BD-5674-4BA4-9B16-2187B352B898}">
      <dgm:prSet/>
      <dgm:spPr/>
      <dgm:t>
        <a:bodyPr/>
        <a:lstStyle/>
        <a:p>
          <a:endParaRPr lang="en-GB"/>
        </a:p>
      </dgm:t>
    </dgm:pt>
    <dgm:pt modelId="{F03104C2-51DF-44D4-A52F-02FAEFABB8C7}" type="sibTrans" cxnId="{3F2238BD-5674-4BA4-9B16-2187B352B898}">
      <dgm:prSet/>
      <dgm:spPr/>
      <dgm:t>
        <a:bodyPr/>
        <a:lstStyle/>
        <a:p>
          <a:endParaRPr lang="en-GB"/>
        </a:p>
      </dgm:t>
    </dgm:pt>
    <dgm:pt modelId="{AE4D8009-2949-47BB-A6E2-2784BE4D3DE1}">
      <dgm:prSet phldrT="[Text]"/>
      <dgm:spPr/>
      <dgm:t>
        <a:bodyPr/>
        <a:lstStyle/>
        <a:p>
          <a:r>
            <a:rPr lang="en-GB" dirty="0"/>
            <a:t>These policies need to be reviewed regularly to ensure that they are delivering the best out comes for the customer and the business</a:t>
          </a:r>
        </a:p>
      </dgm:t>
    </dgm:pt>
    <dgm:pt modelId="{004AEF64-73AD-4FD2-8202-99BC577C0686}" type="parTrans" cxnId="{6FDAA699-D878-42AE-8C27-E4B2CAD6B507}">
      <dgm:prSet/>
      <dgm:spPr/>
      <dgm:t>
        <a:bodyPr/>
        <a:lstStyle/>
        <a:p>
          <a:endParaRPr lang="en-GB"/>
        </a:p>
      </dgm:t>
    </dgm:pt>
    <dgm:pt modelId="{5DD932D4-2605-4D9C-8862-AA28068F5CDB}" type="sibTrans" cxnId="{6FDAA699-D878-42AE-8C27-E4B2CAD6B507}">
      <dgm:prSet/>
      <dgm:spPr/>
      <dgm:t>
        <a:bodyPr/>
        <a:lstStyle/>
        <a:p>
          <a:endParaRPr lang="en-GB"/>
        </a:p>
      </dgm:t>
    </dgm:pt>
    <dgm:pt modelId="{28D1C151-3D01-42AE-B1E2-7D5B232B50FC}" type="pres">
      <dgm:prSet presAssocID="{E8BAF8AE-3E23-4301-AEA6-A3989FBE745D}" presName="linear" presStyleCnt="0">
        <dgm:presLayoutVars>
          <dgm:dir/>
          <dgm:animLvl val="lvl"/>
          <dgm:resizeHandles val="exact"/>
        </dgm:presLayoutVars>
      </dgm:prSet>
      <dgm:spPr/>
    </dgm:pt>
    <dgm:pt modelId="{98F6E880-3E80-4C4E-A82F-0CA9EF17D604}" type="pres">
      <dgm:prSet presAssocID="{062DADAB-FE6F-467F-B37D-C431B53B47E7}" presName="parentLin" presStyleCnt="0"/>
      <dgm:spPr/>
    </dgm:pt>
    <dgm:pt modelId="{B385C89E-18C0-46F5-8898-92E257529B89}" type="pres">
      <dgm:prSet presAssocID="{062DADAB-FE6F-467F-B37D-C431B53B47E7}" presName="parentLeftMargin" presStyleLbl="node1" presStyleIdx="0" presStyleCnt="1"/>
      <dgm:spPr/>
    </dgm:pt>
    <dgm:pt modelId="{7AF6D1F6-A96A-4531-9AA7-D04151BB8A87}" type="pres">
      <dgm:prSet presAssocID="{062DADAB-FE6F-467F-B37D-C431B53B47E7}" presName="parentText" presStyleLbl="node1" presStyleIdx="0" presStyleCnt="1">
        <dgm:presLayoutVars>
          <dgm:chMax val="0"/>
          <dgm:bulletEnabled val="1"/>
        </dgm:presLayoutVars>
      </dgm:prSet>
      <dgm:spPr/>
    </dgm:pt>
    <dgm:pt modelId="{349D01B6-B9AB-48F3-A16E-2B27DA4333B8}" type="pres">
      <dgm:prSet presAssocID="{062DADAB-FE6F-467F-B37D-C431B53B47E7}" presName="negativeSpace" presStyleCnt="0"/>
      <dgm:spPr/>
    </dgm:pt>
    <dgm:pt modelId="{908B718F-D291-46ED-B2B1-C179BF60A823}" type="pres">
      <dgm:prSet presAssocID="{062DADAB-FE6F-467F-B37D-C431B53B47E7}" presName="childText" presStyleLbl="conFgAcc1" presStyleIdx="0" presStyleCnt="1">
        <dgm:presLayoutVars>
          <dgm:bulletEnabled val="1"/>
        </dgm:presLayoutVars>
      </dgm:prSet>
      <dgm:spPr/>
    </dgm:pt>
  </dgm:ptLst>
  <dgm:cxnLst>
    <dgm:cxn modelId="{A8043C11-34EA-4663-929D-CF52D726E4C3}" type="presOf" srcId="{9D7B9FA9-C1A6-4680-968F-9F47783FBA5E}" destId="{908B718F-D291-46ED-B2B1-C179BF60A823}" srcOrd="0" destOrd="1" presId="urn:microsoft.com/office/officeart/2005/8/layout/list1"/>
    <dgm:cxn modelId="{7BD42813-521E-4083-AC95-F1780625BD3F}" type="presOf" srcId="{F7DED871-3B13-4ACF-9FCE-AB833E38982B}" destId="{908B718F-D291-46ED-B2B1-C179BF60A823}" srcOrd="0" destOrd="0" presId="urn:microsoft.com/office/officeart/2005/8/layout/list1"/>
    <dgm:cxn modelId="{7737FD19-C383-495E-AB7B-85AC634A95BF}" type="presOf" srcId="{B72085B5-A413-450A-A4BC-C7317F8A04F1}" destId="{908B718F-D291-46ED-B2B1-C179BF60A823}" srcOrd="0" destOrd="4" presId="urn:microsoft.com/office/officeart/2005/8/layout/list1"/>
    <dgm:cxn modelId="{5FE4DD23-BE29-43A6-8339-4C0B6CC988B4}" srcId="{E8BAF8AE-3E23-4301-AEA6-A3989FBE745D}" destId="{062DADAB-FE6F-467F-B37D-C431B53B47E7}" srcOrd="0" destOrd="0" parTransId="{1C86828A-F570-42B5-A00A-F343AE4B1A5B}" sibTransId="{D8F5F9B6-7D70-4A87-8353-680F6E14405A}"/>
    <dgm:cxn modelId="{DCB4922C-5F21-4715-894D-67705EDC6F13}" srcId="{F7DED871-3B13-4ACF-9FCE-AB833E38982B}" destId="{9D7B9FA9-C1A6-4680-968F-9F47783FBA5E}" srcOrd="0" destOrd="0" parTransId="{41EEF97F-A428-4047-9E2F-7F4B94330099}" sibTransId="{36F4BD7E-77A0-44C4-B473-2B4425987D6F}"/>
    <dgm:cxn modelId="{A6825038-43EA-4DCE-AE00-6463E9750945}" srcId="{F7DED871-3B13-4ACF-9FCE-AB833E38982B}" destId="{657E7CCB-48C6-4B45-9C69-9868BC15340B}" srcOrd="1" destOrd="0" parTransId="{9EC679C5-E2F7-464D-A4FE-5BF992FF05DD}" sibTransId="{2E7A8246-C45D-4205-8451-720BDBFC200A}"/>
    <dgm:cxn modelId="{D1B7D144-DB96-4038-B641-B095F65166BE}" type="presOf" srcId="{FC8E57E1-4B11-4EF6-AEAB-8B5493EEE16D}" destId="{908B718F-D291-46ED-B2B1-C179BF60A823}" srcOrd="0" destOrd="6" presId="urn:microsoft.com/office/officeart/2005/8/layout/list1"/>
    <dgm:cxn modelId="{E6ED574E-CFF6-4734-B6CE-CB1C0224D075}" type="presOf" srcId="{C6C11F37-E0B0-4DB8-9F1D-489746193D66}" destId="{908B718F-D291-46ED-B2B1-C179BF60A823}" srcOrd="0" destOrd="7" presId="urn:microsoft.com/office/officeart/2005/8/layout/list1"/>
    <dgm:cxn modelId="{7209986F-B383-4877-A2CB-44FE4ACAF9C0}" srcId="{062DADAB-FE6F-467F-B37D-C431B53B47E7}" destId="{F7DED871-3B13-4ACF-9FCE-AB833E38982B}" srcOrd="0" destOrd="0" parTransId="{BB7DB28B-FCD9-48E4-A46C-4A2888A8AB5C}" sibTransId="{7FB8D59C-06C8-4BEB-AA09-606BCA023B43}"/>
    <dgm:cxn modelId="{8D029754-6880-496F-9B86-6C19C3069384}" type="presOf" srcId="{AE4D8009-2949-47BB-A6E2-2784BE4D3DE1}" destId="{908B718F-D291-46ED-B2B1-C179BF60A823}" srcOrd="0" destOrd="8" presId="urn:microsoft.com/office/officeart/2005/8/layout/list1"/>
    <dgm:cxn modelId="{BD33017E-0388-4668-B3C4-E88F879FA06E}" type="presOf" srcId="{657E7CCB-48C6-4B45-9C69-9868BC15340B}" destId="{908B718F-D291-46ED-B2B1-C179BF60A823}" srcOrd="0" destOrd="2" presId="urn:microsoft.com/office/officeart/2005/8/layout/list1"/>
    <dgm:cxn modelId="{6FDAA699-D878-42AE-8C27-E4B2CAD6B507}" srcId="{FC8E57E1-4B11-4EF6-AEAB-8B5493EEE16D}" destId="{AE4D8009-2949-47BB-A6E2-2784BE4D3DE1}" srcOrd="1" destOrd="0" parTransId="{004AEF64-73AD-4FD2-8202-99BC577C0686}" sibTransId="{5DD932D4-2605-4D9C-8862-AA28068F5CDB}"/>
    <dgm:cxn modelId="{9A635B9A-2F28-479D-8646-4DA2E0055590}" type="presOf" srcId="{062DADAB-FE6F-467F-B37D-C431B53B47E7}" destId="{B385C89E-18C0-46F5-8898-92E257529B89}" srcOrd="0" destOrd="0" presId="urn:microsoft.com/office/officeart/2005/8/layout/list1"/>
    <dgm:cxn modelId="{41B124B5-1EBE-4E0B-8D20-0AA47FEE5A43}" type="presOf" srcId="{E8BAF8AE-3E23-4301-AEA6-A3989FBE745D}" destId="{28D1C151-3D01-42AE-B1E2-7D5B232B50FC}" srcOrd="0" destOrd="0" presId="urn:microsoft.com/office/officeart/2005/8/layout/list1"/>
    <dgm:cxn modelId="{3F2238BD-5674-4BA4-9B16-2187B352B898}" srcId="{FC8E57E1-4B11-4EF6-AEAB-8B5493EEE16D}" destId="{C6C11F37-E0B0-4DB8-9F1D-489746193D66}" srcOrd="0" destOrd="0" parTransId="{E143EB81-2517-4F25-916C-28A09D9266E9}" sibTransId="{F03104C2-51DF-44D4-A52F-02FAEFABB8C7}"/>
    <dgm:cxn modelId="{C12534C1-F193-4E61-8FD6-6F5BA38A7187}" srcId="{8FCB3C08-00B9-4AC4-9462-5A30780ADF16}" destId="{B72085B5-A413-450A-A4BC-C7317F8A04F1}" srcOrd="0" destOrd="0" parTransId="{4B4735E2-219D-470D-8B31-1082052CEDFC}" sibTransId="{E70FDB0C-2B4A-4B03-8226-200515B12C81}"/>
    <dgm:cxn modelId="{FA3366CC-AF83-440C-AA51-3C85BDCBD07E}" srcId="{062DADAB-FE6F-467F-B37D-C431B53B47E7}" destId="{FC8E57E1-4B11-4EF6-AEAB-8B5493EEE16D}" srcOrd="2" destOrd="0" parTransId="{A8D663BC-A83C-45A0-A61E-58F7BFB8623B}" sibTransId="{9130B1B4-6FC2-44FE-9C60-1C08A406DF0D}"/>
    <dgm:cxn modelId="{02D1CFD0-30EC-4BB0-AFF8-FC56B46F554F}" srcId="{8FCB3C08-00B9-4AC4-9462-5A30780ADF16}" destId="{02BC1377-20F3-4253-ADA2-B41A8998F13C}" srcOrd="1" destOrd="0" parTransId="{83557EFE-2507-464A-B7A4-CC831EE551DE}" sibTransId="{6D613700-4E3C-4BB4-A869-64434AB568FE}"/>
    <dgm:cxn modelId="{7548D7DC-5AFD-48C0-B1C5-7DEC3BA5A47C}" type="presOf" srcId="{8FCB3C08-00B9-4AC4-9462-5A30780ADF16}" destId="{908B718F-D291-46ED-B2B1-C179BF60A823}" srcOrd="0" destOrd="3" presId="urn:microsoft.com/office/officeart/2005/8/layout/list1"/>
    <dgm:cxn modelId="{8E39D2F6-6FDE-4469-B332-D4F550DBBABB}" srcId="{062DADAB-FE6F-467F-B37D-C431B53B47E7}" destId="{8FCB3C08-00B9-4AC4-9462-5A30780ADF16}" srcOrd="1" destOrd="0" parTransId="{DBCEEC05-D8F2-4C57-B864-EAA0905489A1}" sibTransId="{48038828-F3E2-404E-AC21-7012E4E94CF7}"/>
    <dgm:cxn modelId="{C44B40FB-E73C-4E41-95BC-EBB489BE5B3B}" type="presOf" srcId="{062DADAB-FE6F-467F-B37D-C431B53B47E7}" destId="{7AF6D1F6-A96A-4531-9AA7-D04151BB8A87}" srcOrd="1" destOrd="0" presId="urn:microsoft.com/office/officeart/2005/8/layout/list1"/>
    <dgm:cxn modelId="{F79C71FD-7E9C-45FF-9FEE-989768A79BCB}" type="presOf" srcId="{02BC1377-20F3-4253-ADA2-B41A8998F13C}" destId="{908B718F-D291-46ED-B2B1-C179BF60A823}" srcOrd="0" destOrd="5" presId="urn:microsoft.com/office/officeart/2005/8/layout/list1"/>
    <dgm:cxn modelId="{7FD966F4-B4CB-476C-9845-9871E5AE55C0}" type="presParOf" srcId="{28D1C151-3D01-42AE-B1E2-7D5B232B50FC}" destId="{98F6E880-3E80-4C4E-A82F-0CA9EF17D604}" srcOrd="0" destOrd="0" presId="urn:microsoft.com/office/officeart/2005/8/layout/list1"/>
    <dgm:cxn modelId="{51DB6EAB-2F87-4711-B78E-05DF0E19CCBB}" type="presParOf" srcId="{98F6E880-3E80-4C4E-A82F-0CA9EF17D604}" destId="{B385C89E-18C0-46F5-8898-92E257529B89}" srcOrd="0" destOrd="0" presId="urn:microsoft.com/office/officeart/2005/8/layout/list1"/>
    <dgm:cxn modelId="{5309C7B2-5691-4120-BCC8-1DDF4D775448}" type="presParOf" srcId="{98F6E880-3E80-4C4E-A82F-0CA9EF17D604}" destId="{7AF6D1F6-A96A-4531-9AA7-D04151BB8A87}" srcOrd="1" destOrd="0" presId="urn:microsoft.com/office/officeart/2005/8/layout/list1"/>
    <dgm:cxn modelId="{3BC260C8-D2AD-4FBB-971E-4806E28569EA}" type="presParOf" srcId="{28D1C151-3D01-42AE-B1E2-7D5B232B50FC}" destId="{349D01B6-B9AB-48F3-A16E-2B27DA4333B8}" srcOrd="1" destOrd="0" presId="urn:microsoft.com/office/officeart/2005/8/layout/list1"/>
    <dgm:cxn modelId="{4964A27C-0DF6-45DE-9DE1-F3D701D22CC0}" type="presParOf" srcId="{28D1C151-3D01-42AE-B1E2-7D5B232B50FC}" destId="{908B718F-D291-46ED-B2B1-C179BF60A823}"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1C3C4391-2A7B-47E7-956A-4BA9E7A22328}"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en-GB"/>
        </a:p>
      </dgm:t>
    </dgm:pt>
    <dgm:pt modelId="{6ADCA4E3-5947-4CB3-BBD6-FD4B20574740}">
      <dgm:prSet phldrT="[Text]"/>
      <dgm:spPr/>
      <dgm:t>
        <a:bodyPr/>
        <a:lstStyle/>
        <a:p>
          <a:r>
            <a:rPr lang="en-GB" dirty="0"/>
            <a:t>Service Request Manager</a:t>
          </a:r>
        </a:p>
      </dgm:t>
    </dgm:pt>
    <dgm:pt modelId="{94C98246-D665-45D1-92C3-CFA6336F25C1}" type="parTrans" cxnId="{DA257FBC-A3C7-4122-B8E9-89A544C198F1}">
      <dgm:prSet/>
      <dgm:spPr/>
      <dgm:t>
        <a:bodyPr/>
        <a:lstStyle/>
        <a:p>
          <a:endParaRPr lang="en-GB"/>
        </a:p>
      </dgm:t>
    </dgm:pt>
    <dgm:pt modelId="{24D37662-6647-4467-BE40-4CBE2565AF83}" type="sibTrans" cxnId="{DA257FBC-A3C7-4122-B8E9-89A544C198F1}">
      <dgm:prSet/>
      <dgm:spPr/>
      <dgm:t>
        <a:bodyPr/>
        <a:lstStyle/>
        <a:p>
          <a:endParaRPr lang="en-GB"/>
        </a:p>
      </dgm:t>
    </dgm:pt>
    <dgm:pt modelId="{5C7FD285-074B-436C-AEB3-E366874F1957}">
      <dgm:prSet phldrT="[Text]"/>
      <dgm:spPr/>
      <dgm:t>
        <a:bodyPr/>
        <a:lstStyle/>
        <a:p>
          <a:r>
            <a:rPr lang="en-GB" dirty="0"/>
            <a:t>Service Delivery Manager</a:t>
          </a:r>
        </a:p>
      </dgm:t>
    </dgm:pt>
    <dgm:pt modelId="{3DA47299-0C7B-408E-8A40-74B798372D3E}" type="parTrans" cxnId="{94C85E68-BF73-4F7E-91ED-3A7B13328A60}">
      <dgm:prSet/>
      <dgm:spPr/>
      <dgm:t>
        <a:bodyPr/>
        <a:lstStyle/>
        <a:p>
          <a:endParaRPr lang="en-GB"/>
        </a:p>
      </dgm:t>
    </dgm:pt>
    <dgm:pt modelId="{C11F3992-C4EF-44B8-930C-1BE6983F9BCC}" type="sibTrans" cxnId="{94C85E68-BF73-4F7E-91ED-3A7B13328A60}">
      <dgm:prSet/>
      <dgm:spPr/>
      <dgm:t>
        <a:bodyPr/>
        <a:lstStyle/>
        <a:p>
          <a:endParaRPr lang="en-GB"/>
        </a:p>
      </dgm:t>
    </dgm:pt>
    <dgm:pt modelId="{AAA57803-1F47-451C-86AD-8988167382B5}">
      <dgm:prSet phldrT="[Text]"/>
      <dgm:spPr/>
      <dgm:t>
        <a:bodyPr/>
        <a:lstStyle/>
        <a:p>
          <a:r>
            <a:rPr lang="en-GB" dirty="0"/>
            <a:t>Understands the needs and expectations of customers</a:t>
          </a:r>
        </a:p>
      </dgm:t>
    </dgm:pt>
    <dgm:pt modelId="{C31C266F-024F-42A6-A8D9-1ACA03F8A118}" type="parTrans" cxnId="{A73CABB3-DB6F-4951-BBCE-78547C2103FD}">
      <dgm:prSet/>
      <dgm:spPr/>
      <dgm:t>
        <a:bodyPr/>
        <a:lstStyle/>
        <a:p>
          <a:endParaRPr lang="en-GB"/>
        </a:p>
      </dgm:t>
    </dgm:pt>
    <dgm:pt modelId="{6B73F507-3380-4CF9-BD8D-6772BEC65D98}" type="sibTrans" cxnId="{A73CABB3-DB6F-4951-BBCE-78547C2103FD}">
      <dgm:prSet/>
      <dgm:spPr/>
      <dgm:t>
        <a:bodyPr/>
        <a:lstStyle/>
        <a:p>
          <a:endParaRPr lang="en-GB"/>
        </a:p>
      </dgm:t>
    </dgm:pt>
    <dgm:pt modelId="{2A27A141-7734-4FAE-838D-47DDEE8DB9A3}">
      <dgm:prSet phldrT="[Text]"/>
      <dgm:spPr/>
      <dgm:t>
        <a:bodyPr/>
        <a:lstStyle/>
        <a:p>
          <a:r>
            <a:rPr lang="en-GB" dirty="0"/>
            <a:t>Facilitates the selection and ordering of items at Replenishment Meeting</a:t>
          </a:r>
        </a:p>
      </dgm:t>
    </dgm:pt>
    <dgm:pt modelId="{3FBBA673-5E1F-4203-9C0C-72DA8822B2F8}" type="parTrans" cxnId="{2DA6BABD-6C57-4B29-80BC-7895251A97E9}">
      <dgm:prSet/>
      <dgm:spPr/>
      <dgm:t>
        <a:bodyPr/>
        <a:lstStyle/>
        <a:p>
          <a:endParaRPr lang="en-GB"/>
        </a:p>
      </dgm:t>
    </dgm:pt>
    <dgm:pt modelId="{50A623C7-8D21-4B31-BF0C-DFCA4F297DE2}" type="sibTrans" cxnId="{2DA6BABD-6C57-4B29-80BC-7895251A97E9}">
      <dgm:prSet/>
      <dgm:spPr/>
      <dgm:t>
        <a:bodyPr/>
        <a:lstStyle/>
        <a:p>
          <a:endParaRPr lang="en-GB"/>
        </a:p>
      </dgm:t>
    </dgm:pt>
    <dgm:pt modelId="{68147464-5D1C-46F6-BB59-94D0A86546C7}">
      <dgm:prSet phldrT="[Text]"/>
      <dgm:spPr/>
      <dgm:t>
        <a:bodyPr/>
        <a:lstStyle/>
        <a:p>
          <a:r>
            <a:rPr lang="en-GB" dirty="0"/>
            <a:t>Function is often filled by a Product Manager, Product Owner or Service Manager</a:t>
          </a:r>
        </a:p>
      </dgm:t>
    </dgm:pt>
    <dgm:pt modelId="{EF52898A-AE7B-4911-8ABC-3982BEF2CECA}" type="parTrans" cxnId="{060B722F-7669-408A-90CE-1D820ECEEB1C}">
      <dgm:prSet/>
      <dgm:spPr/>
      <dgm:t>
        <a:bodyPr/>
        <a:lstStyle/>
        <a:p>
          <a:endParaRPr lang="en-GB"/>
        </a:p>
      </dgm:t>
    </dgm:pt>
    <dgm:pt modelId="{99A2EE47-023D-481E-A1A5-A511CC8491C0}" type="sibTrans" cxnId="{060B722F-7669-408A-90CE-1D820ECEEB1C}">
      <dgm:prSet/>
      <dgm:spPr/>
      <dgm:t>
        <a:bodyPr/>
        <a:lstStyle/>
        <a:p>
          <a:endParaRPr lang="en-GB"/>
        </a:p>
      </dgm:t>
    </dgm:pt>
    <dgm:pt modelId="{881F98DF-4247-4178-813B-671809B5937E}">
      <dgm:prSet phldrT="[Text]"/>
      <dgm:spPr/>
      <dgm:t>
        <a:bodyPr/>
        <a:lstStyle/>
        <a:p>
          <a:r>
            <a:rPr lang="en-GB" dirty="0"/>
            <a:t>Responsible for the flow of work to deliver selected items to customers</a:t>
          </a:r>
        </a:p>
      </dgm:t>
    </dgm:pt>
    <dgm:pt modelId="{299DF7AD-0220-45AD-9E7F-3E21777336AF}" type="parTrans" cxnId="{A05B50CB-B49D-4DC8-B509-76B3A224164F}">
      <dgm:prSet/>
      <dgm:spPr/>
      <dgm:t>
        <a:bodyPr/>
        <a:lstStyle/>
        <a:p>
          <a:endParaRPr lang="en-GB"/>
        </a:p>
      </dgm:t>
    </dgm:pt>
    <dgm:pt modelId="{39F8F880-355C-4364-82A6-CE38148D9DC8}" type="sibTrans" cxnId="{A05B50CB-B49D-4DC8-B509-76B3A224164F}">
      <dgm:prSet/>
      <dgm:spPr/>
      <dgm:t>
        <a:bodyPr/>
        <a:lstStyle/>
        <a:p>
          <a:endParaRPr lang="en-GB"/>
        </a:p>
      </dgm:t>
    </dgm:pt>
    <dgm:pt modelId="{7094E928-17F7-4DA2-B4A3-47273B9B37E0}">
      <dgm:prSet phldrT="[Text]"/>
      <dgm:spPr/>
      <dgm:t>
        <a:bodyPr/>
        <a:lstStyle/>
        <a:p>
          <a:r>
            <a:rPr lang="en-GB" dirty="0"/>
            <a:t>Facilitates the Kanban meeting and Delivery Planning</a:t>
          </a:r>
        </a:p>
      </dgm:t>
    </dgm:pt>
    <dgm:pt modelId="{62A0EBC8-15DD-445A-94A2-987C34E84697}" type="parTrans" cxnId="{57B2D47E-6969-49A6-B346-2D87E8C4F3EC}">
      <dgm:prSet/>
      <dgm:spPr/>
      <dgm:t>
        <a:bodyPr/>
        <a:lstStyle/>
        <a:p>
          <a:endParaRPr lang="en-GB"/>
        </a:p>
      </dgm:t>
    </dgm:pt>
    <dgm:pt modelId="{EFACC9AC-841D-40A1-89F6-0CBC1790C050}" type="sibTrans" cxnId="{57B2D47E-6969-49A6-B346-2D87E8C4F3EC}">
      <dgm:prSet/>
      <dgm:spPr/>
      <dgm:t>
        <a:bodyPr/>
        <a:lstStyle/>
        <a:p>
          <a:endParaRPr lang="en-GB"/>
        </a:p>
      </dgm:t>
    </dgm:pt>
    <dgm:pt modelId="{A2B48293-4B70-4DFA-9E18-807FA648B191}">
      <dgm:prSet phldrT="[Text]"/>
      <dgm:spPr/>
      <dgm:t>
        <a:bodyPr/>
        <a:lstStyle/>
        <a:p>
          <a:r>
            <a:rPr lang="en-GB" dirty="0"/>
            <a:t>Other names for this function are Flow Manager, Delivery Manager or Flow Master</a:t>
          </a:r>
        </a:p>
      </dgm:t>
    </dgm:pt>
    <dgm:pt modelId="{29310481-F127-4F4E-A972-E40EB8769931}" type="parTrans" cxnId="{11E45BAA-0766-44E7-B42B-9410A008560A}">
      <dgm:prSet/>
      <dgm:spPr/>
      <dgm:t>
        <a:bodyPr/>
        <a:lstStyle/>
        <a:p>
          <a:endParaRPr lang="en-GB"/>
        </a:p>
      </dgm:t>
    </dgm:pt>
    <dgm:pt modelId="{61238596-F9C9-4348-B4D0-2134280346B3}" type="sibTrans" cxnId="{11E45BAA-0766-44E7-B42B-9410A008560A}">
      <dgm:prSet/>
      <dgm:spPr/>
      <dgm:t>
        <a:bodyPr/>
        <a:lstStyle/>
        <a:p>
          <a:endParaRPr lang="en-GB"/>
        </a:p>
      </dgm:t>
    </dgm:pt>
    <dgm:pt modelId="{FADDE342-1645-4661-9174-2EA37130DC95}" type="pres">
      <dgm:prSet presAssocID="{1C3C4391-2A7B-47E7-956A-4BA9E7A22328}" presName="linear" presStyleCnt="0">
        <dgm:presLayoutVars>
          <dgm:dir/>
          <dgm:animLvl val="lvl"/>
          <dgm:resizeHandles val="exact"/>
        </dgm:presLayoutVars>
      </dgm:prSet>
      <dgm:spPr/>
    </dgm:pt>
    <dgm:pt modelId="{894FCA64-DF60-4190-BBFF-9FFDCAFBA245}" type="pres">
      <dgm:prSet presAssocID="{6ADCA4E3-5947-4CB3-BBD6-FD4B20574740}" presName="parentLin" presStyleCnt="0"/>
      <dgm:spPr/>
    </dgm:pt>
    <dgm:pt modelId="{4A962E8A-6456-41E6-B0C3-04690D7801A1}" type="pres">
      <dgm:prSet presAssocID="{6ADCA4E3-5947-4CB3-BBD6-FD4B20574740}" presName="parentLeftMargin" presStyleLbl="node1" presStyleIdx="0" presStyleCnt="2"/>
      <dgm:spPr/>
    </dgm:pt>
    <dgm:pt modelId="{856CF0D8-81A7-418F-8D29-CC2AEE767706}" type="pres">
      <dgm:prSet presAssocID="{6ADCA4E3-5947-4CB3-BBD6-FD4B20574740}" presName="parentText" presStyleLbl="node1" presStyleIdx="0" presStyleCnt="2">
        <dgm:presLayoutVars>
          <dgm:chMax val="0"/>
          <dgm:bulletEnabled val="1"/>
        </dgm:presLayoutVars>
      </dgm:prSet>
      <dgm:spPr/>
    </dgm:pt>
    <dgm:pt modelId="{C1C3FA76-2698-48EB-9530-40A3A60C80E6}" type="pres">
      <dgm:prSet presAssocID="{6ADCA4E3-5947-4CB3-BBD6-FD4B20574740}" presName="negativeSpace" presStyleCnt="0"/>
      <dgm:spPr/>
    </dgm:pt>
    <dgm:pt modelId="{696F78FC-AC12-4C41-A20C-3F5FD58522F5}" type="pres">
      <dgm:prSet presAssocID="{6ADCA4E3-5947-4CB3-BBD6-FD4B20574740}" presName="childText" presStyleLbl="conFgAcc1" presStyleIdx="0" presStyleCnt="2">
        <dgm:presLayoutVars>
          <dgm:bulletEnabled val="1"/>
        </dgm:presLayoutVars>
      </dgm:prSet>
      <dgm:spPr/>
    </dgm:pt>
    <dgm:pt modelId="{950B2818-2856-4B5F-9BA1-8CFED03F4BD6}" type="pres">
      <dgm:prSet presAssocID="{24D37662-6647-4467-BE40-4CBE2565AF83}" presName="spaceBetweenRectangles" presStyleCnt="0"/>
      <dgm:spPr/>
    </dgm:pt>
    <dgm:pt modelId="{7B0CE093-580D-4CE9-B488-F209654C7D3D}" type="pres">
      <dgm:prSet presAssocID="{5C7FD285-074B-436C-AEB3-E366874F1957}" presName="parentLin" presStyleCnt="0"/>
      <dgm:spPr/>
    </dgm:pt>
    <dgm:pt modelId="{86818237-8AD7-43B2-99C9-5CB18C3D9F8D}" type="pres">
      <dgm:prSet presAssocID="{5C7FD285-074B-436C-AEB3-E366874F1957}" presName="parentLeftMargin" presStyleLbl="node1" presStyleIdx="0" presStyleCnt="2"/>
      <dgm:spPr/>
    </dgm:pt>
    <dgm:pt modelId="{F753303C-B2C6-4A38-8222-A16E51F88CDA}" type="pres">
      <dgm:prSet presAssocID="{5C7FD285-074B-436C-AEB3-E366874F1957}" presName="parentText" presStyleLbl="node1" presStyleIdx="1" presStyleCnt="2">
        <dgm:presLayoutVars>
          <dgm:chMax val="0"/>
          <dgm:bulletEnabled val="1"/>
        </dgm:presLayoutVars>
      </dgm:prSet>
      <dgm:spPr/>
    </dgm:pt>
    <dgm:pt modelId="{29E706D7-5522-4DAB-8A4E-7AC65DD79B6D}" type="pres">
      <dgm:prSet presAssocID="{5C7FD285-074B-436C-AEB3-E366874F1957}" presName="negativeSpace" presStyleCnt="0"/>
      <dgm:spPr/>
    </dgm:pt>
    <dgm:pt modelId="{00501D5A-516D-4C8B-B406-AA86C8926AC0}" type="pres">
      <dgm:prSet presAssocID="{5C7FD285-074B-436C-AEB3-E366874F1957}" presName="childText" presStyleLbl="conFgAcc1" presStyleIdx="1" presStyleCnt="2">
        <dgm:presLayoutVars>
          <dgm:bulletEnabled val="1"/>
        </dgm:presLayoutVars>
      </dgm:prSet>
      <dgm:spPr/>
    </dgm:pt>
  </dgm:ptLst>
  <dgm:cxnLst>
    <dgm:cxn modelId="{E9DC8500-C678-4BC3-8576-15D795B33F50}" type="presOf" srcId="{68147464-5D1C-46F6-BB59-94D0A86546C7}" destId="{696F78FC-AC12-4C41-A20C-3F5FD58522F5}" srcOrd="0" destOrd="2" presId="urn:microsoft.com/office/officeart/2005/8/layout/list1"/>
    <dgm:cxn modelId="{BDD9C22D-9EF0-4D69-8220-B6F5C86B7DA9}" type="presOf" srcId="{2A27A141-7734-4FAE-838D-47DDEE8DB9A3}" destId="{696F78FC-AC12-4C41-A20C-3F5FD58522F5}" srcOrd="0" destOrd="1" presId="urn:microsoft.com/office/officeart/2005/8/layout/list1"/>
    <dgm:cxn modelId="{060B722F-7669-408A-90CE-1D820ECEEB1C}" srcId="{6ADCA4E3-5947-4CB3-BBD6-FD4B20574740}" destId="{68147464-5D1C-46F6-BB59-94D0A86546C7}" srcOrd="2" destOrd="0" parTransId="{EF52898A-AE7B-4911-8ABC-3982BEF2CECA}" sibTransId="{99A2EE47-023D-481E-A1A5-A511CC8491C0}"/>
    <dgm:cxn modelId="{36A5793A-7C42-427E-AFC2-4F3FA815CFD0}" type="presOf" srcId="{5C7FD285-074B-436C-AEB3-E366874F1957}" destId="{F753303C-B2C6-4A38-8222-A16E51F88CDA}" srcOrd="1" destOrd="0" presId="urn:microsoft.com/office/officeart/2005/8/layout/list1"/>
    <dgm:cxn modelId="{75ACC03B-3817-485F-BA17-3784A66ADCB6}" type="presOf" srcId="{AAA57803-1F47-451C-86AD-8988167382B5}" destId="{696F78FC-AC12-4C41-A20C-3F5FD58522F5}" srcOrd="0" destOrd="0" presId="urn:microsoft.com/office/officeart/2005/8/layout/list1"/>
    <dgm:cxn modelId="{1DBCE746-6E66-4E3F-BD1F-5414B13DA51D}" type="presOf" srcId="{6ADCA4E3-5947-4CB3-BBD6-FD4B20574740}" destId="{4A962E8A-6456-41E6-B0C3-04690D7801A1}" srcOrd="0" destOrd="0" presId="urn:microsoft.com/office/officeart/2005/8/layout/list1"/>
    <dgm:cxn modelId="{94C85E68-BF73-4F7E-91ED-3A7B13328A60}" srcId="{1C3C4391-2A7B-47E7-956A-4BA9E7A22328}" destId="{5C7FD285-074B-436C-AEB3-E366874F1957}" srcOrd="1" destOrd="0" parTransId="{3DA47299-0C7B-408E-8A40-74B798372D3E}" sibTransId="{C11F3992-C4EF-44B8-930C-1BE6983F9BCC}"/>
    <dgm:cxn modelId="{1CCFC548-2EAF-454E-835F-7EA7A9749295}" type="presOf" srcId="{881F98DF-4247-4178-813B-671809B5937E}" destId="{00501D5A-516D-4C8B-B406-AA86C8926AC0}" srcOrd="0" destOrd="0" presId="urn:microsoft.com/office/officeart/2005/8/layout/list1"/>
    <dgm:cxn modelId="{57B2D47E-6969-49A6-B346-2D87E8C4F3EC}" srcId="{5C7FD285-074B-436C-AEB3-E366874F1957}" destId="{7094E928-17F7-4DA2-B4A3-47273B9B37E0}" srcOrd="1" destOrd="0" parTransId="{62A0EBC8-15DD-445A-94A2-987C34E84697}" sibTransId="{EFACC9AC-841D-40A1-89F6-0CBC1790C050}"/>
    <dgm:cxn modelId="{139F17A5-DBBA-4ECE-A3C0-FF885C1B48AE}" type="presOf" srcId="{5C7FD285-074B-436C-AEB3-E366874F1957}" destId="{86818237-8AD7-43B2-99C9-5CB18C3D9F8D}" srcOrd="0" destOrd="0" presId="urn:microsoft.com/office/officeart/2005/8/layout/list1"/>
    <dgm:cxn modelId="{11E45BAA-0766-44E7-B42B-9410A008560A}" srcId="{5C7FD285-074B-436C-AEB3-E366874F1957}" destId="{A2B48293-4B70-4DFA-9E18-807FA648B191}" srcOrd="2" destOrd="0" parTransId="{29310481-F127-4F4E-A972-E40EB8769931}" sibTransId="{61238596-F9C9-4348-B4D0-2134280346B3}"/>
    <dgm:cxn modelId="{6FC4DFB1-E712-4F52-A6CC-FC7A25DABB21}" type="presOf" srcId="{A2B48293-4B70-4DFA-9E18-807FA648B191}" destId="{00501D5A-516D-4C8B-B406-AA86C8926AC0}" srcOrd="0" destOrd="2" presId="urn:microsoft.com/office/officeart/2005/8/layout/list1"/>
    <dgm:cxn modelId="{A73CABB3-DB6F-4951-BBCE-78547C2103FD}" srcId="{6ADCA4E3-5947-4CB3-BBD6-FD4B20574740}" destId="{AAA57803-1F47-451C-86AD-8988167382B5}" srcOrd="0" destOrd="0" parTransId="{C31C266F-024F-42A6-A8D9-1ACA03F8A118}" sibTransId="{6B73F507-3380-4CF9-BD8D-6772BEC65D98}"/>
    <dgm:cxn modelId="{DA257FBC-A3C7-4122-B8E9-89A544C198F1}" srcId="{1C3C4391-2A7B-47E7-956A-4BA9E7A22328}" destId="{6ADCA4E3-5947-4CB3-BBD6-FD4B20574740}" srcOrd="0" destOrd="0" parTransId="{94C98246-D665-45D1-92C3-CFA6336F25C1}" sibTransId="{24D37662-6647-4467-BE40-4CBE2565AF83}"/>
    <dgm:cxn modelId="{2DA6BABD-6C57-4B29-80BC-7895251A97E9}" srcId="{6ADCA4E3-5947-4CB3-BBD6-FD4B20574740}" destId="{2A27A141-7734-4FAE-838D-47DDEE8DB9A3}" srcOrd="1" destOrd="0" parTransId="{3FBBA673-5E1F-4203-9C0C-72DA8822B2F8}" sibTransId="{50A623C7-8D21-4B31-BF0C-DFCA4F297DE2}"/>
    <dgm:cxn modelId="{A05B50CB-B49D-4DC8-B509-76B3A224164F}" srcId="{5C7FD285-074B-436C-AEB3-E366874F1957}" destId="{881F98DF-4247-4178-813B-671809B5937E}" srcOrd="0" destOrd="0" parTransId="{299DF7AD-0220-45AD-9E7F-3E21777336AF}" sibTransId="{39F8F880-355C-4364-82A6-CE38148D9DC8}"/>
    <dgm:cxn modelId="{4EB911D7-7E66-48A7-836E-589E2C0300A7}" type="presOf" srcId="{6ADCA4E3-5947-4CB3-BBD6-FD4B20574740}" destId="{856CF0D8-81A7-418F-8D29-CC2AEE767706}" srcOrd="1" destOrd="0" presId="urn:microsoft.com/office/officeart/2005/8/layout/list1"/>
    <dgm:cxn modelId="{8A147BDB-57DC-45A3-A43E-7C02483007F7}" type="presOf" srcId="{1C3C4391-2A7B-47E7-956A-4BA9E7A22328}" destId="{FADDE342-1645-4661-9174-2EA37130DC95}" srcOrd="0" destOrd="0" presId="urn:microsoft.com/office/officeart/2005/8/layout/list1"/>
    <dgm:cxn modelId="{AF4B6EDD-6336-4FB3-8208-E575282BFBAB}" type="presOf" srcId="{7094E928-17F7-4DA2-B4A3-47273B9B37E0}" destId="{00501D5A-516D-4C8B-B406-AA86C8926AC0}" srcOrd="0" destOrd="1" presId="urn:microsoft.com/office/officeart/2005/8/layout/list1"/>
    <dgm:cxn modelId="{A1EF8195-60AE-4D6B-A8B3-485BA566FAA9}" type="presParOf" srcId="{FADDE342-1645-4661-9174-2EA37130DC95}" destId="{894FCA64-DF60-4190-BBFF-9FFDCAFBA245}" srcOrd="0" destOrd="0" presId="urn:microsoft.com/office/officeart/2005/8/layout/list1"/>
    <dgm:cxn modelId="{2445D26A-CFED-4073-9315-A21486DB1CA6}" type="presParOf" srcId="{894FCA64-DF60-4190-BBFF-9FFDCAFBA245}" destId="{4A962E8A-6456-41E6-B0C3-04690D7801A1}" srcOrd="0" destOrd="0" presId="urn:microsoft.com/office/officeart/2005/8/layout/list1"/>
    <dgm:cxn modelId="{836E7513-6D4F-4B60-A7BD-BF07632C5AFF}" type="presParOf" srcId="{894FCA64-DF60-4190-BBFF-9FFDCAFBA245}" destId="{856CF0D8-81A7-418F-8D29-CC2AEE767706}" srcOrd="1" destOrd="0" presId="urn:microsoft.com/office/officeart/2005/8/layout/list1"/>
    <dgm:cxn modelId="{8B792356-249D-4F64-86C9-AAEB1AFE9DAD}" type="presParOf" srcId="{FADDE342-1645-4661-9174-2EA37130DC95}" destId="{C1C3FA76-2698-48EB-9530-40A3A60C80E6}" srcOrd="1" destOrd="0" presId="urn:microsoft.com/office/officeart/2005/8/layout/list1"/>
    <dgm:cxn modelId="{024B4B2B-9387-4760-9D0D-6F6437676E32}" type="presParOf" srcId="{FADDE342-1645-4661-9174-2EA37130DC95}" destId="{696F78FC-AC12-4C41-A20C-3F5FD58522F5}" srcOrd="2" destOrd="0" presId="urn:microsoft.com/office/officeart/2005/8/layout/list1"/>
    <dgm:cxn modelId="{2DB40D1C-0449-4AA3-8347-1786A7D8A071}" type="presParOf" srcId="{FADDE342-1645-4661-9174-2EA37130DC95}" destId="{950B2818-2856-4B5F-9BA1-8CFED03F4BD6}" srcOrd="3" destOrd="0" presId="urn:microsoft.com/office/officeart/2005/8/layout/list1"/>
    <dgm:cxn modelId="{99499D64-821F-41C9-B086-B460FF7EF564}" type="presParOf" srcId="{FADDE342-1645-4661-9174-2EA37130DC95}" destId="{7B0CE093-580D-4CE9-B488-F209654C7D3D}" srcOrd="4" destOrd="0" presId="urn:microsoft.com/office/officeart/2005/8/layout/list1"/>
    <dgm:cxn modelId="{28EA47B6-7A94-4221-8D4A-6053D15813C3}" type="presParOf" srcId="{7B0CE093-580D-4CE9-B488-F209654C7D3D}" destId="{86818237-8AD7-43B2-99C9-5CB18C3D9F8D}" srcOrd="0" destOrd="0" presId="urn:microsoft.com/office/officeart/2005/8/layout/list1"/>
    <dgm:cxn modelId="{7A625ABD-BC3C-430A-BB86-417E23FE7B1A}" type="presParOf" srcId="{7B0CE093-580D-4CE9-B488-F209654C7D3D}" destId="{F753303C-B2C6-4A38-8222-A16E51F88CDA}" srcOrd="1" destOrd="0" presId="urn:microsoft.com/office/officeart/2005/8/layout/list1"/>
    <dgm:cxn modelId="{6E1B0B56-A588-4EAF-A397-72418A493EEC}" type="presParOf" srcId="{FADDE342-1645-4661-9174-2EA37130DC95}" destId="{29E706D7-5522-4DAB-8A4E-7AC65DD79B6D}" srcOrd="5" destOrd="0" presId="urn:microsoft.com/office/officeart/2005/8/layout/list1"/>
    <dgm:cxn modelId="{F9412A7E-B853-49BA-B1EB-5A4456BF9C99}" type="presParOf" srcId="{FADDE342-1645-4661-9174-2EA37130DC95}" destId="{00501D5A-516D-4C8B-B406-AA86C8926AC0}"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1AF2C7B4-2CED-405E-A118-2A79C1460185}"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en-GB"/>
        </a:p>
      </dgm:t>
    </dgm:pt>
    <dgm:pt modelId="{0235D2AE-7922-4EBA-8BD0-DB0D77D1EEB5}">
      <dgm:prSet phldrT="[Text]"/>
      <dgm:spPr/>
      <dgm:t>
        <a:bodyPr/>
        <a:lstStyle/>
        <a:p>
          <a:r>
            <a:rPr lang="en-GB" dirty="0"/>
            <a:t>Strategy Review (Quarterly)</a:t>
          </a:r>
        </a:p>
      </dgm:t>
    </dgm:pt>
    <dgm:pt modelId="{CC3337D5-AA5A-425D-B21F-D979975BB8E3}" type="parTrans" cxnId="{07D683DE-DD8D-49D4-9BC4-D162C0063ECB}">
      <dgm:prSet/>
      <dgm:spPr/>
      <dgm:t>
        <a:bodyPr/>
        <a:lstStyle/>
        <a:p>
          <a:endParaRPr lang="en-GB"/>
        </a:p>
      </dgm:t>
    </dgm:pt>
    <dgm:pt modelId="{E0B1BCA8-48E0-4521-BB82-0E42F54823EA}" type="sibTrans" cxnId="{07D683DE-DD8D-49D4-9BC4-D162C0063ECB}">
      <dgm:prSet/>
      <dgm:spPr/>
      <dgm:t>
        <a:bodyPr/>
        <a:lstStyle/>
        <a:p>
          <a:endParaRPr lang="en-GB"/>
        </a:p>
      </dgm:t>
    </dgm:pt>
    <dgm:pt modelId="{4D7AAE06-8843-4BC6-8554-F34078DD6EDA}">
      <dgm:prSet phldrT="[Text]"/>
      <dgm:spPr/>
      <dgm:t>
        <a:bodyPr/>
        <a:lstStyle/>
        <a:p>
          <a:r>
            <a:rPr lang="en-GB" dirty="0"/>
            <a:t>Operations Review (Monthly)</a:t>
          </a:r>
        </a:p>
      </dgm:t>
    </dgm:pt>
    <dgm:pt modelId="{653E9BD7-5593-40E3-A15E-5D1D2DF6C11E}" type="parTrans" cxnId="{A7CF8A01-99F2-474A-87EA-E16ED2185247}">
      <dgm:prSet/>
      <dgm:spPr/>
      <dgm:t>
        <a:bodyPr/>
        <a:lstStyle/>
        <a:p>
          <a:endParaRPr lang="en-GB"/>
        </a:p>
      </dgm:t>
    </dgm:pt>
    <dgm:pt modelId="{140DFF24-ED1A-42FB-B2D0-E8B6B206264E}" type="sibTrans" cxnId="{A7CF8A01-99F2-474A-87EA-E16ED2185247}">
      <dgm:prSet/>
      <dgm:spPr/>
      <dgm:t>
        <a:bodyPr/>
        <a:lstStyle/>
        <a:p>
          <a:endParaRPr lang="en-GB"/>
        </a:p>
      </dgm:t>
    </dgm:pt>
    <dgm:pt modelId="{5E604D34-CA46-4530-9546-5C143C4097F3}">
      <dgm:prSet phldrT="[Text]"/>
      <dgm:spPr/>
      <dgm:t>
        <a:bodyPr/>
        <a:lstStyle/>
        <a:p>
          <a:r>
            <a:rPr lang="en-GB" dirty="0"/>
            <a:t>Risk Review (Monthly)</a:t>
          </a:r>
        </a:p>
      </dgm:t>
    </dgm:pt>
    <dgm:pt modelId="{259E6017-8F3F-48F3-8EC9-5AF22D50C975}" type="parTrans" cxnId="{976AA993-E607-4422-BD85-92FBFC7DE622}">
      <dgm:prSet/>
      <dgm:spPr/>
      <dgm:t>
        <a:bodyPr/>
        <a:lstStyle/>
        <a:p>
          <a:endParaRPr lang="en-GB"/>
        </a:p>
      </dgm:t>
    </dgm:pt>
    <dgm:pt modelId="{879B1AD9-FA1C-4E2D-AD6C-43FE3612194E}" type="sibTrans" cxnId="{976AA993-E607-4422-BD85-92FBFC7DE622}">
      <dgm:prSet/>
      <dgm:spPr/>
      <dgm:t>
        <a:bodyPr/>
        <a:lstStyle/>
        <a:p>
          <a:endParaRPr lang="en-GB"/>
        </a:p>
      </dgm:t>
    </dgm:pt>
    <dgm:pt modelId="{BD68A14D-83E3-4801-B55F-ABB2EC25406A}">
      <dgm:prSet phldrT="[Text]"/>
      <dgm:spPr/>
      <dgm:t>
        <a:bodyPr/>
        <a:lstStyle/>
        <a:p>
          <a:r>
            <a:rPr lang="en-GB" dirty="0"/>
            <a:t>Select the services to provide and the context in which those services are appropriate</a:t>
          </a:r>
        </a:p>
      </dgm:t>
    </dgm:pt>
    <dgm:pt modelId="{E110F60F-889E-4EAA-939A-2844E9C1C261}" type="parTrans" cxnId="{7FE7CC99-6590-4925-A326-346B86EC13AD}">
      <dgm:prSet/>
      <dgm:spPr/>
      <dgm:t>
        <a:bodyPr/>
        <a:lstStyle/>
        <a:p>
          <a:endParaRPr lang="en-GB"/>
        </a:p>
      </dgm:t>
    </dgm:pt>
    <dgm:pt modelId="{964E26FB-B401-4AC3-B056-47122D1A3FBB}" type="sibTrans" cxnId="{7FE7CC99-6590-4925-A326-346B86EC13AD}">
      <dgm:prSet/>
      <dgm:spPr/>
      <dgm:t>
        <a:bodyPr/>
        <a:lstStyle/>
        <a:p>
          <a:endParaRPr lang="en-GB"/>
        </a:p>
      </dgm:t>
    </dgm:pt>
    <dgm:pt modelId="{35653468-7872-4A97-9942-829E41473703}">
      <dgm:prSet phldrT="[Text]"/>
      <dgm:spPr/>
      <dgm:t>
        <a:bodyPr/>
        <a:lstStyle/>
        <a:p>
          <a:r>
            <a:rPr lang="en-GB" dirty="0"/>
            <a:t>Understand the balance between and across services, including deploying people and resources to maximise the delivery of value</a:t>
          </a:r>
        </a:p>
      </dgm:t>
    </dgm:pt>
    <dgm:pt modelId="{EAFA6F08-B3BA-458D-A9C4-0770336D6C50}" type="parTrans" cxnId="{0D5FA10E-7FFF-42A8-A007-39085F50796A}">
      <dgm:prSet/>
      <dgm:spPr/>
      <dgm:t>
        <a:bodyPr/>
        <a:lstStyle/>
        <a:p>
          <a:endParaRPr lang="en-GB"/>
        </a:p>
      </dgm:t>
    </dgm:pt>
    <dgm:pt modelId="{29647592-01A6-4EDE-B98C-F27F722D6089}" type="sibTrans" cxnId="{0D5FA10E-7FFF-42A8-A007-39085F50796A}">
      <dgm:prSet/>
      <dgm:spPr/>
      <dgm:t>
        <a:bodyPr/>
        <a:lstStyle/>
        <a:p>
          <a:endParaRPr lang="en-GB"/>
        </a:p>
      </dgm:t>
    </dgm:pt>
    <dgm:pt modelId="{FE7C113C-73FF-422A-8471-6568B19C19AF}">
      <dgm:prSet phldrT="[Text]"/>
      <dgm:spPr/>
      <dgm:t>
        <a:bodyPr/>
        <a:lstStyle/>
        <a:p>
          <a:r>
            <a:rPr lang="en-GB" dirty="0"/>
            <a:t>Understand and respond to delivery risks in services</a:t>
          </a:r>
        </a:p>
      </dgm:t>
    </dgm:pt>
    <dgm:pt modelId="{BB43D6AC-A52D-4F26-8DA1-B67F7772F076}" type="parTrans" cxnId="{17F6F78A-99A7-4E42-B5F9-211DBA1D78D5}">
      <dgm:prSet/>
      <dgm:spPr/>
      <dgm:t>
        <a:bodyPr/>
        <a:lstStyle/>
        <a:p>
          <a:endParaRPr lang="en-GB"/>
        </a:p>
      </dgm:t>
    </dgm:pt>
    <dgm:pt modelId="{F1E098D4-76ED-4E2C-B30B-352ABE2AAD01}" type="sibTrans" cxnId="{17F6F78A-99A7-4E42-B5F9-211DBA1D78D5}">
      <dgm:prSet/>
      <dgm:spPr/>
      <dgm:t>
        <a:bodyPr/>
        <a:lstStyle/>
        <a:p>
          <a:endParaRPr lang="en-GB"/>
        </a:p>
      </dgm:t>
    </dgm:pt>
    <dgm:pt modelId="{7A0AAD64-3CE4-48A3-9D5A-670A6E62C9FB}" type="pres">
      <dgm:prSet presAssocID="{1AF2C7B4-2CED-405E-A118-2A79C1460185}" presName="linear" presStyleCnt="0">
        <dgm:presLayoutVars>
          <dgm:dir/>
          <dgm:animLvl val="lvl"/>
          <dgm:resizeHandles val="exact"/>
        </dgm:presLayoutVars>
      </dgm:prSet>
      <dgm:spPr/>
    </dgm:pt>
    <dgm:pt modelId="{C55668BC-C9FB-4C4F-AC2D-E09EB0E363F2}" type="pres">
      <dgm:prSet presAssocID="{0235D2AE-7922-4EBA-8BD0-DB0D77D1EEB5}" presName="parentLin" presStyleCnt="0"/>
      <dgm:spPr/>
    </dgm:pt>
    <dgm:pt modelId="{08AE0081-5E25-4F32-A0D9-DBCF1AC4B9C1}" type="pres">
      <dgm:prSet presAssocID="{0235D2AE-7922-4EBA-8BD0-DB0D77D1EEB5}" presName="parentLeftMargin" presStyleLbl="node1" presStyleIdx="0" presStyleCnt="3"/>
      <dgm:spPr/>
    </dgm:pt>
    <dgm:pt modelId="{8F001B34-2135-4267-87BE-0411EA22EB3E}" type="pres">
      <dgm:prSet presAssocID="{0235D2AE-7922-4EBA-8BD0-DB0D77D1EEB5}" presName="parentText" presStyleLbl="node1" presStyleIdx="0" presStyleCnt="3">
        <dgm:presLayoutVars>
          <dgm:chMax val="0"/>
          <dgm:bulletEnabled val="1"/>
        </dgm:presLayoutVars>
      </dgm:prSet>
      <dgm:spPr/>
    </dgm:pt>
    <dgm:pt modelId="{48F6BEB0-13E0-4AD8-9240-F5DF47B2CB5A}" type="pres">
      <dgm:prSet presAssocID="{0235D2AE-7922-4EBA-8BD0-DB0D77D1EEB5}" presName="negativeSpace" presStyleCnt="0"/>
      <dgm:spPr/>
    </dgm:pt>
    <dgm:pt modelId="{D135A0C4-FC1E-47D8-9165-328DDC7328BC}" type="pres">
      <dgm:prSet presAssocID="{0235D2AE-7922-4EBA-8BD0-DB0D77D1EEB5}" presName="childText" presStyleLbl="conFgAcc1" presStyleIdx="0" presStyleCnt="3">
        <dgm:presLayoutVars>
          <dgm:bulletEnabled val="1"/>
        </dgm:presLayoutVars>
      </dgm:prSet>
      <dgm:spPr/>
    </dgm:pt>
    <dgm:pt modelId="{3C1D9997-F732-4C27-A238-7742734A3820}" type="pres">
      <dgm:prSet presAssocID="{E0B1BCA8-48E0-4521-BB82-0E42F54823EA}" presName="spaceBetweenRectangles" presStyleCnt="0"/>
      <dgm:spPr/>
    </dgm:pt>
    <dgm:pt modelId="{D667DEC8-AA50-4A3A-9EAF-29748E6DD583}" type="pres">
      <dgm:prSet presAssocID="{4D7AAE06-8843-4BC6-8554-F34078DD6EDA}" presName="parentLin" presStyleCnt="0"/>
      <dgm:spPr/>
    </dgm:pt>
    <dgm:pt modelId="{29D43BB5-9971-413C-8DB5-5AFCE21942C9}" type="pres">
      <dgm:prSet presAssocID="{4D7AAE06-8843-4BC6-8554-F34078DD6EDA}" presName="parentLeftMargin" presStyleLbl="node1" presStyleIdx="0" presStyleCnt="3"/>
      <dgm:spPr/>
    </dgm:pt>
    <dgm:pt modelId="{C33BBFA8-6520-46A7-BC55-B5F88A0E8D1E}" type="pres">
      <dgm:prSet presAssocID="{4D7AAE06-8843-4BC6-8554-F34078DD6EDA}" presName="parentText" presStyleLbl="node1" presStyleIdx="1" presStyleCnt="3">
        <dgm:presLayoutVars>
          <dgm:chMax val="0"/>
          <dgm:bulletEnabled val="1"/>
        </dgm:presLayoutVars>
      </dgm:prSet>
      <dgm:spPr/>
    </dgm:pt>
    <dgm:pt modelId="{EECCC933-396D-43AA-B777-BD7C99CD9BD1}" type="pres">
      <dgm:prSet presAssocID="{4D7AAE06-8843-4BC6-8554-F34078DD6EDA}" presName="negativeSpace" presStyleCnt="0"/>
      <dgm:spPr/>
    </dgm:pt>
    <dgm:pt modelId="{DFF61FF7-6A67-45A7-903A-CF9C5FB754E8}" type="pres">
      <dgm:prSet presAssocID="{4D7AAE06-8843-4BC6-8554-F34078DD6EDA}" presName="childText" presStyleLbl="conFgAcc1" presStyleIdx="1" presStyleCnt="3">
        <dgm:presLayoutVars>
          <dgm:bulletEnabled val="1"/>
        </dgm:presLayoutVars>
      </dgm:prSet>
      <dgm:spPr/>
    </dgm:pt>
    <dgm:pt modelId="{C3EB5521-72D8-4C29-8A03-57FD07A28E5A}" type="pres">
      <dgm:prSet presAssocID="{140DFF24-ED1A-42FB-B2D0-E8B6B206264E}" presName="spaceBetweenRectangles" presStyleCnt="0"/>
      <dgm:spPr/>
    </dgm:pt>
    <dgm:pt modelId="{F07DA3A7-562F-406C-BD8A-CD8AEAE05DC8}" type="pres">
      <dgm:prSet presAssocID="{5E604D34-CA46-4530-9546-5C143C4097F3}" presName="parentLin" presStyleCnt="0"/>
      <dgm:spPr/>
    </dgm:pt>
    <dgm:pt modelId="{3891EDA9-37B3-48CA-ADAD-DE5C07894BA8}" type="pres">
      <dgm:prSet presAssocID="{5E604D34-CA46-4530-9546-5C143C4097F3}" presName="parentLeftMargin" presStyleLbl="node1" presStyleIdx="1" presStyleCnt="3"/>
      <dgm:spPr/>
    </dgm:pt>
    <dgm:pt modelId="{64FC74CA-0140-4B5C-B49C-8BC3228A1126}" type="pres">
      <dgm:prSet presAssocID="{5E604D34-CA46-4530-9546-5C143C4097F3}" presName="parentText" presStyleLbl="node1" presStyleIdx="2" presStyleCnt="3">
        <dgm:presLayoutVars>
          <dgm:chMax val="0"/>
          <dgm:bulletEnabled val="1"/>
        </dgm:presLayoutVars>
      </dgm:prSet>
      <dgm:spPr/>
    </dgm:pt>
    <dgm:pt modelId="{C28134AF-DC2F-4FB2-97D9-35FA0031FF91}" type="pres">
      <dgm:prSet presAssocID="{5E604D34-CA46-4530-9546-5C143C4097F3}" presName="negativeSpace" presStyleCnt="0"/>
      <dgm:spPr/>
    </dgm:pt>
    <dgm:pt modelId="{9C4C229D-7A73-4364-9034-CAFECDC453F5}" type="pres">
      <dgm:prSet presAssocID="{5E604D34-CA46-4530-9546-5C143C4097F3}" presName="childText" presStyleLbl="conFgAcc1" presStyleIdx="2" presStyleCnt="3">
        <dgm:presLayoutVars>
          <dgm:bulletEnabled val="1"/>
        </dgm:presLayoutVars>
      </dgm:prSet>
      <dgm:spPr/>
    </dgm:pt>
  </dgm:ptLst>
  <dgm:cxnLst>
    <dgm:cxn modelId="{A7CF8A01-99F2-474A-87EA-E16ED2185247}" srcId="{1AF2C7B4-2CED-405E-A118-2A79C1460185}" destId="{4D7AAE06-8843-4BC6-8554-F34078DD6EDA}" srcOrd="1" destOrd="0" parTransId="{653E9BD7-5593-40E3-A15E-5D1D2DF6C11E}" sibTransId="{140DFF24-ED1A-42FB-B2D0-E8B6B206264E}"/>
    <dgm:cxn modelId="{0D5FA10E-7FFF-42A8-A007-39085F50796A}" srcId="{4D7AAE06-8843-4BC6-8554-F34078DD6EDA}" destId="{35653468-7872-4A97-9942-829E41473703}" srcOrd="0" destOrd="0" parTransId="{EAFA6F08-B3BA-458D-A9C4-0770336D6C50}" sibTransId="{29647592-01A6-4EDE-B98C-F27F722D6089}"/>
    <dgm:cxn modelId="{9A6B901C-253F-415C-B8C7-77A1312A156E}" type="presOf" srcId="{5E604D34-CA46-4530-9546-5C143C4097F3}" destId="{3891EDA9-37B3-48CA-ADAD-DE5C07894BA8}" srcOrd="0" destOrd="0" presId="urn:microsoft.com/office/officeart/2005/8/layout/list1"/>
    <dgm:cxn modelId="{6B069432-A5EC-465C-B4E4-81B6DF3D9DCB}" type="presOf" srcId="{35653468-7872-4A97-9942-829E41473703}" destId="{DFF61FF7-6A67-45A7-903A-CF9C5FB754E8}" srcOrd="0" destOrd="0" presId="urn:microsoft.com/office/officeart/2005/8/layout/list1"/>
    <dgm:cxn modelId="{BC590F37-E93D-4F71-82A9-2C60F58C2B2C}" type="presOf" srcId="{5E604D34-CA46-4530-9546-5C143C4097F3}" destId="{64FC74CA-0140-4B5C-B49C-8BC3228A1126}" srcOrd="1" destOrd="0" presId="urn:microsoft.com/office/officeart/2005/8/layout/list1"/>
    <dgm:cxn modelId="{C75A6B64-8055-4F1D-BFA8-D489C8A54C3B}" type="presOf" srcId="{4D7AAE06-8843-4BC6-8554-F34078DD6EDA}" destId="{29D43BB5-9971-413C-8DB5-5AFCE21942C9}" srcOrd="0" destOrd="0" presId="urn:microsoft.com/office/officeart/2005/8/layout/list1"/>
    <dgm:cxn modelId="{EF9DDF71-20A1-4127-9167-DF8B8ACE197E}" type="presOf" srcId="{1AF2C7B4-2CED-405E-A118-2A79C1460185}" destId="{7A0AAD64-3CE4-48A3-9D5A-670A6E62C9FB}" srcOrd="0" destOrd="0" presId="urn:microsoft.com/office/officeart/2005/8/layout/list1"/>
    <dgm:cxn modelId="{6BDB5774-931F-4C56-B3DF-21B147BE0E38}" type="presOf" srcId="{4D7AAE06-8843-4BC6-8554-F34078DD6EDA}" destId="{C33BBFA8-6520-46A7-BC55-B5F88A0E8D1E}" srcOrd="1" destOrd="0" presId="urn:microsoft.com/office/officeart/2005/8/layout/list1"/>
    <dgm:cxn modelId="{1CB50F79-FE83-4C6A-BE0D-4CFB3C8AA9DF}" type="presOf" srcId="{BD68A14D-83E3-4801-B55F-ABB2EC25406A}" destId="{D135A0C4-FC1E-47D8-9165-328DDC7328BC}" srcOrd="0" destOrd="0" presId="urn:microsoft.com/office/officeart/2005/8/layout/list1"/>
    <dgm:cxn modelId="{17F6F78A-99A7-4E42-B5F9-211DBA1D78D5}" srcId="{5E604D34-CA46-4530-9546-5C143C4097F3}" destId="{FE7C113C-73FF-422A-8471-6568B19C19AF}" srcOrd="0" destOrd="0" parTransId="{BB43D6AC-A52D-4F26-8DA1-B67F7772F076}" sibTransId="{F1E098D4-76ED-4E2C-B30B-352ABE2AAD01}"/>
    <dgm:cxn modelId="{976AA993-E607-4422-BD85-92FBFC7DE622}" srcId="{1AF2C7B4-2CED-405E-A118-2A79C1460185}" destId="{5E604D34-CA46-4530-9546-5C143C4097F3}" srcOrd="2" destOrd="0" parTransId="{259E6017-8F3F-48F3-8EC9-5AF22D50C975}" sibTransId="{879B1AD9-FA1C-4E2D-AD6C-43FE3612194E}"/>
    <dgm:cxn modelId="{7FE7CC99-6590-4925-A326-346B86EC13AD}" srcId="{0235D2AE-7922-4EBA-8BD0-DB0D77D1EEB5}" destId="{BD68A14D-83E3-4801-B55F-ABB2EC25406A}" srcOrd="0" destOrd="0" parTransId="{E110F60F-889E-4EAA-939A-2844E9C1C261}" sibTransId="{964E26FB-B401-4AC3-B056-47122D1A3FBB}"/>
    <dgm:cxn modelId="{2E2CBAD3-C1F0-4D7F-8789-299A74432E32}" type="presOf" srcId="{FE7C113C-73FF-422A-8471-6568B19C19AF}" destId="{9C4C229D-7A73-4364-9034-CAFECDC453F5}" srcOrd="0" destOrd="0" presId="urn:microsoft.com/office/officeart/2005/8/layout/list1"/>
    <dgm:cxn modelId="{87B7DED5-C167-43FE-8962-8DEF21AC1DB3}" type="presOf" srcId="{0235D2AE-7922-4EBA-8BD0-DB0D77D1EEB5}" destId="{8F001B34-2135-4267-87BE-0411EA22EB3E}" srcOrd="1" destOrd="0" presId="urn:microsoft.com/office/officeart/2005/8/layout/list1"/>
    <dgm:cxn modelId="{07D683DE-DD8D-49D4-9BC4-D162C0063ECB}" srcId="{1AF2C7B4-2CED-405E-A118-2A79C1460185}" destId="{0235D2AE-7922-4EBA-8BD0-DB0D77D1EEB5}" srcOrd="0" destOrd="0" parTransId="{CC3337D5-AA5A-425D-B21F-D979975BB8E3}" sibTransId="{E0B1BCA8-48E0-4521-BB82-0E42F54823EA}"/>
    <dgm:cxn modelId="{9B5EF3E0-FCA8-4569-B030-1B57A63C7D86}" type="presOf" srcId="{0235D2AE-7922-4EBA-8BD0-DB0D77D1EEB5}" destId="{08AE0081-5E25-4F32-A0D9-DBCF1AC4B9C1}" srcOrd="0" destOrd="0" presId="urn:microsoft.com/office/officeart/2005/8/layout/list1"/>
    <dgm:cxn modelId="{63511BED-2D9F-41A1-8BE6-8843B5F03775}" type="presParOf" srcId="{7A0AAD64-3CE4-48A3-9D5A-670A6E62C9FB}" destId="{C55668BC-C9FB-4C4F-AC2D-E09EB0E363F2}" srcOrd="0" destOrd="0" presId="urn:microsoft.com/office/officeart/2005/8/layout/list1"/>
    <dgm:cxn modelId="{42700F6E-639E-47A0-94C1-CC7E6A2B9107}" type="presParOf" srcId="{C55668BC-C9FB-4C4F-AC2D-E09EB0E363F2}" destId="{08AE0081-5E25-4F32-A0D9-DBCF1AC4B9C1}" srcOrd="0" destOrd="0" presId="urn:microsoft.com/office/officeart/2005/8/layout/list1"/>
    <dgm:cxn modelId="{A4B1156E-716F-4EAE-A73E-C95547C84E65}" type="presParOf" srcId="{C55668BC-C9FB-4C4F-AC2D-E09EB0E363F2}" destId="{8F001B34-2135-4267-87BE-0411EA22EB3E}" srcOrd="1" destOrd="0" presId="urn:microsoft.com/office/officeart/2005/8/layout/list1"/>
    <dgm:cxn modelId="{4A8EDCDB-D8BF-404C-892C-8F558D793F1C}" type="presParOf" srcId="{7A0AAD64-3CE4-48A3-9D5A-670A6E62C9FB}" destId="{48F6BEB0-13E0-4AD8-9240-F5DF47B2CB5A}" srcOrd="1" destOrd="0" presId="urn:microsoft.com/office/officeart/2005/8/layout/list1"/>
    <dgm:cxn modelId="{663879DF-6216-4940-B2C7-367C36AB7227}" type="presParOf" srcId="{7A0AAD64-3CE4-48A3-9D5A-670A6E62C9FB}" destId="{D135A0C4-FC1E-47D8-9165-328DDC7328BC}" srcOrd="2" destOrd="0" presId="urn:microsoft.com/office/officeart/2005/8/layout/list1"/>
    <dgm:cxn modelId="{EC506C24-3590-43E1-9EFE-BAA54DA9C42E}" type="presParOf" srcId="{7A0AAD64-3CE4-48A3-9D5A-670A6E62C9FB}" destId="{3C1D9997-F732-4C27-A238-7742734A3820}" srcOrd="3" destOrd="0" presId="urn:microsoft.com/office/officeart/2005/8/layout/list1"/>
    <dgm:cxn modelId="{993CCB39-BAA6-4EB8-8F57-239359225567}" type="presParOf" srcId="{7A0AAD64-3CE4-48A3-9D5A-670A6E62C9FB}" destId="{D667DEC8-AA50-4A3A-9EAF-29748E6DD583}" srcOrd="4" destOrd="0" presId="urn:microsoft.com/office/officeart/2005/8/layout/list1"/>
    <dgm:cxn modelId="{C0EA6A50-8863-4D4B-92C1-6605ECCC0BF2}" type="presParOf" srcId="{D667DEC8-AA50-4A3A-9EAF-29748E6DD583}" destId="{29D43BB5-9971-413C-8DB5-5AFCE21942C9}" srcOrd="0" destOrd="0" presId="urn:microsoft.com/office/officeart/2005/8/layout/list1"/>
    <dgm:cxn modelId="{CB952DB8-2EC2-4B33-9B29-0C98A4743582}" type="presParOf" srcId="{D667DEC8-AA50-4A3A-9EAF-29748E6DD583}" destId="{C33BBFA8-6520-46A7-BC55-B5F88A0E8D1E}" srcOrd="1" destOrd="0" presId="urn:microsoft.com/office/officeart/2005/8/layout/list1"/>
    <dgm:cxn modelId="{C00B54A7-0EEE-4961-87EA-C6AC0FE3042F}" type="presParOf" srcId="{7A0AAD64-3CE4-48A3-9D5A-670A6E62C9FB}" destId="{EECCC933-396D-43AA-B777-BD7C99CD9BD1}" srcOrd="5" destOrd="0" presId="urn:microsoft.com/office/officeart/2005/8/layout/list1"/>
    <dgm:cxn modelId="{99CC7469-2060-4DE5-AFA3-4B45897C748B}" type="presParOf" srcId="{7A0AAD64-3CE4-48A3-9D5A-670A6E62C9FB}" destId="{DFF61FF7-6A67-45A7-903A-CF9C5FB754E8}" srcOrd="6" destOrd="0" presId="urn:microsoft.com/office/officeart/2005/8/layout/list1"/>
    <dgm:cxn modelId="{574D2E26-2C52-44EF-99CE-030BA89CEBE7}" type="presParOf" srcId="{7A0AAD64-3CE4-48A3-9D5A-670A6E62C9FB}" destId="{C3EB5521-72D8-4C29-8A03-57FD07A28E5A}" srcOrd="7" destOrd="0" presId="urn:microsoft.com/office/officeart/2005/8/layout/list1"/>
    <dgm:cxn modelId="{3CAF8913-3FD9-4EBF-B4A2-9647960064EC}" type="presParOf" srcId="{7A0AAD64-3CE4-48A3-9D5A-670A6E62C9FB}" destId="{F07DA3A7-562F-406C-BD8A-CD8AEAE05DC8}" srcOrd="8" destOrd="0" presId="urn:microsoft.com/office/officeart/2005/8/layout/list1"/>
    <dgm:cxn modelId="{7F3D924E-26EA-4AB4-894F-F4CE0E9EE1CE}" type="presParOf" srcId="{F07DA3A7-562F-406C-BD8A-CD8AEAE05DC8}" destId="{3891EDA9-37B3-48CA-ADAD-DE5C07894BA8}" srcOrd="0" destOrd="0" presId="urn:microsoft.com/office/officeart/2005/8/layout/list1"/>
    <dgm:cxn modelId="{B41C7754-2001-44F5-B67A-A6F79880B0E0}" type="presParOf" srcId="{F07DA3A7-562F-406C-BD8A-CD8AEAE05DC8}" destId="{64FC74CA-0140-4B5C-B49C-8BC3228A1126}" srcOrd="1" destOrd="0" presId="urn:microsoft.com/office/officeart/2005/8/layout/list1"/>
    <dgm:cxn modelId="{ED414BAB-435C-4009-8697-E4AFF4EF03E5}" type="presParOf" srcId="{7A0AAD64-3CE4-48A3-9D5A-670A6E62C9FB}" destId="{C28134AF-DC2F-4FB2-97D9-35FA0031FF91}" srcOrd="9" destOrd="0" presId="urn:microsoft.com/office/officeart/2005/8/layout/list1"/>
    <dgm:cxn modelId="{27729851-770F-48A7-AF64-066C5FA278A4}" type="presParOf" srcId="{7A0AAD64-3CE4-48A3-9D5A-670A6E62C9FB}" destId="{9C4C229D-7A73-4364-9034-CAFECDC453F5}"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4CCAD1C1-C2DA-4791-A997-3EF71ADA05D2}"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en-GB"/>
        </a:p>
      </dgm:t>
    </dgm:pt>
    <dgm:pt modelId="{830DCD67-EFC0-4235-89CF-D9DC7F234033}">
      <dgm:prSet phldrT="[Text]"/>
      <dgm:spPr/>
      <dgm:t>
        <a:bodyPr/>
        <a:lstStyle/>
        <a:p>
          <a:r>
            <a:rPr lang="en-GB"/>
            <a:t>Service Delivery Review (Bi-Weekly)</a:t>
          </a:r>
        </a:p>
      </dgm:t>
    </dgm:pt>
    <dgm:pt modelId="{48536E5D-510C-4CFE-A3A5-DCE84EDA06DF}" type="parTrans" cxnId="{86DB8570-7389-4288-81FE-439498DB62F3}">
      <dgm:prSet/>
      <dgm:spPr/>
      <dgm:t>
        <a:bodyPr/>
        <a:lstStyle/>
        <a:p>
          <a:endParaRPr lang="en-GB"/>
        </a:p>
      </dgm:t>
    </dgm:pt>
    <dgm:pt modelId="{1A0E8EDF-593A-4769-8AA1-DE6B7530DF43}" type="sibTrans" cxnId="{86DB8570-7389-4288-81FE-439498DB62F3}">
      <dgm:prSet/>
      <dgm:spPr/>
      <dgm:t>
        <a:bodyPr/>
        <a:lstStyle/>
        <a:p>
          <a:endParaRPr lang="en-GB"/>
        </a:p>
      </dgm:t>
    </dgm:pt>
    <dgm:pt modelId="{98C61E44-279C-428E-89AD-C7F36594452B}">
      <dgm:prSet phldrT="[Text]"/>
      <dgm:spPr/>
      <dgm:t>
        <a:bodyPr/>
        <a:lstStyle/>
        <a:p>
          <a:r>
            <a:rPr lang="en-GB" dirty="0"/>
            <a:t>Examine and improve the effectiveness of a service</a:t>
          </a:r>
        </a:p>
      </dgm:t>
    </dgm:pt>
    <dgm:pt modelId="{D57C4538-43F9-4631-90E8-F07839AA4ACE}" type="parTrans" cxnId="{5E66A279-6597-4E37-94B2-26FFD37FD2E6}">
      <dgm:prSet/>
      <dgm:spPr/>
      <dgm:t>
        <a:bodyPr/>
        <a:lstStyle/>
        <a:p>
          <a:endParaRPr lang="en-GB"/>
        </a:p>
      </dgm:t>
    </dgm:pt>
    <dgm:pt modelId="{F36779AD-268E-48EC-B034-CB0DE88D2A94}" type="sibTrans" cxnId="{5E66A279-6597-4E37-94B2-26FFD37FD2E6}">
      <dgm:prSet/>
      <dgm:spPr/>
      <dgm:t>
        <a:bodyPr/>
        <a:lstStyle/>
        <a:p>
          <a:endParaRPr lang="en-GB"/>
        </a:p>
      </dgm:t>
    </dgm:pt>
    <dgm:pt modelId="{A5082303-C47F-4C15-B05A-82E78B4F7B10}">
      <dgm:prSet phldrT="[Text]"/>
      <dgm:spPr/>
      <dgm:t>
        <a:bodyPr/>
        <a:lstStyle/>
        <a:p>
          <a:r>
            <a:rPr lang="en-GB" dirty="0"/>
            <a:t>Very similar to a retrospective focused on improving the Kanban system</a:t>
          </a:r>
        </a:p>
      </dgm:t>
    </dgm:pt>
    <dgm:pt modelId="{D4F1CEB0-2FD4-4E5E-B11B-6A180C28BA59}" type="parTrans" cxnId="{B4EB7227-0FAD-4EF2-990C-6E8FA0502222}">
      <dgm:prSet/>
      <dgm:spPr/>
      <dgm:t>
        <a:bodyPr/>
        <a:lstStyle/>
        <a:p>
          <a:endParaRPr lang="en-GB"/>
        </a:p>
      </dgm:t>
    </dgm:pt>
    <dgm:pt modelId="{38D14EB3-3CF2-405E-B990-B5176C272667}" type="sibTrans" cxnId="{B4EB7227-0FAD-4EF2-990C-6E8FA0502222}">
      <dgm:prSet/>
      <dgm:spPr/>
      <dgm:t>
        <a:bodyPr/>
        <a:lstStyle/>
        <a:p>
          <a:endParaRPr lang="en-GB"/>
        </a:p>
      </dgm:t>
    </dgm:pt>
    <dgm:pt modelId="{44CD4F49-8BA3-41E5-8FA6-B5893CD85023}">
      <dgm:prSet phldrT="[Text]"/>
      <dgm:spPr/>
      <dgm:t>
        <a:bodyPr/>
        <a:lstStyle/>
        <a:p>
          <a:r>
            <a:rPr lang="en-GB" dirty="0"/>
            <a:t>Replenishment Meeting (Weekly)</a:t>
          </a:r>
        </a:p>
      </dgm:t>
    </dgm:pt>
    <dgm:pt modelId="{26E435F7-B754-4601-8405-8777E061B34C}" type="parTrans" cxnId="{E475ED71-289C-4040-977E-A14F5E42BE69}">
      <dgm:prSet/>
      <dgm:spPr/>
      <dgm:t>
        <a:bodyPr/>
        <a:lstStyle/>
        <a:p>
          <a:endParaRPr lang="en-GB"/>
        </a:p>
      </dgm:t>
    </dgm:pt>
    <dgm:pt modelId="{FAF40213-A1E9-4C04-9388-181D094AFC79}" type="sibTrans" cxnId="{E475ED71-289C-4040-977E-A14F5E42BE69}">
      <dgm:prSet/>
      <dgm:spPr/>
      <dgm:t>
        <a:bodyPr/>
        <a:lstStyle/>
        <a:p>
          <a:endParaRPr lang="en-GB"/>
        </a:p>
      </dgm:t>
    </dgm:pt>
    <dgm:pt modelId="{0AA71B31-9F64-4221-8C5A-A9AAB40FECBE}">
      <dgm:prSet phldrT="[Text]"/>
      <dgm:spPr/>
      <dgm:t>
        <a:bodyPr/>
        <a:lstStyle/>
        <a:p>
          <a:r>
            <a:rPr lang="en-GB" dirty="0"/>
            <a:t>Identify items that the team will work on and determine which items will be picked next</a:t>
          </a:r>
        </a:p>
      </dgm:t>
    </dgm:pt>
    <dgm:pt modelId="{90EA3CCB-1947-497E-9168-06A280AE09CC}" type="parTrans" cxnId="{00ADA484-F9D9-4EDC-9CD6-42E84CF24711}">
      <dgm:prSet/>
      <dgm:spPr/>
      <dgm:t>
        <a:bodyPr/>
        <a:lstStyle/>
        <a:p>
          <a:endParaRPr lang="en-GB"/>
        </a:p>
      </dgm:t>
    </dgm:pt>
    <dgm:pt modelId="{53444FDF-69B1-47BE-9796-CD9BBCDF08B4}" type="sibTrans" cxnId="{00ADA484-F9D9-4EDC-9CD6-42E84CF24711}">
      <dgm:prSet/>
      <dgm:spPr/>
      <dgm:t>
        <a:bodyPr/>
        <a:lstStyle/>
        <a:p>
          <a:endParaRPr lang="en-GB"/>
        </a:p>
      </dgm:t>
    </dgm:pt>
    <dgm:pt modelId="{3D2CCD95-D057-45E2-8B5F-35F1CFF39B86}">
      <dgm:prSet phldrT="[Text]"/>
      <dgm:spPr/>
      <dgm:t>
        <a:bodyPr/>
        <a:lstStyle/>
        <a:p>
          <a:r>
            <a:rPr lang="en-GB" dirty="0"/>
            <a:t>This is very similar to a planning meeting for a sprint or iteration</a:t>
          </a:r>
        </a:p>
      </dgm:t>
    </dgm:pt>
    <dgm:pt modelId="{92810FC4-71CD-4C04-93EE-A6E4CD8D66BB}" type="parTrans" cxnId="{D52F3C5A-D3CE-4261-8507-9E73AFEEDE60}">
      <dgm:prSet/>
      <dgm:spPr/>
      <dgm:t>
        <a:bodyPr/>
        <a:lstStyle/>
        <a:p>
          <a:endParaRPr lang="en-GB"/>
        </a:p>
      </dgm:t>
    </dgm:pt>
    <dgm:pt modelId="{48291517-C1A1-4E64-B67D-D51F89D7235E}" type="sibTrans" cxnId="{D52F3C5A-D3CE-4261-8507-9E73AFEEDE60}">
      <dgm:prSet/>
      <dgm:spPr/>
      <dgm:t>
        <a:bodyPr/>
        <a:lstStyle/>
        <a:p>
          <a:endParaRPr lang="en-GB"/>
        </a:p>
      </dgm:t>
    </dgm:pt>
    <dgm:pt modelId="{129B8789-F2E1-4EAC-9875-CFA82B0F6785}">
      <dgm:prSet phldrT="[Text]"/>
      <dgm:spPr/>
      <dgm:t>
        <a:bodyPr/>
        <a:lstStyle/>
        <a:p>
          <a:r>
            <a:rPr lang="en-GB" dirty="0"/>
            <a:t>The Kanban Meeting (Daily)</a:t>
          </a:r>
        </a:p>
      </dgm:t>
    </dgm:pt>
    <dgm:pt modelId="{61B855F9-8BB5-481A-962D-B237F8B9F36A}" type="parTrans" cxnId="{A5672154-604D-41FB-9823-5428A7A71427}">
      <dgm:prSet/>
      <dgm:spPr/>
      <dgm:t>
        <a:bodyPr/>
        <a:lstStyle/>
        <a:p>
          <a:endParaRPr lang="en-GB"/>
        </a:p>
      </dgm:t>
    </dgm:pt>
    <dgm:pt modelId="{1352C6C7-A993-4FE8-AA0E-5AA4951B1D37}" type="sibTrans" cxnId="{A5672154-604D-41FB-9823-5428A7A71427}">
      <dgm:prSet/>
      <dgm:spPr/>
      <dgm:t>
        <a:bodyPr/>
        <a:lstStyle/>
        <a:p>
          <a:endParaRPr lang="en-GB"/>
        </a:p>
      </dgm:t>
    </dgm:pt>
    <dgm:pt modelId="{67A35E95-4E00-4C9B-8930-C1F089BE58C7}">
      <dgm:prSet phldrT="[Text]"/>
      <dgm:spPr/>
      <dgm:t>
        <a:bodyPr/>
        <a:lstStyle/>
        <a:p>
          <a:r>
            <a:rPr lang="en-GB" dirty="0"/>
            <a:t>A team working on a system co-ordinates their activities for the day</a:t>
          </a:r>
        </a:p>
      </dgm:t>
    </dgm:pt>
    <dgm:pt modelId="{657B286B-D008-4556-8EA7-5546512FA517}" type="parTrans" cxnId="{A2D8A7BA-195D-4DB7-9F7B-983E42CE9504}">
      <dgm:prSet/>
      <dgm:spPr/>
      <dgm:t>
        <a:bodyPr/>
        <a:lstStyle/>
        <a:p>
          <a:endParaRPr lang="en-GB"/>
        </a:p>
      </dgm:t>
    </dgm:pt>
    <dgm:pt modelId="{711D50BC-E5D7-4FAD-8DAF-AE7C15C6C3C9}" type="sibTrans" cxnId="{A2D8A7BA-195D-4DB7-9F7B-983E42CE9504}">
      <dgm:prSet/>
      <dgm:spPr/>
      <dgm:t>
        <a:bodyPr/>
        <a:lstStyle/>
        <a:p>
          <a:endParaRPr lang="en-GB"/>
        </a:p>
      </dgm:t>
    </dgm:pt>
    <dgm:pt modelId="{AF198442-4F41-448F-BBBC-D47C60018C01}">
      <dgm:prSet phldrT="[Text]"/>
      <dgm:spPr/>
      <dgm:t>
        <a:bodyPr/>
        <a:lstStyle/>
        <a:p>
          <a:r>
            <a:rPr lang="en-GB" dirty="0"/>
            <a:t>Similar to the daily stand-up in Scrum</a:t>
          </a:r>
        </a:p>
      </dgm:t>
    </dgm:pt>
    <dgm:pt modelId="{972A23BE-217C-4563-9673-834A7DC40388}" type="parTrans" cxnId="{B892418B-84A4-479F-ACCD-B6187A5E7951}">
      <dgm:prSet/>
      <dgm:spPr/>
      <dgm:t>
        <a:bodyPr/>
        <a:lstStyle/>
        <a:p>
          <a:endParaRPr lang="en-GB"/>
        </a:p>
      </dgm:t>
    </dgm:pt>
    <dgm:pt modelId="{5E0C6C16-AE90-4E59-BE7E-4DB79F70DA2E}" type="sibTrans" cxnId="{B892418B-84A4-479F-ACCD-B6187A5E7951}">
      <dgm:prSet/>
      <dgm:spPr/>
      <dgm:t>
        <a:bodyPr/>
        <a:lstStyle/>
        <a:p>
          <a:endParaRPr lang="en-GB"/>
        </a:p>
      </dgm:t>
    </dgm:pt>
    <dgm:pt modelId="{0D0A566B-C39B-4A45-9FBB-1C94E908F038}">
      <dgm:prSet phldrT="[Text]"/>
      <dgm:spPr/>
      <dgm:t>
        <a:bodyPr/>
        <a:lstStyle/>
        <a:p>
          <a:r>
            <a:rPr lang="en-GB" dirty="0"/>
            <a:t>Delivery Planning Meeting (Per Delivery Cadence)</a:t>
          </a:r>
        </a:p>
      </dgm:t>
    </dgm:pt>
    <dgm:pt modelId="{1F90617F-CCB4-4BCA-B80B-9262354A9F84}" type="parTrans" cxnId="{2D4D849D-B4A2-4A9A-995C-42698F0C088B}">
      <dgm:prSet/>
      <dgm:spPr/>
      <dgm:t>
        <a:bodyPr/>
        <a:lstStyle/>
        <a:p>
          <a:endParaRPr lang="en-GB"/>
        </a:p>
      </dgm:t>
    </dgm:pt>
    <dgm:pt modelId="{518DDF44-6DB9-47B7-A778-BAD8A5376386}" type="sibTrans" cxnId="{2D4D849D-B4A2-4A9A-995C-42698F0C088B}">
      <dgm:prSet/>
      <dgm:spPr/>
      <dgm:t>
        <a:bodyPr/>
        <a:lstStyle/>
        <a:p>
          <a:endParaRPr lang="en-GB"/>
        </a:p>
      </dgm:t>
    </dgm:pt>
    <dgm:pt modelId="{F3C6966E-E50B-4EF2-9CEF-DC645A307A3D}">
      <dgm:prSet phldrT="[Text]"/>
      <dgm:spPr/>
      <dgm:t>
        <a:bodyPr/>
        <a:lstStyle/>
        <a:p>
          <a:r>
            <a:rPr lang="en-GB" dirty="0"/>
            <a:t>Monitor and plan deliveries to customers</a:t>
          </a:r>
        </a:p>
      </dgm:t>
    </dgm:pt>
    <dgm:pt modelId="{5F739FF2-C66F-4AFC-B8DC-1190854E325D}" type="parTrans" cxnId="{66405A96-31C0-4773-B506-CEF04F437FBB}">
      <dgm:prSet/>
      <dgm:spPr/>
      <dgm:t>
        <a:bodyPr/>
        <a:lstStyle/>
        <a:p>
          <a:endParaRPr lang="en-GB"/>
        </a:p>
      </dgm:t>
    </dgm:pt>
    <dgm:pt modelId="{2E55810E-F2A2-4867-B15D-660138063177}" type="sibTrans" cxnId="{66405A96-31C0-4773-B506-CEF04F437FBB}">
      <dgm:prSet/>
      <dgm:spPr/>
      <dgm:t>
        <a:bodyPr/>
        <a:lstStyle/>
        <a:p>
          <a:endParaRPr lang="en-GB"/>
        </a:p>
      </dgm:t>
    </dgm:pt>
    <dgm:pt modelId="{D0BA378E-41DC-48B4-A845-564964E76EAE}" type="pres">
      <dgm:prSet presAssocID="{4CCAD1C1-C2DA-4791-A997-3EF71ADA05D2}" presName="linear" presStyleCnt="0">
        <dgm:presLayoutVars>
          <dgm:dir/>
          <dgm:animLvl val="lvl"/>
          <dgm:resizeHandles val="exact"/>
        </dgm:presLayoutVars>
      </dgm:prSet>
      <dgm:spPr/>
    </dgm:pt>
    <dgm:pt modelId="{EDD79BBA-99AE-4655-8FFE-7A9196F129BE}" type="pres">
      <dgm:prSet presAssocID="{830DCD67-EFC0-4235-89CF-D9DC7F234033}" presName="parentLin" presStyleCnt="0"/>
      <dgm:spPr/>
    </dgm:pt>
    <dgm:pt modelId="{B878FD86-2663-4662-8B98-281093B1D7C7}" type="pres">
      <dgm:prSet presAssocID="{830DCD67-EFC0-4235-89CF-D9DC7F234033}" presName="parentLeftMargin" presStyleLbl="node1" presStyleIdx="0" presStyleCnt="4"/>
      <dgm:spPr/>
    </dgm:pt>
    <dgm:pt modelId="{4CCCB7DB-F833-4A1D-8EC7-76AE92FD084C}" type="pres">
      <dgm:prSet presAssocID="{830DCD67-EFC0-4235-89CF-D9DC7F234033}" presName="parentText" presStyleLbl="node1" presStyleIdx="0" presStyleCnt="4">
        <dgm:presLayoutVars>
          <dgm:chMax val="0"/>
          <dgm:bulletEnabled val="1"/>
        </dgm:presLayoutVars>
      </dgm:prSet>
      <dgm:spPr/>
    </dgm:pt>
    <dgm:pt modelId="{0C584D5C-E617-4DCE-B398-4D9DF33FFF84}" type="pres">
      <dgm:prSet presAssocID="{830DCD67-EFC0-4235-89CF-D9DC7F234033}" presName="negativeSpace" presStyleCnt="0"/>
      <dgm:spPr/>
    </dgm:pt>
    <dgm:pt modelId="{807A3F19-18E2-4C53-A8F4-B8F53261D107}" type="pres">
      <dgm:prSet presAssocID="{830DCD67-EFC0-4235-89CF-D9DC7F234033}" presName="childText" presStyleLbl="conFgAcc1" presStyleIdx="0" presStyleCnt="4">
        <dgm:presLayoutVars>
          <dgm:bulletEnabled val="1"/>
        </dgm:presLayoutVars>
      </dgm:prSet>
      <dgm:spPr/>
    </dgm:pt>
    <dgm:pt modelId="{4344C4A7-F4A0-4081-B848-07F9969CE95F}" type="pres">
      <dgm:prSet presAssocID="{1A0E8EDF-593A-4769-8AA1-DE6B7530DF43}" presName="spaceBetweenRectangles" presStyleCnt="0"/>
      <dgm:spPr/>
    </dgm:pt>
    <dgm:pt modelId="{4B837109-45B3-4A89-86D1-8E82E7C73B67}" type="pres">
      <dgm:prSet presAssocID="{44CD4F49-8BA3-41E5-8FA6-B5893CD85023}" presName="parentLin" presStyleCnt="0"/>
      <dgm:spPr/>
    </dgm:pt>
    <dgm:pt modelId="{EF935F0C-0F20-4474-8BE2-AC1973CCA5BF}" type="pres">
      <dgm:prSet presAssocID="{44CD4F49-8BA3-41E5-8FA6-B5893CD85023}" presName="parentLeftMargin" presStyleLbl="node1" presStyleIdx="0" presStyleCnt="4"/>
      <dgm:spPr/>
    </dgm:pt>
    <dgm:pt modelId="{064C001F-2A3E-40F0-82ED-A5EC1E404BA9}" type="pres">
      <dgm:prSet presAssocID="{44CD4F49-8BA3-41E5-8FA6-B5893CD85023}" presName="parentText" presStyleLbl="node1" presStyleIdx="1" presStyleCnt="4">
        <dgm:presLayoutVars>
          <dgm:chMax val="0"/>
          <dgm:bulletEnabled val="1"/>
        </dgm:presLayoutVars>
      </dgm:prSet>
      <dgm:spPr/>
    </dgm:pt>
    <dgm:pt modelId="{46569DA1-42EB-46CC-9C0C-9D16927D88A9}" type="pres">
      <dgm:prSet presAssocID="{44CD4F49-8BA3-41E5-8FA6-B5893CD85023}" presName="negativeSpace" presStyleCnt="0"/>
      <dgm:spPr/>
    </dgm:pt>
    <dgm:pt modelId="{E90F54C5-181D-475D-BC90-519DA22AF701}" type="pres">
      <dgm:prSet presAssocID="{44CD4F49-8BA3-41E5-8FA6-B5893CD85023}" presName="childText" presStyleLbl="conFgAcc1" presStyleIdx="1" presStyleCnt="4">
        <dgm:presLayoutVars>
          <dgm:bulletEnabled val="1"/>
        </dgm:presLayoutVars>
      </dgm:prSet>
      <dgm:spPr/>
    </dgm:pt>
    <dgm:pt modelId="{C3C18D89-4304-4AD0-9395-9021C3E1AF17}" type="pres">
      <dgm:prSet presAssocID="{FAF40213-A1E9-4C04-9388-181D094AFC79}" presName="spaceBetweenRectangles" presStyleCnt="0"/>
      <dgm:spPr/>
    </dgm:pt>
    <dgm:pt modelId="{F8DCC841-D5FE-4FE5-B9E1-5AF0793ACF5B}" type="pres">
      <dgm:prSet presAssocID="{129B8789-F2E1-4EAC-9875-CFA82B0F6785}" presName="parentLin" presStyleCnt="0"/>
      <dgm:spPr/>
    </dgm:pt>
    <dgm:pt modelId="{68287E60-548A-4855-B418-17A7EA43321C}" type="pres">
      <dgm:prSet presAssocID="{129B8789-F2E1-4EAC-9875-CFA82B0F6785}" presName="parentLeftMargin" presStyleLbl="node1" presStyleIdx="1" presStyleCnt="4"/>
      <dgm:spPr/>
    </dgm:pt>
    <dgm:pt modelId="{ACF9D07F-CFB1-4BFA-A267-19C58BEA4BC0}" type="pres">
      <dgm:prSet presAssocID="{129B8789-F2E1-4EAC-9875-CFA82B0F6785}" presName="parentText" presStyleLbl="node1" presStyleIdx="2" presStyleCnt="4">
        <dgm:presLayoutVars>
          <dgm:chMax val="0"/>
          <dgm:bulletEnabled val="1"/>
        </dgm:presLayoutVars>
      </dgm:prSet>
      <dgm:spPr/>
    </dgm:pt>
    <dgm:pt modelId="{334A2CE7-FA2A-495C-A281-5C3FC7FEBED5}" type="pres">
      <dgm:prSet presAssocID="{129B8789-F2E1-4EAC-9875-CFA82B0F6785}" presName="negativeSpace" presStyleCnt="0"/>
      <dgm:spPr/>
    </dgm:pt>
    <dgm:pt modelId="{F786383A-09F4-499F-B59E-7A09D9E1A69A}" type="pres">
      <dgm:prSet presAssocID="{129B8789-F2E1-4EAC-9875-CFA82B0F6785}" presName="childText" presStyleLbl="conFgAcc1" presStyleIdx="2" presStyleCnt="4">
        <dgm:presLayoutVars>
          <dgm:bulletEnabled val="1"/>
        </dgm:presLayoutVars>
      </dgm:prSet>
      <dgm:spPr/>
    </dgm:pt>
    <dgm:pt modelId="{013EB781-4108-4DF4-AB8D-88EDA0FBA44B}" type="pres">
      <dgm:prSet presAssocID="{1352C6C7-A993-4FE8-AA0E-5AA4951B1D37}" presName="spaceBetweenRectangles" presStyleCnt="0"/>
      <dgm:spPr/>
    </dgm:pt>
    <dgm:pt modelId="{796B7558-E97C-479F-B4B5-211112097AA8}" type="pres">
      <dgm:prSet presAssocID="{0D0A566B-C39B-4A45-9FBB-1C94E908F038}" presName="parentLin" presStyleCnt="0"/>
      <dgm:spPr/>
    </dgm:pt>
    <dgm:pt modelId="{4512F9AC-C5B5-44AD-9132-D5A2CEFE61F1}" type="pres">
      <dgm:prSet presAssocID="{0D0A566B-C39B-4A45-9FBB-1C94E908F038}" presName="parentLeftMargin" presStyleLbl="node1" presStyleIdx="2" presStyleCnt="4"/>
      <dgm:spPr/>
    </dgm:pt>
    <dgm:pt modelId="{83E018C9-0C62-41F0-806F-2976B61F73E5}" type="pres">
      <dgm:prSet presAssocID="{0D0A566B-C39B-4A45-9FBB-1C94E908F038}" presName="parentText" presStyleLbl="node1" presStyleIdx="3" presStyleCnt="4">
        <dgm:presLayoutVars>
          <dgm:chMax val="0"/>
          <dgm:bulletEnabled val="1"/>
        </dgm:presLayoutVars>
      </dgm:prSet>
      <dgm:spPr/>
    </dgm:pt>
    <dgm:pt modelId="{31DEA456-C0CE-43F9-A5B7-9DC50FB4A141}" type="pres">
      <dgm:prSet presAssocID="{0D0A566B-C39B-4A45-9FBB-1C94E908F038}" presName="negativeSpace" presStyleCnt="0"/>
      <dgm:spPr/>
    </dgm:pt>
    <dgm:pt modelId="{5413CBE8-5B67-4C6A-B44A-720019C453D1}" type="pres">
      <dgm:prSet presAssocID="{0D0A566B-C39B-4A45-9FBB-1C94E908F038}" presName="childText" presStyleLbl="conFgAcc1" presStyleIdx="3" presStyleCnt="4">
        <dgm:presLayoutVars>
          <dgm:bulletEnabled val="1"/>
        </dgm:presLayoutVars>
      </dgm:prSet>
      <dgm:spPr/>
    </dgm:pt>
  </dgm:ptLst>
  <dgm:cxnLst>
    <dgm:cxn modelId="{B5A42D02-4FAA-4AA9-AC70-32CF1FDC5B43}" type="presOf" srcId="{67A35E95-4E00-4C9B-8930-C1F089BE58C7}" destId="{F786383A-09F4-499F-B59E-7A09D9E1A69A}" srcOrd="0" destOrd="0" presId="urn:microsoft.com/office/officeart/2005/8/layout/list1"/>
    <dgm:cxn modelId="{0C3DB004-094E-4299-B02D-9D55B3F431F5}" type="presOf" srcId="{129B8789-F2E1-4EAC-9875-CFA82B0F6785}" destId="{68287E60-548A-4855-B418-17A7EA43321C}" srcOrd="0" destOrd="0" presId="urn:microsoft.com/office/officeart/2005/8/layout/list1"/>
    <dgm:cxn modelId="{ED0C1D06-2C9C-4B50-B90F-993FE37824C3}" type="presOf" srcId="{0D0A566B-C39B-4A45-9FBB-1C94E908F038}" destId="{83E018C9-0C62-41F0-806F-2976B61F73E5}" srcOrd="1" destOrd="0" presId="urn:microsoft.com/office/officeart/2005/8/layout/list1"/>
    <dgm:cxn modelId="{D3E55117-A420-4FC4-B888-CCAEE010EDA8}" type="presOf" srcId="{A5082303-C47F-4C15-B05A-82E78B4F7B10}" destId="{807A3F19-18E2-4C53-A8F4-B8F53261D107}" srcOrd="0" destOrd="1" presId="urn:microsoft.com/office/officeart/2005/8/layout/list1"/>
    <dgm:cxn modelId="{C5863E1A-05B1-4CA6-AEA8-FD57F8E32C1B}" type="presOf" srcId="{129B8789-F2E1-4EAC-9875-CFA82B0F6785}" destId="{ACF9D07F-CFB1-4BFA-A267-19C58BEA4BC0}" srcOrd="1" destOrd="0" presId="urn:microsoft.com/office/officeart/2005/8/layout/list1"/>
    <dgm:cxn modelId="{B4EB7227-0FAD-4EF2-990C-6E8FA0502222}" srcId="{830DCD67-EFC0-4235-89CF-D9DC7F234033}" destId="{A5082303-C47F-4C15-B05A-82E78B4F7B10}" srcOrd="1" destOrd="0" parTransId="{D4F1CEB0-2FD4-4E5E-B11B-6A180C28BA59}" sibTransId="{38D14EB3-3CF2-405E-B990-B5176C272667}"/>
    <dgm:cxn modelId="{67C64737-17AC-4565-A41A-03A03A808052}" type="presOf" srcId="{98C61E44-279C-428E-89AD-C7F36594452B}" destId="{807A3F19-18E2-4C53-A8F4-B8F53261D107}" srcOrd="0" destOrd="0" presId="urn:microsoft.com/office/officeart/2005/8/layout/list1"/>
    <dgm:cxn modelId="{E927B43A-57F0-4ECB-8B1D-AC19B21DB8C8}" type="presOf" srcId="{3D2CCD95-D057-45E2-8B5F-35F1CFF39B86}" destId="{E90F54C5-181D-475D-BC90-519DA22AF701}" srcOrd="0" destOrd="1" presId="urn:microsoft.com/office/officeart/2005/8/layout/list1"/>
    <dgm:cxn modelId="{042CA344-F1A2-4605-A736-7A48F3349886}" type="presOf" srcId="{830DCD67-EFC0-4235-89CF-D9DC7F234033}" destId="{4CCCB7DB-F833-4A1D-8EC7-76AE92FD084C}" srcOrd="1" destOrd="0" presId="urn:microsoft.com/office/officeart/2005/8/layout/list1"/>
    <dgm:cxn modelId="{09B50E45-805E-4DF3-BC9D-242CD08F841C}" type="presOf" srcId="{4CCAD1C1-C2DA-4791-A997-3EF71ADA05D2}" destId="{D0BA378E-41DC-48B4-A845-564964E76EAE}" srcOrd="0" destOrd="0" presId="urn:microsoft.com/office/officeart/2005/8/layout/list1"/>
    <dgm:cxn modelId="{86DB8570-7389-4288-81FE-439498DB62F3}" srcId="{4CCAD1C1-C2DA-4791-A997-3EF71ADA05D2}" destId="{830DCD67-EFC0-4235-89CF-D9DC7F234033}" srcOrd="0" destOrd="0" parTransId="{48536E5D-510C-4CFE-A3A5-DCE84EDA06DF}" sibTransId="{1A0E8EDF-593A-4769-8AA1-DE6B7530DF43}"/>
    <dgm:cxn modelId="{E475ED71-289C-4040-977E-A14F5E42BE69}" srcId="{4CCAD1C1-C2DA-4791-A997-3EF71ADA05D2}" destId="{44CD4F49-8BA3-41E5-8FA6-B5893CD85023}" srcOrd="1" destOrd="0" parTransId="{26E435F7-B754-4601-8405-8777E061B34C}" sibTransId="{FAF40213-A1E9-4C04-9388-181D094AFC79}"/>
    <dgm:cxn modelId="{A5672154-604D-41FB-9823-5428A7A71427}" srcId="{4CCAD1C1-C2DA-4791-A997-3EF71ADA05D2}" destId="{129B8789-F2E1-4EAC-9875-CFA82B0F6785}" srcOrd="2" destOrd="0" parTransId="{61B855F9-8BB5-481A-962D-B237F8B9F36A}" sibTransId="{1352C6C7-A993-4FE8-AA0E-5AA4951B1D37}"/>
    <dgm:cxn modelId="{94A38C74-9D3B-4FE8-A4B9-7FA898BC49A1}" type="presOf" srcId="{44CD4F49-8BA3-41E5-8FA6-B5893CD85023}" destId="{064C001F-2A3E-40F0-82ED-A5EC1E404BA9}" srcOrd="1" destOrd="0" presId="urn:microsoft.com/office/officeart/2005/8/layout/list1"/>
    <dgm:cxn modelId="{5E66A279-6597-4E37-94B2-26FFD37FD2E6}" srcId="{830DCD67-EFC0-4235-89CF-D9DC7F234033}" destId="{98C61E44-279C-428E-89AD-C7F36594452B}" srcOrd="0" destOrd="0" parTransId="{D57C4538-43F9-4631-90E8-F07839AA4ACE}" sibTransId="{F36779AD-268E-48EC-B034-CB0DE88D2A94}"/>
    <dgm:cxn modelId="{D52F3C5A-D3CE-4261-8507-9E73AFEEDE60}" srcId="{44CD4F49-8BA3-41E5-8FA6-B5893CD85023}" destId="{3D2CCD95-D057-45E2-8B5F-35F1CFF39B86}" srcOrd="1" destOrd="0" parTransId="{92810FC4-71CD-4C04-93EE-A6E4CD8D66BB}" sibTransId="{48291517-C1A1-4E64-B67D-D51F89D7235E}"/>
    <dgm:cxn modelId="{B9C3B37E-C72D-4ACC-BBAF-CF86CCCC6616}" type="presOf" srcId="{0D0A566B-C39B-4A45-9FBB-1C94E908F038}" destId="{4512F9AC-C5B5-44AD-9132-D5A2CEFE61F1}" srcOrd="0" destOrd="0" presId="urn:microsoft.com/office/officeart/2005/8/layout/list1"/>
    <dgm:cxn modelId="{00ADA484-F9D9-4EDC-9CD6-42E84CF24711}" srcId="{44CD4F49-8BA3-41E5-8FA6-B5893CD85023}" destId="{0AA71B31-9F64-4221-8C5A-A9AAB40FECBE}" srcOrd="0" destOrd="0" parTransId="{90EA3CCB-1947-497E-9168-06A280AE09CC}" sibTransId="{53444FDF-69B1-47BE-9796-CD9BBCDF08B4}"/>
    <dgm:cxn modelId="{B892418B-84A4-479F-ACCD-B6187A5E7951}" srcId="{129B8789-F2E1-4EAC-9875-CFA82B0F6785}" destId="{AF198442-4F41-448F-BBBC-D47C60018C01}" srcOrd="1" destOrd="0" parTransId="{972A23BE-217C-4563-9673-834A7DC40388}" sibTransId="{5E0C6C16-AE90-4E59-BE7E-4DB79F70DA2E}"/>
    <dgm:cxn modelId="{6BD9E595-8D58-441C-A387-0BE6092A1B19}" type="presOf" srcId="{F3C6966E-E50B-4EF2-9CEF-DC645A307A3D}" destId="{5413CBE8-5B67-4C6A-B44A-720019C453D1}" srcOrd="0" destOrd="0" presId="urn:microsoft.com/office/officeart/2005/8/layout/list1"/>
    <dgm:cxn modelId="{66405A96-31C0-4773-B506-CEF04F437FBB}" srcId="{0D0A566B-C39B-4A45-9FBB-1C94E908F038}" destId="{F3C6966E-E50B-4EF2-9CEF-DC645A307A3D}" srcOrd="0" destOrd="0" parTransId="{5F739FF2-C66F-4AFC-B8DC-1190854E325D}" sibTransId="{2E55810E-F2A2-4867-B15D-660138063177}"/>
    <dgm:cxn modelId="{E309549A-07B2-4920-8B48-EC36C88A19B1}" type="presOf" srcId="{830DCD67-EFC0-4235-89CF-D9DC7F234033}" destId="{B878FD86-2663-4662-8B98-281093B1D7C7}" srcOrd="0" destOrd="0" presId="urn:microsoft.com/office/officeart/2005/8/layout/list1"/>
    <dgm:cxn modelId="{2D4D849D-B4A2-4A9A-995C-42698F0C088B}" srcId="{4CCAD1C1-C2DA-4791-A997-3EF71ADA05D2}" destId="{0D0A566B-C39B-4A45-9FBB-1C94E908F038}" srcOrd="3" destOrd="0" parTransId="{1F90617F-CCB4-4BCA-B80B-9262354A9F84}" sibTransId="{518DDF44-6DB9-47B7-A778-BAD8A5376386}"/>
    <dgm:cxn modelId="{61A537A9-960B-4556-99BB-A154FE57414F}" type="presOf" srcId="{0AA71B31-9F64-4221-8C5A-A9AAB40FECBE}" destId="{E90F54C5-181D-475D-BC90-519DA22AF701}" srcOrd="0" destOrd="0" presId="urn:microsoft.com/office/officeart/2005/8/layout/list1"/>
    <dgm:cxn modelId="{07691FB3-8B83-4071-A0C3-CF91A0D61CF8}" type="presOf" srcId="{44CD4F49-8BA3-41E5-8FA6-B5893CD85023}" destId="{EF935F0C-0F20-4474-8BE2-AC1973CCA5BF}" srcOrd="0" destOrd="0" presId="urn:microsoft.com/office/officeart/2005/8/layout/list1"/>
    <dgm:cxn modelId="{A2D8A7BA-195D-4DB7-9F7B-983E42CE9504}" srcId="{129B8789-F2E1-4EAC-9875-CFA82B0F6785}" destId="{67A35E95-4E00-4C9B-8930-C1F089BE58C7}" srcOrd="0" destOrd="0" parTransId="{657B286B-D008-4556-8EA7-5546512FA517}" sibTransId="{711D50BC-E5D7-4FAD-8DAF-AE7C15C6C3C9}"/>
    <dgm:cxn modelId="{F0FBA6FD-CDC7-453D-B2FC-5C9C6E1C23C0}" type="presOf" srcId="{AF198442-4F41-448F-BBBC-D47C60018C01}" destId="{F786383A-09F4-499F-B59E-7A09D9E1A69A}" srcOrd="0" destOrd="1" presId="urn:microsoft.com/office/officeart/2005/8/layout/list1"/>
    <dgm:cxn modelId="{509EC0D9-7BA6-4D10-9EB8-B862DE5B4227}" type="presParOf" srcId="{D0BA378E-41DC-48B4-A845-564964E76EAE}" destId="{EDD79BBA-99AE-4655-8FFE-7A9196F129BE}" srcOrd="0" destOrd="0" presId="urn:microsoft.com/office/officeart/2005/8/layout/list1"/>
    <dgm:cxn modelId="{68097FE0-C8F3-49A4-B7F1-47C380595579}" type="presParOf" srcId="{EDD79BBA-99AE-4655-8FFE-7A9196F129BE}" destId="{B878FD86-2663-4662-8B98-281093B1D7C7}" srcOrd="0" destOrd="0" presId="urn:microsoft.com/office/officeart/2005/8/layout/list1"/>
    <dgm:cxn modelId="{513D1AF5-1733-431A-BDD9-6DAF2366ED52}" type="presParOf" srcId="{EDD79BBA-99AE-4655-8FFE-7A9196F129BE}" destId="{4CCCB7DB-F833-4A1D-8EC7-76AE92FD084C}" srcOrd="1" destOrd="0" presId="urn:microsoft.com/office/officeart/2005/8/layout/list1"/>
    <dgm:cxn modelId="{694AB649-F660-4644-A3DC-6F6DC08D6430}" type="presParOf" srcId="{D0BA378E-41DC-48B4-A845-564964E76EAE}" destId="{0C584D5C-E617-4DCE-B398-4D9DF33FFF84}" srcOrd="1" destOrd="0" presId="urn:microsoft.com/office/officeart/2005/8/layout/list1"/>
    <dgm:cxn modelId="{85A7C976-DD77-475C-BBF5-A5FB654D3B17}" type="presParOf" srcId="{D0BA378E-41DC-48B4-A845-564964E76EAE}" destId="{807A3F19-18E2-4C53-A8F4-B8F53261D107}" srcOrd="2" destOrd="0" presId="urn:microsoft.com/office/officeart/2005/8/layout/list1"/>
    <dgm:cxn modelId="{56DFFE63-E292-4F48-A45F-AF437C460B11}" type="presParOf" srcId="{D0BA378E-41DC-48B4-A845-564964E76EAE}" destId="{4344C4A7-F4A0-4081-B848-07F9969CE95F}" srcOrd="3" destOrd="0" presId="urn:microsoft.com/office/officeart/2005/8/layout/list1"/>
    <dgm:cxn modelId="{2CC68135-10A7-4079-BEB1-EF2753405C92}" type="presParOf" srcId="{D0BA378E-41DC-48B4-A845-564964E76EAE}" destId="{4B837109-45B3-4A89-86D1-8E82E7C73B67}" srcOrd="4" destOrd="0" presId="urn:microsoft.com/office/officeart/2005/8/layout/list1"/>
    <dgm:cxn modelId="{2F7E5110-C5B0-42FE-98E0-B5EEB62C18A8}" type="presParOf" srcId="{4B837109-45B3-4A89-86D1-8E82E7C73B67}" destId="{EF935F0C-0F20-4474-8BE2-AC1973CCA5BF}" srcOrd="0" destOrd="0" presId="urn:microsoft.com/office/officeart/2005/8/layout/list1"/>
    <dgm:cxn modelId="{DC0D6C02-9488-4C0C-9A41-59ED35202B21}" type="presParOf" srcId="{4B837109-45B3-4A89-86D1-8E82E7C73B67}" destId="{064C001F-2A3E-40F0-82ED-A5EC1E404BA9}" srcOrd="1" destOrd="0" presId="urn:microsoft.com/office/officeart/2005/8/layout/list1"/>
    <dgm:cxn modelId="{62DA03E0-C425-4E65-8DD5-088458DB9B20}" type="presParOf" srcId="{D0BA378E-41DC-48B4-A845-564964E76EAE}" destId="{46569DA1-42EB-46CC-9C0C-9D16927D88A9}" srcOrd="5" destOrd="0" presId="urn:microsoft.com/office/officeart/2005/8/layout/list1"/>
    <dgm:cxn modelId="{BE6A4A56-A5A0-4F64-9859-1D1EB2B27A91}" type="presParOf" srcId="{D0BA378E-41DC-48B4-A845-564964E76EAE}" destId="{E90F54C5-181D-475D-BC90-519DA22AF701}" srcOrd="6" destOrd="0" presId="urn:microsoft.com/office/officeart/2005/8/layout/list1"/>
    <dgm:cxn modelId="{51E00DB0-65C5-4045-BA2F-D25A9C71EC3E}" type="presParOf" srcId="{D0BA378E-41DC-48B4-A845-564964E76EAE}" destId="{C3C18D89-4304-4AD0-9395-9021C3E1AF17}" srcOrd="7" destOrd="0" presId="urn:microsoft.com/office/officeart/2005/8/layout/list1"/>
    <dgm:cxn modelId="{F9A97CA0-3F94-4146-B7E9-0FBDEB5291E4}" type="presParOf" srcId="{D0BA378E-41DC-48B4-A845-564964E76EAE}" destId="{F8DCC841-D5FE-4FE5-B9E1-5AF0793ACF5B}" srcOrd="8" destOrd="0" presId="urn:microsoft.com/office/officeart/2005/8/layout/list1"/>
    <dgm:cxn modelId="{16F13FCD-908C-450D-8218-272704F0DC4B}" type="presParOf" srcId="{F8DCC841-D5FE-4FE5-B9E1-5AF0793ACF5B}" destId="{68287E60-548A-4855-B418-17A7EA43321C}" srcOrd="0" destOrd="0" presId="urn:microsoft.com/office/officeart/2005/8/layout/list1"/>
    <dgm:cxn modelId="{AB682245-AC2F-4CF8-8868-7714C4C891EA}" type="presParOf" srcId="{F8DCC841-D5FE-4FE5-B9E1-5AF0793ACF5B}" destId="{ACF9D07F-CFB1-4BFA-A267-19C58BEA4BC0}" srcOrd="1" destOrd="0" presId="urn:microsoft.com/office/officeart/2005/8/layout/list1"/>
    <dgm:cxn modelId="{F564EA90-5D26-41CC-9608-72A2608C06B3}" type="presParOf" srcId="{D0BA378E-41DC-48B4-A845-564964E76EAE}" destId="{334A2CE7-FA2A-495C-A281-5C3FC7FEBED5}" srcOrd="9" destOrd="0" presId="urn:microsoft.com/office/officeart/2005/8/layout/list1"/>
    <dgm:cxn modelId="{338277CC-3EF0-429A-9609-F92E13A9DBD6}" type="presParOf" srcId="{D0BA378E-41DC-48B4-A845-564964E76EAE}" destId="{F786383A-09F4-499F-B59E-7A09D9E1A69A}" srcOrd="10" destOrd="0" presId="urn:microsoft.com/office/officeart/2005/8/layout/list1"/>
    <dgm:cxn modelId="{9AA2B915-BAF0-4ACC-B882-D909FC04D01B}" type="presParOf" srcId="{D0BA378E-41DC-48B4-A845-564964E76EAE}" destId="{013EB781-4108-4DF4-AB8D-88EDA0FBA44B}" srcOrd="11" destOrd="0" presId="urn:microsoft.com/office/officeart/2005/8/layout/list1"/>
    <dgm:cxn modelId="{DDAFE472-6E1C-4124-AE0C-EC752EE1AA92}" type="presParOf" srcId="{D0BA378E-41DC-48B4-A845-564964E76EAE}" destId="{796B7558-E97C-479F-B4B5-211112097AA8}" srcOrd="12" destOrd="0" presId="urn:microsoft.com/office/officeart/2005/8/layout/list1"/>
    <dgm:cxn modelId="{E0E5DD8F-C028-442D-A758-F2CF8180A2CB}" type="presParOf" srcId="{796B7558-E97C-479F-B4B5-211112097AA8}" destId="{4512F9AC-C5B5-44AD-9132-D5A2CEFE61F1}" srcOrd="0" destOrd="0" presId="urn:microsoft.com/office/officeart/2005/8/layout/list1"/>
    <dgm:cxn modelId="{EB098AE2-1414-4F6E-9181-22B6C493E1B6}" type="presParOf" srcId="{796B7558-E97C-479F-B4B5-211112097AA8}" destId="{83E018C9-0C62-41F0-806F-2976B61F73E5}" srcOrd="1" destOrd="0" presId="urn:microsoft.com/office/officeart/2005/8/layout/list1"/>
    <dgm:cxn modelId="{9798651E-A79F-47AF-A608-78327077D47F}" type="presParOf" srcId="{D0BA378E-41DC-48B4-A845-564964E76EAE}" destId="{31DEA456-C0CE-43F9-A5B7-9DC50FB4A141}" srcOrd="13" destOrd="0" presId="urn:microsoft.com/office/officeart/2005/8/layout/list1"/>
    <dgm:cxn modelId="{C2C62D21-FC7F-42A0-A45A-0134F59D552C}" type="presParOf" srcId="{D0BA378E-41DC-48B4-A845-564964E76EAE}" destId="{5413CBE8-5B67-4C6A-B44A-720019C453D1}"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FE6134C2-D1D6-44F7-9C31-209F698E7D36}"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en-GB"/>
        </a:p>
      </dgm:t>
    </dgm:pt>
    <dgm:pt modelId="{1EA325FC-F7A2-4147-98CB-922E61FEBCDC}">
      <dgm:prSet phldrT="[Text]"/>
      <dgm:spPr/>
      <dgm:t>
        <a:bodyPr/>
        <a:lstStyle/>
        <a:p>
          <a:r>
            <a:rPr lang="en-GB" dirty="0"/>
            <a:t>Card</a:t>
          </a:r>
        </a:p>
      </dgm:t>
    </dgm:pt>
    <dgm:pt modelId="{12AD9917-1E55-481E-9234-00D719BC0123}" type="parTrans" cxnId="{EE209546-768A-422E-89C0-F4BD24DE381A}">
      <dgm:prSet/>
      <dgm:spPr/>
      <dgm:t>
        <a:bodyPr/>
        <a:lstStyle/>
        <a:p>
          <a:endParaRPr lang="en-GB"/>
        </a:p>
      </dgm:t>
    </dgm:pt>
    <dgm:pt modelId="{BE12E71A-F2B1-4D0D-8913-496312FE231B}" type="sibTrans" cxnId="{EE209546-768A-422E-89C0-F4BD24DE381A}">
      <dgm:prSet/>
      <dgm:spPr/>
      <dgm:t>
        <a:bodyPr/>
        <a:lstStyle/>
        <a:p>
          <a:endParaRPr lang="en-GB"/>
        </a:p>
      </dgm:t>
    </dgm:pt>
    <dgm:pt modelId="{C687A750-04A8-4479-B4D3-3ED1F724608B}">
      <dgm:prSet phldrT="[Text]"/>
      <dgm:spPr/>
      <dgm:t>
        <a:bodyPr/>
        <a:lstStyle/>
        <a:p>
          <a:r>
            <a:rPr lang="en-GB" dirty="0"/>
            <a:t>Column</a:t>
          </a:r>
        </a:p>
      </dgm:t>
    </dgm:pt>
    <dgm:pt modelId="{C9612537-4441-46E1-BF22-BC4C1B9FE02B}" type="parTrans" cxnId="{EEF5BD37-FB2A-42F0-B759-E365637D07F3}">
      <dgm:prSet/>
      <dgm:spPr/>
      <dgm:t>
        <a:bodyPr/>
        <a:lstStyle/>
        <a:p>
          <a:endParaRPr lang="en-GB"/>
        </a:p>
      </dgm:t>
    </dgm:pt>
    <dgm:pt modelId="{ED44CCE9-6C14-4723-8422-FADEAA90B98A}" type="sibTrans" cxnId="{EEF5BD37-FB2A-42F0-B759-E365637D07F3}">
      <dgm:prSet/>
      <dgm:spPr/>
      <dgm:t>
        <a:bodyPr/>
        <a:lstStyle/>
        <a:p>
          <a:endParaRPr lang="en-GB"/>
        </a:p>
      </dgm:t>
    </dgm:pt>
    <dgm:pt modelId="{9D383CE8-7982-4FF5-A498-B3D95B110541}">
      <dgm:prSet phldrT="[Text]"/>
      <dgm:spPr/>
      <dgm:t>
        <a:bodyPr/>
        <a:lstStyle/>
        <a:p>
          <a:r>
            <a:rPr lang="en-GB" dirty="0" err="1"/>
            <a:t>Swimlanes</a:t>
          </a:r>
          <a:endParaRPr lang="en-GB" dirty="0"/>
        </a:p>
      </dgm:t>
    </dgm:pt>
    <dgm:pt modelId="{CA9F569A-E339-4030-9BFD-B0DDA30FDFD5}" type="parTrans" cxnId="{36F7D9C3-B23D-4F4F-9D07-75BDBBC6235F}">
      <dgm:prSet/>
      <dgm:spPr/>
      <dgm:t>
        <a:bodyPr/>
        <a:lstStyle/>
        <a:p>
          <a:endParaRPr lang="en-GB"/>
        </a:p>
      </dgm:t>
    </dgm:pt>
    <dgm:pt modelId="{B0C8C15D-6E53-42B8-9FB5-DE3C5F2C7254}" type="sibTrans" cxnId="{36F7D9C3-B23D-4F4F-9D07-75BDBBC6235F}">
      <dgm:prSet/>
      <dgm:spPr/>
      <dgm:t>
        <a:bodyPr/>
        <a:lstStyle/>
        <a:p>
          <a:endParaRPr lang="en-GB"/>
        </a:p>
      </dgm:t>
    </dgm:pt>
    <dgm:pt modelId="{59A17DAB-90A6-4D69-A9A7-7E506A5CB747}">
      <dgm:prSet phldrT="[Text]"/>
      <dgm:spPr/>
      <dgm:t>
        <a:bodyPr/>
        <a:lstStyle/>
        <a:p>
          <a:r>
            <a:rPr lang="en-GB" dirty="0"/>
            <a:t>A card is a visual representation of the tasks that need to be completed</a:t>
          </a:r>
        </a:p>
      </dgm:t>
    </dgm:pt>
    <dgm:pt modelId="{50DEDE0B-D486-4BC1-8049-EDA9C66E88DD}" type="parTrans" cxnId="{13CE7073-ED36-4471-9857-A8BF7E7A6764}">
      <dgm:prSet/>
      <dgm:spPr/>
      <dgm:t>
        <a:bodyPr/>
        <a:lstStyle/>
        <a:p>
          <a:endParaRPr lang="en-GB"/>
        </a:p>
      </dgm:t>
    </dgm:pt>
    <dgm:pt modelId="{63D49897-6098-42EE-A0E5-2A05F36C8214}" type="sibTrans" cxnId="{13CE7073-ED36-4471-9857-A8BF7E7A6764}">
      <dgm:prSet/>
      <dgm:spPr/>
      <dgm:t>
        <a:bodyPr/>
        <a:lstStyle/>
        <a:p>
          <a:endParaRPr lang="en-GB"/>
        </a:p>
      </dgm:t>
    </dgm:pt>
    <dgm:pt modelId="{97636E16-4712-434F-B292-59F0897BAB15}">
      <dgm:prSet phldrT="[Text]"/>
      <dgm:spPr/>
      <dgm:t>
        <a:bodyPr/>
        <a:lstStyle/>
        <a:p>
          <a:r>
            <a:rPr lang="en-GB" dirty="0"/>
            <a:t>Cards contain details about the task and its status such as description, person it is assigned to, deadline etc.</a:t>
          </a:r>
        </a:p>
      </dgm:t>
    </dgm:pt>
    <dgm:pt modelId="{9979B695-AED4-489C-8D82-FF98C42A5FC9}" type="parTrans" cxnId="{AE587084-54C6-4996-9D9A-DD25F5D08151}">
      <dgm:prSet/>
      <dgm:spPr/>
      <dgm:t>
        <a:bodyPr/>
        <a:lstStyle/>
        <a:p>
          <a:endParaRPr lang="en-GB"/>
        </a:p>
      </dgm:t>
    </dgm:pt>
    <dgm:pt modelId="{CD985837-707F-4711-A9B4-56B817F47BAA}" type="sibTrans" cxnId="{AE587084-54C6-4996-9D9A-DD25F5D08151}">
      <dgm:prSet/>
      <dgm:spPr/>
      <dgm:t>
        <a:bodyPr/>
        <a:lstStyle/>
        <a:p>
          <a:endParaRPr lang="en-GB"/>
        </a:p>
      </dgm:t>
    </dgm:pt>
    <dgm:pt modelId="{45534065-C00E-4D52-8DAB-596B57AC8189}">
      <dgm:prSet phldrT="[Text]"/>
      <dgm:spPr/>
      <dgm:t>
        <a:bodyPr/>
        <a:lstStyle/>
        <a:p>
          <a:r>
            <a:rPr lang="en-GB" dirty="0"/>
            <a:t>Every column represents a different stage of your work flow</a:t>
          </a:r>
        </a:p>
      </dgm:t>
    </dgm:pt>
    <dgm:pt modelId="{E2EFCCB3-B9D5-49B2-AB78-F6A8C4F3FAC6}" type="parTrans" cxnId="{90C308B8-07FF-451F-8965-0AB73DF9CBF7}">
      <dgm:prSet/>
      <dgm:spPr/>
      <dgm:t>
        <a:bodyPr/>
        <a:lstStyle/>
        <a:p>
          <a:endParaRPr lang="en-GB"/>
        </a:p>
      </dgm:t>
    </dgm:pt>
    <dgm:pt modelId="{195407AE-153F-47EB-BB8D-F4927ED49977}" type="sibTrans" cxnId="{90C308B8-07FF-451F-8965-0AB73DF9CBF7}">
      <dgm:prSet/>
      <dgm:spPr/>
      <dgm:t>
        <a:bodyPr/>
        <a:lstStyle/>
        <a:p>
          <a:endParaRPr lang="en-GB"/>
        </a:p>
      </dgm:t>
    </dgm:pt>
    <dgm:pt modelId="{A2DBE439-073B-4228-8D07-B6DBC0535B9D}">
      <dgm:prSet phldrT="[Text]"/>
      <dgm:spPr/>
      <dgm:t>
        <a:bodyPr/>
        <a:lstStyle/>
        <a:p>
          <a:r>
            <a:rPr lang="en-GB" dirty="0"/>
            <a:t>The cards move through the stages until they are fully completed</a:t>
          </a:r>
        </a:p>
      </dgm:t>
    </dgm:pt>
    <dgm:pt modelId="{C0A01AB9-0489-4819-8409-8BF8CE1A6635}" type="parTrans" cxnId="{DE79507C-C1D0-4E91-9F54-8E2BEE3A9E4D}">
      <dgm:prSet/>
      <dgm:spPr/>
      <dgm:t>
        <a:bodyPr/>
        <a:lstStyle/>
        <a:p>
          <a:endParaRPr lang="en-GB"/>
        </a:p>
      </dgm:t>
    </dgm:pt>
    <dgm:pt modelId="{5FD1FE15-309F-4078-BB11-FAD4712D5E06}" type="sibTrans" cxnId="{DE79507C-C1D0-4E91-9F54-8E2BEE3A9E4D}">
      <dgm:prSet/>
      <dgm:spPr/>
      <dgm:t>
        <a:bodyPr/>
        <a:lstStyle/>
        <a:p>
          <a:endParaRPr lang="en-GB"/>
        </a:p>
      </dgm:t>
    </dgm:pt>
    <dgm:pt modelId="{986BBE7B-95BE-4896-B444-1B401D4CFF0A}">
      <dgm:prSet phldrT="[Text]"/>
      <dgm:spPr/>
      <dgm:t>
        <a:bodyPr/>
        <a:lstStyle/>
        <a:p>
          <a:r>
            <a:rPr lang="en-GB" dirty="0"/>
            <a:t>Horizontal lanes used to separate the tasks in some fashion be that different activities, classes of service, teams, priority etc.</a:t>
          </a:r>
        </a:p>
      </dgm:t>
    </dgm:pt>
    <dgm:pt modelId="{D10DA236-8699-4482-8A03-CC1A079341CB}" type="parTrans" cxnId="{96560C3A-D38E-4F80-9854-C3A7E06C0110}">
      <dgm:prSet/>
      <dgm:spPr/>
      <dgm:t>
        <a:bodyPr/>
        <a:lstStyle/>
        <a:p>
          <a:endParaRPr lang="en-GB"/>
        </a:p>
      </dgm:t>
    </dgm:pt>
    <dgm:pt modelId="{120A92E5-A4F2-4572-85E3-719B3DF14A53}" type="sibTrans" cxnId="{96560C3A-D38E-4F80-9854-C3A7E06C0110}">
      <dgm:prSet/>
      <dgm:spPr/>
      <dgm:t>
        <a:bodyPr/>
        <a:lstStyle/>
        <a:p>
          <a:endParaRPr lang="en-GB"/>
        </a:p>
      </dgm:t>
    </dgm:pt>
    <dgm:pt modelId="{4EF0D3BD-9BDD-4963-A47F-0B3C11ED150C}">
      <dgm:prSet phldrT="[Text]"/>
      <dgm:spPr/>
      <dgm:t>
        <a:bodyPr/>
        <a:lstStyle/>
        <a:p>
          <a:r>
            <a:rPr lang="en-GB"/>
            <a:t>WiP Limits</a:t>
          </a:r>
          <a:endParaRPr lang="en-GB" dirty="0"/>
        </a:p>
      </dgm:t>
    </dgm:pt>
    <dgm:pt modelId="{CE93C553-C788-4EAD-84EB-2F73A2C45699}" type="parTrans" cxnId="{04DF1F5B-25D3-41E9-8CC5-08E23E55AF80}">
      <dgm:prSet/>
      <dgm:spPr/>
      <dgm:t>
        <a:bodyPr/>
        <a:lstStyle/>
        <a:p>
          <a:endParaRPr lang="en-GB"/>
        </a:p>
      </dgm:t>
    </dgm:pt>
    <dgm:pt modelId="{9140EC09-E6FF-45FB-B5E8-D9EBE8571160}" type="sibTrans" cxnId="{04DF1F5B-25D3-41E9-8CC5-08E23E55AF80}">
      <dgm:prSet/>
      <dgm:spPr/>
      <dgm:t>
        <a:bodyPr/>
        <a:lstStyle/>
        <a:p>
          <a:endParaRPr lang="en-GB"/>
        </a:p>
      </dgm:t>
    </dgm:pt>
    <dgm:pt modelId="{FD197114-B395-4F08-983D-3C1824A24592}">
      <dgm:prSet phldrT="[Text]"/>
      <dgm:spPr/>
      <dgm:t>
        <a:bodyPr/>
        <a:lstStyle/>
        <a:p>
          <a:r>
            <a:rPr lang="en-GB" dirty="0"/>
            <a:t>The maximum number of elements allowed in a column on the Kanban board</a:t>
          </a:r>
        </a:p>
      </dgm:t>
    </dgm:pt>
    <dgm:pt modelId="{9AC052F5-9BD3-4168-B1E7-37DE843C489F}" type="parTrans" cxnId="{4940FB1E-030D-43F1-ABB8-64A3A806D8D2}">
      <dgm:prSet/>
      <dgm:spPr/>
      <dgm:t>
        <a:bodyPr/>
        <a:lstStyle/>
        <a:p>
          <a:endParaRPr lang="en-GB"/>
        </a:p>
      </dgm:t>
    </dgm:pt>
    <dgm:pt modelId="{B1D2325D-0A63-4DEC-ADBB-C2CC883FFF1A}" type="sibTrans" cxnId="{4940FB1E-030D-43F1-ABB8-64A3A806D8D2}">
      <dgm:prSet/>
      <dgm:spPr/>
      <dgm:t>
        <a:bodyPr/>
        <a:lstStyle/>
        <a:p>
          <a:endParaRPr lang="en-GB"/>
        </a:p>
      </dgm:t>
    </dgm:pt>
    <dgm:pt modelId="{A5EBE9A2-0F43-4524-984B-FA1A7D9803DA}" type="pres">
      <dgm:prSet presAssocID="{FE6134C2-D1D6-44F7-9C31-209F698E7D36}" presName="linear" presStyleCnt="0">
        <dgm:presLayoutVars>
          <dgm:dir/>
          <dgm:animLvl val="lvl"/>
          <dgm:resizeHandles val="exact"/>
        </dgm:presLayoutVars>
      </dgm:prSet>
      <dgm:spPr/>
    </dgm:pt>
    <dgm:pt modelId="{6FCD4266-7F55-44F2-9445-542F0EFD6D32}" type="pres">
      <dgm:prSet presAssocID="{1EA325FC-F7A2-4147-98CB-922E61FEBCDC}" presName="parentLin" presStyleCnt="0"/>
      <dgm:spPr/>
    </dgm:pt>
    <dgm:pt modelId="{88181764-69BD-4DDA-8187-DA73C27AFF62}" type="pres">
      <dgm:prSet presAssocID="{1EA325FC-F7A2-4147-98CB-922E61FEBCDC}" presName="parentLeftMargin" presStyleLbl="node1" presStyleIdx="0" presStyleCnt="4"/>
      <dgm:spPr/>
    </dgm:pt>
    <dgm:pt modelId="{A5968B76-275F-4B77-B967-ED3164B7533E}" type="pres">
      <dgm:prSet presAssocID="{1EA325FC-F7A2-4147-98CB-922E61FEBCDC}" presName="parentText" presStyleLbl="node1" presStyleIdx="0" presStyleCnt="4">
        <dgm:presLayoutVars>
          <dgm:chMax val="0"/>
          <dgm:bulletEnabled val="1"/>
        </dgm:presLayoutVars>
      </dgm:prSet>
      <dgm:spPr/>
    </dgm:pt>
    <dgm:pt modelId="{E37996AE-DFD5-4B97-BD45-E7B7C6F47B04}" type="pres">
      <dgm:prSet presAssocID="{1EA325FC-F7A2-4147-98CB-922E61FEBCDC}" presName="negativeSpace" presStyleCnt="0"/>
      <dgm:spPr/>
    </dgm:pt>
    <dgm:pt modelId="{305BEB2E-DDE7-443C-8D09-F3DF12BF235D}" type="pres">
      <dgm:prSet presAssocID="{1EA325FC-F7A2-4147-98CB-922E61FEBCDC}" presName="childText" presStyleLbl="conFgAcc1" presStyleIdx="0" presStyleCnt="4">
        <dgm:presLayoutVars>
          <dgm:bulletEnabled val="1"/>
        </dgm:presLayoutVars>
      </dgm:prSet>
      <dgm:spPr/>
    </dgm:pt>
    <dgm:pt modelId="{F3D850BB-4BCA-49EF-B918-1A823F1E118F}" type="pres">
      <dgm:prSet presAssocID="{BE12E71A-F2B1-4D0D-8913-496312FE231B}" presName="spaceBetweenRectangles" presStyleCnt="0"/>
      <dgm:spPr/>
    </dgm:pt>
    <dgm:pt modelId="{AA05DB40-02B9-4010-A132-491090FA788B}" type="pres">
      <dgm:prSet presAssocID="{C687A750-04A8-4479-B4D3-3ED1F724608B}" presName="parentLin" presStyleCnt="0"/>
      <dgm:spPr/>
    </dgm:pt>
    <dgm:pt modelId="{C6990D31-E7F4-4FDB-96F6-E503AC97384B}" type="pres">
      <dgm:prSet presAssocID="{C687A750-04A8-4479-B4D3-3ED1F724608B}" presName="parentLeftMargin" presStyleLbl="node1" presStyleIdx="0" presStyleCnt="4"/>
      <dgm:spPr/>
    </dgm:pt>
    <dgm:pt modelId="{0B1511F5-EFC0-4E41-B92B-8BB032B80B5D}" type="pres">
      <dgm:prSet presAssocID="{C687A750-04A8-4479-B4D3-3ED1F724608B}" presName="parentText" presStyleLbl="node1" presStyleIdx="1" presStyleCnt="4">
        <dgm:presLayoutVars>
          <dgm:chMax val="0"/>
          <dgm:bulletEnabled val="1"/>
        </dgm:presLayoutVars>
      </dgm:prSet>
      <dgm:spPr/>
    </dgm:pt>
    <dgm:pt modelId="{F8EB3B71-9BF6-4010-97D4-720405958FF9}" type="pres">
      <dgm:prSet presAssocID="{C687A750-04A8-4479-B4D3-3ED1F724608B}" presName="negativeSpace" presStyleCnt="0"/>
      <dgm:spPr/>
    </dgm:pt>
    <dgm:pt modelId="{15151FB5-2649-4F2A-9522-F52CB619C577}" type="pres">
      <dgm:prSet presAssocID="{C687A750-04A8-4479-B4D3-3ED1F724608B}" presName="childText" presStyleLbl="conFgAcc1" presStyleIdx="1" presStyleCnt="4">
        <dgm:presLayoutVars>
          <dgm:bulletEnabled val="1"/>
        </dgm:presLayoutVars>
      </dgm:prSet>
      <dgm:spPr/>
    </dgm:pt>
    <dgm:pt modelId="{11460E02-8314-49AB-AF7C-4E1674E127E8}" type="pres">
      <dgm:prSet presAssocID="{ED44CCE9-6C14-4723-8422-FADEAA90B98A}" presName="spaceBetweenRectangles" presStyleCnt="0"/>
      <dgm:spPr/>
    </dgm:pt>
    <dgm:pt modelId="{9C62A8DA-CF25-45C1-BB5A-2F92E2DB6D68}" type="pres">
      <dgm:prSet presAssocID="{9D383CE8-7982-4FF5-A498-B3D95B110541}" presName="parentLin" presStyleCnt="0"/>
      <dgm:spPr/>
    </dgm:pt>
    <dgm:pt modelId="{0AE427BD-751D-4AB8-B4B8-3F2D99C1F78A}" type="pres">
      <dgm:prSet presAssocID="{9D383CE8-7982-4FF5-A498-B3D95B110541}" presName="parentLeftMargin" presStyleLbl="node1" presStyleIdx="1" presStyleCnt="4"/>
      <dgm:spPr/>
    </dgm:pt>
    <dgm:pt modelId="{FD9C04D0-9EF4-4E56-B7F3-2CD1DEAD242A}" type="pres">
      <dgm:prSet presAssocID="{9D383CE8-7982-4FF5-A498-B3D95B110541}" presName="parentText" presStyleLbl="node1" presStyleIdx="2" presStyleCnt="4">
        <dgm:presLayoutVars>
          <dgm:chMax val="0"/>
          <dgm:bulletEnabled val="1"/>
        </dgm:presLayoutVars>
      </dgm:prSet>
      <dgm:spPr/>
    </dgm:pt>
    <dgm:pt modelId="{DB823E92-2BEE-4EB8-8600-6588B2D58FC4}" type="pres">
      <dgm:prSet presAssocID="{9D383CE8-7982-4FF5-A498-B3D95B110541}" presName="negativeSpace" presStyleCnt="0"/>
      <dgm:spPr/>
    </dgm:pt>
    <dgm:pt modelId="{1FEBF08C-FC11-4231-A547-60C0732BF570}" type="pres">
      <dgm:prSet presAssocID="{9D383CE8-7982-4FF5-A498-B3D95B110541}" presName="childText" presStyleLbl="conFgAcc1" presStyleIdx="2" presStyleCnt="4">
        <dgm:presLayoutVars>
          <dgm:bulletEnabled val="1"/>
        </dgm:presLayoutVars>
      </dgm:prSet>
      <dgm:spPr/>
    </dgm:pt>
    <dgm:pt modelId="{175423A9-CDD9-411D-B382-55EE401F6661}" type="pres">
      <dgm:prSet presAssocID="{B0C8C15D-6E53-42B8-9FB5-DE3C5F2C7254}" presName="spaceBetweenRectangles" presStyleCnt="0"/>
      <dgm:spPr/>
    </dgm:pt>
    <dgm:pt modelId="{B9B5C488-7B60-4B15-A148-56D2B1995CD9}" type="pres">
      <dgm:prSet presAssocID="{4EF0D3BD-9BDD-4963-A47F-0B3C11ED150C}" presName="parentLin" presStyleCnt="0"/>
      <dgm:spPr/>
    </dgm:pt>
    <dgm:pt modelId="{65C7B8C8-9B59-47FA-A68C-19FDB2F88A6E}" type="pres">
      <dgm:prSet presAssocID="{4EF0D3BD-9BDD-4963-A47F-0B3C11ED150C}" presName="parentLeftMargin" presStyleLbl="node1" presStyleIdx="2" presStyleCnt="4"/>
      <dgm:spPr/>
    </dgm:pt>
    <dgm:pt modelId="{1FC700A8-4597-462B-9E27-E79EF78F9082}" type="pres">
      <dgm:prSet presAssocID="{4EF0D3BD-9BDD-4963-A47F-0B3C11ED150C}" presName="parentText" presStyleLbl="node1" presStyleIdx="3" presStyleCnt="4">
        <dgm:presLayoutVars>
          <dgm:chMax val="0"/>
          <dgm:bulletEnabled val="1"/>
        </dgm:presLayoutVars>
      </dgm:prSet>
      <dgm:spPr/>
    </dgm:pt>
    <dgm:pt modelId="{D156089F-8E6C-40D5-A9FC-68113602A888}" type="pres">
      <dgm:prSet presAssocID="{4EF0D3BD-9BDD-4963-A47F-0B3C11ED150C}" presName="negativeSpace" presStyleCnt="0"/>
      <dgm:spPr/>
    </dgm:pt>
    <dgm:pt modelId="{D983E85F-1B31-429C-88C5-92B0534C089E}" type="pres">
      <dgm:prSet presAssocID="{4EF0D3BD-9BDD-4963-A47F-0B3C11ED150C}" presName="childText" presStyleLbl="conFgAcc1" presStyleIdx="3" presStyleCnt="4">
        <dgm:presLayoutVars>
          <dgm:bulletEnabled val="1"/>
        </dgm:presLayoutVars>
      </dgm:prSet>
      <dgm:spPr/>
    </dgm:pt>
  </dgm:ptLst>
  <dgm:cxnLst>
    <dgm:cxn modelId="{46284212-447B-44EE-84F4-80A78D201F80}" type="presOf" srcId="{9D383CE8-7982-4FF5-A498-B3D95B110541}" destId="{0AE427BD-751D-4AB8-B4B8-3F2D99C1F78A}" srcOrd="0" destOrd="0" presId="urn:microsoft.com/office/officeart/2005/8/layout/list1"/>
    <dgm:cxn modelId="{4940FB1E-030D-43F1-ABB8-64A3A806D8D2}" srcId="{4EF0D3BD-9BDD-4963-A47F-0B3C11ED150C}" destId="{FD197114-B395-4F08-983D-3C1824A24592}" srcOrd="0" destOrd="0" parTransId="{9AC052F5-9BD3-4168-B1E7-37DE843C489F}" sibTransId="{B1D2325D-0A63-4DEC-ADBB-C2CC883FFF1A}"/>
    <dgm:cxn modelId="{EEF5BD37-FB2A-42F0-B759-E365637D07F3}" srcId="{FE6134C2-D1D6-44F7-9C31-209F698E7D36}" destId="{C687A750-04A8-4479-B4D3-3ED1F724608B}" srcOrd="1" destOrd="0" parTransId="{C9612537-4441-46E1-BF22-BC4C1B9FE02B}" sibTransId="{ED44CCE9-6C14-4723-8422-FADEAA90B98A}"/>
    <dgm:cxn modelId="{96560C3A-D38E-4F80-9854-C3A7E06C0110}" srcId="{9D383CE8-7982-4FF5-A498-B3D95B110541}" destId="{986BBE7B-95BE-4896-B444-1B401D4CFF0A}" srcOrd="0" destOrd="0" parTransId="{D10DA236-8699-4482-8A03-CC1A079341CB}" sibTransId="{120A92E5-A4F2-4572-85E3-719B3DF14A53}"/>
    <dgm:cxn modelId="{04DF1F5B-25D3-41E9-8CC5-08E23E55AF80}" srcId="{FE6134C2-D1D6-44F7-9C31-209F698E7D36}" destId="{4EF0D3BD-9BDD-4963-A47F-0B3C11ED150C}" srcOrd="3" destOrd="0" parTransId="{CE93C553-C788-4EAD-84EB-2F73A2C45699}" sibTransId="{9140EC09-E6FF-45FB-B5E8-D9EBE8571160}"/>
    <dgm:cxn modelId="{9BA6C563-4C55-4F2A-9F50-4B15238DFD86}" type="presOf" srcId="{4EF0D3BD-9BDD-4963-A47F-0B3C11ED150C}" destId="{1FC700A8-4597-462B-9E27-E79EF78F9082}" srcOrd="1" destOrd="0" presId="urn:microsoft.com/office/officeart/2005/8/layout/list1"/>
    <dgm:cxn modelId="{74429D64-0948-44B8-9FA0-D2665A9A6234}" type="presOf" srcId="{45534065-C00E-4D52-8DAB-596B57AC8189}" destId="{15151FB5-2649-4F2A-9522-F52CB619C577}" srcOrd="0" destOrd="0" presId="urn:microsoft.com/office/officeart/2005/8/layout/list1"/>
    <dgm:cxn modelId="{EE209546-768A-422E-89C0-F4BD24DE381A}" srcId="{FE6134C2-D1D6-44F7-9C31-209F698E7D36}" destId="{1EA325FC-F7A2-4147-98CB-922E61FEBCDC}" srcOrd="0" destOrd="0" parTransId="{12AD9917-1E55-481E-9234-00D719BC0123}" sibTransId="{BE12E71A-F2B1-4D0D-8913-496312FE231B}"/>
    <dgm:cxn modelId="{A4240848-3F07-4EE7-93B8-028B29FB03E0}" type="presOf" srcId="{1EA325FC-F7A2-4147-98CB-922E61FEBCDC}" destId="{A5968B76-275F-4B77-B967-ED3164B7533E}" srcOrd="1" destOrd="0" presId="urn:microsoft.com/office/officeart/2005/8/layout/list1"/>
    <dgm:cxn modelId="{1494AE68-912C-44B9-8E9A-53C5D690429E}" type="presOf" srcId="{97636E16-4712-434F-B292-59F0897BAB15}" destId="{305BEB2E-DDE7-443C-8D09-F3DF12BF235D}" srcOrd="0" destOrd="1" presId="urn:microsoft.com/office/officeart/2005/8/layout/list1"/>
    <dgm:cxn modelId="{13CE7073-ED36-4471-9857-A8BF7E7A6764}" srcId="{1EA325FC-F7A2-4147-98CB-922E61FEBCDC}" destId="{59A17DAB-90A6-4D69-A9A7-7E506A5CB747}" srcOrd="0" destOrd="0" parTransId="{50DEDE0B-D486-4BC1-8049-EDA9C66E88DD}" sibTransId="{63D49897-6098-42EE-A0E5-2A05F36C8214}"/>
    <dgm:cxn modelId="{DE79507C-C1D0-4E91-9F54-8E2BEE3A9E4D}" srcId="{C687A750-04A8-4479-B4D3-3ED1F724608B}" destId="{A2DBE439-073B-4228-8D07-B6DBC0535B9D}" srcOrd="1" destOrd="0" parTransId="{C0A01AB9-0489-4819-8409-8BF8CE1A6635}" sibTransId="{5FD1FE15-309F-4078-BB11-FAD4712D5E06}"/>
    <dgm:cxn modelId="{AE587084-54C6-4996-9D9A-DD25F5D08151}" srcId="{1EA325FC-F7A2-4147-98CB-922E61FEBCDC}" destId="{97636E16-4712-434F-B292-59F0897BAB15}" srcOrd="1" destOrd="0" parTransId="{9979B695-AED4-489C-8D82-FF98C42A5FC9}" sibTransId="{CD985837-707F-4711-A9B4-56B817F47BAA}"/>
    <dgm:cxn modelId="{99F87192-B365-4EB5-96DD-DC309886AF77}" type="presOf" srcId="{4EF0D3BD-9BDD-4963-A47F-0B3C11ED150C}" destId="{65C7B8C8-9B59-47FA-A68C-19FDB2F88A6E}" srcOrd="0" destOrd="0" presId="urn:microsoft.com/office/officeart/2005/8/layout/list1"/>
    <dgm:cxn modelId="{53F5CDAF-7DC8-4D39-B5B4-9B95E0E6E160}" type="presOf" srcId="{A2DBE439-073B-4228-8D07-B6DBC0535B9D}" destId="{15151FB5-2649-4F2A-9522-F52CB619C577}" srcOrd="0" destOrd="1" presId="urn:microsoft.com/office/officeart/2005/8/layout/list1"/>
    <dgm:cxn modelId="{3FC751B2-D5DB-45F9-BF74-59CBC27B4B59}" type="presOf" srcId="{1EA325FC-F7A2-4147-98CB-922E61FEBCDC}" destId="{88181764-69BD-4DDA-8187-DA73C27AFF62}" srcOrd="0" destOrd="0" presId="urn:microsoft.com/office/officeart/2005/8/layout/list1"/>
    <dgm:cxn modelId="{07A8E8B2-3F0B-4CEB-A5E9-883DD1E3BE9D}" type="presOf" srcId="{C687A750-04A8-4479-B4D3-3ED1F724608B}" destId="{0B1511F5-EFC0-4E41-B92B-8BB032B80B5D}" srcOrd="1" destOrd="0" presId="urn:microsoft.com/office/officeart/2005/8/layout/list1"/>
    <dgm:cxn modelId="{44E8A0B3-5920-4DDC-ADEB-A9E20CA14DCD}" type="presOf" srcId="{FE6134C2-D1D6-44F7-9C31-209F698E7D36}" destId="{A5EBE9A2-0F43-4524-984B-FA1A7D9803DA}" srcOrd="0" destOrd="0" presId="urn:microsoft.com/office/officeart/2005/8/layout/list1"/>
    <dgm:cxn modelId="{90C308B8-07FF-451F-8965-0AB73DF9CBF7}" srcId="{C687A750-04A8-4479-B4D3-3ED1F724608B}" destId="{45534065-C00E-4D52-8DAB-596B57AC8189}" srcOrd="0" destOrd="0" parTransId="{E2EFCCB3-B9D5-49B2-AB78-F6A8C4F3FAC6}" sibTransId="{195407AE-153F-47EB-BB8D-F4927ED49977}"/>
    <dgm:cxn modelId="{8BC634B8-9B09-47E9-8FAA-D0B1CADD6A76}" type="presOf" srcId="{FD197114-B395-4F08-983D-3C1824A24592}" destId="{D983E85F-1B31-429C-88C5-92B0534C089E}" srcOrd="0" destOrd="0" presId="urn:microsoft.com/office/officeart/2005/8/layout/list1"/>
    <dgm:cxn modelId="{36F7D9C3-B23D-4F4F-9D07-75BDBBC6235F}" srcId="{FE6134C2-D1D6-44F7-9C31-209F698E7D36}" destId="{9D383CE8-7982-4FF5-A498-B3D95B110541}" srcOrd="2" destOrd="0" parTransId="{CA9F569A-E339-4030-9BFD-B0DDA30FDFD5}" sibTransId="{B0C8C15D-6E53-42B8-9FB5-DE3C5F2C7254}"/>
    <dgm:cxn modelId="{68F814CF-3C52-453B-8ECD-449F3FDFAD76}" type="presOf" srcId="{59A17DAB-90A6-4D69-A9A7-7E506A5CB747}" destId="{305BEB2E-DDE7-443C-8D09-F3DF12BF235D}" srcOrd="0" destOrd="0" presId="urn:microsoft.com/office/officeart/2005/8/layout/list1"/>
    <dgm:cxn modelId="{4C5B83DD-35B6-4128-BB73-329A470F0CBC}" type="presOf" srcId="{986BBE7B-95BE-4896-B444-1B401D4CFF0A}" destId="{1FEBF08C-FC11-4231-A547-60C0732BF570}" srcOrd="0" destOrd="0" presId="urn:microsoft.com/office/officeart/2005/8/layout/list1"/>
    <dgm:cxn modelId="{ACAA3AE0-B91D-44BC-9DFC-9FF4E9573879}" type="presOf" srcId="{9D383CE8-7982-4FF5-A498-B3D95B110541}" destId="{FD9C04D0-9EF4-4E56-B7F3-2CD1DEAD242A}" srcOrd="1" destOrd="0" presId="urn:microsoft.com/office/officeart/2005/8/layout/list1"/>
    <dgm:cxn modelId="{A7E98CE1-B7F6-4AC0-A76C-20EF46C6A203}" type="presOf" srcId="{C687A750-04A8-4479-B4D3-3ED1F724608B}" destId="{C6990D31-E7F4-4FDB-96F6-E503AC97384B}" srcOrd="0" destOrd="0" presId="urn:microsoft.com/office/officeart/2005/8/layout/list1"/>
    <dgm:cxn modelId="{81288FC3-21C4-43DA-AB84-C95B58A8CEA7}" type="presParOf" srcId="{A5EBE9A2-0F43-4524-984B-FA1A7D9803DA}" destId="{6FCD4266-7F55-44F2-9445-542F0EFD6D32}" srcOrd="0" destOrd="0" presId="urn:microsoft.com/office/officeart/2005/8/layout/list1"/>
    <dgm:cxn modelId="{2F826A60-166F-4D58-9507-FA8D05DD220E}" type="presParOf" srcId="{6FCD4266-7F55-44F2-9445-542F0EFD6D32}" destId="{88181764-69BD-4DDA-8187-DA73C27AFF62}" srcOrd="0" destOrd="0" presId="urn:microsoft.com/office/officeart/2005/8/layout/list1"/>
    <dgm:cxn modelId="{101BA544-F7A3-4EDF-A7A3-DF301472D6E2}" type="presParOf" srcId="{6FCD4266-7F55-44F2-9445-542F0EFD6D32}" destId="{A5968B76-275F-4B77-B967-ED3164B7533E}" srcOrd="1" destOrd="0" presId="urn:microsoft.com/office/officeart/2005/8/layout/list1"/>
    <dgm:cxn modelId="{91830DC3-BFC2-4A25-95EE-38D57B6E843C}" type="presParOf" srcId="{A5EBE9A2-0F43-4524-984B-FA1A7D9803DA}" destId="{E37996AE-DFD5-4B97-BD45-E7B7C6F47B04}" srcOrd="1" destOrd="0" presId="urn:microsoft.com/office/officeart/2005/8/layout/list1"/>
    <dgm:cxn modelId="{69C3140F-616F-45F8-964B-92C4DF4B4B48}" type="presParOf" srcId="{A5EBE9A2-0F43-4524-984B-FA1A7D9803DA}" destId="{305BEB2E-DDE7-443C-8D09-F3DF12BF235D}" srcOrd="2" destOrd="0" presId="urn:microsoft.com/office/officeart/2005/8/layout/list1"/>
    <dgm:cxn modelId="{16E45279-E03F-4627-B299-8207BAAE4726}" type="presParOf" srcId="{A5EBE9A2-0F43-4524-984B-FA1A7D9803DA}" destId="{F3D850BB-4BCA-49EF-B918-1A823F1E118F}" srcOrd="3" destOrd="0" presId="urn:microsoft.com/office/officeart/2005/8/layout/list1"/>
    <dgm:cxn modelId="{1BCDF5E1-6396-4F32-9868-2027EBB3395B}" type="presParOf" srcId="{A5EBE9A2-0F43-4524-984B-FA1A7D9803DA}" destId="{AA05DB40-02B9-4010-A132-491090FA788B}" srcOrd="4" destOrd="0" presId="urn:microsoft.com/office/officeart/2005/8/layout/list1"/>
    <dgm:cxn modelId="{E628B0D1-3135-4B48-BD9E-C0968B74D6BA}" type="presParOf" srcId="{AA05DB40-02B9-4010-A132-491090FA788B}" destId="{C6990D31-E7F4-4FDB-96F6-E503AC97384B}" srcOrd="0" destOrd="0" presId="urn:microsoft.com/office/officeart/2005/8/layout/list1"/>
    <dgm:cxn modelId="{6F7F12CB-BA26-40F7-80E8-64A569D670C8}" type="presParOf" srcId="{AA05DB40-02B9-4010-A132-491090FA788B}" destId="{0B1511F5-EFC0-4E41-B92B-8BB032B80B5D}" srcOrd="1" destOrd="0" presId="urn:microsoft.com/office/officeart/2005/8/layout/list1"/>
    <dgm:cxn modelId="{B3C351E7-B0C9-4643-9D4A-CC7360EB306B}" type="presParOf" srcId="{A5EBE9A2-0F43-4524-984B-FA1A7D9803DA}" destId="{F8EB3B71-9BF6-4010-97D4-720405958FF9}" srcOrd="5" destOrd="0" presId="urn:microsoft.com/office/officeart/2005/8/layout/list1"/>
    <dgm:cxn modelId="{CE5C5A69-ACE1-427E-A428-EF67189E3D41}" type="presParOf" srcId="{A5EBE9A2-0F43-4524-984B-FA1A7D9803DA}" destId="{15151FB5-2649-4F2A-9522-F52CB619C577}" srcOrd="6" destOrd="0" presId="urn:microsoft.com/office/officeart/2005/8/layout/list1"/>
    <dgm:cxn modelId="{E168D907-CF97-45EE-8421-35B8121CAD5C}" type="presParOf" srcId="{A5EBE9A2-0F43-4524-984B-FA1A7D9803DA}" destId="{11460E02-8314-49AB-AF7C-4E1674E127E8}" srcOrd="7" destOrd="0" presId="urn:microsoft.com/office/officeart/2005/8/layout/list1"/>
    <dgm:cxn modelId="{2E806CBF-3215-445E-91A7-8126D52C5A88}" type="presParOf" srcId="{A5EBE9A2-0F43-4524-984B-FA1A7D9803DA}" destId="{9C62A8DA-CF25-45C1-BB5A-2F92E2DB6D68}" srcOrd="8" destOrd="0" presId="urn:microsoft.com/office/officeart/2005/8/layout/list1"/>
    <dgm:cxn modelId="{B3576133-9CBE-43F9-8AE4-2F61EDDE1EAC}" type="presParOf" srcId="{9C62A8DA-CF25-45C1-BB5A-2F92E2DB6D68}" destId="{0AE427BD-751D-4AB8-B4B8-3F2D99C1F78A}" srcOrd="0" destOrd="0" presId="urn:microsoft.com/office/officeart/2005/8/layout/list1"/>
    <dgm:cxn modelId="{D233E89B-3836-446A-9B7E-2967B977FF32}" type="presParOf" srcId="{9C62A8DA-CF25-45C1-BB5A-2F92E2DB6D68}" destId="{FD9C04D0-9EF4-4E56-B7F3-2CD1DEAD242A}" srcOrd="1" destOrd="0" presId="urn:microsoft.com/office/officeart/2005/8/layout/list1"/>
    <dgm:cxn modelId="{478B909E-BD5F-4CD5-83B1-413FB674666A}" type="presParOf" srcId="{A5EBE9A2-0F43-4524-984B-FA1A7D9803DA}" destId="{DB823E92-2BEE-4EB8-8600-6588B2D58FC4}" srcOrd="9" destOrd="0" presId="urn:microsoft.com/office/officeart/2005/8/layout/list1"/>
    <dgm:cxn modelId="{CB54BF72-98C2-4F48-9F6B-DDE9EADDF0B8}" type="presParOf" srcId="{A5EBE9A2-0F43-4524-984B-FA1A7D9803DA}" destId="{1FEBF08C-FC11-4231-A547-60C0732BF570}" srcOrd="10" destOrd="0" presId="urn:microsoft.com/office/officeart/2005/8/layout/list1"/>
    <dgm:cxn modelId="{321D548F-D246-4D79-B4C9-C95D83347E0B}" type="presParOf" srcId="{A5EBE9A2-0F43-4524-984B-FA1A7D9803DA}" destId="{175423A9-CDD9-411D-B382-55EE401F6661}" srcOrd="11" destOrd="0" presId="urn:microsoft.com/office/officeart/2005/8/layout/list1"/>
    <dgm:cxn modelId="{0A0A67DA-5DA6-4331-97DA-F060F9EECD56}" type="presParOf" srcId="{A5EBE9A2-0F43-4524-984B-FA1A7D9803DA}" destId="{B9B5C488-7B60-4B15-A148-56D2B1995CD9}" srcOrd="12" destOrd="0" presId="urn:microsoft.com/office/officeart/2005/8/layout/list1"/>
    <dgm:cxn modelId="{09A7BB9B-78F7-440A-B91E-F8438558CA4D}" type="presParOf" srcId="{B9B5C488-7B60-4B15-A148-56D2B1995CD9}" destId="{65C7B8C8-9B59-47FA-A68C-19FDB2F88A6E}" srcOrd="0" destOrd="0" presId="urn:microsoft.com/office/officeart/2005/8/layout/list1"/>
    <dgm:cxn modelId="{AB0364A7-A88F-4378-9E08-D9223E069E62}" type="presParOf" srcId="{B9B5C488-7B60-4B15-A148-56D2B1995CD9}" destId="{1FC700A8-4597-462B-9E27-E79EF78F9082}" srcOrd="1" destOrd="0" presId="urn:microsoft.com/office/officeart/2005/8/layout/list1"/>
    <dgm:cxn modelId="{AB16A528-79B1-43A4-B8A9-04510FCCF3B6}" type="presParOf" srcId="{A5EBE9A2-0F43-4524-984B-FA1A7D9803DA}" destId="{D156089F-8E6C-40D5-A9FC-68113602A888}" srcOrd="13" destOrd="0" presId="urn:microsoft.com/office/officeart/2005/8/layout/list1"/>
    <dgm:cxn modelId="{B11C5AAB-53B9-4A0C-9EE7-82C36AAA611E}" type="presParOf" srcId="{A5EBE9A2-0F43-4524-984B-FA1A7D9803DA}" destId="{D983E85F-1B31-429C-88C5-92B0534C089E}"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D5E0BD0D-3FF3-40F7-BE42-EB66371DF572}"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en-GB"/>
        </a:p>
      </dgm:t>
    </dgm:pt>
    <dgm:pt modelId="{F9F3EF50-07EA-45E9-9670-F45147E56074}">
      <dgm:prSet phldrT="[Text]"/>
      <dgm:spPr/>
      <dgm:t>
        <a:bodyPr/>
        <a:lstStyle/>
        <a:p>
          <a:r>
            <a:rPr lang="en-GB" dirty="0"/>
            <a:t>Commitment Point</a:t>
          </a:r>
        </a:p>
      </dgm:t>
    </dgm:pt>
    <dgm:pt modelId="{B0281EA5-D87F-4A7C-B1F4-A99B17BAEBE8}" type="parTrans" cxnId="{C7E71197-0BF3-424C-B56A-00CD405A53D0}">
      <dgm:prSet/>
      <dgm:spPr/>
      <dgm:t>
        <a:bodyPr/>
        <a:lstStyle/>
        <a:p>
          <a:endParaRPr lang="en-GB"/>
        </a:p>
      </dgm:t>
    </dgm:pt>
    <dgm:pt modelId="{D396199C-E543-4E2A-869C-A7097F156030}" type="sibTrans" cxnId="{C7E71197-0BF3-424C-B56A-00CD405A53D0}">
      <dgm:prSet/>
      <dgm:spPr/>
      <dgm:t>
        <a:bodyPr/>
        <a:lstStyle/>
        <a:p>
          <a:endParaRPr lang="en-GB"/>
        </a:p>
      </dgm:t>
    </dgm:pt>
    <dgm:pt modelId="{9CC860E7-1888-4119-B078-F91820E215E9}">
      <dgm:prSet phldrT="[Text]"/>
      <dgm:spPr/>
      <dgm:t>
        <a:bodyPr/>
        <a:lstStyle/>
        <a:p>
          <a:r>
            <a:rPr lang="en-GB" dirty="0"/>
            <a:t>The commitment point marks the column where tasks wait to be pulled into the flow</a:t>
          </a:r>
        </a:p>
      </dgm:t>
    </dgm:pt>
    <dgm:pt modelId="{761AD619-121C-463B-8144-4F609129FFE0}" type="parTrans" cxnId="{5090B29D-A839-443D-8C01-B8884B961281}">
      <dgm:prSet/>
      <dgm:spPr/>
      <dgm:t>
        <a:bodyPr/>
        <a:lstStyle/>
        <a:p>
          <a:endParaRPr lang="en-GB"/>
        </a:p>
      </dgm:t>
    </dgm:pt>
    <dgm:pt modelId="{BD85D154-BBAD-43AF-B486-9B23A04E69CC}" type="sibTrans" cxnId="{5090B29D-A839-443D-8C01-B8884B961281}">
      <dgm:prSet/>
      <dgm:spPr/>
      <dgm:t>
        <a:bodyPr/>
        <a:lstStyle/>
        <a:p>
          <a:endParaRPr lang="en-GB"/>
        </a:p>
      </dgm:t>
    </dgm:pt>
    <dgm:pt modelId="{04DE3DA2-6419-453C-9234-997D9DC658B6}">
      <dgm:prSet phldrT="[Text]"/>
      <dgm:spPr/>
      <dgm:t>
        <a:bodyPr/>
        <a:lstStyle/>
        <a:p>
          <a:r>
            <a:rPr lang="en-GB" dirty="0"/>
            <a:t>Delivery Point</a:t>
          </a:r>
        </a:p>
      </dgm:t>
    </dgm:pt>
    <dgm:pt modelId="{46DFE7DA-1868-4B8D-8C79-1B4122CA5A29}" type="parTrans" cxnId="{1AFC0712-5594-4166-BC56-51296458B9EB}">
      <dgm:prSet/>
      <dgm:spPr/>
      <dgm:t>
        <a:bodyPr/>
        <a:lstStyle/>
        <a:p>
          <a:endParaRPr lang="en-GB"/>
        </a:p>
      </dgm:t>
    </dgm:pt>
    <dgm:pt modelId="{12B51E8A-2B56-466A-A310-5ABD50A12C16}" type="sibTrans" cxnId="{1AFC0712-5594-4166-BC56-51296458B9EB}">
      <dgm:prSet/>
      <dgm:spPr/>
      <dgm:t>
        <a:bodyPr/>
        <a:lstStyle/>
        <a:p>
          <a:endParaRPr lang="en-GB"/>
        </a:p>
      </dgm:t>
    </dgm:pt>
    <dgm:pt modelId="{EFA6BDED-01C1-4373-B626-B8E470CAD8F3}">
      <dgm:prSet phldrT="[Text]"/>
      <dgm:spPr/>
      <dgm:t>
        <a:bodyPr/>
        <a:lstStyle/>
        <a:p>
          <a:r>
            <a:rPr lang="en-GB" dirty="0"/>
            <a:t>The column where tasks that are completed are considered finished</a:t>
          </a:r>
        </a:p>
      </dgm:t>
    </dgm:pt>
    <dgm:pt modelId="{EB0EFE43-ED3B-414D-A1F3-A9A0342046AB}" type="parTrans" cxnId="{3BA8A617-7478-48EE-B8E8-077F8178F3B5}">
      <dgm:prSet/>
      <dgm:spPr/>
      <dgm:t>
        <a:bodyPr/>
        <a:lstStyle/>
        <a:p>
          <a:endParaRPr lang="en-GB"/>
        </a:p>
      </dgm:t>
    </dgm:pt>
    <dgm:pt modelId="{70A150FF-2AD4-432A-9C21-5D59A348ED85}" type="sibTrans" cxnId="{3BA8A617-7478-48EE-B8E8-077F8178F3B5}">
      <dgm:prSet/>
      <dgm:spPr/>
      <dgm:t>
        <a:bodyPr/>
        <a:lstStyle/>
        <a:p>
          <a:endParaRPr lang="en-GB"/>
        </a:p>
      </dgm:t>
    </dgm:pt>
    <dgm:pt modelId="{CC000E5E-D2DC-484D-BF91-CE84533787A3}" type="pres">
      <dgm:prSet presAssocID="{D5E0BD0D-3FF3-40F7-BE42-EB66371DF572}" presName="linear" presStyleCnt="0">
        <dgm:presLayoutVars>
          <dgm:dir/>
          <dgm:animLvl val="lvl"/>
          <dgm:resizeHandles val="exact"/>
        </dgm:presLayoutVars>
      </dgm:prSet>
      <dgm:spPr/>
    </dgm:pt>
    <dgm:pt modelId="{13CD60F1-C38E-4E77-9431-489AD251EC61}" type="pres">
      <dgm:prSet presAssocID="{F9F3EF50-07EA-45E9-9670-F45147E56074}" presName="parentLin" presStyleCnt="0"/>
      <dgm:spPr/>
    </dgm:pt>
    <dgm:pt modelId="{2B125B5B-FCBA-4F20-970C-DCB328F62BAA}" type="pres">
      <dgm:prSet presAssocID="{F9F3EF50-07EA-45E9-9670-F45147E56074}" presName="parentLeftMargin" presStyleLbl="node1" presStyleIdx="0" presStyleCnt="2"/>
      <dgm:spPr/>
    </dgm:pt>
    <dgm:pt modelId="{184AF931-6637-47F7-85B3-7A596747504C}" type="pres">
      <dgm:prSet presAssocID="{F9F3EF50-07EA-45E9-9670-F45147E56074}" presName="parentText" presStyleLbl="node1" presStyleIdx="0" presStyleCnt="2">
        <dgm:presLayoutVars>
          <dgm:chMax val="0"/>
          <dgm:bulletEnabled val="1"/>
        </dgm:presLayoutVars>
      </dgm:prSet>
      <dgm:spPr/>
    </dgm:pt>
    <dgm:pt modelId="{297D4316-3301-4BAB-8FFB-DBB211FC95E4}" type="pres">
      <dgm:prSet presAssocID="{F9F3EF50-07EA-45E9-9670-F45147E56074}" presName="negativeSpace" presStyleCnt="0"/>
      <dgm:spPr/>
    </dgm:pt>
    <dgm:pt modelId="{88DCE637-0257-4709-B2C2-6DD6F8FB786B}" type="pres">
      <dgm:prSet presAssocID="{F9F3EF50-07EA-45E9-9670-F45147E56074}" presName="childText" presStyleLbl="conFgAcc1" presStyleIdx="0" presStyleCnt="2">
        <dgm:presLayoutVars>
          <dgm:bulletEnabled val="1"/>
        </dgm:presLayoutVars>
      </dgm:prSet>
      <dgm:spPr/>
    </dgm:pt>
    <dgm:pt modelId="{31CC9F6A-F190-46F9-A1B6-7BACD508EE3B}" type="pres">
      <dgm:prSet presAssocID="{D396199C-E543-4E2A-869C-A7097F156030}" presName="spaceBetweenRectangles" presStyleCnt="0"/>
      <dgm:spPr/>
    </dgm:pt>
    <dgm:pt modelId="{F86D2583-40AB-44E0-B427-9530E7360C4C}" type="pres">
      <dgm:prSet presAssocID="{04DE3DA2-6419-453C-9234-997D9DC658B6}" presName="parentLin" presStyleCnt="0"/>
      <dgm:spPr/>
    </dgm:pt>
    <dgm:pt modelId="{61C83732-4B24-4175-B05E-C7E3920B71E9}" type="pres">
      <dgm:prSet presAssocID="{04DE3DA2-6419-453C-9234-997D9DC658B6}" presName="parentLeftMargin" presStyleLbl="node1" presStyleIdx="0" presStyleCnt="2"/>
      <dgm:spPr/>
    </dgm:pt>
    <dgm:pt modelId="{EC5600D6-5FB5-495F-B948-88F2DEAFFBC6}" type="pres">
      <dgm:prSet presAssocID="{04DE3DA2-6419-453C-9234-997D9DC658B6}" presName="parentText" presStyleLbl="node1" presStyleIdx="1" presStyleCnt="2">
        <dgm:presLayoutVars>
          <dgm:chMax val="0"/>
          <dgm:bulletEnabled val="1"/>
        </dgm:presLayoutVars>
      </dgm:prSet>
      <dgm:spPr/>
    </dgm:pt>
    <dgm:pt modelId="{8A6E7430-4E8C-40DF-8EB9-AB841BE0D417}" type="pres">
      <dgm:prSet presAssocID="{04DE3DA2-6419-453C-9234-997D9DC658B6}" presName="negativeSpace" presStyleCnt="0"/>
      <dgm:spPr/>
    </dgm:pt>
    <dgm:pt modelId="{17AE9D36-802C-40D6-9E49-04063A4B7C65}" type="pres">
      <dgm:prSet presAssocID="{04DE3DA2-6419-453C-9234-997D9DC658B6}" presName="childText" presStyleLbl="conFgAcc1" presStyleIdx="1" presStyleCnt="2">
        <dgm:presLayoutVars>
          <dgm:bulletEnabled val="1"/>
        </dgm:presLayoutVars>
      </dgm:prSet>
      <dgm:spPr/>
    </dgm:pt>
  </dgm:ptLst>
  <dgm:cxnLst>
    <dgm:cxn modelId="{1AFC0712-5594-4166-BC56-51296458B9EB}" srcId="{D5E0BD0D-3FF3-40F7-BE42-EB66371DF572}" destId="{04DE3DA2-6419-453C-9234-997D9DC658B6}" srcOrd="1" destOrd="0" parTransId="{46DFE7DA-1868-4B8D-8C79-1B4122CA5A29}" sibTransId="{12B51E8A-2B56-466A-A310-5ABD50A12C16}"/>
    <dgm:cxn modelId="{3BA8A617-7478-48EE-B8E8-077F8178F3B5}" srcId="{04DE3DA2-6419-453C-9234-997D9DC658B6}" destId="{EFA6BDED-01C1-4373-B626-B8E470CAD8F3}" srcOrd="0" destOrd="0" parTransId="{EB0EFE43-ED3B-414D-A1F3-A9A0342046AB}" sibTransId="{70A150FF-2AD4-432A-9C21-5D59A348ED85}"/>
    <dgm:cxn modelId="{DE0D6B29-5BC2-4052-B488-F93D626E2BB3}" type="presOf" srcId="{D5E0BD0D-3FF3-40F7-BE42-EB66371DF572}" destId="{CC000E5E-D2DC-484D-BF91-CE84533787A3}" srcOrd="0" destOrd="0" presId="urn:microsoft.com/office/officeart/2005/8/layout/list1"/>
    <dgm:cxn modelId="{9C84E15C-64A4-40E6-87C9-C9F0AB773914}" type="presOf" srcId="{04DE3DA2-6419-453C-9234-997D9DC658B6}" destId="{61C83732-4B24-4175-B05E-C7E3920B71E9}" srcOrd="0" destOrd="0" presId="urn:microsoft.com/office/officeart/2005/8/layout/list1"/>
    <dgm:cxn modelId="{69E52248-A0D2-419C-904A-2C64EFA920DD}" type="presOf" srcId="{9CC860E7-1888-4119-B078-F91820E215E9}" destId="{88DCE637-0257-4709-B2C2-6DD6F8FB786B}" srcOrd="0" destOrd="0" presId="urn:microsoft.com/office/officeart/2005/8/layout/list1"/>
    <dgm:cxn modelId="{2F437978-AB19-4C15-8A00-F6C611FAD671}" type="presOf" srcId="{F9F3EF50-07EA-45E9-9670-F45147E56074}" destId="{184AF931-6637-47F7-85B3-7A596747504C}" srcOrd="1" destOrd="0" presId="urn:microsoft.com/office/officeart/2005/8/layout/list1"/>
    <dgm:cxn modelId="{C7E71197-0BF3-424C-B56A-00CD405A53D0}" srcId="{D5E0BD0D-3FF3-40F7-BE42-EB66371DF572}" destId="{F9F3EF50-07EA-45E9-9670-F45147E56074}" srcOrd="0" destOrd="0" parTransId="{B0281EA5-D87F-4A7C-B1F4-A99B17BAEBE8}" sibTransId="{D396199C-E543-4E2A-869C-A7097F156030}"/>
    <dgm:cxn modelId="{5090B29D-A839-443D-8C01-B8884B961281}" srcId="{F9F3EF50-07EA-45E9-9670-F45147E56074}" destId="{9CC860E7-1888-4119-B078-F91820E215E9}" srcOrd="0" destOrd="0" parTransId="{761AD619-121C-463B-8144-4F609129FFE0}" sibTransId="{BD85D154-BBAD-43AF-B486-9B23A04E69CC}"/>
    <dgm:cxn modelId="{4EF56EC7-596D-48B0-833E-E7261C9EDFAD}" type="presOf" srcId="{F9F3EF50-07EA-45E9-9670-F45147E56074}" destId="{2B125B5B-FCBA-4F20-970C-DCB328F62BAA}" srcOrd="0" destOrd="0" presId="urn:microsoft.com/office/officeart/2005/8/layout/list1"/>
    <dgm:cxn modelId="{5366CAD8-42F8-4731-AA68-DBF93EBB5171}" type="presOf" srcId="{EFA6BDED-01C1-4373-B626-B8E470CAD8F3}" destId="{17AE9D36-802C-40D6-9E49-04063A4B7C65}" srcOrd="0" destOrd="0" presId="urn:microsoft.com/office/officeart/2005/8/layout/list1"/>
    <dgm:cxn modelId="{E98AE6DE-C6AF-4423-AB21-93653F4DADCA}" type="presOf" srcId="{04DE3DA2-6419-453C-9234-997D9DC658B6}" destId="{EC5600D6-5FB5-495F-B948-88F2DEAFFBC6}" srcOrd="1" destOrd="0" presId="urn:microsoft.com/office/officeart/2005/8/layout/list1"/>
    <dgm:cxn modelId="{87107B0B-C437-49FD-88BF-38E2AC574E0C}" type="presParOf" srcId="{CC000E5E-D2DC-484D-BF91-CE84533787A3}" destId="{13CD60F1-C38E-4E77-9431-489AD251EC61}" srcOrd="0" destOrd="0" presId="urn:microsoft.com/office/officeart/2005/8/layout/list1"/>
    <dgm:cxn modelId="{99F25AAC-EAB9-4AF1-B654-E8363028EDA3}" type="presParOf" srcId="{13CD60F1-C38E-4E77-9431-489AD251EC61}" destId="{2B125B5B-FCBA-4F20-970C-DCB328F62BAA}" srcOrd="0" destOrd="0" presId="urn:microsoft.com/office/officeart/2005/8/layout/list1"/>
    <dgm:cxn modelId="{8A79387A-37F1-46BD-8267-E8AA7CF4156D}" type="presParOf" srcId="{13CD60F1-C38E-4E77-9431-489AD251EC61}" destId="{184AF931-6637-47F7-85B3-7A596747504C}" srcOrd="1" destOrd="0" presId="urn:microsoft.com/office/officeart/2005/8/layout/list1"/>
    <dgm:cxn modelId="{BD2A7F28-C030-4DA1-80EF-01145629EFA8}" type="presParOf" srcId="{CC000E5E-D2DC-484D-BF91-CE84533787A3}" destId="{297D4316-3301-4BAB-8FFB-DBB211FC95E4}" srcOrd="1" destOrd="0" presId="urn:microsoft.com/office/officeart/2005/8/layout/list1"/>
    <dgm:cxn modelId="{D369703A-448D-474E-83C1-6ECC4B9815A0}" type="presParOf" srcId="{CC000E5E-D2DC-484D-BF91-CE84533787A3}" destId="{88DCE637-0257-4709-B2C2-6DD6F8FB786B}" srcOrd="2" destOrd="0" presId="urn:microsoft.com/office/officeart/2005/8/layout/list1"/>
    <dgm:cxn modelId="{A113B578-7A38-480D-B15B-C548F4403231}" type="presParOf" srcId="{CC000E5E-D2DC-484D-BF91-CE84533787A3}" destId="{31CC9F6A-F190-46F9-A1B6-7BACD508EE3B}" srcOrd="3" destOrd="0" presId="urn:microsoft.com/office/officeart/2005/8/layout/list1"/>
    <dgm:cxn modelId="{5E473EA2-E192-49A3-ACDC-0BED23FB931D}" type="presParOf" srcId="{CC000E5E-D2DC-484D-BF91-CE84533787A3}" destId="{F86D2583-40AB-44E0-B427-9530E7360C4C}" srcOrd="4" destOrd="0" presId="urn:microsoft.com/office/officeart/2005/8/layout/list1"/>
    <dgm:cxn modelId="{BDC2CFA7-BCC1-4232-B6EB-C6AA3CE1DA13}" type="presParOf" srcId="{F86D2583-40AB-44E0-B427-9530E7360C4C}" destId="{61C83732-4B24-4175-B05E-C7E3920B71E9}" srcOrd="0" destOrd="0" presId="urn:microsoft.com/office/officeart/2005/8/layout/list1"/>
    <dgm:cxn modelId="{4E6920D5-2A65-459E-9371-3CD783F58D44}" type="presParOf" srcId="{F86D2583-40AB-44E0-B427-9530E7360C4C}" destId="{EC5600D6-5FB5-495F-B948-88F2DEAFFBC6}" srcOrd="1" destOrd="0" presId="urn:microsoft.com/office/officeart/2005/8/layout/list1"/>
    <dgm:cxn modelId="{EED21795-262E-410E-AE8C-6350D4B748DE}" type="presParOf" srcId="{CC000E5E-D2DC-484D-BF91-CE84533787A3}" destId="{8A6E7430-4E8C-40DF-8EB9-AB841BE0D417}" srcOrd="5" destOrd="0" presId="urn:microsoft.com/office/officeart/2005/8/layout/list1"/>
    <dgm:cxn modelId="{8026FFA9-F0D5-4BB4-BCFD-7CE5D56B0EDF}" type="presParOf" srcId="{CC000E5E-D2DC-484D-BF91-CE84533787A3}" destId="{17AE9D36-802C-40D6-9E49-04063A4B7C65}"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D4F30DCD-B146-4248-ACEE-A9A798CFABA9}"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en-GB"/>
        </a:p>
      </dgm:t>
    </dgm:pt>
    <dgm:pt modelId="{272E1840-6A84-41FA-AFCF-E7A0516376FF}">
      <dgm:prSet phldrT="[Text]"/>
      <dgm:spPr/>
      <dgm:t>
        <a:bodyPr/>
        <a:lstStyle/>
        <a:p>
          <a:r>
            <a:rPr lang="en-GB" dirty="0"/>
            <a:t>Visualise Work</a:t>
          </a:r>
        </a:p>
      </dgm:t>
    </dgm:pt>
    <dgm:pt modelId="{A1BAB9ED-2004-450D-BEF4-8F0C68915878}" type="parTrans" cxnId="{0F69B628-9EA9-49CB-9462-2982878593EF}">
      <dgm:prSet/>
      <dgm:spPr/>
      <dgm:t>
        <a:bodyPr/>
        <a:lstStyle/>
        <a:p>
          <a:endParaRPr lang="en-GB"/>
        </a:p>
      </dgm:t>
    </dgm:pt>
    <dgm:pt modelId="{AFD27679-F0B4-48FF-951A-5AC87B7CFD75}" type="sibTrans" cxnId="{0F69B628-9EA9-49CB-9462-2982878593EF}">
      <dgm:prSet/>
      <dgm:spPr/>
      <dgm:t>
        <a:bodyPr/>
        <a:lstStyle/>
        <a:p>
          <a:endParaRPr lang="en-GB"/>
        </a:p>
      </dgm:t>
    </dgm:pt>
    <dgm:pt modelId="{6B95F690-7992-47CA-A821-6F926C1A737A}">
      <dgm:prSet phldrT="[Text]"/>
      <dgm:spPr/>
      <dgm:t>
        <a:bodyPr/>
        <a:lstStyle/>
        <a:p>
          <a:r>
            <a:rPr lang="en-GB" dirty="0"/>
            <a:t>Limit Work-in-Progress</a:t>
          </a:r>
        </a:p>
      </dgm:t>
    </dgm:pt>
    <dgm:pt modelId="{CC09CCF9-0E62-4B37-94BA-1F7E6B82C845}" type="parTrans" cxnId="{22ACF745-2571-48D2-AD3C-F9D938A70636}">
      <dgm:prSet/>
      <dgm:spPr/>
      <dgm:t>
        <a:bodyPr/>
        <a:lstStyle/>
        <a:p>
          <a:endParaRPr lang="en-GB"/>
        </a:p>
      </dgm:t>
    </dgm:pt>
    <dgm:pt modelId="{E73157B8-C48E-4C98-9852-9939D4322084}" type="sibTrans" cxnId="{22ACF745-2571-48D2-AD3C-F9D938A70636}">
      <dgm:prSet/>
      <dgm:spPr/>
      <dgm:t>
        <a:bodyPr/>
        <a:lstStyle/>
        <a:p>
          <a:endParaRPr lang="en-GB"/>
        </a:p>
      </dgm:t>
    </dgm:pt>
    <dgm:pt modelId="{8EBA833E-305D-4137-B032-73B353FE84FE}">
      <dgm:prSet phldrT="[Text]"/>
      <dgm:spPr/>
      <dgm:t>
        <a:bodyPr/>
        <a:lstStyle/>
        <a:p>
          <a:r>
            <a:rPr lang="en-GB" dirty="0"/>
            <a:t>Manage Flow</a:t>
          </a:r>
        </a:p>
      </dgm:t>
    </dgm:pt>
    <dgm:pt modelId="{EE27CF45-42B9-444B-B496-B8D9D4CFB420}" type="parTrans" cxnId="{C3447121-48F1-46BB-AE89-26FABFF3CF4F}">
      <dgm:prSet/>
      <dgm:spPr/>
      <dgm:t>
        <a:bodyPr/>
        <a:lstStyle/>
        <a:p>
          <a:endParaRPr lang="en-GB"/>
        </a:p>
      </dgm:t>
    </dgm:pt>
    <dgm:pt modelId="{0CC2B075-11F6-41B3-B543-62BD97385FDE}" type="sibTrans" cxnId="{C3447121-48F1-46BB-AE89-26FABFF3CF4F}">
      <dgm:prSet/>
      <dgm:spPr/>
      <dgm:t>
        <a:bodyPr/>
        <a:lstStyle/>
        <a:p>
          <a:endParaRPr lang="en-GB"/>
        </a:p>
      </dgm:t>
    </dgm:pt>
    <dgm:pt modelId="{D1101792-419A-4844-9E94-345527924005}">
      <dgm:prSet phldrT="[Text]"/>
      <dgm:spPr/>
      <dgm:t>
        <a:bodyPr/>
        <a:lstStyle/>
        <a:p>
          <a:r>
            <a:rPr lang="en-GB" dirty="0"/>
            <a:t>Create a visual model of your work so you can observe the flow as it moves through the system</a:t>
          </a:r>
        </a:p>
      </dgm:t>
    </dgm:pt>
    <dgm:pt modelId="{A6931416-0F23-4E84-B192-D77EB16DE6A2}" type="parTrans" cxnId="{9C0CB118-EC4E-4D32-8379-68B7D6D9A975}">
      <dgm:prSet/>
      <dgm:spPr/>
      <dgm:t>
        <a:bodyPr/>
        <a:lstStyle/>
        <a:p>
          <a:endParaRPr lang="en-GB"/>
        </a:p>
      </dgm:t>
    </dgm:pt>
    <dgm:pt modelId="{38AE2B6F-6D29-493E-B4F2-C04A593CD455}" type="sibTrans" cxnId="{9C0CB118-EC4E-4D32-8379-68B7D6D9A975}">
      <dgm:prSet/>
      <dgm:spPr/>
      <dgm:t>
        <a:bodyPr/>
        <a:lstStyle/>
        <a:p>
          <a:endParaRPr lang="en-GB"/>
        </a:p>
      </dgm:t>
    </dgm:pt>
    <dgm:pt modelId="{730A0995-3BD2-4DAC-AC42-9F84E9B1F089}">
      <dgm:prSet phldrT="[Text]"/>
      <dgm:spPr/>
      <dgm:t>
        <a:bodyPr/>
        <a:lstStyle/>
        <a:p>
          <a:r>
            <a:rPr lang="en-GB" dirty="0"/>
            <a:t>By making it visible you can see blockers, bottlenecks and queues leading to increased communication and collaboration</a:t>
          </a:r>
        </a:p>
      </dgm:t>
    </dgm:pt>
    <dgm:pt modelId="{A0323433-70BA-4292-97A2-46F09DB97918}" type="parTrans" cxnId="{81FEDBA1-C285-4850-8AED-44A284359CA8}">
      <dgm:prSet/>
      <dgm:spPr/>
      <dgm:t>
        <a:bodyPr/>
        <a:lstStyle/>
        <a:p>
          <a:endParaRPr lang="en-GB"/>
        </a:p>
      </dgm:t>
    </dgm:pt>
    <dgm:pt modelId="{39BB9A98-2248-493C-BFA6-F8051AB57CCB}" type="sibTrans" cxnId="{81FEDBA1-C285-4850-8AED-44A284359CA8}">
      <dgm:prSet/>
      <dgm:spPr/>
      <dgm:t>
        <a:bodyPr/>
        <a:lstStyle/>
        <a:p>
          <a:endParaRPr lang="en-GB"/>
        </a:p>
      </dgm:t>
    </dgm:pt>
    <dgm:pt modelId="{94BCC737-EA4B-4A4A-9820-97B2A06AFE29}">
      <dgm:prSet phldrT="[Text]"/>
      <dgm:spPr/>
      <dgm:t>
        <a:bodyPr/>
        <a:lstStyle/>
        <a:p>
          <a:r>
            <a:rPr lang="en-GB" dirty="0"/>
            <a:t>It is clear how fast things are moving through the system and where additional effort may be needed to boost flow</a:t>
          </a:r>
        </a:p>
      </dgm:t>
    </dgm:pt>
    <dgm:pt modelId="{10FEFFE2-5C0D-4635-B51B-649A0897A6B3}" type="parTrans" cxnId="{3F4B869F-03E3-401A-947E-E6F38FE90506}">
      <dgm:prSet/>
      <dgm:spPr/>
      <dgm:t>
        <a:bodyPr/>
        <a:lstStyle/>
        <a:p>
          <a:endParaRPr lang="en-GB"/>
        </a:p>
      </dgm:t>
    </dgm:pt>
    <dgm:pt modelId="{2CD49731-7D86-4D1E-A9C9-8F66C9B243F4}" type="sibTrans" cxnId="{3F4B869F-03E3-401A-947E-E6F38FE90506}">
      <dgm:prSet/>
      <dgm:spPr/>
      <dgm:t>
        <a:bodyPr/>
        <a:lstStyle/>
        <a:p>
          <a:endParaRPr lang="en-GB"/>
        </a:p>
      </dgm:t>
    </dgm:pt>
    <dgm:pt modelId="{0865159F-DEC0-4B45-94DE-5D1DAF67DC75}">
      <dgm:prSet phldrT="[Text]"/>
      <dgm:spPr/>
      <dgm:t>
        <a:bodyPr/>
        <a:lstStyle/>
        <a:p>
          <a:r>
            <a:rPr lang="en-GB" dirty="0"/>
            <a:t>By limiting the amount of unfinished work in the system the flow speed is increased</a:t>
          </a:r>
        </a:p>
      </dgm:t>
    </dgm:pt>
    <dgm:pt modelId="{15E3AC79-DF5F-4AC9-B0C7-1594D22F2C19}" type="parTrans" cxnId="{84CB0859-EE96-48D6-86D1-9FBFCF0C7CF8}">
      <dgm:prSet/>
      <dgm:spPr/>
      <dgm:t>
        <a:bodyPr/>
        <a:lstStyle/>
        <a:p>
          <a:endParaRPr lang="en-GB"/>
        </a:p>
      </dgm:t>
    </dgm:pt>
    <dgm:pt modelId="{8C5FE9B3-6C63-4097-9B8F-8709779F0F73}" type="sibTrans" cxnId="{84CB0859-EE96-48D6-86D1-9FBFCF0C7CF8}">
      <dgm:prSet/>
      <dgm:spPr/>
      <dgm:t>
        <a:bodyPr/>
        <a:lstStyle/>
        <a:p>
          <a:endParaRPr lang="en-GB"/>
        </a:p>
      </dgm:t>
    </dgm:pt>
    <dgm:pt modelId="{729A82C2-B4D6-4BFC-8A3F-CF3A79002DF1}">
      <dgm:prSet phldrT="[Text]"/>
      <dgm:spPr/>
      <dgm:t>
        <a:bodyPr/>
        <a:lstStyle/>
        <a:p>
          <a:r>
            <a:rPr lang="en-GB" dirty="0"/>
            <a:t>Avoid issues related to task switching and the need to reprioritise tasks</a:t>
          </a:r>
        </a:p>
      </dgm:t>
    </dgm:pt>
    <dgm:pt modelId="{F65BA464-FE37-4029-972E-20DFB9BE14BC}" type="parTrans" cxnId="{34BE383C-F3DE-4167-9662-57417EAFA300}">
      <dgm:prSet/>
      <dgm:spPr/>
      <dgm:t>
        <a:bodyPr/>
        <a:lstStyle/>
        <a:p>
          <a:endParaRPr lang="en-GB"/>
        </a:p>
      </dgm:t>
    </dgm:pt>
    <dgm:pt modelId="{AA4DDCA6-FA69-444A-B379-E974D656ED38}" type="sibTrans" cxnId="{34BE383C-F3DE-4167-9662-57417EAFA300}">
      <dgm:prSet/>
      <dgm:spPr/>
      <dgm:t>
        <a:bodyPr/>
        <a:lstStyle/>
        <a:p>
          <a:endParaRPr lang="en-GB"/>
        </a:p>
      </dgm:t>
    </dgm:pt>
    <dgm:pt modelId="{C5B5CA8C-86F9-4C8D-8369-73A87AE7189D}">
      <dgm:prSet phldrT="[Text]"/>
      <dgm:spPr/>
      <dgm:t>
        <a:bodyPr/>
        <a:lstStyle/>
        <a:p>
          <a:r>
            <a:rPr lang="en-GB" dirty="0" err="1"/>
            <a:t>WiP</a:t>
          </a:r>
          <a:r>
            <a:rPr lang="en-GB" dirty="0"/>
            <a:t> limits enable teams to work faster in a healthier, more sustainable environment</a:t>
          </a:r>
        </a:p>
      </dgm:t>
    </dgm:pt>
    <dgm:pt modelId="{82027A91-6871-4DC1-B6D5-32A287BBC579}" type="parTrans" cxnId="{41527F5B-C102-474D-AF40-94EA166E0FF7}">
      <dgm:prSet/>
      <dgm:spPr/>
      <dgm:t>
        <a:bodyPr/>
        <a:lstStyle/>
        <a:p>
          <a:endParaRPr lang="en-GB"/>
        </a:p>
      </dgm:t>
    </dgm:pt>
    <dgm:pt modelId="{A4DF918D-2E31-41D0-A35E-43CCDCA5FFD2}" type="sibTrans" cxnId="{41527F5B-C102-474D-AF40-94EA166E0FF7}">
      <dgm:prSet/>
      <dgm:spPr/>
      <dgm:t>
        <a:bodyPr/>
        <a:lstStyle/>
        <a:p>
          <a:endParaRPr lang="en-GB"/>
        </a:p>
      </dgm:t>
    </dgm:pt>
    <dgm:pt modelId="{540DEC09-E3A8-483E-A7D0-7576258D6844}">
      <dgm:prSet phldrT="[Text]"/>
      <dgm:spPr/>
      <dgm:t>
        <a:bodyPr/>
        <a:lstStyle/>
        <a:p>
          <a:r>
            <a:rPr lang="en-GB" dirty="0"/>
            <a:t>Manage the work not the people</a:t>
          </a:r>
        </a:p>
      </dgm:t>
    </dgm:pt>
    <dgm:pt modelId="{964C2DC8-29FE-4478-99CC-9A5FD103C5CA}" type="parTrans" cxnId="{5AB1E2CB-FDFA-46E6-BF0C-FEC8ACD14B79}">
      <dgm:prSet/>
      <dgm:spPr/>
      <dgm:t>
        <a:bodyPr/>
        <a:lstStyle/>
        <a:p>
          <a:endParaRPr lang="en-GB"/>
        </a:p>
      </dgm:t>
    </dgm:pt>
    <dgm:pt modelId="{C297DC4C-05B1-4E2A-850C-9C93E3F800B3}" type="sibTrans" cxnId="{5AB1E2CB-FDFA-46E6-BF0C-FEC8ACD14B79}">
      <dgm:prSet/>
      <dgm:spPr/>
      <dgm:t>
        <a:bodyPr/>
        <a:lstStyle/>
        <a:p>
          <a:endParaRPr lang="en-GB"/>
        </a:p>
      </dgm:t>
    </dgm:pt>
    <dgm:pt modelId="{761A3AE2-C603-4BE7-8473-709C6DB187D1}">
      <dgm:prSet phldrT="[Text]"/>
      <dgm:spPr/>
      <dgm:t>
        <a:bodyPr/>
        <a:lstStyle/>
        <a:p>
          <a:r>
            <a:rPr lang="en-GB" dirty="0"/>
            <a:t>Focus on the work-processes and work on understanding how to get the work through those processes faster</a:t>
          </a:r>
        </a:p>
      </dgm:t>
    </dgm:pt>
    <dgm:pt modelId="{8F6681F3-14E7-4C92-955C-D471D995E469}" type="parTrans" cxnId="{8975856D-EC93-48E3-BBC1-D68BB24D229F}">
      <dgm:prSet/>
      <dgm:spPr/>
      <dgm:t>
        <a:bodyPr/>
        <a:lstStyle/>
        <a:p>
          <a:endParaRPr lang="en-GB"/>
        </a:p>
      </dgm:t>
    </dgm:pt>
    <dgm:pt modelId="{4FD50E1A-2183-4D94-907A-6BF810894993}" type="sibTrans" cxnId="{8975856D-EC93-48E3-BBC1-D68BB24D229F}">
      <dgm:prSet/>
      <dgm:spPr/>
      <dgm:t>
        <a:bodyPr/>
        <a:lstStyle/>
        <a:p>
          <a:endParaRPr lang="en-GB"/>
        </a:p>
      </dgm:t>
    </dgm:pt>
    <dgm:pt modelId="{4D0AFFA8-317B-4CB6-9547-0E99C9804DCA}" type="pres">
      <dgm:prSet presAssocID="{D4F30DCD-B146-4248-ACEE-A9A798CFABA9}" presName="linear" presStyleCnt="0">
        <dgm:presLayoutVars>
          <dgm:dir/>
          <dgm:animLvl val="lvl"/>
          <dgm:resizeHandles val="exact"/>
        </dgm:presLayoutVars>
      </dgm:prSet>
      <dgm:spPr/>
    </dgm:pt>
    <dgm:pt modelId="{31FBCAB5-1DC2-4173-BD2D-601E7C3E206B}" type="pres">
      <dgm:prSet presAssocID="{272E1840-6A84-41FA-AFCF-E7A0516376FF}" presName="parentLin" presStyleCnt="0"/>
      <dgm:spPr/>
    </dgm:pt>
    <dgm:pt modelId="{91F9BD3A-908A-4E54-96C6-6BAC88CD5A65}" type="pres">
      <dgm:prSet presAssocID="{272E1840-6A84-41FA-AFCF-E7A0516376FF}" presName="parentLeftMargin" presStyleLbl="node1" presStyleIdx="0" presStyleCnt="3"/>
      <dgm:spPr/>
    </dgm:pt>
    <dgm:pt modelId="{97FCC6BB-748C-4431-9C77-00765687193A}" type="pres">
      <dgm:prSet presAssocID="{272E1840-6A84-41FA-AFCF-E7A0516376FF}" presName="parentText" presStyleLbl="node1" presStyleIdx="0" presStyleCnt="3">
        <dgm:presLayoutVars>
          <dgm:chMax val="0"/>
          <dgm:bulletEnabled val="1"/>
        </dgm:presLayoutVars>
      </dgm:prSet>
      <dgm:spPr/>
    </dgm:pt>
    <dgm:pt modelId="{391D1CCB-692C-4D4A-BF96-E6ED923CBAED}" type="pres">
      <dgm:prSet presAssocID="{272E1840-6A84-41FA-AFCF-E7A0516376FF}" presName="negativeSpace" presStyleCnt="0"/>
      <dgm:spPr/>
    </dgm:pt>
    <dgm:pt modelId="{7FDE52BC-00E3-437D-B5A3-2FD9A2AD31A5}" type="pres">
      <dgm:prSet presAssocID="{272E1840-6A84-41FA-AFCF-E7A0516376FF}" presName="childText" presStyleLbl="conFgAcc1" presStyleIdx="0" presStyleCnt="3">
        <dgm:presLayoutVars>
          <dgm:bulletEnabled val="1"/>
        </dgm:presLayoutVars>
      </dgm:prSet>
      <dgm:spPr/>
    </dgm:pt>
    <dgm:pt modelId="{9DDFA37D-53C5-4F4B-9E2A-1AEC0DE7BAFE}" type="pres">
      <dgm:prSet presAssocID="{AFD27679-F0B4-48FF-951A-5AC87B7CFD75}" presName="spaceBetweenRectangles" presStyleCnt="0"/>
      <dgm:spPr/>
    </dgm:pt>
    <dgm:pt modelId="{4FB5107E-F0FD-40AA-8BE7-7B580AEC0906}" type="pres">
      <dgm:prSet presAssocID="{6B95F690-7992-47CA-A821-6F926C1A737A}" presName="parentLin" presStyleCnt="0"/>
      <dgm:spPr/>
    </dgm:pt>
    <dgm:pt modelId="{5171F3FA-1FA1-439D-9B23-5087380EC80D}" type="pres">
      <dgm:prSet presAssocID="{6B95F690-7992-47CA-A821-6F926C1A737A}" presName="parentLeftMargin" presStyleLbl="node1" presStyleIdx="0" presStyleCnt="3"/>
      <dgm:spPr/>
    </dgm:pt>
    <dgm:pt modelId="{700B5686-4031-448A-A28A-5BEF94B0095C}" type="pres">
      <dgm:prSet presAssocID="{6B95F690-7992-47CA-A821-6F926C1A737A}" presName="parentText" presStyleLbl="node1" presStyleIdx="1" presStyleCnt="3">
        <dgm:presLayoutVars>
          <dgm:chMax val="0"/>
          <dgm:bulletEnabled val="1"/>
        </dgm:presLayoutVars>
      </dgm:prSet>
      <dgm:spPr/>
    </dgm:pt>
    <dgm:pt modelId="{761D9EA6-B05F-4F04-AE0F-FCF8EAF1DC4A}" type="pres">
      <dgm:prSet presAssocID="{6B95F690-7992-47CA-A821-6F926C1A737A}" presName="negativeSpace" presStyleCnt="0"/>
      <dgm:spPr/>
    </dgm:pt>
    <dgm:pt modelId="{5EF65D75-2724-4591-88C2-AE12B01525AD}" type="pres">
      <dgm:prSet presAssocID="{6B95F690-7992-47CA-A821-6F926C1A737A}" presName="childText" presStyleLbl="conFgAcc1" presStyleIdx="1" presStyleCnt="3">
        <dgm:presLayoutVars>
          <dgm:bulletEnabled val="1"/>
        </dgm:presLayoutVars>
      </dgm:prSet>
      <dgm:spPr/>
    </dgm:pt>
    <dgm:pt modelId="{1A3B254E-43D6-4C79-A19D-ADB98B3B1A42}" type="pres">
      <dgm:prSet presAssocID="{E73157B8-C48E-4C98-9852-9939D4322084}" presName="spaceBetweenRectangles" presStyleCnt="0"/>
      <dgm:spPr/>
    </dgm:pt>
    <dgm:pt modelId="{0F3B9175-270D-459E-8348-2AD9FFE42180}" type="pres">
      <dgm:prSet presAssocID="{8EBA833E-305D-4137-B032-73B353FE84FE}" presName="parentLin" presStyleCnt="0"/>
      <dgm:spPr/>
    </dgm:pt>
    <dgm:pt modelId="{94B87AF5-E4B5-413F-A035-F63A7D99927B}" type="pres">
      <dgm:prSet presAssocID="{8EBA833E-305D-4137-B032-73B353FE84FE}" presName="parentLeftMargin" presStyleLbl="node1" presStyleIdx="1" presStyleCnt="3"/>
      <dgm:spPr/>
    </dgm:pt>
    <dgm:pt modelId="{1801CD1B-7C9E-49F6-B439-8E2E53E307FC}" type="pres">
      <dgm:prSet presAssocID="{8EBA833E-305D-4137-B032-73B353FE84FE}" presName="parentText" presStyleLbl="node1" presStyleIdx="2" presStyleCnt="3">
        <dgm:presLayoutVars>
          <dgm:chMax val="0"/>
          <dgm:bulletEnabled val="1"/>
        </dgm:presLayoutVars>
      </dgm:prSet>
      <dgm:spPr/>
    </dgm:pt>
    <dgm:pt modelId="{9F28001A-43CA-4655-B7F4-758148676F5B}" type="pres">
      <dgm:prSet presAssocID="{8EBA833E-305D-4137-B032-73B353FE84FE}" presName="negativeSpace" presStyleCnt="0"/>
      <dgm:spPr/>
    </dgm:pt>
    <dgm:pt modelId="{FB979332-7899-43C0-ACF0-078262455576}" type="pres">
      <dgm:prSet presAssocID="{8EBA833E-305D-4137-B032-73B353FE84FE}" presName="childText" presStyleLbl="conFgAcc1" presStyleIdx="2" presStyleCnt="3">
        <dgm:presLayoutVars>
          <dgm:bulletEnabled val="1"/>
        </dgm:presLayoutVars>
      </dgm:prSet>
      <dgm:spPr/>
    </dgm:pt>
  </dgm:ptLst>
  <dgm:cxnLst>
    <dgm:cxn modelId="{9C0CB118-EC4E-4D32-8379-68B7D6D9A975}" srcId="{272E1840-6A84-41FA-AFCF-E7A0516376FF}" destId="{D1101792-419A-4844-9E94-345527924005}" srcOrd="0" destOrd="0" parTransId="{A6931416-0F23-4E84-B192-D77EB16DE6A2}" sibTransId="{38AE2B6F-6D29-493E-B4F2-C04A593CD455}"/>
    <dgm:cxn modelId="{C3447121-48F1-46BB-AE89-26FABFF3CF4F}" srcId="{D4F30DCD-B146-4248-ACEE-A9A798CFABA9}" destId="{8EBA833E-305D-4137-B032-73B353FE84FE}" srcOrd="2" destOrd="0" parTransId="{EE27CF45-42B9-444B-B496-B8D9D4CFB420}" sibTransId="{0CC2B075-11F6-41B3-B543-62BD97385FDE}"/>
    <dgm:cxn modelId="{DD8E4B26-82F4-4FEF-8DC7-B661DA91CE3B}" type="presOf" srcId="{6B95F690-7992-47CA-A821-6F926C1A737A}" destId="{700B5686-4031-448A-A28A-5BEF94B0095C}" srcOrd="1" destOrd="0" presId="urn:microsoft.com/office/officeart/2005/8/layout/list1"/>
    <dgm:cxn modelId="{0F69B628-9EA9-49CB-9462-2982878593EF}" srcId="{D4F30DCD-B146-4248-ACEE-A9A798CFABA9}" destId="{272E1840-6A84-41FA-AFCF-E7A0516376FF}" srcOrd="0" destOrd="0" parTransId="{A1BAB9ED-2004-450D-BEF4-8F0C68915878}" sibTransId="{AFD27679-F0B4-48FF-951A-5AC87B7CFD75}"/>
    <dgm:cxn modelId="{CCFB312D-74E3-4D31-ABBD-CB31FF894BA8}" type="presOf" srcId="{730A0995-3BD2-4DAC-AC42-9F84E9B1F089}" destId="{7FDE52BC-00E3-437D-B5A3-2FD9A2AD31A5}" srcOrd="0" destOrd="1" presId="urn:microsoft.com/office/officeart/2005/8/layout/list1"/>
    <dgm:cxn modelId="{467E6F3A-50BE-498F-85EC-FCF38FFD0AD1}" type="presOf" srcId="{272E1840-6A84-41FA-AFCF-E7A0516376FF}" destId="{97FCC6BB-748C-4431-9C77-00765687193A}" srcOrd="1" destOrd="0" presId="urn:microsoft.com/office/officeart/2005/8/layout/list1"/>
    <dgm:cxn modelId="{34BE383C-F3DE-4167-9662-57417EAFA300}" srcId="{6B95F690-7992-47CA-A821-6F926C1A737A}" destId="{729A82C2-B4D6-4BFC-8A3F-CF3A79002DF1}" srcOrd="1" destOrd="0" parTransId="{F65BA464-FE37-4029-972E-20DFB9BE14BC}" sibTransId="{AA4DDCA6-FA69-444A-B379-E974D656ED38}"/>
    <dgm:cxn modelId="{2B48E73D-E428-4DDC-B866-14C0483C507B}" type="presOf" srcId="{729A82C2-B4D6-4BFC-8A3F-CF3A79002DF1}" destId="{5EF65D75-2724-4591-88C2-AE12B01525AD}" srcOrd="0" destOrd="1" presId="urn:microsoft.com/office/officeart/2005/8/layout/list1"/>
    <dgm:cxn modelId="{41527F5B-C102-474D-AF40-94EA166E0FF7}" srcId="{6B95F690-7992-47CA-A821-6F926C1A737A}" destId="{C5B5CA8C-86F9-4C8D-8369-73A87AE7189D}" srcOrd="2" destOrd="0" parTransId="{82027A91-6871-4DC1-B6D5-32A287BBC579}" sibTransId="{A4DF918D-2E31-41D0-A35E-43CCDCA5FFD2}"/>
    <dgm:cxn modelId="{9C652861-898A-4FEB-B15D-104ABF71450A}" type="presOf" srcId="{8EBA833E-305D-4137-B032-73B353FE84FE}" destId="{1801CD1B-7C9E-49F6-B439-8E2E53E307FC}" srcOrd="1" destOrd="0" presId="urn:microsoft.com/office/officeart/2005/8/layout/list1"/>
    <dgm:cxn modelId="{22ACF745-2571-48D2-AD3C-F9D938A70636}" srcId="{D4F30DCD-B146-4248-ACEE-A9A798CFABA9}" destId="{6B95F690-7992-47CA-A821-6F926C1A737A}" srcOrd="1" destOrd="0" parTransId="{CC09CCF9-0E62-4B37-94BA-1F7E6B82C845}" sibTransId="{E73157B8-C48E-4C98-9852-9939D4322084}"/>
    <dgm:cxn modelId="{FC5ECF47-C69D-44A7-B4FF-CC3928CD1E3D}" type="presOf" srcId="{0865159F-DEC0-4B45-94DE-5D1DAF67DC75}" destId="{5EF65D75-2724-4591-88C2-AE12B01525AD}" srcOrd="0" destOrd="0" presId="urn:microsoft.com/office/officeart/2005/8/layout/list1"/>
    <dgm:cxn modelId="{8975856D-EC93-48E3-BBC1-D68BB24D229F}" srcId="{8EBA833E-305D-4137-B032-73B353FE84FE}" destId="{761A3AE2-C603-4BE7-8473-709C6DB187D1}" srcOrd="1" destOrd="0" parTransId="{8F6681F3-14E7-4C92-955C-D471D995E469}" sibTransId="{4FD50E1A-2183-4D94-907A-6BF810894993}"/>
    <dgm:cxn modelId="{819D1573-6C43-4FEB-A8E2-33E9E1EBF121}" type="presOf" srcId="{8EBA833E-305D-4137-B032-73B353FE84FE}" destId="{94B87AF5-E4B5-413F-A035-F63A7D99927B}" srcOrd="0" destOrd="0" presId="urn:microsoft.com/office/officeart/2005/8/layout/list1"/>
    <dgm:cxn modelId="{E1BDEB76-602D-4E37-A1A6-D8A092F12AB5}" type="presOf" srcId="{6B95F690-7992-47CA-A821-6F926C1A737A}" destId="{5171F3FA-1FA1-439D-9B23-5087380EC80D}" srcOrd="0" destOrd="0" presId="urn:microsoft.com/office/officeart/2005/8/layout/list1"/>
    <dgm:cxn modelId="{B550AE58-4C94-47DD-B4D3-4123E246E538}" type="presOf" srcId="{C5B5CA8C-86F9-4C8D-8369-73A87AE7189D}" destId="{5EF65D75-2724-4591-88C2-AE12B01525AD}" srcOrd="0" destOrd="2" presId="urn:microsoft.com/office/officeart/2005/8/layout/list1"/>
    <dgm:cxn modelId="{84CB0859-EE96-48D6-86D1-9FBFCF0C7CF8}" srcId="{6B95F690-7992-47CA-A821-6F926C1A737A}" destId="{0865159F-DEC0-4B45-94DE-5D1DAF67DC75}" srcOrd="0" destOrd="0" parTransId="{15E3AC79-DF5F-4AC9-B0C7-1594D22F2C19}" sibTransId="{8C5FE9B3-6C63-4097-9B8F-8709779F0F73}"/>
    <dgm:cxn modelId="{3F4B869F-03E3-401A-947E-E6F38FE90506}" srcId="{272E1840-6A84-41FA-AFCF-E7A0516376FF}" destId="{94BCC737-EA4B-4A4A-9820-97B2A06AFE29}" srcOrd="2" destOrd="0" parTransId="{10FEFFE2-5C0D-4635-B51B-649A0897A6B3}" sibTransId="{2CD49731-7D86-4D1E-A9C9-8F66C9B243F4}"/>
    <dgm:cxn modelId="{81FEDBA1-C285-4850-8AED-44A284359CA8}" srcId="{272E1840-6A84-41FA-AFCF-E7A0516376FF}" destId="{730A0995-3BD2-4DAC-AC42-9F84E9B1F089}" srcOrd="1" destOrd="0" parTransId="{A0323433-70BA-4292-97A2-46F09DB97918}" sibTransId="{39BB9A98-2248-493C-BFA6-F8051AB57CCB}"/>
    <dgm:cxn modelId="{85A44BB6-567C-48AE-94A5-90AFCE73B516}" type="presOf" srcId="{272E1840-6A84-41FA-AFCF-E7A0516376FF}" destId="{91F9BD3A-908A-4E54-96C6-6BAC88CD5A65}" srcOrd="0" destOrd="0" presId="urn:microsoft.com/office/officeart/2005/8/layout/list1"/>
    <dgm:cxn modelId="{FDE9F8C1-05CF-4B7E-8A3C-14AF743C439E}" type="presOf" srcId="{94BCC737-EA4B-4A4A-9820-97B2A06AFE29}" destId="{7FDE52BC-00E3-437D-B5A3-2FD9A2AD31A5}" srcOrd="0" destOrd="2" presId="urn:microsoft.com/office/officeart/2005/8/layout/list1"/>
    <dgm:cxn modelId="{5AB1E2CB-FDFA-46E6-BF0C-FEC8ACD14B79}" srcId="{8EBA833E-305D-4137-B032-73B353FE84FE}" destId="{540DEC09-E3A8-483E-A7D0-7576258D6844}" srcOrd="0" destOrd="0" parTransId="{964C2DC8-29FE-4478-99CC-9A5FD103C5CA}" sibTransId="{C297DC4C-05B1-4E2A-850C-9C93E3F800B3}"/>
    <dgm:cxn modelId="{B5EAFFD8-345A-40C8-AC09-E21368E05FE7}" type="presOf" srcId="{D1101792-419A-4844-9E94-345527924005}" destId="{7FDE52BC-00E3-437D-B5A3-2FD9A2AD31A5}" srcOrd="0" destOrd="0" presId="urn:microsoft.com/office/officeart/2005/8/layout/list1"/>
    <dgm:cxn modelId="{ED6FA1EA-C861-47BA-8CAE-0A0CC67F2933}" type="presOf" srcId="{761A3AE2-C603-4BE7-8473-709C6DB187D1}" destId="{FB979332-7899-43C0-ACF0-078262455576}" srcOrd="0" destOrd="1" presId="urn:microsoft.com/office/officeart/2005/8/layout/list1"/>
    <dgm:cxn modelId="{A8E020F0-7458-43B9-B8ED-CF416F431BC8}" type="presOf" srcId="{D4F30DCD-B146-4248-ACEE-A9A798CFABA9}" destId="{4D0AFFA8-317B-4CB6-9547-0E99C9804DCA}" srcOrd="0" destOrd="0" presId="urn:microsoft.com/office/officeart/2005/8/layout/list1"/>
    <dgm:cxn modelId="{4EAB9DF7-2359-45F1-B8C8-4BD330B89BC9}" type="presOf" srcId="{540DEC09-E3A8-483E-A7D0-7576258D6844}" destId="{FB979332-7899-43C0-ACF0-078262455576}" srcOrd="0" destOrd="0" presId="urn:microsoft.com/office/officeart/2005/8/layout/list1"/>
    <dgm:cxn modelId="{A22F96D6-2651-453A-B860-4AAECCC2204A}" type="presParOf" srcId="{4D0AFFA8-317B-4CB6-9547-0E99C9804DCA}" destId="{31FBCAB5-1DC2-4173-BD2D-601E7C3E206B}" srcOrd="0" destOrd="0" presId="urn:microsoft.com/office/officeart/2005/8/layout/list1"/>
    <dgm:cxn modelId="{9CB67707-7E1A-4E41-AF71-041EAAED7257}" type="presParOf" srcId="{31FBCAB5-1DC2-4173-BD2D-601E7C3E206B}" destId="{91F9BD3A-908A-4E54-96C6-6BAC88CD5A65}" srcOrd="0" destOrd="0" presId="urn:microsoft.com/office/officeart/2005/8/layout/list1"/>
    <dgm:cxn modelId="{A314822A-0613-4E3C-A8AA-66CCE053B89F}" type="presParOf" srcId="{31FBCAB5-1DC2-4173-BD2D-601E7C3E206B}" destId="{97FCC6BB-748C-4431-9C77-00765687193A}" srcOrd="1" destOrd="0" presId="urn:microsoft.com/office/officeart/2005/8/layout/list1"/>
    <dgm:cxn modelId="{CD0074C2-7269-4B6B-802E-F94D07AE54C0}" type="presParOf" srcId="{4D0AFFA8-317B-4CB6-9547-0E99C9804DCA}" destId="{391D1CCB-692C-4D4A-BF96-E6ED923CBAED}" srcOrd="1" destOrd="0" presId="urn:microsoft.com/office/officeart/2005/8/layout/list1"/>
    <dgm:cxn modelId="{09B888DE-33E1-4457-AEFC-9E7184453202}" type="presParOf" srcId="{4D0AFFA8-317B-4CB6-9547-0E99C9804DCA}" destId="{7FDE52BC-00E3-437D-B5A3-2FD9A2AD31A5}" srcOrd="2" destOrd="0" presId="urn:microsoft.com/office/officeart/2005/8/layout/list1"/>
    <dgm:cxn modelId="{913BE99B-AAE6-469E-BED9-B5F7FDB8288E}" type="presParOf" srcId="{4D0AFFA8-317B-4CB6-9547-0E99C9804DCA}" destId="{9DDFA37D-53C5-4F4B-9E2A-1AEC0DE7BAFE}" srcOrd="3" destOrd="0" presId="urn:microsoft.com/office/officeart/2005/8/layout/list1"/>
    <dgm:cxn modelId="{45AFB57B-191D-4A7E-B981-D6EF0B8C6E4C}" type="presParOf" srcId="{4D0AFFA8-317B-4CB6-9547-0E99C9804DCA}" destId="{4FB5107E-F0FD-40AA-8BE7-7B580AEC0906}" srcOrd="4" destOrd="0" presId="urn:microsoft.com/office/officeart/2005/8/layout/list1"/>
    <dgm:cxn modelId="{4E710505-023C-409B-B984-68711B5799BF}" type="presParOf" srcId="{4FB5107E-F0FD-40AA-8BE7-7B580AEC0906}" destId="{5171F3FA-1FA1-439D-9B23-5087380EC80D}" srcOrd="0" destOrd="0" presId="urn:microsoft.com/office/officeart/2005/8/layout/list1"/>
    <dgm:cxn modelId="{8CBAAF68-64BB-4935-994B-8A0DEE9B63AD}" type="presParOf" srcId="{4FB5107E-F0FD-40AA-8BE7-7B580AEC0906}" destId="{700B5686-4031-448A-A28A-5BEF94B0095C}" srcOrd="1" destOrd="0" presId="urn:microsoft.com/office/officeart/2005/8/layout/list1"/>
    <dgm:cxn modelId="{1104BF33-23CD-49AC-AD86-2E30C2E4717C}" type="presParOf" srcId="{4D0AFFA8-317B-4CB6-9547-0E99C9804DCA}" destId="{761D9EA6-B05F-4F04-AE0F-FCF8EAF1DC4A}" srcOrd="5" destOrd="0" presId="urn:microsoft.com/office/officeart/2005/8/layout/list1"/>
    <dgm:cxn modelId="{71D6D2F7-F8EF-4C19-985F-62A1B9EE7292}" type="presParOf" srcId="{4D0AFFA8-317B-4CB6-9547-0E99C9804DCA}" destId="{5EF65D75-2724-4591-88C2-AE12B01525AD}" srcOrd="6" destOrd="0" presId="urn:microsoft.com/office/officeart/2005/8/layout/list1"/>
    <dgm:cxn modelId="{86DC4DF9-3E07-498A-8799-7D4F3EC1D598}" type="presParOf" srcId="{4D0AFFA8-317B-4CB6-9547-0E99C9804DCA}" destId="{1A3B254E-43D6-4C79-A19D-ADB98B3B1A42}" srcOrd="7" destOrd="0" presId="urn:microsoft.com/office/officeart/2005/8/layout/list1"/>
    <dgm:cxn modelId="{78C554C6-C064-413B-BDA5-DE4DF309A0DB}" type="presParOf" srcId="{4D0AFFA8-317B-4CB6-9547-0E99C9804DCA}" destId="{0F3B9175-270D-459E-8348-2AD9FFE42180}" srcOrd="8" destOrd="0" presId="urn:microsoft.com/office/officeart/2005/8/layout/list1"/>
    <dgm:cxn modelId="{614A453A-76E8-44BB-80A7-A5A9EFB2928F}" type="presParOf" srcId="{0F3B9175-270D-459E-8348-2AD9FFE42180}" destId="{94B87AF5-E4B5-413F-A035-F63A7D99927B}" srcOrd="0" destOrd="0" presId="urn:microsoft.com/office/officeart/2005/8/layout/list1"/>
    <dgm:cxn modelId="{E0DCCF30-F059-4EBB-8C75-A86DE3FA1694}" type="presParOf" srcId="{0F3B9175-270D-459E-8348-2AD9FFE42180}" destId="{1801CD1B-7C9E-49F6-B439-8E2E53E307FC}" srcOrd="1" destOrd="0" presId="urn:microsoft.com/office/officeart/2005/8/layout/list1"/>
    <dgm:cxn modelId="{18B443E4-189E-4D2C-97B6-AD38AF9BD043}" type="presParOf" srcId="{4D0AFFA8-317B-4CB6-9547-0E99C9804DCA}" destId="{9F28001A-43CA-4655-B7F4-758148676F5B}" srcOrd="9" destOrd="0" presId="urn:microsoft.com/office/officeart/2005/8/layout/list1"/>
    <dgm:cxn modelId="{5A4C10D7-8DB3-4B2C-BB47-7A4960613950}" type="presParOf" srcId="{4D0AFFA8-317B-4CB6-9547-0E99C9804DCA}" destId="{FB979332-7899-43C0-ACF0-078262455576}"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D4F30DCD-B146-4248-ACEE-A9A798CFABA9}"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en-GB"/>
        </a:p>
      </dgm:t>
    </dgm:pt>
    <dgm:pt modelId="{C3CC881C-2A1C-44FB-BB4E-B869FB732F5C}">
      <dgm:prSet phldrT="[Text]"/>
      <dgm:spPr/>
      <dgm:t>
        <a:bodyPr/>
        <a:lstStyle/>
        <a:p>
          <a:r>
            <a:rPr lang="en-GB" dirty="0"/>
            <a:t>Make Process Policies Explicit</a:t>
          </a:r>
        </a:p>
      </dgm:t>
    </dgm:pt>
    <dgm:pt modelId="{5E8E07AC-9B28-4175-A79D-F903654B30BB}" type="parTrans" cxnId="{F649ADC4-253E-4157-96E8-93ADE831B118}">
      <dgm:prSet/>
      <dgm:spPr/>
      <dgm:t>
        <a:bodyPr/>
        <a:lstStyle/>
        <a:p>
          <a:endParaRPr lang="en-GB"/>
        </a:p>
      </dgm:t>
    </dgm:pt>
    <dgm:pt modelId="{ED04D677-74E8-42E7-9DE2-DB6D0EB7C380}" type="sibTrans" cxnId="{F649ADC4-253E-4157-96E8-93ADE831B118}">
      <dgm:prSet/>
      <dgm:spPr/>
      <dgm:t>
        <a:bodyPr/>
        <a:lstStyle/>
        <a:p>
          <a:endParaRPr lang="en-GB"/>
        </a:p>
      </dgm:t>
    </dgm:pt>
    <dgm:pt modelId="{A094863A-CB9B-48D7-82AD-B76ED63B07E7}">
      <dgm:prSet phldrT="[Text]"/>
      <dgm:spPr/>
      <dgm:t>
        <a:bodyPr/>
        <a:lstStyle/>
        <a:p>
          <a:r>
            <a:rPr lang="en-GB" dirty="0"/>
            <a:t>Implement Feedback Loops</a:t>
          </a:r>
        </a:p>
      </dgm:t>
    </dgm:pt>
    <dgm:pt modelId="{B89EC2C9-2804-4D27-9D17-8E24A9B517DE}" type="parTrans" cxnId="{52FE37E1-63D3-4237-BAB2-5084918C5880}">
      <dgm:prSet/>
      <dgm:spPr/>
      <dgm:t>
        <a:bodyPr/>
        <a:lstStyle/>
        <a:p>
          <a:endParaRPr lang="en-GB"/>
        </a:p>
      </dgm:t>
    </dgm:pt>
    <dgm:pt modelId="{AD6CD19C-6FBF-44B7-A8B6-741835B7824E}" type="sibTrans" cxnId="{52FE37E1-63D3-4237-BAB2-5084918C5880}">
      <dgm:prSet/>
      <dgm:spPr/>
      <dgm:t>
        <a:bodyPr/>
        <a:lstStyle/>
        <a:p>
          <a:endParaRPr lang="en-GB"/>
        </a:p>
      </dgm:t>
    </dgm:pt>
    <dgm:pt modelId="{7FE49D5B-4541-4AE0-B681-FA23A494ED7E}">
      <dgm:prSet phldrT="[Text]"/>
      <dgm:spPr/>
      <dgm:t>
        <a:bodyPr/>
        <a:lstStyle/>
        <a:p>
          <a:r>
            <a:rPr lang="en-GB" dirty="0"/>
            <a:t>Improve Collaboratively, Evolve Experimentally</a:t>
          </a:r>
        </a:p>
      </dgm:t>
    </dgm:pt>
    <dgm:pt modelId="{690790DE-4AF9-4018-8FB4-FF57FFC0E21C}" type="parTrans" cxnId="{48E1DBB5-A508-4786-9537-C1231AFA091F}">
      <dgm:prSet/>
      <dgm:spPr/>
      <dgm:t>
        <a:bodyPr/>
        <a:lstStyle/>
        <a:p>
          <a:endParaRPr lang="en-GB"/>
        </a:p>
      </dgm:t>
    </dgm:pt>
    <dgm:pt modelId="{1B14A826-1585-4657-A967-AFEF05E7AEAC}" type="sibTrans" cxnId="{48E1DBB5-A508-4786-9537-C1231AFA091F}">
      <dgm:prSet/>
      <dgm:spPr/>
      <dgm:t>
        <a:bodyPr/>
        <a:lstStyle/>
        <a:p>
          <a:endParaRPr lang="en-GB"/>
        </a:p>
      </dgm:t>
    </dgm:pt>
    <dgm:pt modelId="{603A51F6-DAC9-4D34-9837-CA5295035959}">
      <dgm:prSet phldrT="[Text]"/>
      <dgm:spPr/>
      <dgm:t>
        <a:bodyPr/>
        <a:lstStyle/>
        <a:p>
          <a:r>
            <a:rPr lang="en-GB" dirty="0"/>
            <a:t>If you don’t understand your process you can’t improve it</a:t>
          </a:r>
        </a:p>
      </dgm:t>
    </dgm:pt>
    <dgm:pt modelId="{F759EDFE-86DA-4502-AC3E-6A16D4CD7F5B}" type="parTrans" cxnId="{4E9EAD35-73E8-4B40-AFC9-E9C6A21636CB}">
      <dgm:prSet/>
      <dgm:spPr/>
      <dgm:t>
        <a:bodyPr/>
        <a:lstStyle/>
        <a:p>
          <a:endParaRPr lang="en-GB"/>
        </a:p>
      </dgm:t>
    </dgm:pt>
    <dgm:pt modelId="{93AABA52-5D88-4EB0-9E4B-A06D50D82A41}" type="sibTrans" cxnId="{4E9EAD35-73E8-4B40-AFC9-E9C6A21636CB}">
      <dgm:prSet/>
      <dgm:spPr/>
      <dgm:t>
        <a:bodyPr/>
        <a:lstStyle/>
        <a:p>
          <a:endParaRPr lang="en-GB"/>
        </a:p>
      </dgm:t>
    </dgm:pt>
    <dgm:pt modelId="{21D26251-250E-4E0A-9251-7AB1E20C56D3}">
      <dgm:prSet phldrT="[Text]"/>
      <dgm:spPr/>
      <dgm:t>
        <a:bodyPr/>
        <a:lstStyle/>
        <a:p>
          <a:r>
            <a:rPr lang="en-GB" dirty="0"/>
            <a:t>Processes should be clearly defined, published and communicated</a:t>
          </a:r>
        </a:p>
      </dgm:t>
    </dgm:pt>
    <dgm:pt modelId="{DD4433AC-2124-42DE-AC44-CD653998A125}" type="parTrans" cxnId="{C4CECD3D-FEFE-4D04-9A6D-E0D8B7E76EF5}">
      <dgm:prSet/>
      <dgm:spPr/>
      <dgm:t>
        <a:bodyPr/>
        <a:lstStyle/>
        <a:p>
          <a:endParaRPr lang="en-GB"/>
        </a:p>
      </dgm:t>
    </dgm:pt>
    <dgm:pt modelId="{711C88C7-7B2B-4C75-85D9-CFD56D4783B8}" type="sibTrans" cxnId="{C4CECD3D-FEFE-4D04-9A6D-E0D8B7E76EF5}">
      <dgm:prSet/>
      <dgm:spPr/>
      <dgm:t>
        <a:bodyPr/>
        <a:lstStyle/>
        <a:p>
          <a:endParaRPr lang="en-GB"/>
        </a:p>
      </dgm:t>
    </dgm:pt>
    <dgm:pt modelId="{A08E46C0-5046-461F-A020-BA0CD8B803E7}">
      <dgm:prSet phldrT="[Text]"/>
      <dgm:spPr/>
      <dgm:t>
        <a:bodyPr/>
        <a:lstStyle/>
        <a:p>
          <a:r>
            <a:rPr lang="en-GB" dirty="0"/>
            <a:t>People need to believe that the process is useful</a:t>
          </a:r>
        </a:p>
      </dgm:t>
    </dgm:pt>
    <dgm:pt modelId="{A1F6B3FB-EC05-4B6E-A617-D4997DD198B9}" type="parTrans" cxnId="{24F993E6-99BA-44AC-8504-40919CB0D6F5}">
      <dgm:prSet/>
      <dgm:spPr/>
      <dgm:t>
        <a:bodyPr/>
        <a:lstStyle/>
        <a:p>
          <a:endParaRPr lang="en-GB"/>
        </a:p>
      </dgm:t>
    </dgm:pt>
    <dgm:pt modelId="{456D38AB-02A4-4D3F-92A7-114E34DEE9BD}" type="sibTrans" cxnId="{24F993E6-99BA-44AC-8504-40919CB0D6F5}">
      <dgm:prSet/>
      <dgm:spPr/>
      <dgm:t>
        <a:bodyPr/>
        <a:lstStyle/>
        <a:p>
          <a:endParaRPr lang="en-GB"/>
        </a:p>
      </dgm:t>
    </dgm:pt>
    <dgm:pt modelId="{3DC6CE83-0591-4DCC-84B2-71820714455B}">
      <dgm:prSet phldrT="[Text]"/>
      <dgm:spPr/>
      <dgm:t>
        <a:bodyPr/>
        <a:lstStyle/>
        <a:p>
          <a:r>
            <a:rPr lang="en-GB" dirty="0"/>
            <a:t>When everyone is familiar with the goal they can work towards it and make decisions that have a positive impact</a:t>
          </a:r>
        </a:p>
      </dgm:t>
    </dgm:pt>
    <dgm:pt modelId="{BC6FA255-ADD8-4F45-85C2-BAF5BDC3FCBE}" type="parTrans" cxnId="{91EC5D64-FE92-473D-A12B-868FED6EF34A}">
      <dgm:prSet/>
      <dgm:spPr/>
      <dgm:t>
        <a:bodyPr/>
        <a:lstStyle/>
        <a:p>
          <a:endParaRPr lang="en-GB"/>
        </a:p>
      </dgm:t>
    </dgm:pt>
    <dgm:pt modelId="{255CB56A-3167-4002-BF65-D9E81963FCD0}" type="sibTrans" cxnId="{91EC5D64-FE92-473D-A12B-868FED6EF34A}">
      <dgm:prSet/>
      <dgm:spPr/>
      <dgm:t>
        <a:bodyPr/>
        <a:lstStyle/>
        <a:p>
          <a:endParaRPr lang="en-GB"/>
        </a:p>
      </dgm:t>
    </dgm:pt>
    <dgm:pt modelId="{26DADFC8-92E1-498D-981C-64597E3384E8}">
      <dgm:prSet phldrT="[Text]"/>
      <dgm:spPr/>
      <dgm:t>
        <a:bodyPr/>
        <a:lstStyle/>
        <a:p>
          <a:r>
            <a:rPr lang="en-GB" dirty="0"/>
            <a:t>Feedback loops are an integral part of any good system</a:t>
          </a:r>
        </a:p>
      </dgm:t>
    </dgm:pt>
    <dgm:pt modelId="{EA9FBCC9-EFA1-45E1-A4AF-1725348D7DA8}" type="parTrans" cxnId="{A74AC62E-5275-4340-9A35-E20F55DC2C35}">
      <dgm:prSet/>
      <dgm:spPr/>
      <dgm:t>
        <a:bodyPr/>
        <a:lstStyle/>
        <a:p>
          <a:endParaRPr lang="en-GB"/>
        </a:p>
      </dgm:t>
    </dgm:pt>
    <dgm:pt modelId="{87D4BF2C-2A9D-4E1A-A430-6C939D719F7C}" type="sibTrans" cxnId="{A74AC62E-5275-4340-9A35-E20F55DC2C35}">
      <dgm:prSet/>
      <dgm:spPr/>
      <dgm:t>
        <a:bodyPr/>
        <a:lstStyle/>
        <a:p>
          <a:endParaRPr lang="en-GB"/>
        </a:p>
      </dgm:t>
    </dgm:pt>
    <dgm:pt modelId="{64327FF6-2A7E-4AEA-9C8D-E03D2D9BD078}">
      <dgm:prSet phldrT="[Text]"/>
      <dgm:spPr/>
      <dgm:t>
        <a:bodyPr/>
        <a:lstStyle/>
        <a:p>
          <a:r>
            <a:rPr lang="en-GB" dirty="0"/>
            <a:t>Feedback loops should be at a team-level and a service-level</a:t>
          </a:r>
        </a:p>
      </dgm:t>
    </dgm:pt>
    <dgm:pt modelId="{DF780208-F0C1-465D-A534-29B7430CA2B4}" type="parTrans" cxnId="{27EAB92F-2B2A-499B-A1A1-7A3004632F7E}">
      <dgm:prSet/>
      <dgm:spPr/>
      <dgm:t>
        <a:bodyPr/>
        <a:lstStyle/>
        <a:p>
          <a:endParaRPr lang="en-GB"/>
        </a:p>
      </dgm:t>
    </dgm:pt>
    <dgm:pt modelId="{669E7A4C-6DED-4D1E-9EA2-254FEFB0254E}" type="sibTrans" cxnId="{27EAB92F-2B2A-499B-A1A1-7A3004632F7E}">
      <dgm:prSet/>
      <dgm:spPr/>
      <dgm:t>
        <a:bodyPr/>
        <a:lstStyle/>
        <a:p>
          <a:endParaRPr lang="en-GB"/>
        </a:p>
      </dgm:t>
    </dgm:pt>
    <dgm:pt modelId="{1692126A-E8F2-4DC5-9A16-FD681B835B2F}">
      <dgm:prSet phldrT="[Text]"/>
      <dgm:spPr/>
      <dgm:t>
        <a:bodyPr/>
        <a:lstStyle/>
        <a:p>
          <a:r>
            <a:rPr lang="en-GB" dirty="0"/>
            <a:t>By getting feedback quickly you can identify if you are working towards the right thing or are on the wrong track</a:t>
          </a:r>
        </a:p>
      </dgm:t>
    </dgm:pt>
    <dgm:pt modelId="{6B8D1B41-9257-428F-AC7F-F4589862772B}" type="parTrans" cxnId="{A2C63DC6-A7CC-479E-8E1C-9929A7447914}">
      <dgm:prSet/>
      <dgm:spPr/>
      <dgm:t>
        <a:bodyPr/>
        <a:lstStyle/>
        <a:p>
          <a:endParaRPr lang="en-GB"/>
        </a:p>
      </dgm:t>
    </dgm:pt>
    <dgm:pt modelId="{4EFA6AEE-35A4-4A84-BA5A-CED1476276A1}" type="sibTrans" cxnId="{A2C63DC6-A7CC-479E-8E1C-9929A7447914}">
      <dgm:prSet/>
      <dgm:spPr/>
      <dgm:t>
        <a:bodyPr/>
        <a:lstStyle/>
        <a:p>
          <a:endParaRPr lang="en-GB"/>
        </a:p>
      </dgm:t>
    </dgm:pt>
    <dgm:pt modelId="{306A2F48-C1DC-416D-95EC-66088D2A5B0D}">
      <dgm:prSet phldrT="[Text]"/>
      <dgm:spPr/>
      <dgm:t>
        <a:bodyPr/>
        <a:lstStyle/>
        <a:p>
          <a:r>
            <a:rPr lang="en-GB" dirty="0"/>
            <a:t>As the method is an evolutionary improvement process you can adopt small changes and improve gradually at a pace that can be handled by your team</a:t>
          </a:r>
        </a:p>
      </dgm:t>
    </dgm:pt>
    <dgm:pt modelId="{885FFA4A-FD54-41B0-95D2-C9D0B1ADAF2F}" type="parTrans" cxnId="{E9552F5D-C6AE-42C0-8F26-3CB8F120A932}">
      <dgm:prSet/>
      <dgm:spPr/>
      <dgm:t>
        <a:bodyPr/>
        <a:lstStyle/>
        <a:p>
          <a:endParaRPr lang="en-GB"/>
        </a:p>
      </dgm:t>
    </dgm:pt>
    <dgm:pt modelId="{2620DF26-53AC-4C7E-948B-3AAE57A55A12}" type="sibTrans" cxnId="{E9552F5D-C6AE-42C0-8F26-3CB8F120A932}">
      <dgm:prSet/>
      <dgm:spPr/>
      <dgm:t>
        <a:bodyPr/>
        <a:lstStyle/>
        <a:p>
          <a:endParaRPr lang="en-GB"/>
        </a:p>
      </dgm:t>
    </dgm:pt>
    <dgm:pt modelId="{0A65EC5E-30E1-45A4-951E-723FE44C31CA}">
      <dgm:prSet phldrT="[Text]"/>
      <dgm:spPr/>
      <dgm:t>
        <a:bodyPr/>
        <a:lstStyle/>
        <a:p>
          <a:r>
            <a:rPr lang="en-GB" dirty="0"/>
            <a:t>It encourages the use of a scientific method of improvement by forming hypotheses and testing them then making changes as necessary depending on the outcome of the test</a:t>
          </a:r>
        </a:p>
      </dgm:t>
    </dgm:pt>
    <dgm:pt modelId="{AA1D4DD9-CE8D-409B-8F76-1FFDF78C875F}" type="parTrans" cxnId="{8755B94C-8D48-453C-B38A-BFAC10EE3D1D}">
      <dgm:prSet/>
      <dgm:spPr/>
      <dgm:t>
        <a:bodyPr/>
        <a:lstStyle/>
        <a:p>
          <a:endParaRPr lang="en-GB"/>
        </a:p>
      </dgm:t>
    </dgm:pt>
    <dgm:pt modelId="{166EB75D-F156-4C71-82E4-67E354B77ED1}" type="sibTrans" cxnId="{8755B94C-8D48-453C-B38A-BFAC10EE3D1D}">
      <dgm:prSet/>
      <dgm:spPr/>
      <dgm:t>
        <a:bodyPr/>
        <a:lstStyle/>
        <a:p>
          <a:endParaRPr lang="en-GB"/>
        </a:p>
      </dgm:t>
    </dgm:pt>
    <dgm:pt modelId="{B178D1F6-305C-4C86-BBED-38CEC8A2F8F5}">
      <dgm:prSet phldrT="[Text]"/>
      <dgm:spPr/>
      <dgm:t>
        <a:bodyPr/>
        <a:lstStyle/>
        <a:p>
          <a:r>
            <a:rPr lang="en-GB" dirty="0"/>
            <a:t>Help the team develop a mindset based on improvement through evolutionary change</a:t>
          </a:r>
        </a:p>
      </dgm:t>
    </dgm:pt>
    <dgm:pt modelId="{DC7D683C-AE57-4A32-87C2-E6CA11FD44FF}" type="parTrans" cxnId="{605F4910-9A1A-43E6-8146-0016ECF57EE3}">
      <dgm:prSet/>
      <dgm:spPr/>
      <dgm:t>
        <a:bodyPr/>
        <a:lstStyle/>
        <a:p>
          <a:endParaRPr lang="en-GB"/>
        </a:p>
      </dgm:t>
    </dgm:pt>
    <dgm:pt modelId="{FAF8BDC6-4C59-4549-9BE5-6DD1E8D65191}" type="sibTrans" cxnId="{605F4910-9A1A-43E6-8146-0016ECF57EE3}">
      <dgm:prSet/>
      <dgm:spPr/>
      <dgm:t>
        <a:bodyPr/>
        <a:lstStyle/>
        <a:p>
          <a:endParaRPr lang="en-GB"/>
        </a:p>
      </dgm:t>
    </dgm:pt>
    <dgm:pt modelId="{4D0AFFA8-317B-4CB6-9547-0E99C9804DCA}" type="pres">
      <dgm:prSet presAssocID="{D4F30DCD-B146-4248-ACEE-A9A798CFABA9}" presName="linear" presStyleCnt="0">
        <dgm:presLayoutVars>
          <dgm:dir/>
          <dgm:animLvl val="lvl"/>
          <dgm:resizeHandles val="exact"/>
        </dgm:presLayoutVars>
      </dgm:prSet>
      <dgm:spPr/>
    </dgm:pt>
    <dgm:pt modelId="{E2EC55CC-4C22-4B1A-B766-2D1517530500}" type="pres">
      <dgm:prSet presAssocID="{C3CC881C-2A1C-44FB-BB4E-B869FB732F5C}" presName="parentLin" presStyleCnt="0"/>
      <dgm:spPr/>
    </dgm:pt>
    <dgm:pt modelId="{B808641F-F130-4AB4-BCE6-2BB6C3A46BD8}" type="pres">
      <dgm:prSet presAssocID="{C3CC881C-2A1C-44FB-BB4E-B869FB732F5C}" presName="parentLeftMargin" presStyleLbl="node1" presStyleIdx="0" presStyleCnt="3"/>
      <dgm:spPr/>
    </dgm:pt>
    <dgm:pt modelId="{64E17FDB-ABBC-49C2-A687-2413CE07B774}" type="pres">
      <dgm:prSet presAssocID="{C3CC881C-2A1C-44FB-BB4E-B869FB732F5C}" presName="parentText" presStyleLbl="node1" presStyleIdx="0" presStyleCnt="3">
        <dgm:presLayoutVars>
          <dgm:chMax val="0"/>
          <dgm:bulletEnabled val="1"/>
        </dgm:presLayoutVars>
      </dgm:prSet>
      <dgm:spPr/>
    </dgm:pt>
    <dgm:pt modelId="{E044EF5B-A49F-4EEC-B914-A73343A22CB2}" type="pres">
      <dgm:prSet presAssocID="{C3CC881C-2A1C-44FB-BB4E-B869FB732F5C}" presName="negativeSpace" presStyleCnt="0"/>
      <dgm:spPr/>
    </dgm:pt>
    <dgm:pt modelId="{1F53F95B-C653-41D5-BD20-4428281A07FF}" type="pres">
      <dgm:prSet presAssocID="{C3CC881C-2A1C-44FB-BB4E-B869FB732F5C}" presName="childText" presStyleLbl="conFgAcc1" presStyleIdx="0" presStyleCnt="3">
        <dgm:presLayoutVars>
          <dgm:bulletEnabled val="1"/>
        </dgm:presLayoutVars>
      </dgm:prSet>
      <dgm:spPr/>
    </dgm:pt>
    <dgm:pt modelId="{F6297F4B-4C95-476E-92A2-333B6C158A82}" type="pres">
      <dgm:prSet presAssocID="{ED04D677-74E8-42E7-9DE2-DB6D0EB7C380}" presName="spaceBetweenRectangles" presStyleCnt="0"/>
      <dgm:spPr/>
    </dgm:pt>
    <dgm:pt modelId="{533CBCC5-F9DD-46F5-9CFC-B6FC5247E40F}" type="pres">
      <dgm:prSet presAssocID="{A094863A-CB9B-48D7-82AD-B76ED63B07E7}" presName="parentLin" presStyleCnt="0"/>
      <dgm:spPr/>
    </dgm:pt>
    <dgm:pt modelId="{93A57293-A559-4CD7-9C71-6FA3136E989E}" type="pres">
      <dgm:prSet presAssocID="{A094863A-CB9B-48D7-82AD-B76ED63B07E7}" presName="parentLeftMargin" presStyleLbl="node1" presStyleIdx="0" presStyleCnt="3"/>
      <dgm:spPr/>
    </dgm:pt>
    <dgm:pt modelId="{38ABCF85-F4F5-42A1-90B8-79E704C931BB}" type="pres">
      <dgm:prSet presAssocID="{A094863A-CB9B-48D7-82AD-B76ED63B07E7}" presName="parentText" presStyleLbl="node1" presStyleIdx="1" presStyleCnt="3">
        <dgm:presLayoutVars>
          <dgm:chMax val="0"/>
          <dgm:bulletEnabled val="1"/>
        </dgm:presLayoutVars>
      </dgm:prSet>
      <dgm:spPr/>
    </dgm:pt>
    <dgm:pt modelId="{D0DBDA7D-F984-4217-9077-8036F5C7BA56}" type="pres">
      <dgm:prSet presAssocID="{A094863A-CB9B-48D7-82AD-B76ED63B07E7}" presName="negativeSpace" presStyleCnt="0"/>
      <dgm:spPr/>
    </dgm:pt>
    <dgm:pt modelId="{541CD460-60F5-4CBC-BBAF-08082588092F}" type="pres">
      <dgm:prSet presAssocID="{A094863A-CB9B-48D7-82AD-B76ED63B07E7}" presName="childText" presStyleLbl="conFgAcc1" presStyleIdx="1" presStyleCnt="3">
        <dgm:presLayoutVars>
          <dgm:bulletEnabled val="1"/>
        </dgm:presLayoutVars>
      </dgm:prSet>
      <dgm:spPr/>
    </dgm:pt>
    <dgm:pt modelId="{85C36FA5-B169-4AFF-826A-045AA653A973}" type="pres">
      <dgm:prSet presAssocID="{AD6CD19C-6FBF-44B7-A8B6-741835B7824E}" presName="spaceBetweenRectangles" presStyleCnt="0"/>
      <dgm:spPr/>
    </dgm:pt>
    <dgm:pt modelId="{B6EBA494-4A6A-4445-94D8-7B05687311FB}" type="pres">
      <dgm:prSet presAssocID="{7FE49D5B-4541-4AE0-B681-FA23A494ED7E}" presName="parentLin" presStyleCnt="0"/>
      <dgm:spPr/>
    </dgm:pt>
    <dgm:pt modelId="{49A8CE45-59E4-4FCD-902B-86BCDA821372}" type="pres">
      <dgm:prSet presAssocID="{7FE49D5B-4541-4AE0-B681-FA23A494ED7E}" presName="parentLeftMargin" presStyleLbl="node1" presStyleIdx="1" presStyleCnt="3"/>
      <dgm:spPr/>
    </dgm:pt>
    <dgm:pt modelId="{0A3FBAA7-0C60-47E0-B877-68EA1D7CDEDD}" type="pres">
      <dgm:prSet presAssocID="{7FE49D5B-4541-4AE0-B681-FA23A494ED7E}" presName="parentText" presStyleLbl="node1" presStyleIdx="2" presStyleCnt="3">
        <dgm:presLayoutVars>
          <dgm:chMax val="0"/>
          <dgm:bulletEnabled val="1"/>
        </dgm:presLayoutVars>
      </dgm:prSet>
      <dgm:spPr/>
    </dgm:pt>
    <dgm:pt modelId="{0204C200-A84B-4687-9C63-3C5E2A29E354}" type="pres">
      <dgm:prSet presAssocID="{7FE49D5B-4541-4AE0-B681-FA23A494ED7E}" presName="negativeSpace" presStyleCnt="0"/>
      <dgm:spPr/>
    </dgm:pt>
    <dgm:pt modelId="{6025D13C-86F8-4268-B88D-68D91B314CB4}" type="pres">
      <dgm:prSet presAssocID="{7FE49D5B-4541-4AE0-B681-FA23A494ED7E}" presName="childText" presStyleLbl="conFgAcc1" presStyleIdx="2" presStyleCnt="3">
        <dgm:presLayoutVars>
          <dgm:bulletEnabled val="1"/>
        </dgm:presLayoutVars>
      </dgm:prSet>
      <dgm:spPr/>
    </dgm:pt>
  </dgm:ptLst>
  <dgm:cxnLst>
    <dgm:cxn modelId="{EEC7DC0A-1143-46F7-A2AC-76F59003C3BB}" type="presOf" srcId="{306A2F48-C1DC-416D-95EC-66088D2A5B0D}" destId="{6025D13C-86F8-4268-B88D-68D91B314CB4}" srcOrd="0" destOrd="0" presId="urn:microsoft.com/office/officeart/2005/8/layout/list1"/>
    <dgm:cxn modelId="{605F4910-9A1A-43E6-8146-0016ECF57EE3}" srcId="{7FE49D5B-4541-4AE0-B681-FA23A494ED7E}" destId="{B178D1F6-305C-4C86-BBED-38CEC8A2F8F5}" srcOrd="2" destOrd="0" parTransId="{DC7D683C-AE57-4A32-87C2-E6CA11FD44FF}" sibTransId="{FAF8BDC6-4C59-4549-9BE5-6DD1E8D65191}"/>
    <dgm:cxn modelId="{9A6D6C10-DAD1-416F-983D-206F25CE9649}" type="presOf" srcId="{B178D1F6-305C-4C86-BBED-38CEC8A2F8F5}" destId="{6025D13C-86F8-4268-B88D-68D91B314CB4}" srcOrd="0" destOrd="2" presId="urn:microsoft.com/office/officeart/2005/8/layout/list1"/>
    <dgm:cxn modelId="{A74AC62E-5275-4340-9A35-E20F55DC2C35}" srcId="{A094863A-CB9B-48D7-82AD-B76ED63B07E7}" destId="{26DADFC8-92E1-498D-981C-64597E3384E8}" srcOrd="0" destOrd="0" parTransId="{EA9FBCC9-EFA1-45E1-A4AF-1725348D7DA8}" sibTransId="{87D4BF2C-2A9D-4E1A-A430-6C939D719F7C}"/>
    <dgm:cxn modelId="{27EAB92F-2B2A-499B-A1A1-7A3004632F7E}" srcId="{A094863A-CB9B-48D7-82AD-B76ED63B07E7}" destId="{64327FF6-2A7E-4AEA-9C8D-E03D2D9BD078}" srcOrd="2" destOrd="0" parTransId="{DF780208-F0C1-465D-A534-29B7430CA2B4}" sibTransId="{669E7A4C-6DED-4D1E-9EA2-254FEFB0254E}"/>
    <dgm:cxn modelId="{E78D7033-8BEF-47E6-B9AD-77CDB3FD3803}" type="presOf" srcId="{A08E46C0-5046-461F-A020-BA0CD8B803E7}" destId="{1F53F95B-C653-41D5-BD20-4428281A07FF}" srcOrd="0" destOrd="2" presId="urn:microsoft.com/office/officeart/2005/8/layout/list1"/>
    <dgm:cxn modelId="{4E9EAD35-73E8-4B40-AFC9-E9C6A21636CB}" srcId="{C3CC881C-2A1C-44FB-BB4E-B869FB732F5C}" destId="{603A51F6-DAC9-4D34-9837-CA5295035959}" srcOrd="0" destOrd="0" parTransId="{F759EDFE-86DA-4502-AC3E-6A16D4CD7F5B}" sibTransId="{93AABA52-5D88-4EB0-9E4B-A06D50D82A41}"/>
    <dgm:cxn modelId="{C4CECD3D-FEFE-4D04-9A6D-E0D8B7E76EF5}" srcId="{C3CC881C-2A1C-44FB-BB4E-B869FB732F5C}" destId="{21D26251-250E-4E0A-9251-7AB1E20C56D3}" srcOrd="1" destOrd="0" parTransId="{DD4433AC-2124-42DE-AC44-CD653998A125}" sibTransId="{711C88C7-7B2B-4C75-85D9-CFD56D4783B8}"/>
    <dgm:cxn modelId="{E9552F5D-C6AE-42C0-8F26-3CB8F120A932}" srcId="{7FE49D5B-4541-4AE0-B681-FA23A494ED7E}" destId="{306A2F48-C1DC-416D-95EC-66088D2A5B0D}" srcOrd="0" destOrd="0" parTransId="{885FFA4A-FD54-41B0-95D2-C9D0B1ADAF2F}" sibTransId="{2620DF26-53AC-4C7E-948B-3AAE57A55A12}"/>
    <dgm:cxn modelId="{91EC5D64-FE92-473D-A12B-868FED6EF34A}" srcId="{C3CC881C-2A1C-44FB-BB4E-B869FB732F5C}" destId="{3DC6CE83-0591-4DCC-84B2-71820714455B}" srcOrd="3" destOrd="0" parTransId="{BC6FA255-ADD8-4F45-85C2-BAF5BDC3FCBE}" sibTransId="{255CB56A-3167-4002-BF65-D9E81963FCD0}"/>
    <dgm:cxn modelId="{DC00154A-128C-4E51-820F-F1C0EFA568BD}" type="presOf" srcId="{0A65EC5E-30E1-45A4-951E-723FE44C31CA}" destId="{6025D13C-86F8-4268-B88D-68D91B314CB4}" srcOrd="0" destOrd="1" presId="urn:microsoft.com/office/officeart/2005/8/layout/list1"/>
    <dgm:cxn modelId="{8755B94C-8D48-453C-B38A-BFAC10EE3D1D}" srcId="{7FE49D5B-4541-4AE0-B681-FA23A494ED7E}" destId="{0A65EC5E-30E1-45A4-951E-723FE44C31CA}" srcOrd="1" destOrd="0" parTransId="{AA1D4DD9-CE8D-409B-8F76-1FFDF78C875F}" sibTransId="{166EB75D-F156-4C71-82E4-67E354B77ED1}"/>
    <dgm:cxn modelId="{801D6E4E-B819-4ED5-AC3C-6E11503ED714}" type="presOf" srcId="{A094863A-CB9B-48D7-82AD-B76ED63B07E7}" destId="{38ABCF85-F4F5-42A1-90B8-79E704C931BB}" srcOrd="1" destOrd="0" presId="urn:microsoft.com/office/officeart/2005/8/layout/list1"/>
    <dgm:cxn modelId="{C374A371-5CEB-4B55-B679-36956A9F34FB}" type="presOf" srcId="{A094863A-CB9B-48D7-82AD-B76ED63B07E7}" destId="{93A57293-A559-4CD7-9C71-6FA3136E989E}" srcOrd="0" destOrd="0" presId="urn:microsoft.com/office/officeart/2005/8/layout/list1"/>
    <dgm:cxn modelId="{75F35F72-324A-49C1-90CE-A3FD1CFEF1D6}" type="presOf" srcId="{1692126A-E8F2-4DC5-9A16-FD681B835B2F}" destId="{541CD460-60F5-4CBC-BBAF-08082588092F}" srcOrd="0" destOrd="1" presId="urn:microsoft.com/office/officeart/2005/8/layout/list1"/>
    <dgm:cxn modelId="{88473174-74A6-4D26-88BA-B2F6271A60A0}" type="presOf" srcId="{7FE49D5B-4541-4AE0-B681-FA23A494ED7E}" destId="{49A8CE45-59E4-4FCD-902B-86BCDA821372}" srcOrd="0" destOrd="0" presId="urn:microsoft.com/office/officeart/2005/8/layout/list1"/>
    <dgm:cxn modelId="{5BA71A55-5EE9-4A42-BB55-3B0E0FA6B29E}" type="presOf" srcId="{3DC6CE83-0591-4DCC-84B2-71820714455B}" destId="{1F53F95B-C653-41D5-BD20-4428281A07FF}" srcOrd="0" destOrd="3" presId="urn:microsoft.com/office/officeart/2005/8/layout/list1"/>
    <dgm:cxn modelId="{9AB31387-0131-4953-8079-E1FE93FFFF3C}" type="presOf" srcId="{C3CC881C-2A1C-44FB-BB4E-B869FB732F5C}" destId="{64E17FDB-ABBC-49C2-A687-2413CE07B774}" srcOrd="1" destOrd="0" presId="urn:microsoft.com/office/officeart/2005/8/layout/list1"/>
    <dgm:cxn modelId="{2B8D6190-1878-4758-B29D-3F4F1E3386D6}" type="presOf" srcId="{7FE49D5B-4541-4AE0-B681-FA23A494ED7E}" destId="{0A3FBAA7-0C60-47E0-B877-68EA1D7CDEDD}" srcOrd="1" destOrd="0" presId="urn:microsoft.com/office/officeart/2005/8/layout/list1"/>
    <dgm:cxn modelId="{3DA6F9AF-CD4B-48A6-B69E-1C81F5D9D9D4}" type="presOf" srcId="{64327FF6-2A7E-4AEA-9C8D-E03D2D9BD078}" destId="{541CD460-60F5-4CBC-BBAF-08082588092F}" srcOrd="0" destOrd="2" presId="urn:microsoft.com/office/officeart/2005/8/layout/list1"/>
    <dgm:cxn modelId="{403B70B2-2398-455D-B443-DC85D57DD5E9}" type="presOf" srcId="{C3CC881C-2A1C-44FB-BB4E-B869FB732F5C}" destId="{B808641F-F130-4AB4-BCE6-2BB6C3A46BD8}" srcOrd="0" destOrd="0" presId="urn:microsoft.com/office/officeart/2005/8/layout/list1"/>
    <dgm:cxn modelId="{48E1DBB5-A508-4786-9537-C1231AFA091F}" srcId="{D4F30DCD-B146-4248-ACEE-A9A798CFABA9}" destId="{7FE49D5B-4541-4AE0-B681-FA23A494ED7E}" srcOrd="2" destOrd="0" parTransId="{690790DE-4AF9-4018-8FB4-FF57FFC0E21C}" sibTransId="{1B14A826-1585-4657-A967-AFEF05E7AEAC}"/>
    <dgm:cxn modelId="{D47D46C2-CE5B-4589-B22B-A77BC363CFD1}" type="presOf" srcId="{603A51F6-DAC9-4D34-9837-CA5295035959}" destId="{1F53F95B-C653-41D5-BD20-4428281A07FF}" srcOrd="0" destOrd="0" presId="urn:microsoft.com/office/officeart/2005/8/layout/list1"/>
    <dgm:cxn modelId="{F649ADC4-253E-4157-96E8-93ADE831B118}" srcId="{D4F30DCD-B146-4248-ACEE-A9A798CFABA9}" destId="{C3CC881C-2A1C-44FB-BB4E-B869FB732F5C}" srcOrd="0" destOrd="0" parTransId="{5E8E07AC-9B28-4175-A79D-F903654B30BB}" sibTransId="{ED04D677-74E8-42E7-9DE2-DB6D0EB7C380}"/>
    <dgm:cxn modelId="{A2C63DC6-A7CC-479E-8E1C-9929A7447914}" srcId="{A094863A-CB9B-48D7-82AD-B76ED63B07E7}" destId="{1692126A-E8F2-4DC5-9A16-FD681B835B2F}" srcOrd="1" destOrd="0" parTransId="{6B8D1B41-9257-428F-AC7F-F4589862772B}" sibTransId="{4EFA6AEE-35A4-4A84-BA5A-CED1476276A1}"/>
    <dgm:cxn modelId="{52FE37E1-63D3-4237-BAB2-5084918C5880}" srcId="{D4F30DCD-B146-4248-ACEE-A9A798CFABA9}" destId="{A094863A-CB9B-48D7-82AD-B76ED63B07E7}" srcOrd="1" destOrd="0" parTransId="{B89EC2C9-2804-4D27-9D17-8E24A9B517DE}" sibTransId="{AD6CD19C-6FBF-44B7-A8B6-741835B7824E}"/>
    <dgm:cxn modelId="{24F993E6-99BA-44AC-8504-40919CB0D6F5}" srcId="{C3CC881C-2A1C-44FB-BB4E-B869FB732F5C}" destId="{A08E46C0-5046-461F-A020-BA0CD8B803E7}" srcOrd="2" destOrd="0" parTransId="{A1F6B3FB-EC05-4B6E-A617-D4997DD198B9}" sibTransId="{456D38AB-02A4-4D3F-92A7-114E34DEE9BD}"/>
    <dgm:cxn modelId="{485A60E7-B291-44AD-AD8B-6BFE19A84F29}" type="presOf" srcId="{21D26251-250E-4E0A-9251-7AB1E20C56D3}" destId="{1F53F95B-C653-41D5-BD20-4428281A07FF}" srcOrd="0" destOrd="1" presId="urn:microsoft.com/office/officeart/2005/8/layout/list1"/>
    <dgm:cxn modelId="{A8E020F0-7458-43B9-B8ED-CF416F431BC8}" type="presOf" srcId="{D4F30DCD-B146-4248-ACEE-A9A798CFABA9}" destId="{4D0AFFA8-317B-4CB6-9547-0E99C9804DCA}" srcOrd="0" destOrd="0" presId="urn:microsoft.com/office/officeart/2005/8/layout/list1"/>
    <dgm:cxn modelId="{9A84EFFC-DD8E-4104-A36A-73626055B93D}" type="presOf" srcId="{26DADFC8-92E1-498D-981C-64597E3384E8}" destId="{541CD460-60F5-4CBC-BBAF-08082588092F}" srcOrd="0" destOrd="0" presId="urn:microsoft.com/office/officeart/2005/8/layout/list1"/>
    <dgm:cxn modelId="{BBD62D4F-0142-488F-A963-DFA1289D5F53}" type="presParOf" srcId="{4D0AFFA8-317B-4CB6-9547-0E99C9804DCA}" destId="{E2EC55CC-4C22-4B1A-B766-2D1517530500}" srcOrd="0" destOrd="0" presId="urn:microsoft.com/office/officeart/2005/8/layout/list1"/>
    <dgm:cxn modelId="{90C11DBB-92A7-44BA-906C-4FEAE0F794F1}" type="presParOf" srcId="{E2EC55CC-4C22-4B1A-B766-2D1517530500}" destId="{B808641F-F130-4AB4-BCE6-2BB6C3A46BD8}" srcOrd="0" destOrd="0" presId="urn:microsoft.com/office/officeart/2005/8/layout/list1"/>
    <dgm:cxn modelId="{F111F1B6-5471-4541-9F34-79D480B5EF9F}" type="presParOf" srcId="{E2EC55CC-4C22-4B1A-B766-2D1517530500}" destId="{64E17FDB-ABBC-49C2-A687-2413CE07B774}" srcOrd="1" destOrd="0" presId="urn:microsoft.com/office/officeart/2005/8/layout/list1"/>
    <dgm:cxn modelId="{71C22675-C2B2-4E01-8D9B-805B013B1686}" type="presParOf" srcId="{4D0AFFA8-317B-4CB6-9547-0E99C9804DCA}" destId="{E044EF5B-A49F-4EEC-B914-A73343A22CB2}" srcOrd="1" destOrd="0" presId="urn:microsoft.com/office/officeart/2005/8/layout/list1"/>
    <dgm:cxn modelId="{564E3219-06A8-458F-B79B-42F9722DAA41}" type="presParOf" srcId="{4D0AFFA8-317B-4CB6-9547-0E99C9804DCA}" destId="{1F53F95B-C653-41D5-BD20-4428281A07FF}" srcOrd="2" destOrd="0" presId="urn:microsoft.com/office/officeart/2005/8/layout/list1"/>
    <dgm:cxn modelId="{267E8B84-0F52-436D-B64F-29F26AB4DEDE}" type="presParOf" srcId="{4D0AFFA8-317B-4CB6-9547-0E99C9804DCA}" destId="{F6297F4B-4C95-476E-92A2-333B6C158A82}" srcOrd="3" destOrd="0" presId="urn:microsoft.com/office/officeart/2005/8/layout/list1"/>
    <dgm:cxn modelId="{50C2B98F-923C-440B-B6D8-FB073849DA7D}" type="presParOf" srcId="{4D0AFFA8-317B-4CB6-9547-0E99C9804DCA}" destId="{533CBCC5-F9DD-46F5-9CFC-B6FC5247E40F}" srcOrd="4" destOrd="0" presId="urn:microsoft.com/office/officeart/2005/8/layout/list1"/>
    <dgm:cxn modelId="{684247DA-0F1F-4CAF-AC6A-487B30A2AC13}" type="presParOf" srcId="{533CBCC5-F9DD-46F5-9CFC-B6FC5247E40F}" destId="{93A57293-A559-4CD7-9C71-6FA3136E989E}" srcOrd="0" destOrd="0" presId="urn:microsoft.com/office/officeart/2005/8/layout/list1"/>
    <dgm:cxn modelId="{71E1585E-36AC-437C-9D6A-8F51036DE74E}" type="presParOf" srcId="{533CBCC5-F9DD-46F5-9CFC-B6FC5247E40F}" destId="{38ABCF85-F4F5-42A1-90B8-79E704C931BB}" srcOrd="1" destOrd="0" presId="urn:microsoft.com/office/officeart/2005/8/layout/list1"/>
    <dgm:cxn modelId="{A76C3CBC-7645-4F56-9526-73A88266F53D}" type="presParOf" srcId="{4D0AFFA8-317B-4CB6-9547-0E99C9804DCA}" destId="{D0DBDA7D-F984-4217-9077-8036F5C7BA56}" srcOrd="5" destOrd="0" presId="urn:microsoft.com/office/officeart/2005/8/layout/list1"/>
    <dgm:cxn modelId="{E0356158-69BE-4638-B6E9-EABFDEB2D1C0}" type="presParOf" srcId="{4D0AFFA8-317B-4CB6-9547-0E99C9804DCA}" destId="{541CD460-60F5-4CBC-BBAF-08082588092F}" srcOrd="6" destOrd="0" presId="urn:microsoft.com/office/officeart/2005/8/layout/list1"/>
    <dgm:cxn modelId="{70A7A246-96C6-4C20-B189-5945E235D23B}" type="presParOf" srcId="{4D0AFFA8-317B-4CB6-9547-0E99C9804DCA}" destId="{85C36FA5-B169-4AFF-826A-045AA653A973}" srcOrd="7" destOrd="0" presId="urn:microsoft.com/office/officeart/2005/8/layout/list1"/>
    <dgm:cxn modelId="{83448B95-BF40-45CD-AB93-1F747972F95C}" type="presParOf" srcId="{4D0AFFA8-317B-4CB6-9547-0E99C9804DCA}" destId="{B6EBA494-4A6A-4445-94D8-7B05687311FB}" srcOrd="8" destOrd="0" presId="urn:microsoft.com/office/officeart/2005/8/layout/list1"/>
    <dgm:cxn modelId="{499E8225-C8B4-4CCC-9638-B69B135AAACB}" type="presParOf" srcId="{B6EBA494-4A6A-4445-94D8-7B05687311FB}" destId="{49A8CE45-59E4-4FCD-902B-86BCDA821372}" srcOrd="0" destOrd="0" presId="urn:microsoft.com/office/officeart/2005/8/layout/list1"/>
    <dgm:cxn modelId="{8BE30E1B-1524-43E1-AB99-125DB7735D71}" type="presParOf" srcId="{B6EBA494-4A6A-4445-94D8-7B05687311FB}" destId="{0A3FBAA7-0C60-47E0-B877-68EA1D7CDEDD}" srcOrd="1" destOrd="0" presId="urn:microsoft.com/office/officeart/2005/8/layout/list1"/>
    <dgm:cxn modelId="{BE7A2B03-2FDD-4013-B379-B17746D5C2C5}" type="presParOf" srcId="{4D0AFFA8-317B-4CB6-9547-0E99C9804DCA}" destId="{0204C200-A84B-4687-9C63-3C5E2A29E354}" srcOrd="9" destOrd="0" presId="urn:microsoft.com/office/officeart/2005/8/layout/list1"/>
    <dgm:cxn modelId="{243A9152-A1AD-4DBF-86CA-E94AA2A42A88}" type="presParOf" srcId="{4D0AFFA8-317B-4CB6-9547-0E99C9804DCA}" destId="{6025D13C-86F8-4268-B88D-68D91B314CB4}"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AC879A0B-428D-4525-9651-9534D60B1122}"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GB"/>
        </a:p>
      </dgm:t>
    </dgm:pt>
    <dgm:pt modelId="{123A1A60-B1F6-4FEA-85D0-33C3E73B5E6A}">
      <dgm:prSet/>
      <dgm:spPr/>
      <dgm:t>
        <a:bodyPr/>
        <a:lstStyle/>
        <a:p>
          <a:r>
            <a:rPr lang="en-GB"/>
            <a:t>Identify</a:t>
          </a:r>
          <a:endParaRPr lang="en-GB" dirty="0"/>
        </a:p>
      </dgm:t>
    </dgm:pt>
    <dgm:pt modelId="{10F3AB44-FBA4-4D6C-B156-2E2A85AC85E9}" type="parTrans" cxnId="{7A92A0A7-FFAF-4A31-88A8-AE797606F6EF}">
      <dgm:prSet/>
      <dgm:spPr/>
      <dgm:t>
        <a:bodyPr/>
        <a:lstStyle/>
        <a:p>
          <a:endParaRPr lang="en-GB"/>
        </a:p>
      </dgm:t>
    </dgm:pt>
    <dgm:pt modelId="{2C41772B-FC59-4590-80BE-606523E45EB2}" type="sibTrans" cxnId="{7A92A0A7-FFAF-4A31-88A8-AE797606F6EF}">
      <dgm:prSet/>
      <dgm:spPr/>
      <dgm:t>
        <a:bodyPr/>
        <a:lstStyle/>
        <a:p>
          <a:endParaRPr lang="en-GB"/>
        </a:p>
      </dgm:t>
    </dgm:pt>
    <dgm:pt modelId="{5FBFFDB6-AD7E-4A51-9E4F-E2C91FF428E5}">
      <dgm:prSet/>
      <dgm:spPr/>
      <dgm:t>
        <a:bodyPr/>
        <a:lstStyle/>
        <a:p>
          <a:r>
            <a:rPr lang="en-GB"/>
            <a:t>Identify some of the different types of methodologies within Software Development</a:t>
          </a:r>
          <a:endParaRPr lang="en-GB" dirty="0"/>
        </a:p>
      </dgm:t>
    </dgm:pt>
    <dgm:pt modelId="{504A5ECC-46DC-49B5-8FD1-2EDD8AD5FE13}" type="parTrans" cxnId="{E8117144-1BA9-43E1-BA8B-DD2CC5A2F4D0}">
      <dgm:prSet/>
      <dgm:spPr/>
      <dgm:t>
        <a:bodyPr/>
        <a:lstStyle/>
        <a:p>
          <a:endParaRPr lang="en-GB"/>
        </a:p>
      </dgm:t>
    </dgm:pt>
    <dgm:pt modelId="{EAB4CCD3-864C-47AC-BE36-2F97945DA475}" type="sibTrans" cxnId="{E8117144-1BA9-43E1-BA8B-DD2CC5A2F4D0}">
      <dgm:prSet/>
      <dgm:spPr/>
      <dgm:t>
        <a:bodyPr/>
        <a:lstStyle/>
        <a:p>
          <a:endParaRPr lang="en-GB"/>
        </a:p>
      </dgm:t>
    </dgm:pt>
    <dgm:pt modelId="{55C9FA79-F0C8-4B70-B779-0802F9D0024F}">
      <dgm:prSet phldrT="[Text]"/>
      <dgm:spPr/>
      <dgm:t>
        <a:bodyPr/>
        <a:lstStyle/>
        <a:p>
          <a:r>
            <a:rPr lang="en-GB" dirty="0">
              <a:solidFill>
                <a:schemeClr val="tx1"/>
              </a:solidFill>
            </a:rPr>
            <a:t>Critically Analyse</a:t>
          </a:r>
        </a:p>
      </dgm:t>
    </dgm:pt>
    <dgm:pt modelId="{539A36F5-5402-4CE7-8F8F-5C45AFFD63CE}" type="parTrans" cxnId="{157DD3B5-B333-4B9F-9C84-42B9250DFD73}">
      <dgm:prSet/>
      <dgm:spPr/>
      <dgm:t>
        <a:bodyPr/>
        <a:lstStyle/>
        <a:p>
          <a:endParaRPr lang="en-GB"/>
        </a:p>
      </dgm:t>
    </dgm:pt>
    <dgm:pt modelId="{30C6C10B-C1BB-4C02-9754-35A8E7E6F87E}" type="sibTrans" cxnId="{157DD3B5-B333-4B9F-9C84-42B9250DFD73}">
      <dgm:prSet/>
      <dgm:spPr/>
      <dgm:t>
        <a:bodyPr/>
        <a:lstStyle/>
        <a:p>
          <a:endParaRPr lang="en-GB"/>
        </a:p>
      </dgm:t>
    </dgm:pt>
    <dgm:pt modelId="{2BC8E4B3-FA4A-4AEC-8547-E783A448FEF0}">
      <dgm:prSet phldrT="[Text]"/>
      <dgm:spPr/>
      <dgm:t>
        <a:bodyPr/>
        <a:lstStyle/>
        <a:p>
          <a:r>
            <a:rPr lang="en-GB" dirty="0"/>
            <a:t>Critically analyse methodologies covered within the session</a:t>
          </a:r>
        </a:p>
      </dgm:t>
    </dgm:pt>
    <dgm:pt modelId="{7ADB9690-4769-4A20-A684-F9BB77A2497C}" type="parTrans" cxnId="{954B7160-8F01-4C67-A0C2-32E252348A90}">
      <dgm:prSet/>
      <dgm:spPr/>
      <dgm:t>
        <a:bodyPr/>
        <a:lstStyle/>
        <a:p>
          <a:endParaRPr lang="en-GB"/>
        </a:p>
      </dgm:t>
    </dgm:pt>
    <dgm:pt modelId="{F7BBF7E8-D218-4B5F-A306-814844314110}" type="sibTrans" cxnId="{954B7160-8F01-4C67-A0C2-32E252348A90}">
      <dgm:prSet/>
      <dgm:spPr/>
      <dgm:t>
        <a:bodyPr/>
        <a:lstStyle/>
        <a:p>
          <a:endParaRPr lang="en-GB"/>
        </a:p>
      </dgm:t>
    </dgm:pt>
    <dgm:pt modelId="{A4D07359-1B53-4A0A-AE8F-659204537449}">
      <dgm:prSet phldrT="[Text]"/>
      <dgm:spPr/>
      <dgm:t>
        <a:bodyPr/>
        <a:lstStyle/>
        <a:p>
          <a:r>
            <a:rPr lang="en-GB" dirty="0"/>
            <a:t>Explain</a:t>
          </a:r>
        </a:p>
      </dgm:t>
    </dgm:pt>
    <dgm:pt modelId="{6DA15E9A-456B-43F7-9219-FFEE84A7F148}" type="parTrans" cxnId="{4852E019-2E7D-4C2E-9C8A-93ABE2A60AC2}">
      <dgm:prSet/>
      <dgm:spPr/>
      <dgm:t>
        <a:bodyPr/>
        <a:lstStyle/>
        <a:p>
          <a:endParaRPr lang="en-GB"/>
        </a:p>
      </dgm:t>
    </dgm:pt>
    <dgm:pt modelId="{12B2CF9F-3E61-4F69-AA20-5014190998E5}" type="sibTrans" cxnId="{4852E019-2E7D-4C2E-9C8A-93ABE2A60AC2}">
      <dgm:prSet/>
      <dgm:spPr/>
      <dgm:t>
        <a:bodyPr/>
        <a:lstStyle/>
        <a:p>
          <a:endParaRPr lang="en-GB"/>
        </a:p>
      </dgm:t>
    </dgm:pt>
    <dgm:pt modelId="{3FF89DD5-E7FF-4267-8C1D-F51B6CD893F6}">
      <dgm:prSet phldrT="[Text]"/>
      <dgm:spPr/>
      <dgm:t>
        <a:bodyPr/>
        <a:lstStyle/>
        <a:p>
          <a:r>
            <a:rPr lang="en-GB" dirty="0"/>
            <a:t>Explain Agile principles and describe some Agile methodologies</a:t>
          </a:r>
        </a:p>
      </dgm:t>
    </dgm:pt>
    <dgm:pt modelId="{92F660D8-83C9-4AE3-9F2D-1416539E5C74}" type="parTrans" cxnId="{57C43AB8-BC84-4419-B613-9F84E311C5FB}">
      <dgm:prSet/>
      <dgm:spPr/>
      <dgm:t>
        <a:bodyPr/>
        <a:lstStyle/>
        <a:p>
          <a:endParaRPr lang="en-GB"/>
        </a:p>
      </dgm:t>
    </dgm:pt>
    <dgm:pt modelId="{D0E35B0D-4F4C-4A1F-AAEE-6A95CC6D4E61}" type="sibTrans" cxnId="{57C43AB8-BC84-4419-B613-9F84E311C5FB}">
      <dgm:prSet/>
      <dgm:spPr/>
      <dgm:t>
        <a:bodyPr/>
        <a:lstStyle/>
        <a:p>
          <a:endParaRPr lang="en-GB"/>
        </a:p>
      </dgm:t>
    </dgm:pt>
    <dgm:pt modelId="{695AD81B-EE22-4E32-A0FA-F226BA4B17C7}">
      <dgm:prSet/>
      <dgm:spPr/>
      <dgm:t>
        <a:bodyPr/>
        <a:lstStyle/>
        <a:p>
          <a:r>
            <a:rPr lang="en-GB"/>
            <a:t>Describe</a:t>
          </a:r>
          <a:endParaRPr lang="en-GB" dirty="0"/>
        </a:p>
      </dgm:t>
    </dgm:pt>
    <dgm:pt modelId="{11AF99BB-0760-4386-A4FC-E6180EFC4CD7}" type="parTrans" cxnId="{0655FFF2-918A-46AB-812B-ACF74B5DFDD2}">
      <dgm:prSet/>
      <dgm:spPr/>
      <dgm:t>
        <a:bodyPr/>
        <a:lstStyle/>
        <a:p>
          <a:endParaRPr lang="en-GB"/>
        </a:p>
      </dgm:t>
    </dgm:pt>
    <dgm:pt modelId="{3FE9B905-582B-4C62-B3FF-60F1535FB7C8}" type="sibTrans" cxnId="{0655FFF2-918A-46AB-812B-ACF74B5DFDD2}">
      <dgm:prSet/>
      <dgm:spPr/>
      <dgm:t>
        <a:bodyPr/>
        <a:lstStyle/>
        <a:p>
          <a:endParaRPr lang="en-GB"/>
        </a:p>
      </dgm:t>
    </dgm:pt>
    <dgm:pt modelId="{38BAF11C-8566-473E-AC9E-6F922A51F665}">
      <dgm:prSet phldrT="[Text]"/>
      <dgm:spPr/>
      <dgm:t>
        <a:bodyPr/>
        <a:lstStyle/>
        <a:p>
          <a:r>
            <a:rPr lang="en-GB" dirty="0"/>
            <a:t>Describe the methodology in use within your team</a:t>
          </a:r>
        </a:p>
      </dgm:t>
    </dgm:pt>
    <dgm:pt modelId="{C979954B-19A7-4A18-9171-61DFE9F481AE}" type="parTrans" cxnId="{3DEF2DAF-4985-44F4-BD9C-F2569929E936}">
      <dgm:prSet/>
      <dgm:spPr/>
      <dgm:t>
        <a:bodyPr/>
        <a:lstStyle/>
        <a:p>
          <a:endParaRPr lang="en-GB"/>
        </a:p>
      </dgm:t>
    </dgm:pt>
    <dgm:pt modelId="{4BC324F1-57BC-4DC7-B742-62C4DBB34B8D}" type="sibTrans" cxnId="{3DEF2DAF-4985-44F4-BD9C-F2569929E936}">
      <dgm:prSet/>
      <dgm:spPr/>
      <dgm:t>
        <a:bodyPr/>
        <a:lstStyle/>
        <a:p>
          <a:endParaRPr lang="en-GB"/>
        </a:p>
      </dgm:t>
    </dgm:pt>
    <dgm:pt modelId="{7812F4DE-1E62-409D-BC8B-DFFAB6C7B952}">
      <dgm:prSet phldrT="[Text]"/>
      <dgm:spPr/>
      <dgm:t>
        <a:bodyPr/>
        <a:lstStyle/>
        <a:p>
          <a:r>
            <a:rPr lang="en-GB" dirty="0">
              <a:solidFill>
                <a:schemeClr val="tx1"/>
              </a:solidFill>
            </a:rPr>
            <a:t>Classify</a:t>
          </a:r>
        </a:p>
      </dgm:t>
    </dgm:pt>
    <dgm:pt modelId="{B7266BBA-F0F9-4B24-9BFE-DDAC9D7121A4}" type="parTrans" cxnId="{AE92A6CB-EAF9-41C1-B466-CB5C37A714F7}">
      <dgm:prSet/>
      <dgm:spPr/>
      <dgm:t>
        <a:bodyPr/>
        <a:lstStyle/>
        <a:p>
          <a:endParaRPr lang="en-GB"/>
        </a:p>
      </dgm:t>
    </dgm:pt>
    <dgm:pt modelId="{7044E9E1-DE05-4787-A61B-C93A59961369}" type="sibTrans" cxnId="{AE92A6CB-EAF9-41C1-B466-CB5C37A714F7}">
      <dgm:prSet/>
      <dgm:spPr/>
      <dgm:t>
        <a:bodyPr/>
        <a:lstStyle/>
        <a:p>
          <a:endParaRPr lang="en-GB"/>
        </a:p>
      </dgm:t>
    </dgm:pt>
    <dgm:pt modelId="{C9CFCCAD-196F-4619-BD49-D9087EEBE432}">
      <dgm:prSet phldrT="[Text]"/>
      <dgm:spPr/>
      <dgm:t>
        <a:bodyPr/>
        <a:lstStyle/>
        <a:p>
          <a:r>
            <a:rPr lang="en-GB" dirty="0"/>
            <a:t>Classify the type of methodology in use in relation to the types introduced</a:t>
          </a:r>
        </a:p>
      </dgm:t>
    </dgm:pt>
    <dgm:pt modelId="{CE41050A-0FF2-4E50-BD43-453291703257}" type="parTrans" cxnId="{A2426DA5-C8DA-4BA0-BD7F-1D8C831F7D7C}">
      <dgm:prSet/>
      <dgm:spPr/>
      <dgm:t>
        <a:bodyPr/>
        <a:lstStyle/>
        <a:p>
          <a:endParaRPr lang="en-GB"/>
        </a:p>
      </dgm:t>
    </dgm:pt>
    <dgm:pt modelId="{FC3E47A3-DD8E-4676-8595-D7769833019D}" type="sibTrans" cxnId="{A2426DA5-C8DA-4BA0-BD7F-1D8C831F7D7C}">
      <dgm:prSet/>
      <dgm:spPr/>
      <dgm:t>
        <a:bodyPr/>
        <a:lstStyle/>
        <a:p>
          <a:endParaRPr lang="en-GB"/>
        </a:p>
      </dgm:t>
    </dgm:pt>
    <dgm:pt modelId="{472880D1-5EB2-4CBA-A9A5-89CF421052F9}" type="pres">
      <dgm:prSet presAssocID="{AC879A0B-428D-4525-9651-9534D60B1122}" presName="linear" presStyleCnt="0">
        <dgm:presLayoutVars>
          <dgm:dir/>
          <dgm:animLvl val="lvl"/>
          <dgm:resizeHandles val="exact"/>
        </dgm:presLayoutVars>
      </dgm:prSet>
      <dgm:spPr/>
    </dgm:pt>
    <dgm:pt modelId="{41526C7D-8F4A-4710-BE6C-B6B8E6DFF89D}" type="pres">
      <dgm:prSet presAssocID="{123A1A60-B1F6-4FEA-85D0-33C3E73B5E6A}" presName="parentLin" presStyleCnt="0"/>
      <dgm:spPr/>
    </dgm:pt>
    <dgm:pt modelId="{CA172F62-06B4-4087-A822-E967D1E2241B}" type="pres">
      <dgm:prSet presAssocID="{123A1A60-B1F6-4FEA-85D0-33C3E73B5E6A}" presName="parentLeftMargin" presStyleLbl="node1" presStyleIdx="0" presStyleCnt="5"/>
      <dgm:spPr/>
    </dgm:pt>
    <dgm:pt modelId="{65A44C23-CAC5-4E39-A309-13AFBD9A74F7}" type="pres">
      <dgm:prSet presAssocID="{123A1A60-B1F6-4FEA-85D0-33C3E73B5E6A}" presName="parentText" presStyleLbl="node1" presStyleIdx="0" presStyleCnt="5">
        <dgm:presLayoutVars>
          <dgm:chMax val="0"/>
          <dgm:bulletEnabled val="1"/>
        </dgm:presLayoutVars>
      </dgm:prSet>
      <dgm:spPr/>
    </dgm:pt>
    <dgm:pt modelId="{F3FD6D4F-4EE4-486A-A482-1BEED204F0B3}" type="pres">
      <dgm:prSet presAssocID="{123A1A60-B1F6-4FEA-85D0-33C3E73B5E6A}" presName="negativeSpace" presStyleCnt="0"/>
      <dgm:spPr/>
    </dgm:pt>
    <dgm:pt modelId="{61702F9D-D6DE-4BAD-84E4-B0A24950545C}" type="pres">
      <dgm:prSet presAssocID="{123A1A60-B1F6-4FEA-85D0-33C3E73B5E6A}" presName="childText" presStyleLbl="conFgAcc1" presStyleIdx="0" presStyleCnt="5">
        <dgm:presLayoutVars>
          <dgm:bulletEnabled val="1"/>
        </dgm:presLayoutVars>
      </dgm:prSet>
      <dgm:spPr/>
    </dgm:pt>
    <dgm:pt modelId="{333C6DB5-2192-40E8-952D-3F0CB03C526E}" type="pres">
      <dgm:prSet presAssocID="{2C41772B-FC59-4590-80BE-606523E45EB2}" presName="spaceBetweenRectangles" presStyleCnt="0"/>
      <dgm:spPr/>
    </dgm:pt>
    <dgm:pt modelId="{464EF39E-5F2B-49D3-B590-FEE62530ECEB}" type="pres">
      <dgm:prSet presAssocID="{55C9FA79-F0C8-4B70-B779-0802F9D0024F}" presName="parentLin" presStyleCnt="0"/>
      <dgm:spPr/>
    </dgm:pt>
    <dgm:pt modelId="{D0FCD428-C222-4193-9E6D-A7ADD96271EF}" type="pres">
      <dgm:prSet presAssocID="{55C9FA79-F0C8-4B70-B779-0802F9D0024F}" presName="parentLeftMargin" presStyleLbl="node1" presStyleIdx="0" presStyleCnt="5"/>
      <dgm:spPr/>
    </dgm:pt>
    <dgm:pt modelId="{6059FA53-2CAE-45C8-B59C-09A8E601C865}" type="pres">
      <dgm:prSet presAssocID="{55C9FA79-F0C8-4B70-B779-0802F9D0024F}" presName="parentText" presStyleLbl="node1" presStyleIdx="1" presStyleCnt="5">
        <dgm:presLayoutVars>
          <dgm:chMax val="0"/>
          <dgm:bulletEnabled val="1"/>
        </dgm:presLayoutVars>
      </dgm:prSet>
      <dgm:spPr/>
    </dgm:pt>
    <dgm:pt modelId="{65200C4B-3ED6-4F0A-8D44-5305A1908673}" type="pres">
      <dgm:prSet presAssocID="{55C9FA79-F0C8-4B70-B779-0802F9D0024F}" presName="negativeSpace" presStyleCnt="0"/>
      <dgm:spPr/>
    </dgm:pt>
    <dgm:pt modelId="{4167F26B-2C26-4AD7-BBDB-9CDFFF411532}" type="pres">
      <dgm:prSet presAssocID="{55C9FA79-F0C8-4B70-B779-0802F9D0024F}" presName="childText" presStyleLbl="conFgAcc1" presStyleIdx="1" presStyleCnt="5">
        <dgm:presLayoutVars>
          <dgm:bulletEnabled val="1"/>
        </dgm:presLayoutVars>
      </dgm:prSet>
      <dgm:spPr/>
    </dgm:pt>
    <dgm:pt modelId="{9340933A-3383-4FF2-AC16-A95B623E77B1}" type="pres">
      <dgm:prSet presAssocID="{30C6C10B-C1BB-4C02-9754-35A8E7E6F87E}" presName="spaceBetweenRectangles" presStyleCnt="0"/>
      <dgm:spPr/>
    </dgm:pt>
    <dgm:pt modelId="{374E6399-DD3A-4743-829C-E71A0F77A700}" type="pres">
      <dgm:prSet presAssocID="{A4D07359-1B53-4A0A-AE8F-659204537449}" presName="parentLin" presStyleCnt="0"/>
      <dgm:spPr/>
    </dgm:pt>
    <dgm:pt modelId="{716AAFB6-63FF-4FF3-B17F-707EEDB4AFFE}" type="pres">
      <dgm:prSet presAssocID="{A4D07359-1B53-4A0A-AE8F-659204537449}" presName="parentLeftMargin" presStyleLbl="node1" presStyleIdx="1" presStyleCnt="5"/>
      <dgm:spPr/>
    </dgm:pt>
    <dgm:pt modelId="{FCE02C79-EEB1-4DEB-905C-6AE041302746}" type="pres">
      <dgm:prSet presAssocID="{A4D07359-1B53-4A0A-AE8F-659204537449}" presName="parentText" presStyleLbl="node1" presStyleIdx="2" presStyleCnt="5">
        <dgm:presLayoutVars>
          <dgm:chMax val="0"/>
          <dgm:bulletEnabled val="1"/>
        </dgm:presLayoutVars>
      </dgm:prSet>
      <dgm:spPr/>
    </dgm:pt>
    <dgm:pt modelId="{6DE7F008-464B-44F2-BC86-5A36DA4857C9}" type="pres">
      <dgm:prSet presAssocID="{A4D07359-1B53-4A0A-AE8F-659204537449}" presName="negativeSpace" presStyleCnt="0"/>
      <dgm:spPr/>
    </dgm:pt>
    <dgm:pt modelId="{2579A07A-D02B-4E6A-A596-D7994A023310}" type="pres">
      <dgm:prSet presAssocID="{A4D07359-1B53-4A0A-AE8F-659204537449}" presName="childText" presStyleLbl="conFgAcc1" presStyleIdx="2" presStyleCnt="5">
        <dgm:presLayoutVars>
          <dgm:bulletEnabled val="1"/>
        </dgm:presLayoutVars>
      </dgm:prSet>
      <dgm:spPr/>
    </dgm:pt>
    <dgm:pt modelId="{FD98FC98-940D-4521-A708-9DF29970F4C4}" type="pres">
      <dgm:prSet presAssocID="{12B2CF9F-3E61-4F69-AA20-5014190998E5}" presName="spaceBetweenRectangles" presStyleCnt="0"/>
      <dgm:spPr/>
    </dgm:pt>
    <dgm:pt modelId="{8859F431-6361-483E-A463-9A048A4260DF}" type="pres">
      <dgm:prSet presAssocID="{695AD81B-EE22-4E32-A0FA-F226BA4B17C7}" presName="parentLin" presStyleCnt="0"/>
      <dgm:spPr/>
    </dgm:pt>
    <dgm:pt modelId="{C08BCF9B-9709-4C4D-BD44-EC99902A3253}" type="pres">
      <dgm:prSet presAssocID="{695AD81B-EE22-4E32-A0FA-F226BA4B17C7}" presName="parentLeftMargin" presStyleLbl="node1" presStyleIdx="2" presStyleCnt="5"/>
      <dgm:spPr/>
    </dgm:pt>
    <dgm:pt modelId="{9A2AD369-4709-422D-8ADD-D4B7E633BD66}" type="pres">
      <dgm:prSet presAssocID="{695AD81B-EE22-4E32-A0FA-F226BA4B17C7}" presName="parentText" presStyleLbl="node1" presStyleIdx="3" presStyleCnt="5">
        <dgm:presLayoutVars>
          <dgm:chMax val="0"/>
          <dgm:bulletEnabled val="1"/>
        </dgm:presLayoutVars>
      </dgm:prSet>
      <dgm:spPr/>
    </dgm:pt>
    <dgm:pt modelId="{B0B1BE54-068C-489C-8F7F-E8D56ACF01F2}" type="pres">
      <dgm:prSet presAssocID="{695AD81B-EE22-4E32-A0FA-F226BA4B17C7}" presName="negativeSpace" presStyleCnt="0"/>
      <dgm:spPr/>
    </dgm:pt>
    <dgm:pt modelId="{4B54C7EE-0E3D-4FAA-9FDD-6E48515C29AC}" type="pres">
      <dgm:prSet presAssocID="{695AD81B-EE22-4E32-A0FA-F226BA4B17C7}" presName="childText" presStyleLbl="conFgAcc1" presStyleIdx="3" presStyleCnt="5">
        <dgm:presLayoutVars>
          <dgm:bulletEnabled val="1"/>
        </dgm:presLayoutVars>
      </dgm:prSet>
      <dgm:spPr/>
    </dgm:pt>
    <dgm:pt modelId="{AEACC5BD-DB29-4450-B8A8-A1BA731B7027}" type="pres">
      <dgm:prSet presAssocID="{3FE9B905-582B-4C62-B3FF-60F1535FB7C8}" presName="spaceBetweenRectangles" presStyleCnt="0"/>
      <dgm:spPr/>
    </dgm:pt>
    <dgm:pt modelId="{DE2632E2-7C22-4ECF-ACFA-FBCE3722D80E}" type="pres">
      <dgm:prSet presAssocID="{7812F4DE-1E62-409D-BC8B-DFFAB6C7B952}" presName="parentLin" presStyleCnt="0"/>
      <dgm:spPr/>
    </dgm:pt>
    <dgm:pt modelId="{322E6340-DA1A-44E7-AD19-9802165B5DA7}" type="pres">
      <dgm:prSet presAssocID="{7812F4DE-1E62-409D-BC8B-DFFAB6C7B952}" presName="parentLeftMargin" presStyleLbl="node1" presStyleIdx="3" presStyleCnt="5"/>
      <dgm:spPr/>
    </dgm:pt>
    <dgm:pt modelId="{7B7FDB59-3D7F-4870-87E8-1F57C1ECE1C3}" type="pres">
      <dgm:prSet presAssocID="{7812F4DE-1E62-409D-BC8B-DFFAB6C7B952}" presName="parentText" presStyleLbl="node1" presStyleIdx="4" presStyleCnt="5">
        <dgm:presLayoutVars>
          <dgm:chMax val="0"/>
          <dgm:bulletEnabled val="1"/>
        </dgm:presLayoutVars>
      </dgm:prSet>
      <dgm:spPr/>
    </dgm:pt>
    <dgm:pt modelId="{26C92F48-56A9-4B06-8899-50918EC3B584}" type="pres">
      <dgm:prSet presAssocID="{7812F4DE-1E62-409D-BC8B-DFFAB6C7B952}" presName="negativeSpace" presStyleCnt="0"/>
      <dgm:spPr/>
    </dgm:pt>
    <dgm:pt modelId="{3673405B-850C-4C54-A7DD-8C64FD69BD06}" type="pres">
      <dgm:prSet presAssocID="{7812F4DE-1E62-409D-BC8B-DFFAB6C7B952}" presName="childText" presStyleLbl="conFgAcc1" presStyleIdx="4" presStyleCnt="5">
        <dgm:presLayoutVars>
          <dgm:bulletEnabled val="1"/>
        </dgm:presLayoutVars>
      </dgm:prSet>
      <dgm:spPr/>
    </dgm:pt>
  </dgm:ptLst>
  <dgm:cxnLst>
    <dgm:cxn modelId="{3155EF06-7665-4209-994D-630074C99499}" type="presOf" srcId="{7812F4DE-1E62-409D-BC8B-DFFAB6C7B952}" destId="{7B7FDB59-3D7F-4870-87E8-1F57C1ECE1C3}" srcOrd="1" destOrd="0" presId="urn:microsoft.com/office/officeart/2005/8/layout/list1"/>
    <dgm:cxn modelId="{538D8311-49ED-458C-BA87-D31EC22DBFAD}" type="presOf" srcId="{2BC8E4B3-FA4A-4AEC-8547-E783A448FEF0}" destId="{4167F26B-2C26-4AD7-BBDB-9CDFFF411532}" srcOrd="0" destOrd="0" presId="urn:microsoft.com/office/officeart/2005/8/layout/list1"/>
    <dgm:cxn modelId="{4852E019-2E7D-4C2E-9C8A-93ABE2A60AC2}" srcId="{AC879A0B-428D-4525-9651-9534D60B1122}" destId="{A4D07359-1B53-4A0A-AE8F-659204537449}" srcOrd="2" destOrd="0" parTransId="{6DA15E9A-456B-43F7-9219-FFEE84A7F148}" sibTransId="{12B2CF9F-3E61-4F69-AA20-5014190998E5}"/>
    <dgm:cxn modelId="{F8E0C428-6DFF-416F-AD19-F1EEAE8302E6}" type="presOf" srcId="{55C9FA79-F0C8-4B70-B779-0802F9D0024F}" destId="{D0FCD428-C222-4193-9E6D-A7ADD96271EF}" srcOrd="0" destOrd="0" presId="urn:microsoft.com/office/officeart/2005/8/layout/list1"/>
    <dgm:cxn modelId="{4788093B-C7DB-40DF-A8F6-C6086A6550DA}" type="presOf" srcId="{A4D07359-1B53-4A0A-AE8F-659204537449}" destId="{716AAFB6-63FF-4FF3-B17F-707EEDB4AFFE}" srcOrd="0" destOrd="0" presId="urn:microsoft.com/office/officeart/2005/8/layout/list1"/>
    <dgm:cxn modelId="{95AAFD3F-9B23-4ED9-A5B2-CBF6A73739AE}" type="presOf" srcId="{7812F4DE-1E62-409D-BC8B-DFFAB6C7B952}" destId="{322E6340-DA1A-44E7-AD19-9802165B5DA7}" srcOrd="0" destOrd="0" presId="urn:microsoft.com/office/officeart/2005/8/layout/list1"/>
    <dgm:cxn modelId="{954B7160-8F01-4C67-A0C2-32E252348A90}" srcId="{55C9FA79-F0C8-4B70-B779-0802F9D0024F}" destId="{2BC8E4B3-FA4A-4AEC-8547-E783A448FEF0}" srcOrd="0" destOrd="0" parTransId="{7ADB9690-4769-4A20-A684-F9BB77A2497C}" sibTransId="{F7BBF7E8-D218-4B5F-A306-814844314110}"/>
    <dgm:cxn modelId="{E8117144-1BA9-43E1-BA8B-DD2CC5A2F4D0}" srcId="{123A1A60-B1F6-4FEA-85D0-33C3E73B5E6A}" destId="{5FBFFDB6-AD7E-4A51-9E4F-E2C91FF428E5}" srcOrd="0" destOrd="0" parTransId="{504A5ECC-46DC-49B5-8FD1-2EDD8AD5FE13}" sibTransId="{EAB4CCD3-864C-47AC-BE36-2F97945DA475}"/>
    <dgm:cxn modelId="{8D387367-7E89-4320-8166-A69A427D3E0A}" type="presOf" srcId="{AC879A0B-428D-4525-9651-9534D60B1122}" destId="{472880D1-5EB2-4CBA-A9A5-89CF421052F9}" srcOrd="0" destOrd="0" presId="urn:microsoft.com/office/officeart/2005/8/layout/list1"/>
    <dgm:cxn modelId="{97BBD849-74B9-41CD-B17D-095BDFD79126}" type="presOf" srcId="{A4D07359-1B53-4A0A-AE8F-659204537449}" destId="{FCE02C79-EEB1-4DEB-905C-6AE041302746}" srcOrd="1" destOrd="0" presId="urn:microsoft.com/office/officeart/2005/8/layout/list1"/>
    <dgm:cxn modelId="{3CC58B70-98F7-475D-9745-761B2AF0BCFE}" type="presOf" srcId="{695AD81B-EE22-4E32-A0FA-F226BA4B17C7}" destId="{C08BCF9B-9709-4C4D-BD44-EC99902A3253}" srcOrd="0" destOrd="0" presId="urn:microsoft.com/office/officeart/2005/8/layout/list1"/>
    <dgm:cxn modelId="{B9926281-7FFF-4A07-BDCF-5A0EE596932C}" type="presOf" srcId="{3FF89DD5-E7FF-4267-8C1D-F51B6CD893F6}" destId="{2579A07A-D02B-4E6A-A596-D7994A023310}" srcOrd="0" destOrd="0" presId="urn:microsoft.com/office/officeart/2005/8/layout/list1"/>
    <dgm:cxn modelId="{9A501797-69EB-4FBD-B587-82D9E0CB4165}" type="presOf" srcId="{5FBFFDB6-AD7E-4A51-9E4F-E2C91FF428E5}" destId="{61702F9D-D6DE-4BAD-84E4-B0A24950545C}" srcOrd="0" destOrd="0" presId="urn:microsoft.com/office/officeart/2005/8/layout/list1"/>
    <dgm:cxn modelId="{B7799899-0C86-464C-942B-47D984F5D5A3}" type="presOf" srcId="{695AD81B-EE22-4E32-A0FA-F226BA4B17C7}" destId="{9A2AD369-4709-422D-8ADD-D4B7E633BD66}" srcOrd="1" destOrd="0" presId="urn:microsoft.com/office/officeart/2005/8/layout/list1"/>
    <dgm:cxn modelId="{A2426DA5-C8DA-4BA0-BD7F-1D8C831F7D7C}" srcId="{7812F4DE-1E62-409D-BC8B-DFFAB6C7B952}" destId="{C9CFCCAD-196F-4619-BD49-D9087EEBE432}" srcOrd="0" destOrd="0" parTransId="{CE41050A-0FF2-4E50-BD43-453291703257}" sibTransId="{FC3E47A3-DD8E-4676-8595-D7769833019D}"/>
    <dgm:cxn modelId="{7A92A0A7-FFAF-4A31-88A8-AE797606F6EF}" srcId="{AC879A0B-428D-4525-9651-9534D60B1122}" destId="{123A1A60-B1F6-4FEA-85D0-33C3E73B5E6A}" srcOrd="0" destOrd="0" parTransId="{10F3AB44-FBA4-4D6C-B156-2E2A85AC85E9}" sibTransId="{2C41772B-FC59-4590-80BE-606523E45EB2}"/>
    <dgm:cxn modelId="{082294AC-9E21-49BE-8351-8E90BF219A47}" type="presOf" srcId="{38BAF11C-8566-473E-AC9E-6F922A51F665}" destId="{4B54C7EE-0E3D-4FAA-9FDD-6E48515C29AC}" srcOrd="0" destOrd="0" presId="urn:microsoft.com/office/officeart/2005/8/layout/list1"/>
    <dgm:cxn modelId="{3DEF2DAF-4985-44F4-BD9C-F2569929E936}" srcId="{695AD81B-EE22-4E32-A0FA-F226BA4B17C7}" destId="{38BAF11C-8566-473E-AC9E-6F922A51F665}" srcOrd="0" destOrd="0" parTransId="{C979954B-19A7-4A18-9171-61DFE9F481AE}" sibTransId="{4BC324F1-57BC-4DC7-B742-62C4DBB34B8D}"/>
    <dgm:cxn modelId="{157DD3B5-B333-4B9F-9C84-42B9250DFD73}" srcId="{AC879A0B-428D-4525-9651-9534D60B1122}" destId="{55C9FA79-F0C8-4B70-B779-0802F9D0024F}" srcOrd="1" destOrd="0" parTransId="{539A36F5-5402-4CE7-8F8F-5C45AFFD63CE}" sibTransId="{30C6C10B-C1BB-4C02-9754-35A8E7E6F87E}"/>
    <dgm:cxn modelId="{11341FB8-C38B-4AE2-925F-B9D8FC491A5C}" type="presOf" srcId="{C9CFCCAD-196F-4619-BD49-D9087EEBE432}" destId="{3673405B-850C-4C54-A7DD-8C64FD69BD06}" srcOrd="0" destOrd="0" presId="urn:microsoft.com/office/officeart/2005/8/layout/list1"/>
    <dgm:cxn modelId="{57C43AB8-BC84-4419-B613-9F84E311C5FB}" srcId="{A4D07359-1B53-4A0A-AE8F-659204537449}" destId="{3FF89DD5-E7FF-4267-8C1D-F51B6CD893F6}" srcOrd="0" destOrd="0" parTransId="{92F660D8-83C9-4AE3-9F2D-1416539E5C74}" sibTransId="{D0E35B0D-4F4C-4A1F-AAEE-6A95CC6D4E61}"/>
    <dgm:cxn modelId="{90D2CCC0-743C-45BB-954D-80FA7A2CCCB4}" type="presOf" srcId="{123A1A60-B1F6-4FEA-85D0-33C3E73B5E6A}" destId="{65A44C23-CAC5-4E39-A309-13AFBD9A74F7}" srcOrd="1" destOrd="0" presId="urn:microsoft.com/office/officeart/2005/8/layout/list1"/>
    <dgm:cxn modelId="{AE92A6CB-EAF9-41C1-B466-CB5C37A714F7}" srcId="{AC879A0B-428D-4525-9651-9534D60B1122}" destId="{7812F4DE-1E62-409D-BC8B-DFFAB6C7B952}" srcOrd="4" destOrd="0" parTransId="{B7266BBA-F0F9-4B24-9BFE-DDAC9D7121A4}" sibTransId="{7044E9E1-DE05-4787-A61B-C93A59961369}"/>
    <dgm:cxn modelId="{C75234E3-CBE1-4A98-852C-EB7D8540A183}" type="presOf" srcId="{55C9FA79-F0C8-4B70-B779-0802F9D0024F}" destId="{6059FA53-2CAE-45C8-B59C-09A8E601C865}" srcOrd="1" destOrd="0" presId="urn:microsoft.com/office/officeart/2005/8/layout/list1"/>
    <dgm:cxn modelId="{061CF5E9-8647-4213-81AE-4EA88D77CB10}" type="presOf" srcId="{123A1A60-B1F6-4FEA-85D0-33C3E73B5E6A}" destId="{CA172F62-06B4-4087-A822-E967D1E2241B}" srcOrd="0" destOrd="0" presId="urn:microsoft.com/office/officeart/2005/8/layout/list1"/>
    <dgm:cxn modelId="{0655FFF2-918A-46AB-812B-ACF74B5DFDD2}" srcId="{AC879A0B-428D-4525-9651-9534D60B1122}" destId="{695AD81B-EE22-4E32-A0FA-F226BA4B17C7}" srcOrd="3" destOrd="0" parTransId="{11AF99BB-0760-4386-A4FC-E6180EFC4CD7}" sibTransId="{3FE9B905-582B-4C62-B3FF-60F1535FB7C8}"/>
    <dgm:cxn modelId="{9A70D672-31A9-482B-BDD5-52A97BDB35F2}" type="presParOf" srcId="{472880D1-5EB2-4CBA-A9A5-89CF421052F9}" destId="{41526C7D-8F4A-4710-BE6C-B6B8E6DFF89D}" srcOrd="0" destOrd="0" presId="urn:microsoft.com/office/officeart/2005/8/layout/list1"/>
    <dgm:cxn modelId="{382FD03D-B4C3-4105-8ACA-6F20E3405DC2}" type="presParOf" srcId="{41526C7D-8F4A-4710-BE6C-B6B8E6DFF89D}" destId="{CA172F62-06B4-4087-A822-E967D1E2241B}" srcOrd="0" destOrd="0" presId="urn:microsoft.com/office/officeart/2005/8/layout/list1"/>
    <dgm:cxn modelId="{206CE4EC-84DA-4349-8763-64D2B70AD3E3}" type="presParOf" srcId="{41526C7D-8F4A-4710-BE6C-B6B8E6DFF89D}" destId="{65A44C23-CAC5-4E39-A309-13AFBD9A74F7}" srcOrd="1" destOrd="0" presId="urn:microsoft.com/office/officeart/2005/8/layout/list1"/>
    <dgm:cxn modelId="{5ECD56CC-097F-4970-B89D-DACE77787FD4}" type="presParOf" srcId="{472880D1-5EB2-4CBA-A9A5-89CF421052F9}" destId="{F3FD6D4F-4EE4-486A-A482-1BEED204F0B3}" srcOrd="1" destOrd="0" presId="urn:microsoft.com/office/officeart/2005/8/layout/list1"/>
    <dgm:cxn modelId="{D0CF3FD8-EB0F-4929-A30B-E32DE5A4727A}" type="presParOf" srcId="{472880D1-5EB2-4CBA-A9A5-89CF421052F9}" destId="{61702F9D-D6DE-4BAD-84E4-B0A24950545C}" srcOrd="2" destOrd="0" presId="urn:microsoft.com/office/officeart/2005/8/layout/list1"/>
    <dgm:cxn modelId="{2261FD6B-AF07-4E89-B1CC-3E4067E2A869}" type="presParOf" srcId="{472880D1-5EB2-4CBA-A9A5-89CF421052F9}" destId="{333C6DB5-2192-40E8-952D-3F0CB03C526E}" srcOrd="3" destOrd="0" presId="urn:microsoft.com/office/officeart/2005/8/layout/list1"/>
    <dgm:cxn modelId="{91EC2FDE-9BF8-45FA-A39C-00CA7E860817}" type="presParOf" srcId="{472880D1-5EB2-4CBA-A9A5-89CF421052F9}" destId="{464EF39E-5F2B-49D3-B590-FEE62530ECEB}" srcOrd="4" destOrd="0" presId="urn:microsoft.com/office/officeart/2005/8/layout/list1"/>
    <dgm:cxn modelId="{A265B6AB-02B3-4D5F-B853-5C82A7D754A0}" type="presParOf" srcId="{464EF39E-5F2B-49D3-B590-FEE62530ECEB}" destId="{D0FCD428-C222-4193-9E6D-A7ADD96271EF}" srcOrd="0" destOrd="0" presId="urn:microsoft.com/office/officeart/2005/8/layout/list1"/>
    <dgm:cxn modelId="{EFCA7ACF-4EC5-4090-B274-41B9F3F0A365}" type="presParOf" srcId="{464EF39E-5F2B-49D3-B590-FEE62530ECEB}" destId="{6059FA53-2CAE-45C8-B59C-09A8E601C865}" srcOrd="1" destOrd="0" presId="urn:microsoft.com/office/officeart/2005/8/layout/list1"/>
    <dgm:cxn modelId="{C7EEA081-4E73-4ACE-A570-AED964FADE6B}" type="presParOf" srcId="{472880D1-5EB2-4CBA-A9A5-89CF421052F9}" destId="{65200C4B-3ED6-4F0A-8D44-5305A1908673}" srcOrd="5" destOrd="0" presId="urn:microsoft.com/office/officeart/2005/8/layout/list1"/>
    <dgm:cxn modelId="{D8D132CD-602A-4DE5-8A08-9092D051A67D}" type="presParOf" srcId="{472880D1-5EB2-4CBA-A9A5-89CF421052F9}" destId="{4167F26B-2C26-4AD7-BBDB-9CDFFF411532}" srcOrd="6" destOrd="0" presId="urn:microsoft.com/office/officeart/2005/8/layout/list1"/>
    <dgm:cxn modelId="{2FE484A4-CCAA-4C99-A4A6-42F9A808FFD6}" type="presParOf" srcId="{472880D1-5EB2-4CBA-A9A5-89CF421052F9}" destId="{9340933A-3383-4FF2-AC16-A95B623E77B1}" srcOrd="7" destOrd="0" presId="urn:microsoft.com/office/officeart/2005/8/layout/list1"/>
    <dgm:cxn modelId="{DC6F0619-8FE8-4A2D-AE4C-099A1AAE696B}" type="presParOf" srcId="{472880D1-5EB2-4CBA-A9A5-89CF421052F9}" destId="{374E6399-DD3A-4743-829C-E71A0F77A700}" srcOrd="8" destOrd="0" presId="urn:microsoft.com/office/officeart/2005/8/layout/list1"/>
    <dgm:cxn modelId="{499D4B97-5CDA-46B3-B446-F731092536E7}" type="presParOf" srcId="{374E6399-DD3A-4743-829C-E71A0F77A700}" destId="{716AAFB6-63FF-4FF3-B17F-707EEDB4AFFE}" srcOrd="0" destOrd="0" presId="urn:microsoft.com/office/officeart/2005/8/layout/list1"/>
    <dgm:cxn modelId="{9BD72591-6A7E-465F-A35B-7744D5E4C1C0}" type="presParOf" srcId="{374E6399-DD3A-4743-829C-E71A0F77A700}" destId="{FCE02C79-EEB1-4DEB-905C-6AE041302746}" srcOrd="1" destOrd="0" presId="urn:microsoft.com/office/officeart/2005/8/layout/list1"/>
    <dgm:cxn modelId="{16951DB8-36B6-4071-81C9-F9CB8ADD3745}" type="presParOf" srcId="{472880D1-5EB2-4CBA-A9A5-89CF421052F9}" destId="{6DE7F008-464B-44F2-BC86-5A36DA4857C9}" srcOrd="9" destOrd="0" presId="urn:microsoft.com/office/officeart/2005/8/layout/list1"/>
    <dgm:cxn modelId="{2A3071F9-0D8E-47A8-8D5E-F80477D2DE7A}" type="presParOf" srcId="{472880D1-5EB2-4CBA-A9A5-89CF421052F9}" destId="{2579A07A-D02B-4E6A-A596-D7994A023310}" srcOrd="10" destOrd="0" presId="urn:microsoft.com/office/officeart/2005/8/layout/list1"/>
    <dgm:cxn modelId="{5825D1CB-4E39-4520-9986-DE5D2292EE3D}" type="presParOf" srcId="{472880D1-5EB2-4CBA-A9A5-89CF421052F9}" destId="{FD98FC98-940D-4521-A708-9DF29970F4C4}" srcOrd="11" destOrd="0" presId="urn:microsoft.com/office/officeart/2005/8/layout/list1"/>
    <dgm:cxn modelId="{838C8E7B-0F68-4185-B330-13801D403B29}" type="presParOf" srcId="{472880D1-5EB2-4CBA-A9A5-89CF421052F9}" destId="{8859F431-6361-483E-A463-9A048A4260DF}" srcOrd="12" destOrd="0" presId="urn:microsoft.com/office/officeart/2005/8/layout/list1"/>
    <dgm:cxn modelId="{A340F5AF-301B-4C11-BF0E-3B2CE5C90F6A}" type="presParOf" srcId="{8859F431-6361-483E-A463-9A048A4260DF}" destId="{C08BCF9B-9709-4C4D-BD44-EC99902A3253}" srcOrd="0" destOrd="0" presId="urn:microsoft.com/office/officeart/2005/8/layout/list1"/>
    <dgm:cxn modelId="{3BAC95B0-8724-4B29-B0F9-AD6990D28EA3}" type="presParOf" srcId="{8859F431-6361-483E-A463-9A048A4260DF}" destId="{9A2AD369-4709-422D-8ADD-D4B7E633BD66}" srcOrd="1" destOrd="0" presId="urn:microsoft.com/office/officeart/2005/8/layout/list1"/>
    <dgm:cxn modelId="{3B059DDC-0F57-44DF-9EEB-BD5D42BDC42E}" type="presParOf" srcId="{472880D1-5EB2-4CBA-A9A5-89CF421052F9}" destId="{B0B1BE54-068C-489C-8F7F-E8D56ACF01F2}" srcOrd="13" destOrd="0" presId="urn:microsoft.com/office/officeart/2005/8/layout/list1"/>
    <dgm:cxn modelId="{D2A5A243-40D6-45AD-9D48-91AE8FFE9EC0}" type="presParOf" srcId="{472880D1-5EB2-4CBA-A9A5-89CF421052F9}" destId="{4B54C7EE-0E3D-4FAA-9FDD-6E48515C29AC}" srcOrd="14" destOrd="0" presId="urn:microsoft.com/office/officeart/2005/8/layout/list1"/>
    <dgm:cxn modelId="{18A6D2BF-44B0-4316-8E37-B607A593BFCC}" type="presParOf" srcId="{472880D1-5EB2-4CBA-A9A5-89CF421052F9}" destId="{AEACC5BD-DB29-4450-B8A8-A1BA731B7027}" srcOrd="15" destOrd="0" presId="urn:microsoft.com/office/officeart/2005/8/layout/list1"/>
    <dgm:cxn modelId="{27D5C9BC-1B99-4447-884F-3813A864A3DF}" type="presParOf" srcId="{472880D1-5EB2-4CBA-A9A5-89CF421052F9}" destId="{DE2632E2-7C22-4ECF-ACFA-FBCE3722D80E}" srcOrd="16" destOrd="0" presId="urn:microsoft.com/office/officeart/2005/8/layout/list1"/>
    <dgm:cxn modelId="{8FB8F2C5-A297-44D4-8C78-8A0D317AFEF3}" type="presParOf" srcId="{DE2632E2-7C22-4ECF-ACFA-FBCE3722D80E}" destId="{322E6340-DA1A-44E7-AD19-9802165B5DA7}" srcOrd="0" destOrd="0" presId="urn:microsoft.com/office/officeart/2005/8/layout/list1"/>
    <dgm:cxn modelId="{88932997-6AE2-429A-BB15-592132F316C1}" type="presParOf" srcId="{DE2632E2-7C22-4ECF-ACFA-FBCE3722D80E}" destId="{7B7FDB59-3D7F-4870-87E8-1F57C1ECE1C3}" srcOrd="1" destOrd="0" presId="urn:microsoft.com/office/officeart/2005/8/layout/list1"/>
    <dgm:cxn modelId="{C77AE3AF-67D6-4A87-9593-0BD05219BA4A}" type="presParOf" srcId="{472880D1-5EB2-4CBA-A9A5-89CF421052F9}" destId="{26C92F48-56A9-4B06-8899-50918EC3B584}" srcOrd="17" destOrd="0" presId="urn:microsoft.com/office/officeart/2005/8/layout/list1"/>
    <dgm:cxn modelId="{560DBB08-E552-4C75-B2B1-E48711C29777}" type="presParOf" srcId="{472880D1-5EB2-4CBA-A9A5-89CF421052F9}" destId="{3673405B-850C-4C54-A7DD-8C64FD69BD06}"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71EAE4-B026-4525-85E3-C3615E6B8A43}">
      <dsp:nvSpPr>
        <dsp:cNvPr id="0" name=""/>
        <dsp:cNvSpPr/>
      </dsp:nvSpPr>
      <dsp:spPr>
        <a:xfrm>
          <a:off x="0" y="145876"/>
          <a:ext cx="11883535" cy="79852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b="1" kern="1200"/>
            <a:t>Session Recording</a:t>
          </a:r>
          <a:endParaRPr lang="en-GB" sz="2100" kern="1200"/>
        </a:p>
      </dsp:txBody>
      <dsp:txXfrm>
        <a:off x="38981" y="184857"/>
        <a:ext cx="11805573" cy="720562"/>
      </dsp:txXfrm>
    </dsp:sp>
    <dsp:sp modelId="{7B846167-ADC9-464B-A39F-E462D3CA5C60}">
      <dsp:nvSpPr>
        <dsp:cNvPr id="0" name=""/>
        <dsp:cNvSpPr/>
      </dsp:nvSpPr>
      <dsp:spPr>
        <a:xfrm>
          <a:off x="0" y="944401"/>
          <a:ext cx="11883535" cy="1304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7302"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All training sessions are recorded to:</a:t>
          </a:r>
          <a:endParaRPr lang="en-GB" sz="1600" kern="1200" dirty="0"/>
        </a:p>
        <a:p>
          <a:pPr marL="342900" lvl="2" indent="-171450" algn="l" defTabSz="711200">
            <a:lnSpc>
              <a:spcPct val="90000"/>
            </a:lnSpc>
            <a:spcBef>
              <a:spcPct val="0"/>
            </a:spcBef>
            <a:spcAft>
              <a:spcPct val="20000"/>
            </a:spcAft>
            <a:buChar char="•"/>
          </a:pPr>
          <a:r>
            <a:rPr lang="en-GB" sz="1600" kern="1200"/>
            <a:t>Support learner progress</a:t>
          </a:r>
        </a:p>
        <a:p>
          <a:pPr marL="342900" lvl="2" indent="-171450" algn="l" defTabSz="711200">
            <a:lnSpc>
              <a:spcPct val="90000"/>
            </a:lnSpc>
            <a:spcBef>
              <a:spcPct val="0"/>
            </a:spcBef>
            <a:spcAft>
              <a:spcPct val="20000"/>
            </a:spcAft>
            <a:buChar char="•"/>
          </a:pPr>
          <a:r>
            <a:rPr lang="en-GB" sz="1600" kern="1200"/>
            <a:t>Enable review of content</a:t>
          </a:r>
        </a:p>
        <a:p>
          <a:pPr marL="342900" lvl="2" indent="-171450" algn="l" defTabSz="711200">
            <a:lnSpc>
              <a:spcPct val="90000"/>
            </a:lnSpc>
            <a:spcBef>
              <a:spcPct val="0"/>
            </a:spcBef>
            <a:spcAft>
              <a:spcPct val="20000"/>
            </a:spcAft>
            <a:buChar char="•"/>
          </a:pPr>
          <a:r>
            <a:rPr lang="en-US" sz="1600" kern="1200"/>
            <a:t>Maintain quality and compliance standards</a:t>
          </a:r>
          <a:endParaRPr lang="en-GB" sz="1600" kern="1200"/>
        </a:p>
        <a:p>
          <a:pPr marL="171450" lvl="1" indent="-171450" algn="l" defTabSz="711200">
            <a:lnSpc>
              <a:spcPct val="90000"/>
            </a:lnSpc>
            <a:spcBef>
              <a:spcPct val="0"/>
            </a:spcBef>
            <a:spcAft>
              <a:spcPct val="20000"/>
            </a:spcAft>
            <a:buChar char="•"/>
          </a:pPr>
          <a:r>
            <a:rPr lang="en-US" sz="1600" kern="1200"/>
            <a:t>By attending this session, you acknowledge that recording is taking place.</a:t>
          </a:r>
          <a:endParaRPr lang="en-GB" sz="1600" kern="1200"/>
        </a:p>
      </dsp:txBody>
      <dsp:txXfrm>
        <a:off x="0" y="944401"/>
        <a:ext cx="11883535" cy="1304100"/>
      </dsp:txXfrm>
    </dsp:sp>
    <dsp:sp modelId="{B572A4D5-6571-48AA-A905-6A06E4484385}">
      <dsp:nvSpPr>
        <dsp:cNvPr id="0" name=""/>
        <dsp:cNvSpPr/>
      </dsp:nvSpPr>
      <dsp:spPr>
        <a:xfrm>
          <a:off x="0" y="2248501"/>
          <a:ext cx="11883535" cy="79852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fr-FR" sz="2100" b="1" kern="1200"/>
            <a:t>Camera &amp; Participation Expectations</a:t>
          </a:r>
          <a:endParaRPr lang="en-GB" sz="2100" kern="1200"/>
        </a:p>
      </dsp:txBody>
      <dsp:txXfrm>
        <a:off x="38981" y="2287482"/>
        <a:ext cx="11805573" cy="720562"/>
      </dsp:txXfrm>
    </dsp:sp>
    <dsp:sp modelId="{10B94E7B-15F2-4141-BB59-B3D4C03A9028}">
      <dsp:nvSpPr>
        <dsp:cNvPr id="0" name=""/>
        <dsp:cNvSpPr/>
      </dsp:nvSpPr>
      <dsp:spPr>
        <a:xfrm>
          <a:off x="0" y="3047026"/>
          <a:ext cx="11883535" cy="10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7302"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To support engagement and attendance monitoring:</a:t>
          </a:r>
          <a:endParaRPr lang="en-GB" sz="1600" kern="1200"/>
        </a:p>
        <a:p>
          <a:pPr marL="342900" lvl="2" indent="-171450" algn="l" defTabSz="711200">
            <a:lnSpc>
              <a:spcPct val="90000"/>
            </a:lnSpc>
            <a:spcBef>
              <a:spcPct val="0"/>
            </a:spcBef>
            <a:spcAft>
              <a:spcPct val="20000"/>
            </a:spcAft>
            <a:buChar char="•"/>
          </a:pPr>
          <a:r>
            <a:rPr lang="en-US" sz="1600" kern="1200"/>
            <a:t>Cameras should remain on during the session</a:t>
          </a:r>
          <a:endParaRPr lang="en-GB" sz="1600" kern="1200"/>
        </a:p>
        <a:p>
          <a:pPr marL="342900" lvl="2" indent="-171450" algn="l" defTabSz="711200">
            <a:lnSpc>
              <a:spcPct val="90000"/>
            </a:lnSpc>
            <a:spcBef>
              <a:spcPct val="0"/>
            </a:spcBef>
            <a:spcAft>
              <a:spcPct val="20000"/>
            </a:spcAft>
            <a:buChar char="•"/>
          </a:pPr>
          <a:r>
            <a:rPr lang="en-US" sz="1600" kern="1200"/>
            <a:t>Please participate actively in discussions and activities</a:t>
          </a:r>
          <a:endParaRPr lang="en-GB" sz="1600" kern="1200"/>
        </a:p>
        <a:p>
          <a:pPr marL="342900" lvl="2" indent="-171450" algn="l" defTabSz="711200">
            <a:lnSpc>
              <a:spcPct val="90000"/>
            </a:lnSpc>
            <a:spcBef>
              <a:spcPct val="0"/>
            </a:spcBef>
            <a:spcAft>
              <a:spcPct val="20000"/>
            </a:spcAft>
            <a:buChar char="•"/>
          </a:pPr>
          <a:r>
            <a:rPr lang="en-US" sz="1600" kern="1200"/>
            <a:t>If you are unable to use your camera or microphone for any reason, please inform your tutor directly via chat or message.</a:t>
          </a:r>
          <a:endParaRPr lang="en-GB" sz="1600" kern="1200"/>
        </a:p>
      </dsp:txBody>
      <dsp:txXfrm>
        <a:off x="0" y="3047026"/>
        <a:ext cx="11883535" cy="1043280"/>
      </dsp:txXfrm>
    </dsp:sp>
    <dsp:sp modelId="{6F6CB04F-68D2-4C5C-8D4A-3DE017DABFAE}">
      <dsp:nvSpPr>
        <dsp:cNvPr id="0" name=""/>
        <dsp:cNvSpPr/>
      </dsp:nvSpPr>
      <dsp:spPr>
        <a:xfrm>
          <a:off x="0" y="4090306"/>
          <a:ext cx="11883535" cy="79852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This session forms part of your professional apprenticeship experience. Please engage respectfully and professionally throughout.</a:t>
          </a:r>
          <a:endParaRPr lang="en-GB" sz="2100" kern="1200" dirty="0"/>
        </a:p>
      </dsp:txBody>
      <dsp:txXfrm>
        <a:off x="38981" y="4129287"/>
        <a:ext cx="11805573" cy="7205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0EC809-8A62-4994-AFA3-5836513960D1}">
      <dsp:nvSpPr>
        <dsp:cNvPr id="0" name=""/>
        <dsp:cNvSpPr/>
      </dsp:nvSpPr>
      <dsp:spPr>
        <a:xfrm>
          <a:off x="7939" y="306750"/>
          <a:ext cx="3429320" cy="2559915"/>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90000"/>
            </a:lnSpc>
            <a:spcBef>
              <a:spcPct val="0"/>
            </a:spcBef>
            <a:spcAft>
              <a:spcPct val="15000"/>
            </a:spcAft>
            <a:buNone/>
          </a:pPr>
          <a:r>
            <a:rPr lang="en-US" sz="1400" kern="1200" dirty="0"/>
            <a:t>Safeguarding protects individuals from harm, abuse, neglect, </a:t>
          </a:r>
          <a:r>
            <a:rPr lang="en-US" sz="1400" kern="1200" dirty="0" err="1"/>
            <a:t>radicalisation</a:t>
          </a:r>
          <a:r>
            <a:rPr lang="en-US" sz="1400" kern="1200" dirty="0"/>
            <a:t> and exploitation.</a:t>
          </a:r>
          <a:br>
            <a:rPr lang="en-US" sz="1400" kern="1200" dirty="0"/>
          </a:br>
          <a:endParaRPr lang="en-US" sz="1400" kern="1200" dirty="0"/>
        </a:p>
        <a:p>
          <a:pPr marL="114300" lvl="1" indent="-114300" algn="l" defTabSz="622300">
            <a:lnSpc>
              <a:spcPct val="90000"/>
            </a:lnSpc>
            <a:spcBef>
              <a:spcPct val="0"/>
            </a:spcBef>
            <a:spcAft>
              <a:spcPct val="15000"/>
            </a:spcAft>
            <a:buNone/>
          </a:pPr>
          <a:r>
            <a:rPr lang="en-US" sz="1400" kern="1200" dirty="0"/>
            <a:t>If you have a concern about yourself or someone else, email:</a:t>
          </a:r>
        </a:p>
        <a:p>
          <a:pPr marL="114300" lvl="1" indent="-114300" algn="l" defTabSz="622300">
            <a:lnSpc>
              <a:spcPct val="90000"/>
            </a:lnSpc>
            <a:spcBef>
              <a:spcPct val="0"/>
            </a:spcBef>
            <a:spcAft>
              <a:spcPct val="15000"/>
            </a:spcAft>
            <a:buNone/>
          </a:pPr>
          <a:r>
            <a:rPr lang="en-US" sz="1400" kern="1200" dirty="0">
              <a:hlinkClick xmlns:r="http://schemas.openxmlformats.org/officeDocument/2006/relationships" r:id="rId1"/>
            </a:rPr>
            <a:t>safeguarding@bpp.com</a:t>
          </a:r>
          <a:br>
            <a:rPr lang="en-US" sz="1400" kern="1200" dirty="0"/>
          </a:br>
          <a:br>
            <a:rPr lang="en-US" sz="1400" kern="1200" dirty="0"/>
          </a:br>
          <a:r>
            <a:rPr lang="en-US" sz="1400" kern="1200" dirty="0"/>
            <a:t>Or speak to your tutor privately.</a:t>
          </a:r>
          <a:br>
            <a:rPr lang="en-US" sz="1400" kern="1200" dirty="0"/>
          </a:br>
          <a:endParaRPr lang="en-US" sz="1400" kern="1200" dirty="0"/>
        </a:p>
        <a:p>
          <a:pPr marL="114300" lvl="1" indent="-114300" algn="l" defTabSz="622300">
            <a:lnSpc>
              <a:spcPct val="90000"/>
            </a:lnSpc>
            <a:spcBef>
              <a:spcPct val="0"/>
            </a:spcBef>
            <a:spcAft>
              <a:spcPct val="15000"/>
            </a:spcAft>
            <a:buNone/>
          </a:pPr>
          <a:r>
            <a:rPr lang="en-US" sz="1400" kern="1200" dirty="0"/>
            <a:t>We treat all concerns seriously and confidentially.</a:t>
          </a:r>
        </a:p>
      </dsp:txBody>
      <dsp:txXfrm>
        <a:off x="67921" y="366732"/>
        <a:ext cx="3309356" cy="2499933"/>
      </dsp:txXfrm>
    </dsp:sp>
    <dsp:sp modelId="{48F786DA-DE1C-49AB-A9EC-F4B26E445636}">
      <dsp:nvSpPr>
        <dsp:cNvPr id="0" name=""/>
        <dsp:cNvSpPr/>
      </dsp:nvSpPr>
      <dsp:spPr>
        <a:xfrm>
          <a:off x="7939" y="2866665"/>
          <a:ext cx="3429320" cy="1100763"/>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l" defTabSz="1244600">
            <a:lnSpc>
              <a:spcPct val="90000"/>
            </a:lnSpc>
            <a:spcBef>
              <a:spcPct val="0"/>
            </a:spcBef>
            <a:spcAft>
              <a:spcPct val="35000"/>
            </a:spcAft>
            <a:buNone/>
          </a:pPr>
          <a:r>
            <a:rPr lang="en-GB" sz="2800" b="1" kern="1200" dirty="0"/>
            <a:t>Safeguarding</a:t>
          </a:r>
          <a:endParaRPr lang="en-GB" sz="2800" kern="1200" dirty="0"/>
        </a:p>
      </dsp:txBody>
      <dsp:txXfrm>
        <a:off x="7939" y="2866665"/>
        <a:ext cx="2415014" cy="1100763"/>
      </dsp:txXfrm>
    </dsp:sp>
    <dsp:sp modelId="{D9ADFEC3-3FB9-439A-9A95-7FF03D05B279}">
      <dsp:nvSpPr>
        <dsp:cNvPr id="0" name=""/>
        <dsp:cNvSpPr/>
      </dsp:nvSpPr>
      <dsp:spPr>
        <a:xfrm>
          <a:off x="2519964" y="3041511"/>
          <a:ext cx="1200262" cy="1200262"/>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ED92AB1-FC73-4B9A-8E1D-4ACFC692581E}">
      <dsp:nvSpPr>
        <dsp:cNvPr id="0" name=""/>
        <dsp:cNvSpPr/>
      </dsp:nvSpPr>
      <dsp:spPr>
        <a:xfrm>
          <a:off x="4017584" y="306750"/>
          <a:ext cx="3429320" cy="2559915"/>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90000"/>
            </a:lnSpc>
            <a:spcBef>
              <a:spcPct val="0"/>
            </a:spcBef>
            <a:spcAft>
              <a:spcPct val="15000"/>
            </a:spcAft>
            <a:buNone/>
          </a:pPr>
          <a:r>
            <a:rPr lang="en-US" sz="1400" kern="1200" dirty="0"/>
            <a:t>The British Values are:</a:t>
          </a:r>
          <a:br>
            <a:rPr lang="en-US" sz="1400" kern="1200" dirty="0"/>
          </a:br>
          <a:endParaRPr lang="en-GB" sz="1400" b="1" kern="1200" dirty="0"/>
        </a:p>
        <a:p>
          <a:pPr marL="228600" lvl="2" indent="-114300" algn="l" defTabSz="622300">
            <a:lnSpc>
              <a:spcPct val="90000"/>
            </a:lnSpc>
            <a:spcBef>
              <a:spcPct val="0"/>
            </a:spcBef>
            <a:spcAft>
              <a:spcPct val="15000"/>
            </a:spcAft>
            <a:buNone/>
          </a:pPr>
          <a:r>
            <a:rPr lang="en-US" sz="1400" b="1" kern="1200" dirty="0"/>
            <a:t>1. Democracy</a:t>
          </a:r>
          <a:endParaRPr lang="en-GB" sz="1400" b="1" kern="1200" dirty="0"/>
        </a:p>
        <a:p>
          <a:pPr marL="228600" lvl="2" indent="-114300" algn="l" defTabSz="622300">
            <a:lnSpc>
              <a:spcPct val="90000"/>
            </a:lnSpc>
            <a:spcBef>
              <a:spcPct val="0"/>
            </a:spcBef>
            <a:spcAft>
              <a:spcPct val="15000"/>
            </a:spcAft>
            <a:buNone/>
          </a:pPr>
          <a:r>
            <a:rPr lang="en-US" sz="1400" b="1" kern="1200" dirty="0"/>
            <a:t>2. Rule of Law</a:t>
          </a:r>
          <a:endParaRPr lang="en-GB" sz="1400" b="1" kern="1200" dirty="0"/>
        </a:p>
        <a:p>
          <a:pPr marL="228600" lvl="2" indent="-114300" algn="l" defTabSz="622300">
            <a:lnSpc>
              <a:spcPct val="90000"/>
            </a:lnSpc>
            <a:spcBef>
              <a:spcPct val="0"/>
            </a:spcBef>
            <a:spcAft>
              <a:spcPct val="15000"/>
            </a:spcAft>
            <a:buNone/>
          </a:pPr>
          <a:r>
            <a:rPr lang="en-US" sz="1400" b="1" kern="1200" dirty="0"/>
            <a:t>3. Individual Liberty</a:t>
          </a:r>
          <a:endParaRPr lang="en-GB" sz="1400" b="1" kern="1200" dirty="0"/>
        </a:p>
        <a:p>
          <a:pPr marL="228600" lvl="2" indent="-114300" algn="l" defTabSz="622300">
            <a:lnSpc>
              <a:spcPct val="90000"/>
            </a:lnSpc>
            <a:spcBef>
              <a:spcPct val="0"/>
            </a:spcBef>
            <a:spcAft>
              <a:spcPct val="15000"/>
            </a:spcAft>
            <a:buNone/>
          </a:pPr>
          <a:r>
            <a:rPr lang="en-US" sz="1400" b="1" kern="1200" dirty="0"/>
            <a:t>4. Mutual Respect</a:t>
          </a:r>
          <a:endParaRPr lang="en-GB" sz="1400" b="1" kern="1200" dirty="0"/>
        </a:p>
        <a:p>
          <a:pPr marL="228600" lvl="2" indent="-114300" algn="l" defTabSz="622300">
            <a:lnSpc>
              <a:spcPct val="90000"/>
            </a:lnSpc>
            <a:spcBef>
              <a:spcPct val="0"/>
            </a:spcBef>
            <a:spcAft>
              <a:spcPct val="15000"/>
            </a:spcAft>
            <a:buNone/>
          </a:pPr>
          <a:r>
            <a:rPr lang="en-US" sz="1400" b="1" kern="1200" dirty="0"/>
            <a:t>5. Tolerance of Different Faiths and Beliefs</a:t>
          </a:r>
          <a:br>
            <a:rPr lang="en-US" sz="1400" b="1" kern="1200" dirty="0"/>
          </a:br>
          <a:endParaRPr lang="en-GB" sz="1400" b="1" kern="1200" dirty="0"/>
        </a:p>
        <a:p>
          <a:pPr marL="114300" lvl="1" indent="-114300" algn="l" defTabSz="622300">
            <a:lnSpc>
              <a:spcPct val="90000"/>
            </a:lnSpc>
            <a:spcBef>
              <a:spcPct val="0"/>
            </a:spcBef>
            <a:spcAft>
              <a:spcPct val="15000"/>
            </a:spcAft>
            <a:buNone/>
          </a:pPr>
          <a:r>
            <a:rPr lang="en-US" sz="1400" kern="1200" dirty="0"/>
            <a:t>These values underpin everything we do in professional and digital environments.</a:t>
          </a:r>
        </a:p>
      </dsp:txBody>
      <dsp:txXfrm>
        <a:off x="4077566" y="366732"/>
        <a:ext cx="3309356" cy="2499933"/>
      </dsp:txXfrm>
    </dsp:sp>
    <dsp:sp modelId="{73228723-6C68-46A8-96CF-D4508B53BCEB}">
      <dsp:nvSpPr>
        <dsp:cNvPr id="0" name=""/>
        <dsp:cNvSpPr/>
      </dsp:nvSpPr>
      <dsp:spPr>
        <a:xfrm>
          <a:off x="4017584" y="2866665"/>
          <a:ext cx="3429320" cy="1100763"/>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l" defTabSz="1244600">
            <a:lnSpc>
              <a:spcPct val="90000"/>
            </a:lnSpc>
            <a:spcBef>
              <a:spcPct val="0"/>
            </a:spcBef>
            <a:spcAft>
              <a:spcPct val="35000"/>
            </a:spcAft>
            <a:buNone/>
          </a:pPr>
          <a:r>
            <a:rPr lang="en-GB" sz="2800" b="1" kern="1200" dirty="0"/>
            <a:t>British Values</a:t>
          </a:r>
          <a:endParaRPr lang="en-GB" sz="2800" kern="1200" dirty="0"/>
        </a:p>
      </dsp:txBody>
      <dsp:txXfrm>
        <a:off x="4017584" y="2866665"/>
        <a:ext cx="2415014" cy="1100763"/>
      </dsp:txXfrm>
    </dsp:sp>
    <dsp:sp modelId="{B04E7D05-003F-4073-A2E0-8A6D05F1F5E9}">
      <dsp:nvSpPr>
        <dsp:cNvPr id="0" name=""/>
        <dsp:cNvSpPr/>
      </dsp:nvSpPr>
      <dsp:spPr>
        <a:xfrm>
          <a:off x="6529608" y="3041511"/>
          <a:ext cx="1200262" cy="1200262"/>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46A71B0-4F5B-47B2-8980-46D3D2DDB15D}">
      <dsp:nvSpPr>
        <dsp:cNvPr id="0" name=""/>
        <dsp:cNvSpPr/>
      </dsp:nvSpPr>
      <dsp:spPr>
        <a:xfrm>
          <a:off x="8027228" y="306750"/>
          <a:ext cx="3429320" cy="2559915"/>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90000"/>
            </a:lnSpc>
            <a:spcBef>
              <a:spcPct val="0"/>
            </a:spcBef>
            <a:spcAft>
              <a:spcPct val="15000"/>
            </a:spcAft>
            <a:buNone/>
          </a:pPr>
          <a:r>
            <a:rPr lang="en-US" sz="1400" kern="1200" dirty="0"/>
            <a:t>Prevent is about protecting people from being drawn into extremism or </a:t>
          </a:r>
          <a:r>
            <a:rPr lang="en-US" sz="1400" kern="1200" dirty="0" err="1"/>
            <a:t>radicalisation</a:t>
          </a:r>
          <a:r>
            <a:rPr lang="en-US" sz="1400" kern="1200" dirty="0"/>
            <a:t>.</a:t>
          </a:r>
          <a:br>
            <a:rPr lang="en-US" sz="1400" kern="1200" dirty="0"/>
          </a:br>
          <a:endParaRPr lang="en-US" sz="1400" kern="1200" dirty="0"/>
        </a:p>
        <a:p>
          <a:pPr marL="114300" lvl="1" indent="-114300" algn="l" defTabSz="622300">
            <a:lnSpc>
              <a:spcPct val="90000"/>
            </a:lnSpc>
            <a:spcBef>
              <a:spcPct val="0"/>
            </a:spcBef>
            <a:spcAft>
              <a:spcPct val="15000"/>
            </a:spcAft>
            <a:buNone/>
          </a:pPr>
          <a:r>
            <a:rPr lang="en-US" sz="1400" kern="1200" dirty="0"/>
            <a:t>In our </a:t>
          </a:r>
          <a:r>
            <a:rPr lang="en-US" sz="1400" kern="1200" dirty="0" err="1"/>
            <a:t>programmes</a:t>
          </a:r>
          <a:r>
            <a:rPr lang="en-US" sz="1400" kern="1200" dirty="0"/>
            <a:t>, Prevent links to:</a:t>
          </a:r>
          <a:br>
            <a:rPr lang="en-US" sz="1400" kern="1200" dirty="0"/>
          </a:br>
          <a:br>
            <a:rPr lang="en-US" sz="1400" kern="1200" dirty="0"/>
          </a:br>
          <a:r>
            <a:rPr lang="en-US" sz="1400" b="1" kern="1200" dirty="0"/>
            <a:t>• Online safety</a:t>
          </a:r>
          <a:br>
            <a:rPr lang="en-US" sz="1400" b="1" kern="1200" dirty="0"/>
          </a:br>
          <a:r>
            <a:rPr lang="en-US" sz="1400" b="1" kern="1200" dirty="0"/>
            <a:t>• Digital responsibility</a:t>
          </a:r>
          <a:br>
            <a:rPr lang="en-US" sz="1400" b="1" kern="1200" dirty="0"/>
          </a:br>
          <a:r>
            <a:rPr lang="en-US" sz="1400" b="1" kern="1200" dirty="0"/>
            <a:t>• Critical thinking</a:t>
          </a:r>
          <a:br>
            <a:rPr lang="en-US" sz="1400" b="1" kern="1200" dirty="0"/>
          </a:br>
          <a:r>
            <a:rPr lang="en-US" sz="1400" b="1" kern="1200" dirty="0"/>
            <a:t>• Professional ethics</a:t>
          </a:r>
        </a:p>
      </dsp:txBody>
      <dsp:txXfrm>
        <a:off x="8087210" y="366732"/>
        <a:ext cx="3309356" cy="2499933"/>
      </dsp:txXfrm>
    </dsp:sp>
    <dsp:sp modelId="{A330D0D8-36E0-4D22-9693-859DCEFD00F6}">
      <dsp:nvSpPr>
        <dsp:cNvPr id="0" name=""/>
        <dsp:cNvSpPr/>
      </dsp:nvSpPr>
      <dsp:spPr>
        <a:xfrm>
          <a:off x="8027228" y="2866665"/>
          <a:ext cx="3429320" cy="1100763"/>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l" defTabSz="1244600">
            <a:lnSpc>
              <a:spcPct val="90000"/>
            </a:lnSpc>
            <a:spcBef>
              <a:spcPct val="0"/>
            </a:spcBef>
            <a:spcAft>
              <a:spcPct val="35000"/>
            </a:spcAft>
            <a:buNone/>
          </a:pPr>
          <a:r>
            <a:rPr lang="en-GB" sz="2800" b="1" kern="1200" dirty="0"/>
            <a:t>Prevent</a:t>
          </a:r>
          <a:endParaRPr lang="en-GB" sz="2800" kern="1200" dirty="0"/>
        </a:p>
      </dsp:txBody>
      <dsp:txXfrm>
        <a:off x="8027228" y="2866665"/>
        <a:ext cx="2415014" cy="1100763"/>
      </dsp:txXfrm>
    </dsp:sp>
    <dsp:sp modelId="{C95D7B44-50D7-459C-A076-A823BE9D40B9}">
      <dsp:nvSpPr>
        <dsp:cNvPr id="0" name=""/>
        <dsp:cNvSpPr/>
      </dsp:nvSpPr>
      <dsp:spPr>
        <a:xfrm>
          <a:off x="10539252" y="3041511"/>
          <a:ext cx="1200262" cy="1200262"/>
        </a:xfrm>
        <a:prstGeom prst="ellipse">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C310E4-047C-4691-A868-2DB5F4FDEB6A}">
      <dsp:nvSpPr>
        <dsp:cNvPr id="0" name=""/>
        <dsp:cNvSpPr/>
      </dsp:nvSpPr>
      <dsp:spPr>
        <a:xfrm>
          <a:off x="0" y="540883"/>
          <a:ext cx="9801225" cy="709537"/>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54076" rIns="760684" bIns="120904" numCol="1" spcCol="1270" anchor="t" anchorCtr="0">
          <a:noAutofit/>
        </a:bodyPr>
        <a:lstStyle/>
        <a:p>
          <a:pPr marL="171450" lvl="1" indent="-171450" algn="l" defTabSz="755650">
            <a:lnSpc>
              <a:spcPct val="90000"/>
            </a:lnSpc>
            <a:spcBef>
              <a:spcPct val="0"/>
            </a:spcBef>
            <a:spcAft>
              <a:spcPct val="15000"/>
            </a:spcAft>
            <a:buChar char="•"/>
          </a:pPr>
          <a:r>
            <a:rPr lang="en-GB" sz="1700" kern="1200" dirty="0"/>
            <a:t>Identify some of the different types of methodologies within Software Development</a:t>
          </a:r>
        </a:p>
      </dsp:txBody>
      <dsp:txXfrm>
        <a:off x="0" y="540883"/>
        <a:ext cx="9801225" cy="709537"/>
      </dsp:txXfrm>
    </dsp:sp>
    <dsp:sp modelId="{5728C13D-A41F-4667-9B05-0BB076F1AEDC}">
      <dsp:nvSpPr>
        <dsp:cNvPr id="0" name=""/>
        <dsp:cNvSpPr/>
      </dsp:nvSpPr>
      <dsp:spPr>
        <a:xfrm>
          <a:off x="490061" y="289963"/>
          <a:ext cx="6860857" cy="5018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755650">
            <a:lnSpc>
              <a:spcPct val="90000"/>
            </a:lnSpc>
            <a:spcBef>
              <a:spcPct val="0"/>
            </a:spcBef>
            <a:spcAft>
              <a:spcPct val="35000"/>
            </a:spcAft>
            <a:buNone/>
          </a:pPr>
          <a:r>
            <a:rPr lang="en-GB" sz="1700" kern="1200" dirty="0"/>
            <a:t>Identify</a:t>
          </a:r>
        </a:p>
      </dsp:txBody>
      <dsp:txXfrm>
        <a:off x="514559" y="314461"/>
        <a:ext cx="6811861" cy="452844"/>
      </dsp:txXfrm>
    </dsp:sp>
    <dsp:sp modelId="{A357B26E-56B4-4353-9C61-C7DED944C2CC}">
      <dsp:nvSpPr>
        <dsp:cNvPr id="0" name=""/>
        <dsp:cNvSpPr/>
      </dsp:nvSpPr>
      <dsp:spPr>
        <a:xfrm>
          <a:off x="0" y="1593141"/>
          <a:ext cx="9801225" cy="709537"/>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54076" rIns="760684" bIns="120904" numCol="1" spcCol="1270" anchor="t" anchorCtr="0">
          <a:noAutofit/>
        </a:bodyPr>
        <a:lstStyle/>
        <a:p>
          <a:pPr marL="171450" lvl="1" indent="-171450" algn="l" defTabSz="755650">
            <a:lnSpc>
              <a:spcPct val="90000"/>
            </a:lnSpc>
            <a:spcBef>
              <a:spcPct val="0"/>
            </a:spcBef>
            <a:spcAft>
              <a:spcPct val="15000"/>
            </a:spcAft>
            <a:buChar char="•"/>
          </a:pPr>
          <a:r>
            <a:rPr lang="en-GB" sz="1700" kern="1200" dirty="0"/>
            <a:t>Summarise methodologies that are in common use</a:t>
          </a:r>
        </a:p>
      </dsp:txBody>
      <dsp:txXfrm>
        <a:off x="0" y="1593141"/>
        <a:ext cx="9801225" cy="709537"/>
      </dsp:txXfrm>
    </dsp:sp>
    <dsp:sp modelId="{300F8355-328E-47D1-B239-586FC1E31ABE}">
      <dsp:nvSpPr>
        <dsp:cNvPr id="0" name=""/>
        <dsp:cNvSpPr/>
      </dsp:nvSpPr>
      <dsp:spPr>
        <a:xfrm>
          <a:off x="490061" y="1342221"/>
          <a:ext cx="6860857" cy="50184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755650">
            <a:lnSpc>
              <a:spcPct val="90000"/>
            </a:lnSpc>
            <a:spcBef>
              <a:spcPct val="0"/>
            </a:spcBef>
            <a:spcAft>
              <a:spcPct val="35000"/>
            </a:spcAft>
            <a:buNone/>
          </a:pPr>
          <a:r>
            <a:rPr lang="en-GB" sz="1700" kern="1200" dirty="0">
              <a:solidFill>
                <a:schemeClr val="tx2"/>
              </a:solidFill>
            </a:rPr>
            <a:t>Summarise</a:t>
          </a:r>
        </a:p>
      </dsp:txBody>
      <dsp:txXfrm>
        <a:off x="514559" y="1366719"/>
        <a:ext cx="6811861" cy="452844"/>
      </dsp:txXfrm>
    </dsp:sp>
    <dsp:sp modelId="{C609E762-38E2-4440-985C-45D1BF6268FC}">
      <dsp:nvSpPr>
        <dsp:cNvPr id="0" name=""/>
        <dsp:cNvSpPr/>
      </dsp:nvSpPr>
      <dsp:spPr>
        <a:xfrm>
          <a:off x="0" y="2645398"/>
          <a:ext cx="9801225" cy="709537"/>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54076" rIns="760684" bIns="120904" numCol="1" spcCol="1270" anchor="t" anchorCtr="0">
          <a:noAutofit/>
        </a:bodyPr>
        <a:lstStyle/>
        <a:p>
          <a:pPr marL="171450" lvl="1" indent="-171450" algn="l" defTabSz="755650">
            <a:lnSpc>
              <a:spcPct val="90000"/>
            </a:lnSpc>
            <a:spcBef>
              <a:spcPct val="0"/>
            </a:spcBef>
            <a:spcAft>
              <a:spcPct val="15000"/>
            </a:spcAft>
            <a:buChar char="•"/>
          </a:pPr>
          <a:r>
            <a:rPr lang="en-GB" sz="1700" kern="1200" dirty="0"/>
            <a:t>Analyse methodologies to establish advantages and disadvantages to that process</a:t>
          </a:r>
        </a:p>
      </dsp:txBody>
      <dsp:txXfrm>
        <a:off x="0" y="2645398"/>
        <a:ext cx="9801225" cy="709537"/>
      </dsp:txXfrm>
    </dsp:sp>
    <dsp:sp modelId="{D2313853-3AC5-40B6-AC25-6EC29C4E3D78}">
      <dsp:nvSpPr>
        <dsp:cNvPr id="0" name=""/>
        <dsp:cNvSpPr/>
      </dsp:nvSpPr>
      <dsp:spPr>
        <a:xfrm>
          <a:off x="490061" y="2394478"/>
          <a:ext cx="6860857" cy="50184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755650">
            <a:lnSpc>
              <a:spcPct val="90000"/>
            </a:lnSpc>
            <a:spcBef>
              <a:spcPct val="0"/>
            </a:spcBef>
            <a:spcAft>
              <a:spcPct val="35000"/>
            </a:spcAft>
            <a:buNone/>
          </a:pPr>
          <a:r>
            <a:rPr lang="en-GB" sz="1700" kern="1200" dirty="0"/>
            <a:t>Analyse</a:t>
          </a:r>
        </a:p>
      </dsp:txBody>
      <dsp:txXfrm>
        <a:off x="514559" y="2418976"/>
        <a:ext cx="6811861" cy="4528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D3FCF7-22F1-4A3C-94D9-A5F582A9816F}">
      <dsp:nvSpPr>
        <dsp:cNvPr id="0" name=""/>
        <dsp:cNvSpPr/>
      </dsp:nvSpPr>
      <dsp:spPr>
        <a:xfrm>
          <a:off x="10020" y="365555"/>
          <a:ext cx="1497520" cy="898512"/>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a:t>Waterfall</a:t>
          </a:r>
          <a:endParaRPr lang="en-GB" sz="2000" kern="1200" dirty="0"/>
        </a:p>
      </dsp:txBody>
      <dsp:txXfrm>
        <a:off x="10020" y="365555"/>
        <a:ext cx="1497520" cy="898512"/>
      </dsp:txXfrm>
    </dsp:sp>
    <dsp:sp modelId="{4E4DFF05-FB94-49EC-A2F9-AA8493F60F8F}">
      <dsp:nvSpPr>
        <dsp:cNvPr id="0" name=""/>
        <dsp:cNvSpPr/>
      </dsp:nvSpPr>
      <dsp:spPr>
        <a:xfrm>
          <a:off x="1657293" y="365555"/>
          <a:ext cx="1497520" cy="898512"/>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solidFill>
                <a:schemeClr val="tx2"/>
              </a:solidFill>
            </a:rPr>
            <a:t>Spiral Model</a:t>
          </a:r>
        </a:p>
      </dsp:txBody>
      <dsp:txXfrm>
        <a:off x="1657293" y="365555"/>
        <a:ext cx="1497520" cy="898512"/>
      </dsp:txXfrm>
    </dsp:sp>
    <dsp:sp modelId="{428BEEF1-D5D3-44FF-9FE7-68B15D30D245}">
      <dsp:nvSpPr>
        <dsp:cNvPr id="0" name=""/>
        <dsp:cNvSpPr/>
      </dsp:nvSpPr>
      <dsp:spPr>
        <a:xfrm>
          <a:off x="3304566" y="365555"/>
          <a:ext cx="1497520" cy="898512"/>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Prototyping</a:t>
          </a:r>
        </a:p>
      </dsp:txBody>
      <dsp:txXfrm>
        <a:off x="3304566" y="365555"/>
        <a:ext cx="1497520" cy="898512"/>
      </dsp:txXfrm>
    </dsp:sp>
    <dsp:sp modelId="{97C9B988-F0CA-4695-B0FE-0873A4034B44}">
      <dsp:nvSpPr>
        <dsp:cNvPr id="0" name=""/>
        <dsp:cNvSpPr/>
      </dsp:nvSpPr>
      <dsp:spPr>
        <a:xfrm>
          <a:off x="4951839" y="365555"/>
          <a:ext cx="1497520" cy="898512"/>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V-Model</a:t>
          </a:r>
        </a:p>
      </dsp:txBody>
      <dsp:txXfrm>
        <a:off x="4951839" y="365555"/>
        <a:ext cx="1497520" cy="898512"/>
      </dsp:txXfrm>
    </dsp:sp>
    <dsp:sp modelId="{2479DAE4-94E4-4C2B-8D2D-38E10165ABE6}">
      <dsp:nvSpPr>
        <dsp:cNvPr id="0" name=""/>
        <dsp:cNvSpPr/>
      </dsp:nvSpPr>
      <dsp:spPr>
        <a:xfrm>
          <a:off x="6599111" y="365555"/>
          <a:ext cx="1497520" cy="898512"/>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solidFill>
                <a:schemeClr val="tx2"/>
              </a:solidFill>
            </a:rPr>
            <a:t>RAD</a:t>
          </a:r>
        </a:p>
      </dsp:txBody>
      <dsp:txXfrm>
        <a:off x="6599111" y="365555"/>
        <a:ext cx="1497520" cy="898512"/>
      </dsp:txXfrm>
    </dsp:sp>
    <dsp:sp modelId="{37F7AC88-EFC4-4272-A45C-1E48FD03A6DD}">
      <dsp:nvSpPr>
        <dsp:cNvPr id="0" name=""/>
        <dsp:cNvSpPr/>
      </dsp:nvSpPr>
      <dsp:spPr>
        <a:xfrm>
          <a:off x="8246384" y="365555"/>
          <a:ext cx="1497520" cy="898512"/>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a:t>DSDM</a:t>
          </a:r>
          <a:endParaRPr lang="en-GB" sz="2000" kern="1200" dirty="0"/>
        </a:p>
      </dsp:txBody>
      <dsp:txXfrm>
        <a:off x="8246384" y="365555"/>
        <a:ext cx="1497520" cy="898512"/>
      </dsp:txXfrm>
    </dsp:sp>
    <dsp:sp modelId="{43528B7E-3B72-42D1-BA20-F9157A940510}">
      <dsp:nvSpPr>
        <dsp:cNvPr id="0" name=""/>
        <dsp:cNvSpPr/>
      </dsp:nvSpPr>
      <dsp:spPr>
        <a:xfrm>
          <a:off x="9893657" y="365555"/>
          <a:ext cx="1497520" cy="898512"/>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solidFill>
                <a:schemeClr val="tx2"/>
              </a:solidFill>
            </a:rPr>
            <a:t>Agile</a:t>
          </a:r>
        </a:p>
      </dsp:txBody>
      <dsp:txXfrm>
        <a:off x="9893657" y="365555"/>
        <a:ext cx="1497520" cy="89851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BB1A43-828D-4CB9-8643-10A3076EC6E2}">
      <dsp:nvSpPr>
        <dsp:cNvPr id="0" name=""/>
        <dsp:cNvSpPr/>
      </dsp:nvSpPr>
      <dsp:spPr>
        <a:xfrm rot="5400000">
          <a:off x="531660" y="821879"/>
          <a:ext cx="715269" cy="814308"/>
        </a:xfrm>
        <a:prstGeom prst="bentUpArrow">
          <a:avLst>
            <a:gd name="adj1" fmla="val 32840"/>
            <a:gd name="adj2" fmla="val 25000"/>
            <a:gd name="adj3" fmla="val 35780"/>
          </a:avLst>
        </a:prstGeom>
        <a:solidFill>
          <a:schemeClr val="dk1">
            <a:tint val="40000"/>
            <a:hueOff val="0"/>
            <a:satOff val="0"/>
            <a:lumOff val="0"/>
            <a:alphaOff val="0"/>
          </a:schemeClr>
        </a:solidFill>
        <a:ln w="25400" cap="rnd" cmpd="sng" algn="ctr">
          <a:solidFill>
            <a:scrgbClr r="0" g="0" b="0"/>
          </a:solidFill>
          <a:prstDash val="solid"/>
          <a:miter lim="800000"/>
        </a:ln>
        <a:effectLst/>
      </dsp:spPr>
      <dsp:style>
        <a:lnRef idx="2">
          <a:scrgbClr r="0" g="0" b="0"/>
        </a:lnRef>
        <a:fillRef idx="1">
          <a:scrgbClr r="0" g="0" b="0"/>
        </a:fillRef>
        <a:effectRef idx="0">
          <a:scrgbClr r="0" g="0" b="0"/>
        </a:effectRef>
        <a:fontRef idx="minor"/>
      </dsp:style>
    </dsp:sp>
    <dsp:sp modelId="{5B134C90-A2DF-4686-A919-51284D9ABCF7}">
      <dsp:nvSpPr>
        <dsp:cNvPr id="0" name=""/>
        <dsp:cNvSpPr/>
      </dsp:nvSpPr>
      <dsp:spPr>
        <a:xfrm>
          <a:off x="342157" y="28988"/>
          <a:ext cx="1204091" cy="842825"/>
        </a:xfrm>
        <a:prstGeom prst="roundRect">
          <a:avLst>
            <a:gd name="adj" fmla="val 16670"/>
          </a:avLst>
        </a:prstGeom>
        <a:solidFill>
          <a:schemeClr val="lt1">
            <a:hueOff val="0"/>
            <a:satOff val="0"/>
            <a:lumOff val="0"/>
            <a:alphaOff val="0"/>
          </a:schemeClr>
        </a:solidFill>
        <a:ln w="25400" cap="rnd"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dirty="0"/>
            <a:t>Requirements</a:t>
          </a:r>
        </a:p>
      </dsp:txBody>
      <dsp:txXfrm>
        <a:off x="383308" y="70139"/>
        <a:ext cx="1121789" cy="760523"/>
      </dsp:txXfrm>
    </dsp:sp>
    <dsp:sp modelId="{0137AA5D-3C7E-478D-9E18-3BDCED388A5C}">
      <dsp:nvSpPr>
        <dsp:cNvPr id="0" name=""/>
        <dsp:cNvSpPr/>
      </dsp:nvSpPr>
      <dsp:spPr>
        <a:xfrm>
          <a:off x="1546249" y="109371"/>
          <a:ext cx="875741" cy="681208"/>
        </a:xfrm>
        <a:prstGeom prst="rect">
          <a:avLst/>
        </a:prstGeom>
        <a:noFill/>
        <a:ln>
          <a:noFill/>
        </a:ln>
        <a:effectLst/>
      </dsp:spPr>
      <dsp:style>
        <a:lnRef idx="0">
          <a:scrgbClr r="0" g="0" b="0"/>
        </a:lnRef>
        <a:fillRef idx="0">
          <a:scrgbClr r="0" g="0" b="0"/>
        </a:fillRef>
        <a:effectRef idx="0">
          <a:scrgbClr r="0" g="0" b="0"/>
        </a:effectRef>
        <a:fontRef idx="minor"/>
      </dsp:style>
    </dsp:sp>
    <dsp:sp modelId="{9A2E40A6-2249-49E8-BE1A-CC94DFBB0A44}">
      <dsp:nvSpPr>
        <dsp:cNvPr id="0" name=""/>
        <dsp:cNvSpPr/>
      </dsp:nvSpPr>
      <dsp:spPr>
        <a:xfrm rot="5400000">
          <a:off x="1529980" y="1768649"/>
          <a:ext cx="715269" cy="814308"/>
        </a:xfrm>
        <a:prstGeom prst="bentUpArrow">
          <a:avLst>
            <a:gd name="adj1" fmla="val 32840"/>
            <a:gd name="adj2" fmla="val 25000"/>
            <a:gd name="adj3" fmla="val 35780"/>
          </a:avLst>
        </a:prstGeom>
        <a:solidFill>
          <a:schemeClr val="dk1">
            <a:tint val="40000"/>
            <a:hueOff val="0"/>
            <a:satOff val="0"/>
            <a:lumOff val="0"/>
            <a:alphaOff val="0"/>
          </a:schemeClr>
        </a:solidFill>
        <a:ln w="25400" cap="rnd" cmpd="sng" algn="ctr">
          <a:solidFill>
            <a:scrgbClr r="0" g="0" b="0"/>
          </a:solidFill>
          <a:prstDash val="solid"/>
          <a:miter lim="800000"/>
        </a:ln>
        <a:effectLst/>
      </dsp:spPr>
      <dsp:style>
        <a:lnRef idx="2">
          <a:scrgbClr r="0" g="0" b="0"/>
        </a:lnRef>
        <a:fillRef idx="1">
          <a:scrgbClr r="0" g="0" b="0"/>
        </a:fillRef>
        <a:effectRef idx="0">
          <a:scrgbClr r="0" g="0" b="0"/>
        </a:effectRef>
        <a:fontRef idx="minor"/>
      </dsp:style>
    </dsp:sp>
    <dsp:sp modelId="{23F95E28-3ADE-46BC-8B82-E93EF677E2F5}">
      <dsp:nvSpPr>
        <dsp:cNvPr id="0" name=""/>
        <dsp:cNvSpPr/>
      </dsp:nvSpPr>
      <dsp:spPr>
        <a:xfrm>
          <a:off x="1340477" y="975759"/>
          <a:ext cx="1204091" cy="842825"/>
        </a:xfrm>
        <a:prstGeom prst="roundRect">
          <a:avLst>
            <a:gd name="adj" fmla="val 16670"/>
          </a:avLst>
        </a:prstGeom>
        <a:solidFill>
          <a:schemeClr val="lt1">
            <a:hueOff val="0"/>
            <a:satOff val="0"/>
            <a:lumOff val="0"/>
            <a:alphaOff val="0"/>
          </a:schemeClr>
        </a:solidFill>
        <a:ln w="25400" cap="rnd"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dirty="0"/>
            <a:t>Design</a:t>
          </a:r>
        </a:p>
      </dsp:txBody>
      <dsp:txXfrm>
        <a:off x="1381628" y="1016910"/>
        <a:ext cx="1121789" cy="760523"/>
      </dsp:txXfrm>
    </dsp:sp>
    <dsp:sp modelId="{FE48ACDD-B29D-4834-A0CF-367C0779A970}">
      <dsp:nvSpPr>
        <dsp:cNvPr id="0" name=""/>
        <dsp:cNvSpPr/>
      </dsp:nvSpPr>
      <dsp:spPr>
        <a:xfrm>
          <a:off x="2544569" y="1056142"/>
          <a:ext cx="875741" cy="681208"/>
        </a:xfrm>
        <a:prstGeom prst="rect">
          <a:avLst/>
        </a:prstGeom>
        <a:noFill/>
        <a:ln>
          <a:noFill/>
        </a:ln>
        <a:effectLst/>
      </dsp:spPr>
      <dsp:style>
        <a:lnRef idx="0">
          <a:scrgbClr r="0" g="0" b="0"/>
        </a:lnRef>
        <a:fillRef idx="0">
          <a:scrgbClr r="0" g="0" b="0"/>
        </a:fillRef>
        <a:effectRef idx="0">
          <a:scrgbClr r="0" g="0" b="0"/>
        </a:effectRef>
        <a:fontRef idx="minor"/>
      </dsp:style>
    </dsp:sp>
    <dsp:sp modelId="{9E38F6C4-6912-4A9B-B876-B762D9A78A9D}">
      <dsp:nvSpPr>
        <dsp:cNvPr id="0" name=""/>
        <dsp:cNvSpPr/>
      </dsp:nvSpPr>
      <dsp:spPr>
        <a:xfrm rot="5400000">
          <a:off x="2528300" y="2715420"/>
          <a:ext cx="715269" cy="814308"/>
        </a:xfrm>
        <a:prstGeom prst="bentUpArrow">
          <a:avLst>
            <a:gd name="adj1" fmla="val 32840"/>
            <a:gd name="adj2" fmla="val 25000"/>
            <a:gd name="adj3" fmla="val 35780"/>
          </a:avLst>
        </a:prstGeom>
        <a:solidFill>
          <a:schemeClr val="dk1">
            <a:tint val="40000"/>
            <a:hueOff val="0"/>
            <a:satOff val="0"/>
            <a:lumOff val="0"/>
            <a:alphaOff val="0"/>
          </a:schemeClr>
        </a:solidFill>
        <a:ln w="25400" cap="rnd" cmpd="sng" algn="ctr">
          <a:solidFill>
            <a:scrgbClr r="0" g="0" b="0"/>
          </a:solidFill>
          <a:prstDash val="solid"/>
          <a:miter lim="800000"/>
        </a:ln>
        <a:effectLst/>
      </dsp:spPr>
      <dsp:style>
        <a:lnRef idx="2">
          <a:scrgbClr r="0" g="0" b="0"/>
        </a:lnRef>
        <a:fillRef idx="1">
          <a:scrgbClr r="0" g="0" b="0"/>
        </a:fillRef>
        <a:effectRef idx="0">
          <a:scrgbClr r="0" g="0" b="0"/>
        </a:effectRef>
        <a:fontRef idx="minor"/>
      </dsp:style>
    </dsp:sp>
    <dsp:sp modelId="{FC3C0C15-10C6-49E6-8F8D-5E614A62DADE}">
      <dsp:nvSpPr>
        <dsp:cNvPr id="0" name=""/>
        <dsp:cNvSpPr/>
      </dsp:nvSpPr>
      <dsp:spPr>
        <a:xfrm>
          <a:off x="2338798" y="1922530"/>
          <a:ext cx="1204091" cy="842825"/>
        </a:xfrm>
        <a:prstGeom prst="roundRect">
          <a:avLst>
            <a:gd name="adj" fmla="val 16670"/>
          </a:avLst>
        </a:prstGeom>
        <a:solidFill>
          <a:schemeClr val="lt1">
            <a:hueOff val="0"/>
            <a:satOff val="0"/>
            <a:lumOff val="0"/>
            <a:alphaOff val="0"/>
          </a:schemeClr>
        </a:solidFill>
        <a:ln w="25400" cap="rnd"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dirty="0"/>
            <a:t>Implementation</a:t>
          </a:r>
        </a:p>
      </dsp:txBody>
      <dsp:txXfrm>
        <a:off x="2379949" y="1963681"/>
        <a:ext cx="1121789" cy="760523"/>
      </dsp:txXfrm>
    </dsp:sp>
    <dsp:sp modelId="{89F6E6B5-18C4-4751-AD00-888863CC8983}">
      <dsp:nvSpPr>
        <dsp:cNvPr id="0" name=""/>
        <dsp:cNvSpPr/>
      </dsp:nvSpPr>
      <dsp:spPr>
        <a:xfrm>
          <a:off x="3542889" y="2002913"/>
          <a:ext cx="875741" cy="681208"/>
        </a:xfrm>
        <a:prstGeom prst="rect">
          <a:avLst/>
        </a:prstGeom>
        <a:noFill/>
        <a:ln>
          <a:noFill/>
        </a:ln>
        <a:effectLst/>
      </dsp:spPr>
      <dsp:style>
        <a:lnRef idx="0">
          <a:scrgbClr r="0" g="0" b="0"/>
        </a:lnRef>
        <a:fillRef idx="0">
          <a:scrgbClr r="0" g="0" b="0"/>
        </a:fillRef>
        <a:effectRef idx="0">
          <a:scrgbClr r="0" g="0" b="0"/>
        </a:effectRef>
        <a:fontRef idx="minor"/>
      </dsp:style>
    </dsp:sp>
    <dsp:sp modelId="{F36936E5-DCF8-4E6C-889A-C54FB6932324}">
      <dsp:nvSpPr>
        <dsp:cNvPr id="0" name=""/>
        <dsp:cNvSpPr/>
      </dsp:nvSpPr>
      <dsp:spPr>
        <a:xfrm rot="5400000">
          <a:off x="3526621" y="3662191"/>
          <a:ext cx="715269" cy="814308"/>
        </a:xfrm>
        <a:prstGeom prst="bentUpArrow">
          <a:avLst>
            <a:gd name="adj1" fmla="val 32840"/>
            <a:gd name="adj2" fmla="val 25000"/>
            <a:gd name="adj3" fmla="val 35780"/>
          </a:avLst>
        </a:prstGeom>
        <a:solidFill>
          <a:schemeClr val="dk1">
            <a:tint val="40000"/>
            <a:hueOff val="0"/>
            <a:satOff val="0"/>
            <a:lumOff val="0"/>
            <a:alphaOff val="0"/>
          </a:schemeClr>
        </a:solidFill>
        <a:ln w="25400" cap="rnd" cmpd="sng" algn="ctr">
          <a:solidFill>
            <a:scrgbClr r="0" g="0" b="0"/>
          </a:solidFill>
          <a:prstDash val="solid"/>
          <a:miter lim="800000"/>
        </a:ln>
        <a:effectLst/>
      </dsp:spPr>
      <dsp:style>
        <a:lnRef idx="2">
          <a:scrgbClr r="0" g="0" b="0"/>
        </a:lnRef>
        <a:fillRef idx="1">
          <a:scrgbClr r="0" g="0" b="0"/>
        </a:fillRef>
        <a:effectRef idx="0">
          <a:scrgbClr r="0" g="0" b="0"/>
        </a:effectRef>
        <a:fontRef idx="minor"/>
      </dsp:style>
    </dsp:sp>
    <dsp:sp modelId="{62460D12-83F5-4642-B237-BD54508D0AD0}">
      <dsp:nvSpPr>
        <dsp:cNvPr id="0" name=""/>
        <dsp:cNvSpPr/>
      </dsp:nvSpPr>
      <dsp:spPr>
        <a:xfrm>
          <a:off x="3337118" y="2869301"/>
          <a:ext cx="1204091" cy="842825"/>
        </a:xfrm>
        <a:prstGeom prst="roundRect">
          <a:avLst>
            <a:gd name="adj" fmla="val 16670"/>
          </a:avLst>
        </a:prstGeom>
        <a:solidFill>
          <a:schemeClr val="lt1">
            <a:hueOff val="0"/>
            <a:satOff val="0"/>
            <a:lumOff val="0"/>
            <a:alphaOff val="0"/>
          </a:schemeClr>
        </a:solidFill>
        <a:ln w="25400" cap="rnd"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dirty="0"/>
            <a:t>Code, Test and Fix</a:t>
          </a:r>
        </a:p>
      </dsp:txBody>
      <dsp:txXfrm>
        <a:off x="3378269" y="2910452"/>
        <a:ext cx="1121789" cy="760523"/>
      </dsp:txXfrm>
    </dsp:sp>
    <dsp:sp modelId="{5A194FDC-38DD-4A71-B45A-E209974E1689}">
      <dsp:nvSpPr>
        <dsp:cNvPr id="0" name=""/>
        <dsp:cNvSpPr/>
      </dsp:nvSpPr>
      <dsp:spPr>
        <a:xfrm>
          <a:off x="4541210" y="2949684"/>
          <a:ext cx="875741" cy="681208"/>
        </a:xfrm>
        <a:prstGeom prst="rect">
          <a:avLst/>
        </a:prstGeom>
        <a:noFill/>
        <a:ln>
          <a:noFill/>
        </a:ln>
        <a:effectLst/>
      </dsp:spPr>
      <dsp:style>
        <a:lnRef idx="0">
          <a:scrgbClr r="0" g="0" b="0"/>
        </a:lnRef>
        <a:fillRef idx="0">
          <a:scrgbClr r="0" g="0" b="0"/>
        </a:fillRef>
        <a:effectRef idx="0">
          <a:scrgbClr r="0" g="0" b="0"/>
        </a:effectRef>
        <a:fontRef idx="minor"/>
      </dsp:style>
    </dsp:sp>
    <dsp:sp modelId="{135704C7-F5EA-4316-BA71-15E9967CE48C}">
      <dsp:nvSpPr>
        <dsp:cNvPr id="0" name=""/>
        <dsp:cNvSpPr/>
      </dsp:nvSpPr>
      <dsp:spPr>
        <a:xfrm>
          <a:off x="4335438" y="3816072"/>
          <a:ext cx="1204091" cy="842825"/>
        </a:xfrm>
        <a:prstGeom prst="roundRect">
          <a:avLst>
            <a:gd name="adj" fmla="val 16670"/>
          </a:avLst>
        </a:prstGeom>
        <a:solidFill>
          <a:schemeClr val="lt1">
            <a:hueOff val="0"/>
            <a:satOff val="0"/>
            <a:lumOff val="0"/>
            <a:alphaOff val="0"/>
          </a:schemeClr>
        </a:solidFill>
        <a:ln w="25400" cap="rnd"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dirty="0"/>
            <a:t>Final Deadline</a:t>
          </a:r>
        </a:p>
      </dsp:txBody>
      <dsp:txXfrm>
        <a:off x="4376589" y="3857223"/>
        <a:ext cx="1121789" cy="76052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E5F07D-2AAB-4F64-8F18-3ED7144EFF76}">
      <dsp:nvSpPr>
        <dsp:cNvPr id="0" name=""/>
        <dsp:cNvSpPr/>
      </dsp:nvSpPr>
      <dsp:spPr>
        <a:xfrm>
          <a:off x="5237" y="0"/>
          <a:ext cx="3049067" cy="1158927"/>
        </a:xfrm>
        <a:prstGeom prst="chevron">
          <a:avLst/>
        </a:prstGeom>
        <a:solidFill>
          <a:schemeClr val="lt1">
            <a:hueOff val="0"/>
            <a:satOff val="0"/>
            <a:lumOff val="0"/>
            <a:alphaOff val="0"/>
          </a:schemeClr>
        </a:solidFill>
        <a:ln w="25400" cap="rnd"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en-GB" sz="2400" kern="1200" dirty="0"/>
            <a:t>Analysis &amp; Quick Design</a:t>
          </a:r>
        </a:p>
      </dsp:txBody>
      <dsp:txXfrm>
        <a:off x="584701" y="0"/>
        <a:ext cx="1890140" cy="1158927"/>
      </dsp:txXfrm>
    </dsp:sp>
    <dsp:sp modelId="{18608375-80EF-41C2-8045-BA68E1600BCA}">
      <dsp:nvSpPr>
        <dsp:cNvPr id="0" name=""/>
        <dsp:cNvSpPr/>
      </dsp:nvSpPr>
      <dsp:spPr>
        <a:xfrm>
          <a:off x="2749398" y="0"/>
          <a:ext cx="3049067" cy="1158927"/>
        </a:xfrm>
        <a:prstGeom prst="chevron">
          <a:avLst/>
        </a:prstGeom>
        <a:solidFill>
          <a:schemeClr val="lt1">
            <a:hueOff val="0"/>
            <a:satOff val="0"/>
            <a:lumOff val="0"/>
            <a:alphaOff val="0"/>
          </a:schemeClr>
        </a:solidFill>
        <a:ln w="25400" cap="rnd"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en-GB" sz="2400" kern="1200" dirty="0"/>
            <a:t>Demonstrate</a:t>
          </a:r>
        </a:p>
      </dsp:txBody>
      <dsp:txXfrm>
        <a:off x="3328862" y="0"/>
        <a:ext cx="1890140" cy="1158927"/>
      </dsp:txXfrm>
    </dsp:sp>
    <dsp:sp modelId="{47EB2268-8EE5-4113-9F34-E7CA2B467089}">
      <dsp:nvSpPr>
        <dsp:cNvPr id="0" name=""/>
        <dsp:cNvSpPr/>
      </dsp:nvSpPr>
      <dsp:spPr>
        <a:xfrm>
          <a:off x="5493558" y="0"/>
          <a:ext cx="3049067" cy="1158927"/>
        </a:xfrm>
        <a:prstGeom prst="chevron">
          <a:avLst/>
        </a:prstGeom>
        <a:solidFill>
          <a:schemeClr val="lt1">
            <a:hueOff val="0"/>
            <a:satOff val="0"/>
            <a:lumOff val="0"/>
            <a:alphaOff val="0"/>
          </a:schemeClr>
        </a:solidFill>
        <a:ln w="25400" cap="rnd"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en-GB" sz="2400" kern="1200" dirty="0"/>
            <a:t>Testing</a:t>
          </a:r>
        </a:p>
      </dsp:txBody>
      <dsp:txXfrm>
        <a:off x="6073022" y="0"/>
        <a:ext cx="1890140" cy="1158927"/>
      </dsp:txXfrm>
    </dsp:sp>
    <dsp:sp modelId="{FF689E97-EA8B-4E86-9289-0264CE28B7D3}">
      <dsp:nvSpPr>
        <dsp:cNvPr id="0" name=""/>
        <dsp:cNvSpPr/>
      </dsp:nvSpPr>
      <dsp:spPr>
        <a:xfrm>
          <a:off x="8237718" y="0"/>
          <a:ext cx="3049067" cy="1158927"/>
        </a:xfrm>
        <a:prstGeom prst="chevron">
          <a:avLst/>
        </a:prstGeom>
        <a:solidFill>
          <a:schemeClr val="lt1">
            <a:hueOff val="0"/>
            <a:satOff val="0"/>
            <a:lumOff val="0"/>
            <a:alphaOff val="0"/>
          </a:schemeClr>
        </a:solidFill>
        <a:ln w="25400" cap="rnd"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en-GB" sz="2400" kern="1200" dirty="0"/>
            <a:t>Deployment</a:t>
          </a:r>
        </a:p>
      </dsp:txBody>
      <dsp:txXfrm>
        <a:off x="8817182" y="0"/>
        <a:ext cx="1890140" cy="115892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FE8797-7791-490F-A38E-8251BCF690D8}">
      <dsp:nvSpPr>
        <dsp:cNvPr id="0" name=""/>
        <dsp:cNvSpPr/>
      </dsp:nvSpPr>
      <dsp:spPr>
        <a:xfrm>
          <a:off x="0" y="540883"/>
          <a:ext cx="9801225" cy="709537"/>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54076" rIns="760684" bIns="120904" numCol="1" spcCol="1270" anchor="t" anchorCtr="0">
          <a:noAutofit/>
        </a:bodyPr>
        <a:lstStyle/>
        <a:p>
          <a:pPr marL="171450" lvl="1" indent="-171450" algn="l" defTabSz="755650">
            <a:lnSpc>
              <a:spcPct val="90000"/>
            </a:lnSpc>
            <a:spcBef>
              <a:spcPct val="0"/>
            </a:spcBef>
            <a:spcAft>
              <a:spcPct val="15000"/>
            </a:spcAft>
            <a:buChar char="•"/>
          </a:pPr>
          <a:r>
            <a:rPr lang="en-GB" sz="1700" kern="1200"/>
            <a:t>Identify some of the different types of methodologies within Software Development</a:t>
          </a:r>
          <a:endParaRPr lang="en-GB" sz="1700" kern="1200" dirty="0"/>
        </a:p>
      </dsp:txBody>
      <dsp:txXfrm>
        <a:off x="0" y="540883"/>
        <a:ext cx="9801225" cy="709537"/>
      </dsp:txXfrm>
    </dsp:sp>
    <dsp:sp modelId="{2678F586-B71D-4BE0-8267-CCB439946915}">
      <dsp:nvSpPr>
        <dsp:cNvPr id="0" name=""/>
        <dsp:cNvSpPr/>
      </dsp:nvSpPr>
      <dsp:spPr>
        <a:xfrm>
          <a:off x="490061" y="289963"/>
          <a:ext cx="6860857" cy="5018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755650">
            <a:lnSpc>
              <a:spcPct val="90000"/>
            </a:lnSpc>
            <a:spcBef>
              <a:spcPct val="0"/>
            </a:spcBef>
            <a:spcAft>
              <a:spcPct val="35000"/>
            </a:spcAft>
            <a:buNone/>
          </a:pPr>
          <a:r>
            <a:rPr lang="en-GB" sz="1700" kern="1200"/>
            <a:t>Identify</a:t>
          </a:r>
        </a:p>
      </dsp:txBody>
      <dsp:txXfrm>
        <a:off x="514559" y="314461"/>
        <a:ext cx="6811861" cy="452844"/>
      </dsp:txXfrm>
    </dsp:sp>
    <dsp:sp modelId="{C2233E9D-FAE9-4183-A0BD-F9EFBFB870DA}">
      <dsp:nvSpPr>
        <dsp:cNvPr id="0" name=""/>
        <dsp:cNvSpPr/>
      </dsp:nvSpPr>
      <dsp:spPr>
        <a:xfrm>
          <a:off x="0" y="1593141"/>
          <a:ext cx="9801225" cy="709537"/>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54076" rIns="760684" bIns="120904" numCol="1" spcCol="1270" anchor="t" anchorCtr="0">
          <a:noAutofit/>
        </a:bodyPr>
        <a:lstStyle/>
        <a:p>
          <a:pPr marL="171450" lvl="1" indent="-171450" algn="l" defTabSz="755650">
            <a:lnSpc>
              <a:spcPct val="90000"/>
            </a:lnSpc>
            <a:spcBef>
              <a:spcPct val="0"/>
            </a:spcBef>
            <a:spcAft>
              <a:spcPct val="15000"/>
            </a:spcAft>
            <a:buChar char="•"/>
          </a:pPr>
          <a:r>
            <a:rPr lang="en-GB" sz="1700" kern="1200"/>
            <a:t>Summarise methodologies that are in common use</a:t>
          </a:r>
          <a:endParaRPr lang="en-GB" sz="1700" kern="1200" dirty="0"/>
        </a:p>
      </dsp:txBody>
      <dsp:txXfrm>
        <a:off x="0" y="1593141"/>
        <a:ext cx="9801225" cy="709537"/>
      </dsp:txXfrm>
    </dsp:sp>
    <dsp:sp modelId="{A67BEB85-8D34-4784-8FC5-4927AEB64091}">
      <dsp:nvSpPr>
        <dsp:cNvPr id="0" name=""/>
        <dsp:cNvSpPr/>
      </dsp:nvSpPr>
      <dsp:spPr>
        <a:xfrm>
          <a:off x="490061" y="1342221"/>
          <a:ext cx="6860857" cy="50184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755650">
            <a:lnSpc>
              <a:spcPct val="90000"/>
            </a:lnSpc>
            <a:spcBef>
              <a:spcPct val="0"/>
            </a:spcBef>
            <a:spcAft>
              <a:spcPct val="35000"/>
            </a:spcAft>
            <a:buNone/>
          </a:pPr>
          <a:r>
            <a:rPr lang="en-GB" sz="1700" kern="1200" dirty="0">
              <a:solidFill>
                <a:schemeClr val="tx2"/>
              </a:solidFill>
            </a:rPr>
            <a:t>Summarise</a:t>
          </a:r>
        </a:p>
      </dsp:txBody>
      <dsp:txXfrm>
        <a:off x="514559" y="1366719"/>
        <a:ext cx="6811861" cy="452844"/>
      </dsp:txXfrm>
    </dsp:sp>
    <dsp:sp modelId="{C704ADCF-A57E-40D8-AF6A-2C3035321D02}">
      <dsp:nvSpPr>
        <dsp:cNvPr id="0" name=""/>
        <dsp:cNvSpPr/>
      </dsp:nvSpPr>
      <dsp:spPr>
        <a:xfrm>
          <a:off x="0" y="2645398"/>
          <a:ext cx="9801225" cy="709537"/>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54076" rIns="760684" bIns="120904" numCol="1" spcCol="1270" anchor="t" anchorCtr="0">
          <a:noAutofit/>
        </a:bodyPr>
        <a:lstStyle/>
        <a:p>
          <a:pPr marL="171450" lvl="1" indent="-171450" algn="l" defTabSz="755650">
            <a:lnSpc>
              <a:spcPct val="90000"/>
            </a:lnSpc>
            <a:spcBef>
              <a:spcPct val="0"/>
            </a:spcBef>
            <a:spcAft>
              <a:spcPct val="15000"/>
            </a:spcAft>
            <a:buChar char="•"/>
          </a:pPr>
          <a:r>
            <a:rPr lang="en-GB" sz="1700" kern="1200" dirty="0"/>
            <a:t>Analyse methodologies to establish advantages and disadvantages to that process</a:t>
          </a:r>
        </a:p>
      </dsp:txBody>
      <dsp:txXfrm>
        <a:off x="0" y="2645398"/>
        <a:ext cx="9801225" cy="709537"/>
      </dsp:txXfrm>
    </dsp:sp>
    <dsp:sp modelId="{8864116A-BD83-460C-88D9-849888A488B6}">
      <dsp:nvSpPr>
        <dsp:cNvPr id="0" name=""/>
        <dsp:cNvSpPr/>
      </dsp:nvSpPr>
      <dsp:spPr>
        <a:xfrm>
          <a:off x="490061" y="2394478"/>
          <a:ext cx="6860857" cy="50184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755650">
            <a:lnSpc>
              <a:spcPct val="90000"/>
            </a:lnSpc>
            <a:spcBef>
              <a:spcPct val="0"/>
            </a:spcBef>
            <a:spcAft>
              <a:spcPct val="35000"/>
            </a:spcAft>
            <a:buNone/>
          </a:pPr>
          <a:r>
            <a:rPr lang="en-GB" sz="1700" kern="1200" dirty="0"/>
            <a:t>Analyse</a:t>
          </a:r>
        </a:p>
      </dsp:txBody>
      <dsp:txXfrm>
        <a:off x="514559" y="2418976"/>
        <a:ext cx="6811861" cy="45284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71EAE4-B026-4525-85E3-C3615E6B8A43}">
      <dsp:nvSpPr>
        <dsp:cNvPr id="0" name=""/>
        <dsp:cNvSpPr/>
      </dsp:nvSpPr>
      <dsp:spPr>
        <a:xfrm>
          <a:off x="0" y="145876"/>
          <a:ext cx="11883535" cy="79852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b="1" kern="1200"/>
            <a:t>Session Recording</a:t>
          </a:r>
          <a:endParaRPr lang="en-GB" sz="2100" kern="1200"/>
        </a:p>
      </dsp:txBody>
      <dsp:txXfrm>
        <a:off x="38981" y="184857"/>
        <a:ext cx="11805573" cy="720562"/>
      </dsp:txXfrm>
    </dsp:sp>
    <dsp:sp modelId="{7B846167-ADC9-464B-A39F-E462D3CA5C60}">
      <dsp:nvSpPr>
        <dsp:cNvPr id="0" name=""/>
        <dsp:cNvSpPr/>
      </dsp:nvSpPr>
      <dsp:spPr>
        <a:xfrm>
          <a:off x="0" y="944401"/>
          <a:ext cx="11883535" cy="1304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7302"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All training sessions are recorded to:</a:t>
          </a:r>
          <a:endParaRPr lang="en-GB" sz="1600" kern="1200" dirty="0"/>
        </a:p>
        <a:p>
          <a:pPr marL="342900" lvl="2" indent="-171450" algn="l" defTabSz="711200">
            <a:lnSpc>
              <a:spcPct val="90000"/>
            </a:lnSpc>
            <a:spcBef>
              <a:spcPct val="0"/>
            </a:spcBef>
            <a:spcAft>
              <a:spcPct val="20000"/>
            </a:spcAft>
            <a:buChar char="•"/>
          </a:pPr>
          <a:r>
            <a:rPr lang="en-GB" sz="1600" kern="1200"/>
            <a:t>Support learner progress</a:t>
          </a:r>
        </a:p>
        <a:p>
          <a:pPr marL="342900" lvl="2" indent="-171450" algn="l" defTabSz="711200">
            <a:lnSpc>
              <a:spcPct val="90000"/>
            </a:lnSpc>
            <a:spcBef>
              <a:spcPct val="0"/>
            </a:spcBef>
            <a:spcAft>
              <a:spcPct val="20000"/>
            </a:spcAft>
            <a:buChar char="•"/>
          </a:pPr>
          <a:r>
            <a:rPr lang="en-GB" sz="1600" kern="1200"/>
            <a:t>Enable review of content</a:t>
          </a:r>
        </a:p>
        <a:p>
          <a:pPr marL="342900" lvl="2" indent="-171450" algn="l" defTabSz="711200">
            <a:lnSpc>
              <a:spcPct val="90000"/>
            </a:lnSpc>
            <a:spcBef>
              <a:spcPct val="0"/>
            </a:spcBef>
            <a:spcAft>
              <a:spcPct val="20000"/>
            </a:spcAft>
            <a:buChar char="•"/>
          </a:pPr>
          <a:r>
            <a:rPr lang="en-US" sz="1600" kern="1200"/>
            <a:t>Maintain quality and compliance standards</a:t>
          </a:r>
          <a:endParaRPr lang="en-GB" sz="1600" kern="1200"/>
        </a:p>
        <a:p>
          <a:pPr marL="171450" lvl="1" indent="-171450" algn="l" defTabSz="711200">
            <a:lnSpc>
              <a:spcPct val="90000"/>
            </a:lnSpc>
            <a:spcBef>
              <a:spcPct val="0"/>
            </a:spcBef>
            <a:spcAft>
              <a:spcPct val="20000"/>
            </a:spcAft>
            <a:buChar char="•"/>
          </a:pPr>
          <a:r>
            <a:rPr lang="en-US" sz="1600" kern="1200"/>
            <a:t>By attending this session, you acknowledge that recording is taking place.</a:t>
          </a:r>
          <a:endParaRPr lang="en-GB" sz="1600" kern="1200"/>
        </a:p>
      </dsp:txBody>
      <dsp:txXfrm>
        <a:off x="0" y="944401"/>
        <a:ext cx="11883535" cy="1304100"/>
      </dsp:txXfrm>
    </dsp:sp>
    <dsp:sp modelId="{B572A4D5-6571-48AA-A905-6A06E4484385}">
      <dsp:nvSpPr>
        <dsp:cNvPr id="0" name=""/>
        <dsp:cNvSpPr/>
      </dsp:nvSpPr>
      <dsp:spPr>
        <a:xfrm>
          <a:off x="0" y="2248501"/>
          <a:ext cx="11883535" cy="79852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fr-FR" sz="2100" b="1" kern="1200"/>
            <a:t>Camera &amp; Participation Expectations</a:t>
          </a:r>
          <a:endParaRPr lang="en-GB" sz="2100" kern="1200"/>
        </a:p>
      </dsp:txBody>
      <dsp:txXfrm>
        <a:off x="38981" y="2287482"/>
        <a:ext cx="11805573" cy="720562"/>
      </dsp:txXfrm>
    </dsp:sp>
    <dsp:sp modelId="{10B94E7B-15F2-4141-BB59-B3D4C03A9028}">
      <dsp:nvSpPr>
        <dsp:cNvPr id="0" name=""/>
        <dsp:cNvSpPr/>
      </dsp:nvSpPr>
      <dsp:spPr>
        <a:xfrm>
          <a:off x="0" y="3047026"/>
          <a:ext cx="11883535" cy="10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7302"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To support engagement and attendance monitoring:</a:t>
          </a:r>
          <a:endParaRPr lang="en-GB" sz="1600" kern="1200"/>
        </a:p>
        <a:p>
          <a:pPr marL="342900" lvl="2" indent="-171450" algn="l" defTabSz="711200">
            <a:lnSpc>
              <a:spcPct val="90000"/>
            </a:lnSpc>
            <a:spcBef>
              <a:spcPct val="0"/>
            </a:spcBef>
            <a:spcAft>
              <a:spcPct val="20000"/>
            </a:spcAft>
            <a:buChar char="•"/>
          </a:pPr>
          <a:r>
            <a:rPr lang="en-US" sz="1600" kern="1200"/>
            <a:t>Cameras should remain on during the session</a:t>
          </a:r>
          <a:endParaRPr lang="en-GB" sz="1600" kern="1200"/>
        </a:p>
        <a:p>
          <a:pPr marL="342900" lvl="2" indent="-171450" algn="l" defTabSz="711200">
            <a:lnSpc>
              <a:spcPct val="90000"/>
            </a:lnSpc>
            <a:spcBef>
              <a:spcPct val="0"/>
            </a:spcBef>
            <a:spcAft>
              <a:spcPct val="20000"/>
            </a:spcAft>
            <a:buChar char="•"/>
          </a:pPr>
          <a:r>
            <a:rPr lang="en-US" sz="1600" kern="1200"/>
            <a:t>Please participate actively in discussions and activities</a:t>
          </a:r>
          <a:endParaRPr lang="en-GB" sz="1600" kern="1200"/>
        </a:p>
        <a:p>
          <a:pPr marL="342900" lvl="2" indent="-171450" algn="l" defTabSz="711200">
            <a:lnSpc>
              <a:spcPct val="90000"/>
            </a:lnSpc>
            <a:spcBef>
              <a:spcPct val="0"/>
            </a:spcBef>
            <a:spcAft>
              <a:spcPct val="20000"/>
            </a:spcAft>
            <a:buChar char="•"/>
          </a:pPr>
          <a:r>
            <a:rPr lang="en-US" sz="1600" kern="1200"/>
            <a:t>If you are unable to use your camera or microphone for any reason, please inform your tutor directly via chat or message.</a:t>
          </a:r>
          <a:endParaRPr lang="en-GB" sz="1600" kern="1200"/>
        </a:p>
      </dsp:txBody>
      <dsp:txXfrm>
        <a:off x="0" y="3047026"/>
        <a:ext cx="11883535" cy="1043280"/>
      </dsp:txXfrm>
    </dsp:sp>
    <dsp:sp modelId="{6F6CB04F-68D2-4C5C-8D4A-3DE017DABFAE}">
      <dsp:nvSpPr>
        <dsp:cNvPr id="0" name=""/>
        <dsp:cNvSpPr/>
      </dsp:nvSpPr>
      <dsp:spPr>
        <a:xfrm>
          <a:off x="0" y="4090306"/>
          <a:ext cx="11883535" cy="79852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This session forms part of your professional apprenticeship experience. Please engage respectfully and professionally throughout.</a:t>
          </a:r>
          <a:endParaRPr lang="en-GB" sz="2100" kern="1200" dirty="0"/>
        </a:p>
      </dsp:txBody>
      <dsp:txXfrm>
        <a:off x="38981" y="4129287"/>
        <a:ext cx="11805573" cy="72056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0EC809-8A62-4994-AFA3-5836513960D1}">
      <dsp:nvSpPr>
        <dsp:cNvPr id="0" name=""/>
        <dsp:cNvSpPr/>
      </dsp:nvSpPr>
      <dsp:spPr>
        <a:xfrm>
          <a:off x="7939" y="306750"/>
          <a:ext cx="3429320" cy="2559915"/>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90000"/>
            </a:lnSpc>
            <a:spcBef>
              <a:spcPct val="0"/>
            </a:spcBef>
            <a:spcAft>
              <a:spcPct val="15000"/>
            </a:spcAft>
            <a:buNone/>
          </a:pPr>
          <a:r>
            <a:rPr lang="en-US" sz="1400" kern="1200" dirty="0"/>
            <a:t>Safeguarding protects individuals from harm, abuse, neglect, </a:t>
          </a:r>
          <a:r>
            <a:rPr lang="en-US" sz="1400" kern="1200" dirty="0" err="1"/>
            <a:t>radicalisation</a:t>
          </a:r>
          <a:r>
            <a:rPr lang="en-US" sz="1400" kern="1200" dirty="0"/>
            <a:t> and exploitation.</a:t>
          </a:r>
          <a:br>
            <a:rPr lang="en-US" sz="1400" kern="1200" dirty="0"/>
          </a:br>
          <a:endParaRPr lang="en-US" sz="1400" kern="1200" dirty="0"/>
        </a:p>
        <a:p>
          <a:pPr marL="114300" lvl="1" indent="-114300" algn="l" defTabSz="622300">
            <a:lnSpc>
              <a:spcPct val="90000"/>
            </a:lnSpc>
            <a:spcBef>
              <a:spcPct val="0"/>
            </a:spcBef>
            <a:spcAft>
              <a:spcPct val="15000"/>
            </a:spcAft>
            <a:buNone/>
          </a:pPr>
          <a:r>
            <a:rPr lang="en-US" sz="1400" kern="1200" dirty="0"/>
            <a:t>If you have a concern about yourself or someone else, email:</a:t>
          </a:r>
        </a:p>
        <a:p>
          <a:pPr marL="114300" lvl="1" indent="-114300" algn="l" defTabSz="622300">
            <a:lnSpc>
              <a:spcPct val="90000"/>
            </a:lnSpc>
            <a:spcBef>
              <a:spcPct val="0"/>
            </a:spcBef>
            <a:spcAft>
              <a:spcPct val="15000"/>
            </a:spcAft>
            <a:buNone/>
          </a:pPr>
          <a:r>
            <a:rPr lang="en-US" sz="1400" kern="1200" dirty="0">
              <a:hlinkClick xmlns:r="http://schemas.openxmlformats.org/officeDocument/2006/relationships" r:id="rId1"/>
            </a:rPr>
            <a:t>safeguarding@bpp.com</a:t>
          </a:r>
          <a:br>
            <a:rPr lang="en-US" sz="1400" kern="1200" dirty="0"/>
          </a:br>
          <a:br>
            <a:rPr lang="en-US" sz="1400" kern="1200" dirty="0"/>
          </a:br>
          <a:r>
            <a:rPr lang="en-US" sz="1400" kern="1200" dirty="0"/>
            <a:t>Or speak to your tutor privately.</a:t>
          </a:r>
          <a:br>
            <a:rPr lang="en-US" sz="1400" kern="1200" dirty="0"/>
          </a:br>
          <a:endParaRPr lang="en-US" sz="1400" kern="1200" dirty="0"/>
        </a:p>
        <a:p>
          <a:pPr marL="114300" lvl="1" indent="-114300" algn="l" defTabSz="622300">
            <a:lnSpc>
              <a:spcPct val="90000"/>
            </a:lnSpc>
            <a:spcBef>
              <a:spcPct val="0"/>
            </a:spcBef>
            <a:spcAft>
              <a:spcPct val="15000"/>
            </a:spcAft>
            <a:buNone/>
          </a:pPr>
          <a:r>
            <a:rPr lang="en-US" sz="1400" kern="1200" dirty="0"/>
            <a:t>We treat all concerns seriously and confidentially.</a:t>
          </a:r>
        </a:p>
      </dsp:txBody>
      <dsp:txXfrm>
        <a:off x="67921" y="366732"/>
        <a:ext cx="3309356" cy="2499933"/>
      </dsp:txXfrm>
    </dsp:sp>
    <dsp:sp modelId="{48F786DA-DE1C-49AB-A9EC-F4B26E445636}">
      <dsp:nvSpPr>
        <dsp:cNvPr id="0" name=""/>
        <dsp:cNvSpPr/>
      </dsp:nvSpPr>
      <dsp:spPr>
        <a:xfrm>
          <a:off x="7939" y="2866665"/>
          <a:ext cx="3429320" cy="1100763"/>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l" defTabSz="1244600">
            <a:lnSpc>
              <a:spcPct val="90000"/>
            </a:lnSpc>
            <a:spcBef>
              <a:spcPct val="0"/>
            </a:spcBef>
            <a:spcAft>
              <a:spcPct val="35000"/>
            </a:spcAft>
            <a:buNone/>
          </a:pPr>
          <a:r>
            <a:rPr lang="en-GB" sz="2800" b="1" kern="1200" dirty="0"/>
            <a:t>Safeguarding</a:t>
          </a:r>
          <a:endParaRPr lang="en-GB" sz="2800" kern="1200" dirty="0"/>
        </a:p>
      </dsp:txBody>
      <dsp:txXfrm>
        <a:off x="7939" y="2866665"/>
        <a:ext cx="2415014" cy="1100763"/>
      </dsp:txXfrm>
    </dsp:sp>
    <dsp:sp modelId="{D9ADFEC3-3FB9-439A-9A95-7FF03D05B279}">
      <dsp:nvSpPr>
        <dsp:cNvPr id="0" name=""/>
        <dsp:cNvSpPr/>
      </dsp:nvSpPr>
      <dsp:spPr>
        <a:xfrm>
          <a:off x="2519964" y="3041511"/>
          <a:ext cx="1200262" cy="1200262"/>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ED92AB1-FC73-4B9A-8E1D-4ACFC692581E}">
      <dsp:nvSpPr>
        <dsp:cNvPr id="0" name=""/>
        <dsp:cNvSpPr/>
      </dsp:nvSpPr>
      <dsp:spPr>
        <a:xfrm>
          <a:off x="4017584" y="306750"/>
          <a:ext cx="3429320" cy="2559915"/>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90000"/>
            </a:lnSpc>
            <a:spcBef>
              <a:spcPct val="0"/>
            </a:spcBef>
            <a:spcAft>
              <a:spcPct val="15000"/>
            </a:spcAft>
            <a:buNone/>
          </a:pPr>
          <a:r>
            <a:rPr lang="en-US" sz="1400" kern="1200" dirty="0"/>
            <a:t>The British Values are:</a:t>
          </a:r>
          <a:br>
            <a:rPr lang="en-US" sz="1400" kern="1200" dirty="0"/>
          </a:br>
          <a:endParaRPr lang="en-GB" sz="1400" b="1" kern="1200" dirty="0"/>
        </a:p>
        <a:p>
          <a:pPr marL="228600" lvl="2" indent="-114300" algn="l" defTabSz="622300">
            <a:lnSpc>
              <a:spcPct val="90000"/>
            </a:lnSpc>
            <a:spcBef>
              <a:spcPct val="0"/>
            </a:spcBef>
            <a:spcAft>
              <a:spcPct val="15000"/>
            </a:spcAft>
            <a:buNone/>
          </a:pPr>
          <a:r>
            <a:rPr lang="en-US" sz="1400" b="1" kern="1200" dirty="0"/>
            <a:t>1. Democracy</a:t>
          </a:r>
          <a:endParaRPr lang="en-GB" sz="1400" b="1" kern="1200" dirty="0"/>
        </a:p>
        <a:p>
          <a:pPr marL="228600" lvl="2" indent="-114300" algn="l" defTabSz="622300">
            <a:lnSpc>
              <a:spcPct val="90000"/>
            </a:lnSpc>
            <a:spcBef>
              <a:spcPct val="0"/>
            </a:spcBef>
            <a:spcAft>
              <a:spcPct val="15000"/>
            </a:spcAft>
            <a:buNone/>
          </a:pPr>
          <a:r>
            <a:rPr lang="en-US" sz="1400" b="1" kern="1200" dirty="0"/>
            <a:t>2. Rule of Law</a:t>
          </a:r>
          <a:endParaRPr lang="en-GB" sz="1400" b="1" kern="1200" dirty="0"/>
        </a:p>
        <a:p>
          <a:pPr marL="228600" lvl="2" indent="-114300" algn="l" defTabSz="622300">
            <a:lnSpc>
              <a:spcPct val="90000"/>
            </a:lnSpc>
            <a:spcBef>
              <a:spcPct val="0"/>
            </a:spcBef>
            <a:spcAft>
              <a:spcPct val="15000"/>
            </a:spcAft>
            <a:buNone/>
          </a:pPr>
          <a:r>
            <a:rPr lang="en-US" sz="1400" b="1" kern="1200" dirty="0"/>
            <a:t>3. Individual Liberty</a:t>
          </a:r>
          <a:endParaRPr lang="en-GB" sz="1400" b="1" kern="1200" dirty="0"/>
        </a:p>
        <a:p>
          <a:pPr marL="228600" lvl="2" indent="-114300" algn="l" defTabSz="622300">
            <a:lnSpc>
              <a:spcPct val="90000"/>
            </a:lnSpc>
            <a:spcBef>
              <a:spcPct val="0"/>
            </a:spcBef>
            <a:spcAft>
              <a:spcPct val="15000"/>
            </a:spcAft>
            <a:buNone/>
          </a:pPr>
          <a:r>
            <a:rPr lang="en-US" sz="1400" b="1" kern="1200" dirty="0"/>
            <a:t>4. Mutual Respect</a:t>
          </a:r>
          <a:endParaRPr lang="en-GB" sz="1400" b="1" kern="1200" dirty="0"/>
        </a:p>
        <a:p>
          <a:pPr marL="228600" lvl="2" indent="-114300" algn="l" defTabSz="622300">
            <a:lnSpc>
              <a:spcPct val="90000"/>
            </a:lnSpc>
            <a:spcBef>
              <a:spcPct val="0"/>
            </a:spcBef>
            <a:spcAft>
              <a:spcPct val="15000"/>
            </a:spcAft>
            <a:buNone/>
          </a:pPr>
          <a:r>
            <a:rPr lang="en-US" sz="1400" b="1" kern="1200" dirty="0"/>
            <a:t>5. Tolerance of Different Faiths and Beliefs</a:t>
          </a:r>
          <a:br>
            <a:rPr lang="en-US" sz="1400" b="1" kern="1200" dirty="0"/>
          </a:br>
          <a:endParaRPr lang="en-GB" sz="1400" b="1" kern="1200" dirty="0"/>
        </a:p>
        <a:p>
          <a:pPr marL="114300" lvl="1" indent="-114300" algn="l" defTabSz="622300">
            <a:lnSpc>
              <a:spcPct val="90000"/>
            </a:lnSpc>
            <a:spcBef>
              <a:spcPct val="0"/>
            </a:spcBef>
            <a:spcAft>
              <a:spcPct val="15000"/>
            </a:spcAft>
            <a:buNone/>
          </a:pPr>
          <a:r>
            <a:rPr lang="en-US" sz="1400" kern="1200" dirty="0"/>
            <a:t>These values underpin everything we do in professional and digital environments.</a:t>
          </a:r>
        </a:p>
      </dsp:txBody>
      <dsp:txXfrm>
        <a:off x="4077566" y="366732"/>
        <a:ext cx="3309356" cy="2499933"/>
      </dsp:txXfrm>
    </dsp:sp>
    <dsp:sp modelId="{73228723-6C68-46A8-96CF-D4508B53BCEB}">
      <dsp:nvSpPr>
        <dsp:cNvPr id="0" name=""/>
        <dsp:cNvSpPr/>
      </dsp:nvSpPr>
      <dsp:spPr>
        <a:xfrm>
          <a:off x="4017584" y="2866665"/>
          <a:ext cx="3429320" cy="1100763"/>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l" defTabSz="1244600">
            <a:lnSpc>
              <a:spcPct val="90000"/>
            </a:lnSpc>
            <a:spcBef>
              <a:spcPct val="0"/>
            </a:spcBef>
            <a:spcAft>
              <a:spcPct val="35000"/>
            </a:spcAft>
            <a:buNone/>
          </a:pPr>
          <a:r>
            <a:rPr lang="en-GB" sz="2800" b="1" kern="1200" dirty="0"/>
            <a:t>British Values</a:t>
          </a:r>
          <a:endParaRPr lang="en-GB" sz="2800" kern="1200" dirty="0"/>
        </a:p>
      </dsp:txBody>
      <dsp:txXfrm>
        <a:off x="4017584" y="2866665"/>
        <a:ext cx="2415014" cy="1100763"/>
      </dsp:txXfrm>
    </dsp:sp>
    <dsp:sp modelId="{B04E7D05-003F-4073-A2E0-8A6D05F1F5E9}">
      <dsp:nvSpPr>
        <dsp:cNvPr id="0" name=""/>
        <dsp:cNvSpPr/>
      </dsp:nvSpPr>
      <dsp:spPr>
        <a:xfrm>
          <a:off x="6529608" y="3041511"/>
          <a:ext cx="1200262" cy="1200262"/>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46A71B0-4F5B-47B2-8980-46D3D2DDB15D}">
      <dsp:nvSpPr>
        <dsp:cNvPr id="0" name=""/>
        <dsp:cNvSpPr/>
      </dsp:nvSpPr>
      <dsp:spPr>
        <a:xfrm>
          <a:off x="8027228" y="306750"/>
          <a:ext cx="3429320" cy="2559915"/>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90000"/>
            </a:lnSpc>
            <a:spcBef>
              <a:spcPct val="0"/>
            </a:spcBef>
            <a:spcAft>
              <a:spcPct val="15000"/>
            </a:spcAft>
            <a:buNone/>
          </a:pPr>
          <a:r>
            <a:rPr lang="en-US" sz="1400" kern="1200" dirty="0"/>
            <a:t>Prevent is about protecting people from being drawn into extremism or </a:t>
          </a:r>
          <a:r>
            <a:rPr lang="en-US" sz="1400" kern="1200" dirty="0" err="1"/>
            <a:t>radicalisation</a:t>
          </a:r>
          <a:r>
            <a:rPr lang="en-US" sz="1400" kern="1200" dirty="0"/>
            <a:t>.</a:t>
          </a:r>
          <a:br>
            <a:rPr lang="en-US" sz="1400" kern="1200" dirty="0"/>
          </a:br>
          <a:endParaRPr lang="en-US" sz="1400" kern="1200" dirty="0"/>
        </a:p>
        <a:p>
          <a:pPr marL="114300" lvl="1" indent="-114300" algn="l" defTabSz="622300">
            <a:lnSpc>
              <a:spcPct val="90000"/>
            </a:lnSpc>
            <a:spcBef>
              <a:spcPct val="0"/>
            </a:spcBef>
            <a:spcAft>
              <a:spcPct val="15000"/>
            </a:spcAft>
            <a:buNone/>
          </a:pPr>
          <a:r>
            <a:rPr lang="en-US" sz="1400" kern="1200" dirty="0"/>
            <a:t>In our </a:t>
          </a:r>
          <a:r>
            <a:rPr lang="en-US" sz="1400" kern="1200" dirty="0" err="1"/>
            <a:t>programmes</a:t>
          </a:r>
          <a:r>
            <a:rPr lang="en-US" sz="1400" kern="1200" dirty="0"/>
            <a:t>, Prevent links to:</a:t>
          </a:r>
          <a:br>
            <a:rPr lang="en-US" sz="1400" kern="1200" dirty="0"/>
          </a:br>
          <a:br>
            <a:rPr lang="en-US" sz="1400" kern="1200" dirty="0"/>
          </a:br>
          <a:r>
            <a:rPr lang="en-US" sz="1400" b="1" kern="1200" dirty="0"/>
            <a:t>• Online safety</a:t>
          </a:r>
          <a:br>
            <a:rPr lang="en-US" sz="1400" b="1" kern="1200" dirty="0"/>
          </a:br>
          <a:r>
            <a:rPr lang="en-US" sz="1400" b="1" kern="1200" dirty="0"/>
            <a:t>• Digital responsibility</a:t>
          </a:r>
          <a:br>
            <a:rPr lang="en-US" sz="1400" b="1" kern="1200" dirty="0"/>
          </a:br>
          <a:r>
            <a:rPr lang="en-US" sz="1400" b="1" kern="1200" dirty="0"/>
            <a:t>• Critical thinking</a:t>
          </a:r>
          <a:br>
            <a:rPr lang="en-US" sz="1400" b="1" kern="1200" dirty="0"/>
          </a:br>
          <a:r>
            <a:rPr lang="en-US" sz="1400" b="1" kern="1200" dirty="0"/>
            <a:t>• Professional ethics</a:t>
          </a:r>
        </a:p>
      </dsp:txBody>
      <dsp:txXfrm>
        <a:off x="8087210" y="366732"/>
        <a:ext cx="3309356" cy="2499933"/>
      </dsp:txXfrm>
    </dsp:sp>
    <dsp:sp modelId="{A330D0D8-36E0-4D22-9693-859DCEFD00F6}">
      <dsp:nvSpPr>
        <dsp:cNvPr id="0" name=""/>
        <dsp:cNvSpPr/>
      </dsp:nvSpPr>
      <dsp:spPr>
        <a:xfrm>
          <a:off x="8027228" y="2866665"/>
          <a:ext cx="3429320" cy="1100763"/>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l" defTabSz="1244600">
            <a:lnSpc>
              <a:spcPct val="90000"/>
            </a:lnSpc>
            <a:spcBef>
              <a:spcPct val="0"/>
            </a:spcBef>
            <a:spcAft>
              <a:spcPct val="35000"/>
            </a:spcAft>
            <a:buNone/>
          </a:pPr>
          <a:r>
            <a:rPr lang="en-GB" sz="2800" b="1" kern="1200" dirty="0"/>
            <a:t>Prevent</a:t>
          </a:r>
          <a:endParaRPr lang="en-GB" sz="2800" kern="1200" dirty="0"/>
        </a:p>
      </dsp:txBody>
      <dsp:txXfrm>
        <a:off x="8027228" y="2866665"/>
        <a:ext cx="2415014" cy="1100763"/>
      </dsp:txXfrm>
    </dsp:sp>
    <dsp:sp modelId="{C95D7B44-50D7-459C-A076-A823BE9D40B9}">
      <dsp:nvSpPr>
        <dsp:cNvPr id="0" name=""/>
        <dsp:cNvSpPr/>
      </dsp:nvSpPr>
      <dsp:spPr>
        <a:xfrm>
          <a:off x="10539252" y="3041511"/>
          <a:ext cx="1200262" cy="1200262"/>
        </a:xfrm>
        <a:prstGeom prst="ellipse">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C310E4-047C-4691-A868-2DB5F4FDEB6A}">
      <dsp:nvSpPr>
        <dsp:cNvPr id="0" name=""/>
        <dsp:cNvSpPr/>
      </dsp:nvSpPr>
      <dsp:spPr>
        <a:xfrm>
          <a:off x="0" y="312328"/>
          <a:ext cx="9801225" cy="459112"/>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229108" rIns="760684" bIns="78232" numCol="1" spcCol="1270" anchor="t" anchorCtr="0">
          <a:noAutofit/>
        </a:bodyPr>
        <a:lstStyle/>
        <a:p>
          <a:pPr marL="57150" lvl="1" indent="-57150" algn="l" defTabSz="488950">
            <a:lnSpc>
              <a:spcPct val="90000"/>
            </a:lnSpc>
            <a:spcBef>
              <a:spcPct val="0"/>
            </a:spcBef>
            <a:spcAft>
              <a:spcPct val="15000"/>
            </a:spcAft>
            <a:buChar char="•"/>
          </a:pPr>
          <a:r>
            <a:rPr lang="en-GB" sz="1100" kern="1200"/>
            <a:t>Identify some of the different types of methodologies within Software Development</a:t>
          </a:r>
          <a:endParaRPr lang="en-GB" sz="1100" kern="1200" dirty="0"/>
        </a:p>
      </dsp:txBody>
      <dsp:txXfrm>
        <a:off x="0" y="312328"/>
        <a:ext cx="9801225" cy="459112"/>
      </dsp:txXfrm>
    </dsp:sp>
    <dsp:sp modelId="{5728C13D-A41F-4667-9B05-0BB076F1AEDC}">
      <dsp:nvSpPr>
        <dsp:cNvPr id="0" name=""/>
        <dsp:cNvSpPr/>
      </dsp:nvSpPr>
      <dsp:spPr>
        <a:xfrm>
          <a:off x="490061" y="149968"/>
          <a:ext cx="6860857" cy="32472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488950">
            <a:lnSpc>
              <a:spcPct val="90000"/>
            </a:lnSpc>
            <a:spcBef>
              <a:spcPct val="0"/>
            </a:spcBef>
            <a:spcAft>
              <a:spcPct val="35000"/>
            </a:spcAft>
            <a:buNone/>
          </a:pPr>
          <a:r>
            <a:rPr lang="en-GB" sz="1100" kern="1200"/>
            <a:t>Identify</a:t>
          </a:r>
          <a:endParaRPr lang="en-GB" sz="1100" kern="1200" dirty="0"/>
        </a:p>
      </dsp:txBody>
      <dsp:txXfrm>
        <a:off x="505913" y="165820"/>
        <a:ext cx="6829153" cy="293016"/>
      </dsp:txXfrm>
    </dsp:sp>
    <dsp:sp modelId="{21F11046-0A19-4731-8D91-2B9499305FE3}">
      <dsp:nvSpPr>
        <dsp:cNvPr id="0" name=""/>
        <dsp:cNvSpPr/>
      </dsp:nvSpPr>
      <dsp:spPr>
        <a:xfrm>
          <a:off x="0" y="993201"/>
          <a:ext cx="9801225" cy="459112"/>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229108" rIns="760684" bIns="78232" numCol="1" spcCol="1270" anchor="t" anchorCtr="0">
          <a:noAutofit/>
        </a:bodyPr>
        <a:lstStyle/>
        <a:p>
          <a:pPr marL="57150" lvl="1" indent="-57150" algn="l" defTabSz="488950">
            <a:lnSpc>
              <a:spcPct val="90000"/>
            </a:lnSpc>
            <a:spcBef>
              <a:spcPct val="0"/>
            </a:spcBef>
            <a:spcAft>
              <a:spcPct val="15000"/>
            </a:spcAft>
            <a:buChar char="•"/>
          </a:pPr>
          <a:r>
            <a:rPr lang="en-GB" sz="1100" kern="1200" dirty="0"/>
            <a:t>Critically analyse methodologies covered within the session</a:t>
          </a:r>
        </a:p>
      </dsp:txBody>
      <dsp:txXfrm>
        <a:off x="0" y="993201"/>
        <a:ext cx="9801225" cy="459112"/>
      </dsp:txXfrm>
    </dsp:sp>
    <dsp:sp modelId="{2BD767D1-192F-41D7-B811-7FB881F41CA7}">
      <dsp:nvSpPr>
        <dsp:cNvPr id="0" name=""/>
        <dsp:cNvSpPr/>
      </dsp:nvSpPr>
      <dsp:spPr>
        <a:xfrm>
          <a:off x="490061" y="830841"/>
          <a:ext cx="6860857" cy="32472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488950">
            <a:lnSpc>
              <a:spcPct val="90000"/>
            </a:lnSpc>
            <a:spcBef>
              <a:spcPct val="0"/>
            </a:spcBef>
            <a:spcAft>
              <a:spcPct val="35000"/>
            </a:spcAft>
            <a:buNone/>
          </a:pPr>
          <a:r>
            <a:rPr lang="en-GB" sz="1100" kern="1200" dirty="0">
              <a:solidFill>
                <a:schemeClr val="tx2"/>
              </a:solidFill>
            </a:rPr>
            <a:t>Critically Analyse</a:t>
          </a:r>
        </a:p>
      </dsp:txBody>
      <dsp:txXfrm>
        <a:off x="505913" y="846693"/>
        <a:ext cx="6829153" cy="293016"/>
      </dsp:txXfrm>
    </dsp:sp>
    <dsp:sp modelId="{BD8568B8-BE6A-425B-A02C-5DBEC21E062C}">
      <dsp:nvSpPr>
        <dsp:cNvPr id="0" name=""/>
        <dsp:cNvSpPr/>
      </dsp:nvSpPr>
      <dsp:spPr>
        <a:xfrm>
          <a:off x="0" y="1674073"/>
          <a:ext cx="9801225" cy="459112"/>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229108" rIns="760684" bIns="78232" numCol="1" spcCol="1270" anchor="t" anchorCtr="0">
          <a:noAutofit/>
        </a:bodyPr>
        <a:lstStyle/>
        <a:p>
          <a:pPr marL="57150" lvl="1" indent="-57150" algn="l" defTabSz="488950">
            <a:lnSpc>
              <a:spcPct val="90000"/>
            </a:lnSpc>
            <a:spcBef>
              <a:spcPct val="0"/>
            </a:spcBef>
            <a:spcAft>
              <a:spcPct val="15000"/>
            </a:spcAft>
            <a:buChar char="•"/>
          </a:pPr>
          <a:r>
            <a:rPr lang="en-GB" sz="1100" kern="1200" dirty="0"/>
            <a:t>Explain Agile principles and describe some Agile methodologies</a:t>
          </a:r>
        </a:p>
      </dsp:txBody>
      <dsp:txXfrm>
        <a:off x="0" y="1674073"/>
        <a:ext cx="9801225" cy="459112"/>
      </dsp:txXfrm>
    </dsp:sp>
    <dsp:sp modelId="{EE784AEF-EE84-4E56-8017-E7F5BD25028A}">
      <dsp:nvSpPr>
        <dsp:cNvPr id="0" name=""/>
        <dsp:cNvSpPr/>
      </dsp:nvSpPr>
      <dsp:spPr>
        <a:xfrm>
          <a:off x="490061" y="1511713"/>
          <a:ext cx="6860857" cy="32472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488950">
            <a:lnSpc>
              <a:spcPct val="90000"/>
            </a:lnSpc>
            <a:spcBef>
              <a:spcPct val="0"/>
            </a:spcBef>
            <a:spcAft>
              <a:spcPct val="35000"/>
            </a:spcAft>
            <a:buNone/>
          </a:pPr>
          <a:r>
            <a:rPr lang="en-GB" sz="1100" kern="1200" dirty="0"/>
            <a:t>Explain</a:t>
          </a:r>
        </a:p>
      </dsp:txBody>
      <dsp:txXfrm>
        <a:off x="505913" y="1527565"/>
        <a:ext cx="6829153" cy="293016"/>
      </dsp:txXfrm>
    </dsp:sp>
    <dsp:sp modelId="{FC2ABA2C-F13D-43FD-AB69-F515C29BACA4}">
      <dsp:nvSpPr>
        <dsp:cNvPr id="0" name=""/>
        <dsp:cNvSpPr/>
      </dsp:nvSpPr>
      <dsp:spPr>
        <a:xfrm>
          <a:off x="0" y="2354946"/>
          <a:ext cx="9801225" cy="459112"/>
        </a:xfrm>
        <a:prstGeom prst="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229108" rIns="760684" bIns="78232" numCol="1" spcCol="1270" anchor="t" anchorCtr="0">
          <a:noAutofit/>
        </a:bodyPr>
        <a:lstStyle/>
        <a:p>
          <a:pPr marL="57150" lvl="1" indent="-57150" algn="l" defTabSz="488950">
            <a:lnSpc>
              <a:spcPct val="90000"/>
            </a:lnSpc>
            <a:spcBef>
              <a:spcPct val="0"/>
            </a:spcBef>
            <a:spcAft>
              <a:spcPct val="15000"/>
            </a:spcAft>
            <a:buChar char="•"/>
          </a:pPr>
          <a:r>
            <a:rPr lang="en-GB" sz="1100" kern="1200" dirty="0"/>
            <a:t>Describe the methodology in use within your team</a:t>
          </a:r>
        </a:p>
      </dsp:txBody>
      <dsp:txXfrm>
        <a:off x="0" y="2354946"/>
        <a:ext cx="9801225" cy="459112"/>
      </dsp:txXfrm>
    </dsp:sp>
    <dsp:sp modelId="{7EE05DA9-5E9D-4EF5-9D95-F38E1248E9A8}">
      <dsp:nvSpPr>
        <dsp:cNvPr id="0" name=""/>
        <dsp:cNvSpPr/>
      </dsp:nvSpPr>
      <dsp:spPr>
        <a:xfrm>
          <a:off x="490061" y="2192586"/>
          <a:ext cx="6860857" cy="32472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488950">
            <a:lnSpc>
              <a:spcPct val="90000"/>
            </a:lnSpc>
            <a:spcBef>
              <a:spcPct val="0"/>
            </a:spcBef>
            <a:spcAft>
              <a:spcPct val="35000"/>
            </a:spcAft>
            <a:buNone/>
          </a:pPr>
          <a:r>
            <a:rPr lang="en-GB" sz="1100" kern="1200"/>
            <a:t>Describe</a:t>
          </a:r>
          <a:endParaRPr lang="en-GB" sz="1100" kern="1200" dirty="0"/>
        </a:p>
      </dsp:txBody>
      <dsp:txXfrm>
        <a:off x="505913" y="2208438"/>
        <a:ext cx="6829153" cy="293016"/>
      </dsp:txXfrm>
    </dsp:sp>
    <dsp:sp modelId="{5A54985B-5CCC-4F30-A77D-ABEE4AB8B766}">
      <dsp:nvSpPr>
        <dsp:cNvPr id="0" name=""/>
        <dsp:cNvSpPr/>
      </dsp:nvSpPr>
      <dsp:spPr>
        <a:xfrm>
          <a:off x="0" y="3035818"/>
          <a:ext cx="9801225" cy="459112"/>
        </a:xfrm>
        <a:prstGeom prst="rect">
          <a:avLst/>
        </a:prstGeom>
        <a:solidFill>
          <a:schemeClr val="lt1">
            <a:alpha val="9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229108" rIns="760684" bIns="78232" numCol="1" spcCol="1270" anchor="t" anchorCtr="0">
          <a:noAutofit/>
        </a:bodyPr>
        <a:lstStyle/>
        <a:p>
          <a:pPr marL="57150" lvl="1" indent="-57150" algn="l" defTabSz="488950">
            <a:lnSpc>
              <a:spcPct val="90000"/>
            </a:lnSpc>
            <a:spcBef>
              <a:spcPct val="0"/>
            </a:spcBef>
            <a:spcAft>
              <a:spcPct val="15000"/>
            </a:spcAft>
            <a:buChar char="•"/>
          </a:pPr>
          <a:r>
            <a:rPr lang="en-GB" sz="1100" kern="1200" dirty="0"/>
            <a:t>Classify the type of methodology in use in relation to the types introduced</a:t>
          </a:r>
        </a:p>
      </dsp:txBody>
      <dsp:txXfrm>
        <a:off x="0" y="3035818"/>
        <a:ext cx="9801225" cy="459112"/>
      </dsp:txXfrm>
    </dsp:sp>
    <dsp:sp modelId="{5820A584-2BE6-47E3-9718-1D64ED4163CB}">
      <dsp:nvSpPr>
        <dsp:cNvPr id="0" name=""/>
        <dsp:cNvSpPr/>
      </dsp:nvSpPr>
      <dsp:spPr>
        <a:xfrm>
          <a:off x="490061" y="2873458"/>
          <a:ext cx="6860857" cy="324720"/>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488950">
            <a:lnSpc>
              <a:spcPct val="90000"/>
            </a:lnSpc>
            <a:spcBef>
              <a:spcPct val="0"/>
            </a:spcBef>
            <a:spcAft>
              <a:spcPct val="35000"/>
            </a:spcAft>
            <a:buNone/>
          </a:pPr>
          <a:r>
            <a:rPr lang="en-GB" sz="1100" kern="1200" dirty="0">
              <a:solidFill>
                <a:schemeClr val="tx2"/>
              </a:solidFill>
            </a:rPr>
            <a:t>Classify</a:t>
          </a:r>
        </a:p>
      </dsp:txBody>
      <dsp:txXfrm>
        <a:off x="505913" y="2889310"/>
        <a:ext cx="6829153" cy="29301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D3FCF7-22F1-4A3C-94D9-A5F582A9816F}">
      <dsp:nvSpPr>
        <dsp:cNvPr id="0" name=""/>
        <dsp:cNvSpPr/>
      </dsp:nvSpPr>
      <dsp:spPr>
        <a:xfrm>
          <a:off x="7344" y="130404"/>
          <a:ext cx="1097547" cy="658528"/>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dirty="0"/>
            <a:t>Waterfall</a:t>
          </a:r>
        </a:p>
      </dsp:txBody>
      <dsp:txXfrm>
        <a:off x="7344" y="130404"/>
        <a:ext cx="1097547" cy="658528"/>
      </dsp:txXfrm>
    </dsp:sp>
    <dsp:sp modelId="{4E4DFF05-FB94-49EC-A2F9-AA8493F60F8F}">
      <dsp:nvSpPr>
        <dsp:cNvPr id="0" name=""/>
        <dsp:cNvSpPr/>
      </dsp:nvSpPr>
      <dsp:spPr>
        <a:xfrm>
          <a:off x="1214646" y="130404"/>
          <a:ext cx="1097547" cy="65852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dirty="0">
              <a:solidFill>
                <a:schemeClr val="tx2"/>
              </a:solidFill>
            </a:rPr>
            <a:t>Spiral Model</a:t>
          </a:r>
        </a:p>
      </dsp:txBody>
      <dsp:txXfrm>
        <a:off x="1214646" y="130404"/>
        <a:ext cx="1097547" cy="658528"/>
      </dsp:txXfrm>
    </dsp:sp>
    <dsp:sp modelId="{428BEEF1-D5D3-44FF-9FE7-68B15D30D245}">
      <dsp:nvSpPr>
        <dsp:cNvPr id="0" name=""/>
        <dsp:cNvSpPr/>
      </dsp:nvSpPr>
      <dsp:spPr>
        <a:xfrm>
          <a:off x="2421949" y="130404"/>
          <a:ext cx="1097547" cy="658528"/>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dirty="0"/>
            <a:t>Prototyping</a:t>
          </a:r>
        </a:p>
      </dsp:txBody>
      <dsp:txXfrm>
        <a:off x="2421949" y="130404"/>
        <a:ext cx="1097547" cy="658528"/>
      </dsp:txXfrm>
    </dsp:sp>
    <dsp:sp modelId="{97C9B988-F0CA-4695-B0FE-0873A4034B44}">
      <dsp:nvSpPr>
        <dsp:cNvPr id="0" name=""/>
        <dsp:cNvSpPr/>
      </dsp:nvSpPr>
      <dsp:spPr>
        <a:xfrm>
          <a:off x="3629251" y="130404"/>
          <a:ext cx="1097547" cy="658528"/>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dirty="0"/>
            <a:t>V-Model</a:t>
          </a:r>
        </a:p>
      </dsp:txBody>
      <dsp:txXfrm>
        <a:off x="3629251" y="130404"/>
        <a:ext cx="1097547" cy="658528"/>
      </dsp:txXfrm>
    </dsp:sp>
    <dsp:sp modelId="{2479DAE4-94E4-4C2B-8D2D-38E10165ABE6}">
      <dsp:nvSpPr>
        <dsp:cNvPr id="0" name=""/>
        <dsp:cNvSpPr/>
      </dsp:nvSpPr>
      <dsp:spPr>
        <a:xfrm>
          <a:off x="4836554" y="130404"/>
          <a:ext cx="1097547" cy="658528"/>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solidFill>
                <a:schemeClr val="tx2"/>
              </a:solidFill>
            </a:rPr>
            <a:t>RAD</a:t>
          </a:r>
          <a:endParaRPr lang="en-GB" sz="1500" kern="1200" dirty="0">
            <a:solidFill>
              <a:schemeClr val="tx2"/>
            </a:solidFill>
          </a:endParaRPr>
        </a:p>
      </dsp:txBody>
      <dsp:txXfrm>
        <a:off x="4836554" y="130404"/>
        <a:ext cx="1097547" cy="658528"/>
      </dsp:txXfrm>
    </dsp:sp>
    <dsp:sp modelId="{37F7AC88-EFC4-4272-A45C-1E48FD03A6DD}">
      <dsp:nvSpPr>
        <dsp:cNvPr id="0" name=""/>
        <dsp:cNvSpPr/>
      </dsp:nvSpPr>
      <dsp:spPr>
        <a:xfrm>
          <a:off x="6043856" y="130404"/>
          <a:ext cx="1097547" cy="658528"/>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dirty="0"/>
            <a:t>DSDM</a:t>
          </a:r>
        </a:p>
      </dsp:txBody>
      <dsp:txXfrm>
        <a:off x="6043856" y="130404"/>
        <a:ext cx="1097547" cy="658528"/>
      </dsp:txXfrm>
    </dsp:sp>
    <dsp:sp modelId="{F572272D-842D-4350-8885-4E85A5E8E2EA}">
      <dsp:nvSpPr>
        <dsp:cNvPr id="0" name=""/>
        <dsp:cNvSpPr/>
      </dsp:nvSpPr>
      <dsp:spPr>
        <a:xfrm>
          <a:off x="7251159" y="130404"/>
          <a:ext cx="1097547" cy="65852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solidFill>
                <a:schemeClr val="tx2"/>
              </a:solidFill>
            </a:rPr>
            <a:t>XP</a:t>
          </a:r>
          <a:endParaRPr lang="en-GB" sz="1500" kern="1200" dirty="0">
            <a:solidFill>
              <a:schemeClr val="tx2"/>
            </a:solidFill>
          </a:endParaRPr>
        </a:p>
      </dsp:txBody>
      <dsp:txXfrm>
        <a:off x="7251159" y="130404"/>
        <a:ext cx="1097547" cy="65852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900555-4265-4C4D-89F6-DBF55EE1F8E3}">
      <dsp:nvSpPr>
        <dsp:cNvPr id="0" name=""/>
        <dsp:cNvSpPr/>
      </dsp:nvSpPr>
      <dsp:spPr>
        <a:xfrm>
          <a:off x="165266" y="100"/>
          <a:ext cx="1260769" cy="756461"/>
        </a:xfrm>
        <a:prstGeom prst="rect">
          <a:avLst/>
        </a:prstGeom>
        <a:solidFill>
          <a:schemeClr val="lt1">
            <a:hueOff val="0"/>
            <a:satOff val="0"/>
            <a:lumOff val="0"/>
            <a:alphaOff val="0"/>
          </a:schemeClr>
        </a:solidFill>
        <a:ln w="25400"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dirty="0"/>
            <a:t>SCRUM</a:t>
          </a:r>
        </a:p>
      </dsp:txBody>
      <dsp:txXfrm>
        <a:off x="165266" y="100"/>
        <a:ext cx="1260769" cy="756461"/>
      </dsp:txXfrm>
    </dsp:sp>
    <dsp:sp modelId="{575615F9-44FD-4E53-9267-66EF0C18FF03}">
      <dsp:nvSpPr>
        <dsp:cNvPr id="0" name=""/>
        <dsp:cNvSpPr/>
      </dsp:nvSpPr>
      <dsp:spPr>
        <a:xfrm>
          <a:off x="1552113" y="100"/>
          <a:ext cx="1260769" cy="756461"/>
        </a:xfrm>
        <a:prstGeom prst="rect">
          <a:avLst/>
        </a:prstGeom>
        <a:solidFill>
          <a:schemeClr val="lt1">
            <a:hueOff val="0"/>
            <a:satOff val="0"/>
            <a:lumOff val="0"/>
            <a:alphaOff val="0"/>
          </a:schemeClr>
        </a:solidFill>
        <a:ln w="25400"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dirty="0"/>
            <a:t>Kanban</a:t>
          </a:r>
        </a:p>
      </dsp:txBody>
      <dsp:txXfrm>
        <a:off x="1552113" y="100"/>
        <a:ext cx="1260769" cy="75646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E1517D-87EF-4EBB-BAD5-94658FE8731C}">
      <dsp:nvSpPr>
        <dsp:cNvPr id="0" name=""/>
        <dsp:cNvSpPr/>
      </dsp:nvSpPr>
      <dsp:spPr>
        <a:xfrm>
          <a:off x="8399" y="107661"/>
          <a:ext cx="1255309" cy="753185"/>
        </a:xfrm>
        <a:prstGeom prst="rect">
          <a:avLst/>
        </a:prstGeom>
        <a:solidFill>
          <a:schemeClr val="lt1">
            <a:hueOff val="0"/>
            <a:satOff val="0"/>
            <a:lumOff val="0"/>
            <a:alphaOff val="0"/>
          </a:schemeClr>
        </a:solidFill>
        <a:ln w="25400"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dirty="0"/>
            <a:t>Overview</a:t>
          </a:r>
        </a:p>
      </dsp:txBody>
      <dsp:txXfrm>
        <a:off x="8399" y="107661"/>
        <a:ext cx="1255309" cy="753185"/>
      </dsp:txXfrm>
    </dsp:sp>
    <dsp:sp modelId="{B6A6FAA8-1B44-40CC-B725-0DB2617CAFC4}">
      <dsp:nvSpPr>
        <dsp:cNvPr id="0" name=""/>
        <dsp:cNvSpPr/>
      </dsp:nvSpPr>
      <dsp:spPr>
        <a:xfrm>
          <a:off x="1389240" y="107661"/>
          <a:ext cx="1255309" cy="753185"/>
        </a:xfrm>
        <a:prstGeom prst="rect">
          <a:avLst/>
        </a:prstGeom>
        <a:solidFill>
          <a:schemeClr val="lt1">
            <a:hueOff val="0"/>
            <a:satOff val="0"/>
            <a:lumOff val="0"/>
            <a:alphaOff val="0"/>
          </a:schemeClr>
        </a:solidFill>
        <a:ln w="25400"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a:t>History</a:t>
          </a:r>
          <a:endParaRPr lang="en-GB" sz="1100" kern="1200" dirty="0"/>
        </a:p>
      </dsp:txBody>
      <dsp:txXfrm>
        <a:off x="1389240" y="107661"/>
        <a:ext cx="1255309" cy="753185"/>
      </dsp:txXfrm>
    </dsp:sp>
    <dsp:sp modelId="{7320906E-8CCF-46B5-A7E1-DB4AC3FC0837}">
      <dsp:nvSpPr>
        <dsp:cNvPr id="0" name=""/>
        <dsp:cNvSpPr/>
      </dsp:nvSpPr>
      <dsp:spPr>
        <a:xfrm>
          <a:off x="2770080" y="107661"/>
          <a:ext cx="1255309" cy="753185"/>
        </a:xfrm>
        <a:prstGeom prst="rect">
          <a:avLst/>
        </a:prstGeom>
        <a:solidFill>
          <a:schemeClr val="lt1">
            <a:hueOff val="0"/>
            <a:satOff val="0"/>
            <a:lumOff val="0"/>
            <a:alphaOff val="0"/>
          </a:schemeClr>
        </a:solidFill>
        <a:ln w="25400"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dirty="0"/>
            <a:t>Roles &amp; Responsibilities</a:t>
          </a:r>
        </a:p>
      </dsp:txBody>
      <dsp:txXfrm>
        <a:off x="2770080" y="107661"/>
        <a:ext cx="1255309" cy="753185"/>
      </dsp:txXfrm>
    </dsp:sp>
    <dsp:sp modelId="{16ADBD71-F80D-4B5F-869B-A19CB20CB74F}">
      <dsp:nvSpPr>
        <dsp:cNvPr id="0" name=""/>
        <dsp:cNvSpPr/>
      </dsp:nvSpPr>
      <dsp:spPr>
        <a:xfrm>
          <a:off x="4150920" y="107661"/>
          <a:ext cx="1255309" cy="753185"/>
        </a:xfrm>
        <a:prstGeom prst="rect">
          <a:avLst/>
        </a:prstGeom>
        <a:solidFill>
          <a:schemeClr val="lt1">
            <a:hueOff val="0"/>
            <a:satOff val="0"/>
            <a:lumOff val="0"/>
            <a:alphaOff val="0"/>
          </a:schemeClr>
        </a:solidFill>
        <a:ln w="25400"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dirty="0"/>
            <a:t>Events</a:t>
          </a:r>
        </a:p>
      </dsp:txBody>
      <dsp:txXfrm>
        <a:off x="4150920" y="107661"/>
        <a:ext cx="1255309" cy="753185"/>
      </dsp:txXfrm>
    </dsp:sp>
    <dsp:sp modelId="{D6746433-4A1F-4D98-B8CF-F47770646AC8}">
      <dsp:nvSpPr>
        <dsp:cNvPr id="0" name=""/>
        <dsp:cNvSpPr/>
      </dsp:nvSpPr>
      <dsp:spPr>
        <a:xfrm>
          <a:off x="5531761" y="107661"/>
          <a:ext cx="1255309" cy="753185"/>
        </a:xfrm>
        <a:prstGeom prst="rect">
          <a:avLst/>
        </a:prstGeom>
        <a:solidFill>
          <a:schemeClr val="lt1">
            <a:hueOff val="0"/>
            <a:satOff val="0"/>
            <a:lumOff val="0"/>
            <a:alphaOff val="0"/>
          </a:schemeClr>
        </a:solidFill>
        <a:ln w="25400"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dirty="0"/>
            <a:t>Artifacts</a:t>
          </a:r>
        </a:p>
      </dsp:txBody>
      <dsp:txXfrm>
        <a:off x="5531761" y="107661"/>
        <a:ext cx="1255309" cy="753185"/>
      </dsp:txXfrm>
    </dsp:sp>
    <dsp:sp modelId="{55C81EA6-67B5-4167-9EDB-25CCDE151D08}">
      <dsp:nvSpPr>
        <dsp:cNvPr id="0" name=""/>
        <dsp:cNvSpPr/>
      </dsp:nvSpPr>
      <dsp:spPr>
        <a:xfrm>
          <a:off x="6912601" y="107661"/>
          <a:ext cx="1255309" cy="753185"/>
        </a:xfrm>
        <a:prstGeom prst="rect">
          <a:avLst/>
        </a:prstGeom>
        <a:solidFill>
          <a:schemeClr val="lt1">
            <a:hueOff val="0"/>
            <a:satOff val="0"/>
            <a:lumOff val="0"/>
            <a:alphaOff val="0"/>
          </a:schemeClr>
        </a:solidFill>
        <a:ln w="25400"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dirty="0"/>
            <a:t>Overall Process/Practices</a:t>
          </a:r>
        </a:p>
      </dsp:txBody>
      <dsp:txXfrm>
        <a:off x="6912601" y="107661"/>
        <a:ext cx="1255309" cy="753185"/>
      </dsp:txXfrm>
    </dsp:sp>
    <dsp:sp modelId="{C2F6796A-EF46-4A11-B7D8-A7A6B032B408}">
      <dsp:nvSpPr>
        <dsp:cNvPr id="0" name=""/>
        <dsp:cNvSpPr/>
      </dsp:nvSpPr>
      <dsp:spPr>
        <a:xfrm>
          <a:off x="8293441" y="107661"/>
          <a:ext cx="1255309" cy="753185"/>
        </a:xfrm>
        <a:prstGeom prst="rect">
          <a:avLst/>
        </a:prstGeom>
        <a:solidFill>
          <a:schemeClr val="lt1">
            <a:hueOff val="0"/>
            <a:satOff val="0"/>
            <a:lumOff val="0"/>
            <a:alphaOff val="0"/>
          </a:schemeClr>
        </a:solidFill>
        <a:ln w="25400"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dirty="0"/>
            <a:t>Anything else of Interest</a:t>
          </a:r>
        </a:p>
      </dsp:txBody>
      <dsp:txXfrm>
        <a:off x="8293441" y="107661"/>
        <a:ext cx="1255309" cy="753185"/>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13F4DD-A80F-41F7-BC58-E2F58592C848}">
      <dsp:nvSpPr>
        <dsp:cNvPr id="0" name=""/>
        <dsp:cNvSpPr/>
      </dsp:nvSpPr>
      <dsp:spPr>
        <a:xfrm>
          <a:off x="0" y="334080"/>
          <a:ext cx="11906250" cy="12348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291592" rIns="924057" bIns="99568" numCol="1" spcCol="1270" anchor="t" anchorCtr="0">
          <a:noAutofit/>
        </a:bodyPr>
        <a:lstStyle/>
        <a:p>
          <a:pPr marL="114300" lvl="1" indent="-114300" algn="l" defTabSz="622300">
            <a:lnSpc>
              <a:spcPct val="90000"/>
            </a:lnSpc>
            <a:spcBef>
              <a:spcPct val="0"/>
            </a:spcBef>
            <a:spcAft>
              <a:spcPct val="15000"/>
            </a:spcAft>
            <a:buChar char="•"/>
          </a:pPr>
          <a:r>
            <a:rPr lang="en-GB" sz="1400" kern="1200" dirty="0"/>
            <a:t>Accountable for the product success</a:t>
          </a:r>
        </a:p>
        <a:p>
          <a:pPr marL="114300" lvl="1" indent="-114300" algn="l" defTabSz="622300">
            <a:lnSpc>
              <a:spcPct val="90000"/>
            </a:lnSpc>
            <a:spcBef>
              <a:spcPct val="0"/>
            </a:spcBef>
            <a:spcAft>
              <a:spcPct val="15000"/>
            </a:spcAft>
            <a:buChar char="•"/>
          </a:pPr>
          <a:r>
            <a:rPr lang="en-GB" sz="1400" kern="1200"/>
            <a:t>Determine what needs to be done and set the priorities for the tasks</a:t>
          </a:r>
          <a:endParaRPr lang="en-GB" sz="1400" kern="1200" dirty="0"/>
        </a:p>
        <a:p>
          <a:pPr marL="114300" lvl="1" indent="-114300" algn="l" defTabSz="622300">
            <a:lnSpc>
              <a:spcPct val="90000"/>
            </a:lnSpc>
            <a:spcBef>
              <a:spcPct val="0"/>
            </a:spcBef>
            <a:spcAft>
              <a:spcPct val="15000"/>
            </a:spcAft>
            <a:buChar char="•"/>
          </a:pPr>
          <a:r>
            <a:rPr lang="en-GB" sz="1400" kern="1200"/>
            <a:t>Holds the vision for the work and broadly controls it</a:t>
          </a:r>
          <a:endParaRPr lang="en-GB" sz="1400" kern="1200" dirty="0"/>
        </a:p>
        <a:p>
          <a:pPr marL="114300" lvl="1" indent="-114300" algn="l" defTabSz="622300">
            <a:lnSpc>
              <a:spcPct val="90000"/>
            </a:lnSpc>
            <a:spcBef>
              <a:spcPct val="0"/>
            </a:spcBef>
            <a:spcAft>
              <a:spcPct val="15000"/>
            </a:spcAft>
            <a:buChar char="•"/>
          </a:pPr>
          <a:r>
            <a:rPr lang="en-GB" sz="1400" kern="1200"/>
            <a:t>Face of the Project</a:t>
          </a:r>
          <a:endParaRPr lang="en-GB" sz="1400" kern="1200" dirty="0"/>
        </a:p>
      </dsp:txBody>
      <dsp:txXfrm>
        <a:off x="0" y="334080"/>
        <a:ext cx="11906250" cy="1234800"/>
      </dsp:txXfrm>
    </dsp:sp>
    <dsp:sp modelId="{249DE2E1-44A6-4C4D-A599-4499C6E42365}">
      <dsp:nvSpPr>
        <dsp:cNvPr id="0" name=""/>
        <dsp:cNvSpPr/>
      </dsp:nvSpPr>
      <dsp:spPr>
        <a:xfrm>
          <a:off x="595312" y="127439"/>
          <a:ext cx="8334375" cy="41328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622300">
            <a:lnSpc>
              <a:spcPct val="90000"/>
            </a:lnSpc>
            <a:spcBef>
              <a:spcPct val="0"/>
            </a:spcBef>
            <a:spcAft>
              <a:spcPct val="35000"/>
            </a:spcAft>
            <a:buNone/>
          </a:pPr>
          <a:r>
            <a:rPr lang="en-GB" sz="1400" kern="1200"/>
            <a:t>Product Owner</a:t>
          </a:r>
          <a:endParaRPr lang="en-GB" sz="1400" kern="1200" dirty="0"/>
        </a:p>
      </dsp:txBody>
      <dsp:txXfrm>
        <a:off x="615487" y="147614"/>
        <a:ext cx="8294025" cy="372930"/>
      </dsp:txXfrm>
    </dsp:sp>
    <dsp:sp modelId="{533B5482-ED1A-48C7-AF3C-82431EF663FC}">
      <dsp:nvSpPr>
        <dsp:cNvPr id="0" name=""/>
        <dsp:cNvSpPr/>
      </dsp:nvSpPr>
      <dsp:spPr>
        <a:xfrm>
          <a:off x="0" y="1851120"/>
          <a:ext cx="11906250" cy="12348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291592" rIns="924057" bIns="99568" numCol="1" spcCol="1270" anchor="t" anchorCtr="0">
          <a:noAutofit/>
        </a:bodyPr>
        <a:lstStyle/>
        <a:p>
          <a:pPr marL="114300" lvl="1" indent="-114300" algn="l" defTabSz="622300">
            <a:lnSpc>
              <a:spcPct val="90000"/>
            </a:lnSpc>
            <a:spcBef>
              <a:spcPct val="0"/>
            </a:spcBef>
            <a:spcAft>
              <a:spcPct val="15000"/>
            </a:spcAft>
            <a:buChar char="•"/>
          </a:pPr>
          <a:r>
            <a:rPr lang="en-GB" sz="1400" kern="1200" dirty="0"/>
            <a:t>Protects the team</a:t>
          </a:r>
        </a:p>
        <a:p>
          <a:pPr marL="228600" lvl="2" indent="-114300" algn="l" defTabSz="622300">
            <a:lnSpc>
              <a:spcPct val="90000"/>
            </a:lnSpc>
            <a:spcBef>
              <a:spcPct val="0"/>
            </a:spcBef>
            <a:spcAft>
              <a:spcPct val="15000"/>
            </a:spcAft>
            <a:buChar char="•"/>
          </a:pPr>
          <a:r>
            <a:rPr lang="en-GB" sz="1400" kern="1200" dirty="0"/>
            <a:t>Prevents the Product Owner from overstepping their boundaries</a:t>
          </a:r>
        </a:p>
        <a:p>
          <a:pPr marL="114300" lvl="1" indent="-114300" algn="l" defTabSz="622300">
            <a:lnSpc>
              <a:spcPct val="90000"/>
            </a:lnSpc>
            <a:spcBef>
              <a:spcPct val="0"/>
            </a:spcBef>
            <a:spcAft>
              <a:spcPct val="15000"/>
            </a:spcAft>
            <a:buChar char="•"/>
          </a:pPr>
          <a:r>
            <a:rPr lang="en-GB" sz="1400" kern="1200" dirty="0"/>
            <a:t>Protects the Scrum Process</a:t>
          </a:r>
        </a:p>
        <a:p>
          <a:pPr marL="228600" lvl="2" indent="-114300" algn="l" defTabSz="622300">
            <a:lnSpc>
              <a:spcPct val="90000"/>
            </a:lnSpc>
            <a:spcBef>
              <a:spcPct val="0"/>
            </a:spcBef>
            <a:spcAft>
              <a:spcPct val="15000"/>
            </a:spcAft>
            <a:buChar char="•"/>
          </a:pPr>
          <a:r>
            <a:rPr lang="en-GB" sz="1400" kern="1200" dirty="0"/>
            <a:t>Expert in Scrum, make sure PO and Dev team follow it</a:t>
          </a:r>
        </a:p>
      </dsp:txBody>
      <dsp:txXfrm>
        <a:off x="0" y="1851120"/>
        <a:ext cx="11906250" cy="1234800"/>
      </dsp:txXfrm>
    </dsp:sp>
    <dsp:sp modelId="{C46E9CA0-6A30-4785-A7AA-FE39DF6BD816}">
      <dsp:nvSpPr>
        <dsp:cNvPr id="0" name=""/>
        <dsp:cNvSpPr/>
      </dsp:nvSpPr>
      <dsp:spPr>
        <a:xfrm>
          <a:off x="595312" y="1644480"/>
          <a:ext cx="8334375" cy="41328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622300">
            <a:lnSpc>
              <a:spcPct val="90000"/>
            </a:lnSpc>
            <a:spcBef>
              <a:spcPct val="0"/>
            </a:spcBef>
            <a:spcAft>
              <a:spcPct val="35000"/>
            </a:spcAft>
            <a:buNone/>
          </a:pPr>
          <a:r>
            <a:rPr lang="en-GB" sz="1400" kern="1200"/>
            <a:t>Scrum Master/Agile Coach/Scrum Coach</a:t>
          </a:r>
          <a:endParaRPr lang="en-GB" sz="1400" kern="1200" dirty="0"/>
        </a:p>
      </dsp:txBody>
      <dsp:txXfrm>
        <a:off x="615487" y="1664655"/>
        <a:ext cx="8294025" cy="372930"/>
      </dsp:txXfrm>
    </dsp:sp>
    <dsp:sp modelId="{182B4530-6B4C-4737-BDC3-A75722846B25}">
      <dsp:nvSpPr>
        <dsp:cNvPr id="0" name=""/>
        <dsp:cNvSpPr/>
      </dsp:nvSpPr>
      <dsp:spPr>
        <a:xfrm>
          <a:off x="0" y="3368160"/>
          <a:ext cx="11906250" cy="11907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291592" rIns="924057" bIns="99568" numCol="1" spcCol="1270" anchor="t" anchorCtr="0">
          <a:noAutofit/>
        </a:bodyPr>
        <a:lstStyle/>
        <a:p>
          <a:pPr marL="114300" lvl="1" indent="-114300" algn="l" defTabSz="622300">
            <a:lnSpc>
              <a:spcPct val="90000"/>
            </a:lnSpc>
            <a:spcBef>
              <a:spcPct val="0"/>
            </a:spcBef>
            <a:spcAft>
              <a:spcPct val="15000"/>
            </a:spcAft>
            <a:buChar char="•"/>
          </a:pPr>
          <a:r>
            <a:rPr lang="en-GB" sz="1400" kern="1200"/>
            <a:t>Consists of Software Architects, Testers, Developers and Designers who work collectively together</a:t>
          </a:r>
          <a:endParaRPr lang="en-GB" sz="1400" kern="1200" dirty="0"/>
        </a:p>
        <a:p>
          <a:pPr marL="114300" lvl="1" indent="-114300" algn="l" defTabSz="622300">
            <a:lnSpc>
              <a:spcPct val="90000"/>
            </a:lnSpc>
            <a:spcBef>
              <a:spcPct val="0"/>
            </a:spcBef>
            <a:spcAft>
              <a:spcPct val="15000"/>
            </a:spcAft>
            <a:buChar char="•"/>
          </a:pPr>
          <a:r>
            <a:rPr lang="en-GB" sz="1400" kern="1200"/>
            <a:t>Whilst Priority is determined by the PO they decide what they will work on</a:t>
          </a:r>
          <a:endParaRPr lang="en-GB" sz="1400" kern="1200" dirty="0"/>
        </a:p>
        <a:p>
          <a:pPr marL="114300" lvl="1" indent="-114300" algn="l" defTabSz="622300">
            <a:lnSpc>
              <a:spcPct val="90000"/>
            </a:lnSpc>
            <a:spcBef>
              <a:spcPct val="0"/>
            </a:spcBef>
            <a:spcAft>
              <a:spcPct val="15000"/>
            </a:spcAft>
            <a:buChar char="•"/>
          </a:pPr>
          <a:r>
            <a:rPr lang="en-GB" sz="1400" kern="1200"/>
            <a:t>How they work on those tasks is determined by them with the Scrum Coach supporting them so they can have a high level of autonomy and independence</a:t>
          </a:r>
          <a:endParaRPr lang="en-GB" sz="1400" kern="1200" dirty="0"/>
        </a:p>
      </dsp:txBody>
      <dsp:txXfrm>
        <a:off x="0" y="3368160"/>
        <a:ext cx="11906250" cy="1190700"/>
      </dsp:txXfrm>
    </dsp:sp>
    <dsp:sp modelId="{570345B7-CBC7-4303-881C-780220CE352A}">
      <dsp:nvSpPr>
        <dsp:cNvPr id="0" name=""/>
        <dsp:cNvSpPr/>
      </dsp:nvSpPr>
      <dsp:spPr>
        <a:xfrm>
          <a:off x="595312" y="3161519"/>
          <a:ext cx="8334375" cy="41328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622300">
            <a:lnSpc>
              <a:spcPct val="90000"/>
            </a:lnSpc>
            <a:spcBef>
              <a:spcPct val="0"/>
            </a:spcBef>
            <a:spcAft>
              <a:spcPct val="35000"/>
            </a:spcAft>
            <a:buNone/>
          </a:pPr>
          <a:r>
            <a:rPr lang="en-GB" sz="1400" kern="1200"/>
            <a:t>Development Team</a:t>
          </a:r>
          <a:endParaRPr lang="en-GB" sz="1400" kern="1200" dirty="0"/>
        </a:p>
      </dsp:txBody>
      <dsp:txXfrm>
        <a:off x="615487" y="3181694"/>
        <a:ext cx="8294025" cy="37293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26CBCD-40C7-4990-A602-3EA7343CBD14}">
      <dsp:nvSpPr>
        <dsp:cNvPr id="0" name=""/>
        <dsp:cNvSpPr/>
      </dsp:nvSpPr>
      <dsp:spPr>
        <a:xfrm>
          <a:off x="0" y="256417"/>
          <a:ext cx="11906250" cy="1159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333248" rIns="924057"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t>Short cycles of 1 month or less during which work is done</a:t>
          </a:r>
        </a:p>
        <a:p>
          <a:pPr marL="171450" lvl="1" indent="-171450" algn="l" defTabSz="711200">
            <a:lnSpc>
              <a:spcPct val="90000"/>
            </a:lnSpc>
            <a:spcBef>
              <a:spcPct val="0"/>
            </a:spcBef>
            <a:spcAft>
              <a:spcPct val="15000"/>
            </a:spcAft>
            <a:buChar char="•"/>
          </a:pPr>
          <a:r>
            <a:rPr lang="en-GB" sz="1600" kern="1200" dirty="0"/>
            <a:t>It contains all the other Scrum Events</a:t>
          </a:r>
        </a:p>
        <a:p>
          <a:pPr marL="171450" lvl="1" indent="-171450" algn="l" defTabSz="711200">
            <a:lnSpc>
              <a:spcPct val="90000"/>
            </a:lnSpc>
            <a:spcBef>
              <a:spcPct val="0"/>
            </a:spcBef>
            <a:spcAft>
              <a:spcPct val="15000"/>
            </a:spcAft>
            <a:buChar char="•"/>
          </a:pPr>
          <a:r>
            <a:rPr lang="en-GB" sz="1600" kern="1200" dirty="0"/>
            <a:t>A new Sprint starts immediately after the preceding one concludes</a:t>
          </a:r>
        </a:p>
      </dsp:txBody>
      <dsp:txXfrm>
        <a:off x="0" y="256417"/>
        <a:ext cx="11906250" cy="1159200"/>
      </dsp:txXfrm>
    </dsp:sp>
    <dsp:sp modelId="{A9C17B5F-4EEF-4D7B-925A-F248E1405D0F}">
      <dsp:nvSpPr>
        <dsp:cNvPr id="0" name=""/>
        <dsp:cNvSpPr/>
      </dsp:nvSpPr>
      <dsp:spPr>
        <a:xfrm>
          <a:off x="595312" y="20257"/>
          <a:ext cx="8334375" cy="4723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711200">
            <a:lnSpc>
              <a:spcPct val="90000"/>
            </a:lnSpc>
            <a:spcBef>
              <a:spcPct val="0"/>
            </a:spcBef>
            <a:spcAft>
              <a:spcPct val="35000"/>
            </a:spcAft>
            <a:buNone/>
          </a:pPr>
          <a:r>
            <a:rPr lang="en-GB" sz="1600" kern="1200" dirty="0"/>
            <a:t>Sprint</a:t>
          </a:r>
        </a:p>
      </dsp:txBody>
      <dsp:txXfrm>
        <a:off x="618369" y="43314"/>
        <a:ext cx="8288261" cy="426206"/>
      </dsp:txXfrm>
    </dsp:sp>
    <dsp:sp modelId="{E2AB2EF2-FF1F-43BF-BD39-7112D6234A9A}">
      <dsp:nvSpPr>
        <dsp:cNvPr id="0" name=""/>
        <dsp:cNvSpPr/>
      </dsp:nvSpPr>
      <dsp:spPr>
        <a:xfrm>
          <a:off x="0" y="1738178"/>
          <a:ext cx="11906250" cy="6678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333248" rIns="924057"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t>An event dedicated to planning the work that will be carried out during the sprint</a:t>
          </a:r>
        </a:p>
      </dsp:txBody>
      <dsp:txXfrm>
        <a:off x="0" y="1738178"/>
        <a:ext cx="11906250" cy="667800"/>
      </dsp:txXfrm>
    </dsp:sp>
    <dsp:sp modelId="{81E95E2C-1614-47AA-855C-1BF66FC877D3}">
      <dsp:nvSpPr>
        <dsp:cNvPr id="0" name=""/>
        <dsp:cNvSpPr/>
      </dsp:nvSpPr>
      <dsp:spPr>
        <a:xfrm>
          <a:off x="595312" y="1502018"/>
          <a:ext cx="8334375" cy="4723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711200">
            <a:lnSpc>
              <a:spcPct val="90000"/>
            </a:lnSpc>
            <a:spcBef>
              <a:spcPct val="0"/>
            </a:spcBef>
            <a:spcAft>
              <a:spcPct val="35000"/>
            </a:spcAft>
            <a:buNone/>
          </a:pPr>
          <a:r>
            <a:rPr lang="en-GB" sz="1600" kern="1200" dirty="0"/>
            <a:t>Sprint Planning</a:t>
          </a:r>
        </a:p>
      </dsp:txBody>
      <dsp:txXfrm>
        <a:off x="618369" y="1525075"/>
        <a:ext cx="8288261" cy="426206"/>
      </dsp:txXfrm>
    </dsp:sp>
    <dsp:sp modelId="{943F8E6D-58F8-4C80-88A0-A5F388F971AF}">
      <dsp:nvSpPr>
        <dsp:cNvPr id="0" name=""/>
        <dsp:cNvSpPr/>
      </dsp:nvSpPr>
      <dsp:spPr>
        <a:xfrm>
          <a:off x="0" y="2728538"/>
          <a:ext cx="11906250" cy="907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333248" rIns="924057"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t>An event held daily where the Development Team inspect the progress towards the Sprint Goal</a:t>
          </a:r>
        </a:p>
        <a:p>
          <a:pPr marL="171450" lvl="1" indent="-171450" algn="l" defTabSz="711200">
            <a:lnSpc>
              <a:spcPct val="90000"/>
            </a:lnSpc>
            <a:spcBef>
              <a:spcPct val="0"/>
            </a:spcBef>
            <a:spcAft>
              <a:spcPct val="15000"/>
            </a:spcAft>
            <a:buChar char="•"/>
          </a:pPr>
          <a:r>
            <a:rPr lang="en-GB" sz="1600" kern="1200" dirty="0"/>
            <a:t>Blockers are identified and adaptations are made accordingly</a:t>
          </a:r>
        </a:p>
      </dsp:txBody>
      <dsp:txXfrm>
        <a:off x="0" y="2728538"/>
        <a:ext cx="11906250" cy="907200"/>
      </dsp:txXfrm>
    </dsp:sp>
    <dsp:sp modelId="{B65B6389-381D-46E3-820A-F17C50DEB0FE}">
      <dsp:nvSpPr>
        <dsp:cNvPr id="0" name=""/>
        <dsp:cNvSpPr/>
      </dsp:nvSpPr>
      <dsp:spPr>
        <a:xfrm>
          <a:off x="595312" y="2492378"/>
          <a:ext cx="8334375" cy="4723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711200">
            <a:lnSpc>
              <a:spcPct val="90000"/>
            </a:lnSpc>
            <a:spcBef>
              <a:spcPct val="0"/>
            </a:spcBef>
            <a:spcAft>
              <a:spcPct val="35000"/>
            </a:spcAft>
            <a:buNone/>
          </a:pPr>
          <a:r>
            <a:rPr lang="en-GB" sz="1600" kern="1200" dirty="0"/>
            <a:t>Daily Scrum</a:t>
          </a:r>
        </a:p>
      </dsp:txBody>
      <dsp:txXfrm>
        <a:off x="618369" y="2515435"/>
        <a:ext cx="8288261" cy="42620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AACBB6-CAB1-4EB7-B165-84864C4834B5}">
      <dsp:nvSpPr>
        <dsp:cNvPr id="0" name=""/>
        <dsp:cNvSpPr/>
      </dsp:nvSpPr>
      <dsp:spPr>
        <a:xfrm>
          <a:off x="0" y="267750"/>
          <a:ext cx="11906250" cy="11340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333248" rIns="924057"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t>Event held at the end of the Sprint where the Scrum Team and Stakeholders review what was accomplished during the Sprint and what has changed in their event</a:t>
          </a:r>
        </a:p>
        <a:p>
          <a:pPr marL="171450" lvl="1" indent="-171450" algn="l" defTabSz="711200">
            <a:lnSpc>
              <a:spcPct val="90000"/>
            </a:lnSpc>
            <a:spcBef>
              <a:spcPct val="0"/>
            </a:spcBef>
            <a:spcAft>
              <a:spcPct val="15000"/>
            </a:spcAft>
            <a:buChar char="•"/>
          </a:pPr>
          <a:r>
            <a:rPr lang="en-GB" sz="1600" kern="1200" dirty="0"/>
            <a:t>Attendees collaborate on what is to be done next</a:t>
          </a:r>
        </a:p>
      </dsp:txBody>
      <dsp:txXfrm>
        <a:off x="0" y="267750"/>
        <a:ext cx="11906250" cy="1134000"/>
      </dsp:txXfrm>
    </dsp:sp>
    <dsp:sp modelId="{E5204799-4EB1-426C-8AEA-050AEB0DAC73}">
      <dsp:nvSpPr>
        <dsp:cNvPr id="0" name=""/>
        <dsp:cNvSpPr/>
      </dsp:nvSpPr>
      <dsp:spPr>
        <a:xfrm>
          <a:off x="595312" y="31590"/>
          <a:ext cx="8334375" cy="4723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711200">
            <a:lnSpc>
              <a:spcPct val="90000"/>
            </a:lnSpc>
            <a:spcBef>
              <a:spcPct val="0"/>
            </a:spcBef>
            <a:spcAft>
              <a:spcPct val="35000"/>
            </a:spcAft>
            <a:buNone/>
          </a:pPr>
          <a:r>
            <a:rPr lang="en-GB" sz="1600" kern="1200" dirty="0"/>
            <a:t>Sprint Review</a:t>
          </a:r>
        </a:p>
      </dsp:txBody>
      <dsp:txXfrm>
        <a:off x="618369" y="54647"/>
        <a:ext cx="8288261" cy="426206"/>
      </dsp:txXfrm>
    </dsp:sp>
    <dsp:sp modelId="{04384C23-F886-4D91-AAA1-7779720C158F}">
      <dsp:nvSpPr>
        <dsp:cNvPr id="0" name=""/>
        <dsp:cNvSpPr/>
      </dsp:nvSpPr>
      <dsp:spPr>
        <a:xfrm>
          <a:off x="0" y="1724310"/>
          <a:ext cx="11906250" cy="8820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333248" rIns="924057"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t>During this event the Scrum Team gather and discuss how the Sprint went and identify the most helpful changes to improve the Team’s effectiveness</a:t>
          </a:r>
        </a:p>
      </dsp:txBody>
      <dsp:txXfrm>
        <a:off x="0" y="1724310"/>
        <a:ext cx="11906250" cy="882000"/>
      </dsp:txXfrm>
    </dsp:sp>
    <dsp:sp modelId="{D206033F-9450-4AFB-A0B2-457D7D4E8EDE}">
      <dsp:nvSpPr>
        <dsp:cNvPr id="0" name=""/>
        <dsp:cNvSpPr/>
      </dsp:nvSpPr>
      <dsp:spPr>
        <a:xfrm>
          <a:off x="595312" y="1488150"/>
          <a:ext cx="8334375" cy="4723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711200">
            <a:lnSpc>
              <a:spcPct val="90000"/>
            </a:lnSpc>
            <a:spcBef>
              <a:spcPct val="0"/>
            </a:spcBef>
            <a:spcAft>
              <a:spcPct val="35000"/>
            </a:spcAft>
            <a:buNone/>
          </a:pPr>
          <a:r>
            <a:rPr lang="en-GB" sz="1600" kern="1200" dirty="0"/>
            <a:t>Sprint Retrospective</a:t>
          </a:r>
        </a:p>
      </dsp:txBody>
      <dsp:txXfrm>
        <a:off x="618369" y="1511207"/>
        <a:ext cx="8288261" cy="426206"/>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4A44B0-D3CF-4112-A813-5B16066E51BA}">
      <dsp:nvSpPr>
        <dsp:cNvPr id="0" name=""/>
        <dsp:cNvSpPr/>
      </dsp:nvSpPr>
      <dsp:spPr>
        <a:xfrm>
          <a:off x="0" y="525870"/>
          <a:ext cx="11906250" cy="1159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333248" rIns="924057"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t>An evolving, ordered list of what is needed to improve the product</a:t>
          </a:r>
        </a:p>
        <a:p>
          <a:pPr marL="171450" lvl="1" indent="-171450" algn="l" defTabSz="711200">
            <a:lnSpc>
              <a:spcPct val="90000"/>
            </a:lnSpc>
            <a:spcBef>
              <a:spcPct val="0"/>
            </a:spcBef>
            <a:spcAft>
              <a:spcPct val="15000"/>
            </a:spcAft>
            <a:buChar char="•"/>
          </a:pPr>
          <a:r>
            <a:rPr lang="en-GB" sz="1600" kern="1200" dirty="0"/>
            <a:t>Single source of work to be undertaken by the Team</a:t>
          </a:r>
        </a:p>
        <a:p>
          <a:pPr marL="171450" lvl="1" indent="-171450" algn="ctr" defTabSz="711200">
            <a:lnSpc>
              <a:spcPct val="90000"/>
            </a:lnSpc>
            <a:spcBef>
              <a:spcPct val="0"/>
            </a:spcBef>
            <a:spcAft>
              <a:spcPct val="15000"/>
            </a:spcAft>
            <a:buNone/>
          </a:pPr>
          <a:r>
            <a:rPr lang="en-GB" sz="1600" b="1" i="1" kern="1200" dirty="0"/>
            <a:t>Commitment</a:t>
          </a:r>
          <a:r>
            <a:rPr lang="en-GB" sz="1600" i="1" kern="1200" dirty="0"/>
            <a:t>: Product Goal – the target the team plans against</a:t>
          </a:r>
        </a:p>
      </dsp:txBody>
      <dsp:txXfrm>
        <a:off x="0" y="525870"/>
        <a:ext cx="11906250" cy="1159200"/>
      </dsp:txXfrm>
    </dsp:sp>
    <dsp:sp modelId="{12D5BEDC-9ACF-431B-A07F-BD5A7996DA30}">
      <dsp:nvSpPr>
        <dsp:cNvPr id="0" name=""/>
        <dsp:cNvSpPr/>
      </dsp:nvSpPr>
      <dsp:spPr>
        <a:xfrm>
          <a:off x="595312" y="289710"/>
          <a:ext cx="8334375" cy="4723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711200">
            <a:lnSpc>
              <a:spcPct val="90000"/>
            </a:lnSpc>
            <a:spcBef>
              <a:spcPct val="0"/>
            </a:spcBef>
            <a:spcAft>
              <a:spcPct val="35000"/>
            </a:spcAft>
            <a:buNone/>
          </a:pPr>
          <a:r>
            <a:rPr lang="en-GB" sz="1600" kern="1200" dirty="0"/>
            <a:t>Product Backlog</a:t>
          </a:r>
        </a:p>
      </dsp:txBody>
      <dsp:txXfrm>
        <a:off x="618369" y="312767"/>
        <a:ext cx="8288261" cy="426206"/>
      </dsp:txXfrm>
    </dsp:sp>
    <dsp:sp modelId="{34ECDAAA-732F-4860-927F-57FE6192F3F6}">
      <dsp:nvSpPr>
        <dsp:cNvPr id="0" name=""/>
        <dsp:cNvSpPr/>
      </dsp:nvSpPr>
      <dsp:spPr>
        <a:xfrm>
          <a:off x="0" y="2007630"/>
          <a:ext cx="11906250" cy="907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333248" rIns="924057"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t>Highly visible list of work that is the Development Team’s plan for the sprint which may evolve as they learn</a:t>
          </a:r>
        </a:p>
        <a:p>
          <a:pPr marL="171450" lvl="1" indent="-171450" algn="ctr" defTabSz="711200">
            <a:lnSpc>
              <a:spcPct val="90000"/>
            </a:lnSpc>
            <a:spcBef>
              <a:spcPct val="0"/>
            </a:spcBef>
            <a:spcAft>
              <a:spcPct val="15000"/>
            </a:spcAft>
            <a:buNone/>
          </a:pPr>
          <a:r>
            <a:rPr lang="en-GB" sz="1600" b="1" i="1" kern="1200" dirty="0"/>
            <a:t>Commitment</a:t>
          </a:r>
          <a:r>
            <a:rPr lang="en-GB" sz="1600" i="1" kern="1200" dirty="0"/>
            <a:t>: Sprint Goal – the single objective of the sprint</a:t>
          </a:r>
          <a:endParaRPr lang="en-GB" sz="1600" kern="1200" dirty="0"/>
        </a:p>
      </dsp:txBody>
      <dsp:txXfrm>
        <a:off x="0" y="2007630"/>
        <a:ext cx="11906250" cy="907200"/>
      </dsp:txXfrm>
    </dsp:sp>
    <dsp:sp modelId="{538D1414-4D6F-4A9A-A859-DB6CF8E08403}">
      <dsp:nvSpPr>
        <dsp:cNvPr id="0" name=""/>
        <dsp:cNvSpPr/>
      </dsp:nvSpPr>
      <dsp:spPr>
        <a:xfrm>
          <a:off x="595312" y="1771470"/>
          <a:ext cx="8334375" cy="4723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711200">
            <a:lnSpc>
              <a:spcPct val="90000"/>
            </a:lnSpc>
            <a:spcBef>
              <a:spcPct val="0"/>
            </a:spcBef>
            <a:spcAft>
              <a:spcPct val="35000"/>
            </a:spcAft>
            <a:buNone/>
          </a:pPr>
          <a:r>
            <a:rPr lang="en-GB" sz="1600" kern="1200" dirty="0"/>
            <a:t>Sprint Backlog</a:t>
          </a:r>
        </a:p>
      </dsp:txBody>
      <dsp:txXfrm>
        <a:off x="618369" y="1794527"/>
        <a:ext cx="8288261" cy="426206"/>
      </dsp:txXfrm>
    </dsp:sp>
    <dsp:sp modelId="{EE04822C-812B-4F60-ADAE-053DA7DA6F0E}">
      <dsp:nvSpPr>
        <dsp:cNvPr id="0" name=""/>
        <dsp:cNvSpPr/>
      </dsp:nvSpPr>
      <dsp:spPr>
        <a:xfrm>
          <a:off x="0" y="3237390"/>
          <a:ext cx="11906250" cy="1159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333248" rIns="924057"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t>Small pieces of work that serve as stepping stones towards the Product Goal</a:t>
          </a:r>
        </a:p>
        <a:p>
          <a:pPr marL="171450" lvl="1" indent="-171450" algn="l" defTabSz="711200">
            <a:lnSpc>
              <a:spcPct val="90000"/>
            </a:lnSpc>
            <a:spcBef>
              <a:spcPct val="0"/>
            </a:spcBef>
            <a:spcAft>
              <a:spcPct val="15000"/>
            </a:spcAft>
            <a:buChar char="•"/>
          </a:pPr>
          <a:r>
            <a:rPr lang="en-GB" sz="1600" kern="1200" dirty="0"/>
            <a:t>Delivery can occur as often as needed during the Sprint and there is no limit of one release per Sprint</a:t>
          </a:r>
        </a:p>
        <a:p>
          <a:pPr marL="171450" lvl="1" indent="-171450" algn="ctr" defTabSz="711200">
            <a:lnSpc>
              <a:spcPct val="90000"/>
            </a:lnSpc>
            <a:spcBef>
              <a:spcPct val="0"/>
            </a:spcBef>
            <a:spcAft>
              <a:spcPct val="15000"/>
            </a:spcAft>
            <a:buNone/>
          </a:pPr>
          <a:r>
            <a:rPr lang="en-GB" sz="1600" b="1" i="1" kern="1200" dirty="0"/>
            <a:t>Commitment</a:t>
          </a:r>
          <a:r>
            <a:rPr lang="en-GB" sz="1600" i="1" kern="1200" dirty="0"/>
            <a:t>: Definition of Done – the description of what it takes for an Increment to be considered complete</a:t>
          </a:r>
          <a:endParaRPr lang="en-GB" sz="1600" kern="1200" dirty="0"/>
        </a:p>
      </dsp:txBody>
      <dsp:txXfrm>
        <a:off x="0" y="3237390"/>
        <a:ext cx="11906250" cy="1159200"/>
      </dsp:txXfrm>
    </dsp:sp>
    <dsp:sp modelId="{B6606801-C8DF-42E5-9C66-1677275273AE}">
      <dsp:nvSpPr>
        <dsp:cNvPr id="0" name=""/>
        <dsp:cNvSpPr/>
      </dsp:nvSpPr>
      <dsp:spPr>
        <a:xfrm>
          <a:off x="595312" y="3001230"/>
          <a:ext cx="8334375" cy="4723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711200">
            <a:lnSpc>
              <a:spcPct val="90000"/>
            </a:lnSpc>
            <a:spcBef>
              <a:spcPct val="0"/>
            </a:spcBef>
            <a:spcAft>
              <a:spcPct val="35000"/>
            </a:spcAft>
            <a:buNone/>
          </a:pPr>
          <a:r>
            <a:rPr lang="en-GB" sz="1600" kern="1200" dirty="0"/>
            <a:t>Increments</a:t>
          </a:r>
        </a:p>
      </dsp:txBody>
      <dsp:txXfrm>
        <a:off x="618369" y="3024287"/>
        <a:ext cx="8288261" cy="426206"/>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BFCCA1-A467-489A-9514-B92DB72ECDF7}">
      <dsp:nvSpPr>
        <dsp:cNvPr id="0" name=""/>
        <dsp:cNvSpPr/>
      </dsp:nvSpPr>
      <dsp:spPr>
        <a:xfrm>
          <a:off x="0" y="378090"/>
          <a:ext cx="11906250" cy="41958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374904" rIns="924057" bIns="128016" numCol="1" spcCol="1270" anchor="t" anchorCtr="0">
          <a:noAutofit/>
        </a:bodyPr>
        <a:lstStyle/>
        <a:p>
          <a:pPr marL="171450" lvl="1" indent="-171450" algn="l" defTabSz="800100">
            <a:lnSpc>
              <a:spcPct val="90000"/>
            </a:lnSpc>
            <a:spcBef>
              <a:spcPct val="0"/>
            </a:spcBef>
            <a:spcAft>
              <a:spcPct val="15000"/>
            </a:spcAft>
            <a:buChar char="•"/>
          </a:pPr>
          <a:r>
            <a:rPr lang="en-GB" sz="1800" kern="1200" dirty="0"/>
            <a:t>Start with what you do now</a:t>
          </a:r>
        </a:p>
        <a:p>
          <a:pPr marL="342900" lvl="2" indent="-171450" algn="l" defTabSz="800100">
            <a:lnSpc>
              <a:spcPct val="90000"/>
            </a:lnSpc>
            <a:spcBef>
              <a:spcPct val="0"/>
            </a:spcBef>
            <a:spcAft>
              <a:spcPct val="15000"/>
            </a:spcAft>
            <a:buChar char="•"/>
          </a:pPr>
          <a:r>
            <a:rPr lang="en-GB" sz="1800" kern="1200" dirty="0"/>
            <a:t>Kanban can be used with existing workflows, systems and processes without disrupting what is already in use</a:t>
          </a:r>
        </a:p>
        <a:p>
          <a:pPr marL="342900" lvl="2" indent="-171450" algn="l" defTabSz="800100">
            <a:lnSpc>
              <a:spcPct val="90000"/>
            </a:lnSpc>
            <a:spcBef>
              <a:spcPct val="0"/>
            </a:spcBef>
            <a:spcAft>
              <a:spcPct val="15000"/>
            </a:spcAft>
            <a:buChar char="•"/>
          </a:pPr>
          <a:r>
            <a:rPr lang="en-GB" sz="1800" kern="1200" dirty="0"/>
            <a:t>It will highlight issues that need to be resolved, but it will help plan for these changes and ensure that the change is not disruptive</a:t>
          </a:r>
        </a:p>
        <a:p>
          <a:pPr marL="171450" lvl="1" indent="-171450" algn="l" defTabSz="800100">
            <a:lnSpc>
              <a:spcPct val="90000"/>
            </a:lnSpc>
            <a:spcBef>
              <a:spcPct val="0"/>
            </a:spcBef>
            <a:spcAft>
              <a:spcPct val="15000"/>
            </a:spcAft>
            <a:buChar char="•"/>
          </a:pPr>
          <a:r>
            <a:rPr lang="en-GB" sz="1800" kern="1200" dirty="0"/>
            <a:t>Agree to pursue Incremental, Evolutionary Change</a:t>
          </a:r>
        </a:p>
        <a:p>
          <a:pPr marL="342900" lvl="2" indent="-171450" algn="l" defTabSz="800100">
            <a:lnSpc>
              <a:spcPct val="90000"/>
            </a:lnSpc>
            <a:spcBef>
              <a:spcPct val="0"/>
            </a:spcBef>
            <a:spcAft>
              <a:spcPct val="15000"/>
            </a:spcAft>
            <a:buChar char="•"/>
          </a:pPr>
          <a:r>
            <a:rPr lang="en-GB" sz="1800" kern="1200" dirty="0"/>
            <a:t>The system is designed to meet minimal resistance in instead promotes continuous, small changes to the current process</a:t>
          </a:r>
        </a:p>
        <a:p>
          <a:pPr marL="342900" lvl="2" indent="-171450" algn="l" defTabSz="800100">
            <a:lnSpc>
              <a:spcPct val="90000"/>
            </a:lnSpc>
            <a:spcBef>
              <a:spcPct val="0"/>
            </a:spcBef>
            <a:spcAft>
              <a:spcPct val="15000"/>
            </a:spcAft>
            <a:buChar char="•"/>
          </a:pPr>
          <a:r>
            <a:rPr lang="en-GB" sz="1800" kern="1200" dirty="0"/>
            <a:t>Sweeping changes are discouraged as they will generate resistance</a:t>
          </a:r>
        </a:p>
        <a:p>
          <a:pPr marL="171450" lvl="1" indent="-171450" algn="l" defTabSz="800100">
            <a:lnSpc>
              <a:spcPct val="90000"/>
            </a:lnSpc>
            <a:spcBef>
              <a:spcPct val="0"/>
            </a:spcBef>
            <a:spcAft>
              <a:spcPct val="15000"/>
            </a:spcAft>
            <a:buChar char="•"/>
          </a:pPr>
          <a:r>
            <a:rPr lang="en-GB" sz="1800" kern="1200" dirty="0"/>
            <a:t>Encourage Acts of Leadership at all levels</a:t>
          </a:r>
        </a:p>
        <a:p>
          <a:pPr marL="342900" lvl="2" indent="-171450" algn="l" defTabSz="800100">
            <a:lnSpc>
              <a:spcPct val="90000"/>
            </a:lnSpc>
            <a:spcBef>
              <a:spcPct val="0"/>
            </a:spcBef>
            <a:spcAft>
              <a:spcPct val="15000"/>
            </a:spcAft>
            <a:buChar char="•"/>
          </a:pPr>
          <a:r>
            <a:rPr lang="en-GB" sz="1800" kern="1200" dirty="0"/>
            <a:t>Leadership at all levels derives from people’s everyday insights and acts to improve their way of working</a:t>
          </a:r>
        </a:p>
        <a:p>
          <a:pPr marL="342900" lvl="2" indent="-171450" algn="l" defTabSz="800100">
            <a:lnSpc>
              <a:spcPct val="90000"/>
            </a:lnSpc>
            <a:spcBef>
              <a:spcPct val="0"/>
            </a:spcBef>
            <a:spcAft>
              <a:spcPct val="15000"/>
            </a:spcAft>
            <a:buChar char="•"/>
          </a:pPr>
          <a:r>
            <a:rPr lang="en-GB" sz="1800" kern="1200" dirty="0"/>
            <a:t>Every shared observation promotes a continuous improvement mindset to reach optimal performance within the team</a:t>
          </a:r>
        </a:p>
      </dsp:txBody>
      <dsp:txXfrm>
        <a:off x="0" y="378090"/>
        <a:ext cx="11906250" cy="4195800"/>
      </dsp:txXfrm>
    </dsp:sp>
    <dsp:sp modelId="{1D6814DF-F3B1-4ED2-9822-8DCB4401795F}">
      <dsp:nvSpPr>
        <dsp:cNvPr id="0" name=""/>
        <dsp:cNvSpPr/>
      </dsp:nvSpPr>
      <dsp:spPr>
        <a:xfrm>
          <a:off x="595312" y="112410"/>
          <a:ext cx="8334375" cy="53136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800100">
            <a:lnSpc>
              <a:spcPct val="90000"/>
            </a:lnSpc>
            <a:spcBef>
              <a:spcPct val="0"/>
            </a:spcBef>
            <a:spcAft>
              <a:spcPct val="35000"/>
            </a:spcAft>
            <a:buNone/>
          </a:pPr>
          <a:r>
            <a:rPr lang="en-GB" sz="1800" kern="1200" dirty="0"/>
            <a:t>Change Management Principles</a:t>
          </a:r>
        </a:p>
      </dsp:txBody>
      <dsp:txXfrm>
        <a:off x="621251" y="138349"/>
        <a:ext cx="8282497" cy="479482"/>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8B718F-D291-46ED-B2B1-C179BF60A823}">
      <dsp:nvSpPr>
        <dsp:cNvPr id="0" name=""/>
        <dsp:cNvSpPr/>
      </dsp:nvSpPr>
      <dsp:spPr>
        <a:xfrm>
          <a:off x="0" y="378090"/>
          <a:ext cx="11906250" cy="41958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374904" rIns="924057" bIns="128016" numCol="1" spcCol="1270" anchor="t" anchorCtr="0">
          <a:noAutofit/>
        </a:bodyPr>
        <a:lstStyle/>
        <a:p>
          <a:pPr marL="171450" lvl="1" indent="-171450" algn="l" defTabSz="800100">
            <a:lnSpc>
              <a:spcPct val="90000"/>
            </a:lnSpc>
            <a:spcBef>
              <a:spcPct val="0"/>
            </a:spcBef>
            <a:spcAft>
              <a:spcPct val="15000"/>
            </a:spcAft>
            <a:buChar char="•"/>
          </a:pPr>
          <a:r>
            <a:rPr lang="en-GB" sz="1800" kern="1200" dirty="0"/>
            <a:t>Focus on Customer’s needs and expectations</a:t>
          </a:r>
        </a:p>
        <a:p>
          <a:pPr marL="342900" lvl="2" indent="-171450" algn="l" defTabSz="800100">
            <a:lnSpc>
              <a:spcPct val="90000"/>
            </a:lnSpc>
            <a:spcBef>
              <a:spcPct val="0"/>
            </a:spcBef>
            <a:spcAft>
              <a:spcPct val="15000"/>
            </a:spcAft>
            <a:buChar char="•"/>
          </a:pPr>
          <a:r>
            <a:rPr lang="en-GB" sz="1800" kern="1200" dirty="0"/>
            <a:t>Delivering what the customer wants needs to be at the centre of the organisation</a:t>
          </a:r>
        </a:p>
        <a:p>
          <a:pPr marL="342900" lvl="2" indent="-171450" algn="l" defTabSz="800100">
            <a:lnSpc>
              <a:spcPct val="90000"/>
            </a:lnSpc>
            <a:spcBef>
              <a:spcPct val="0"/>
            </a:spcBef>
            <a:spcAft>
              <a:spcPct val="15000"/>
            </a:spcAft>
            <a:buChar char="•"/>
          </a:pPr>
          <a:r>
            <a:rPr lang="en-GB" sz="1800" kern="1200" dirty="0"/>
            <a:t>By understanding the customer’s needs and expectation your attention is drawn to ensuring that the provided systems are of high quality and value to the customer</a:t>
          </a:r>
        </a:p>
        <a:p>
          <a:pPr marL="171450" lvl="1" indent="-171450" algn="l" defTabSz="800100">
            <a:lnSpc>
              <a:spcPct val="90000"/>
            </a:lnSpc>
            <a:spcBef>
              <a:spcPct val="0"/>
            </a:spcBef>
            <a:spcAft>
              <a:spcPct val="15000"/>
            </a:spcAft>
            <a:buChar char="•"/>
          </a:pPr>
          <a:r>
            <a:rPr lang="en-GB" sz="1800" kern="1200" dirty="0"/>
            <a:t>Manage the Work, not the workers</a:t>
          </a:r>
        </a:p>
        <a:p>
          <a:pPr marL="342900" lvl="2" indent="-171450" algn="l" defTabSz="800100">
            <a:lnSpc>
              <a:spcPct val="90000"/>
            </a:lnSpc>
            <a:spcBef>
              <a:spcPct val="0"/>
            </a:spcBef>
            <a:spcAft>
              <a:spcPct val="15000"/>
            </a:spcAft>
            <a:buChar char="•"/>
          </a:pPr>
          <a:r>
            <a:rPr lang="en-GB" sz="1800" kern="1200" dirty="0"/>
            <a:t>By managing the work within the systems you empower people to organise their work as they see fit.</a:t>
          </a:r>
        </a:p>
        <a:p>
          <a:pPr marL="342900" lvl="2" indent="-171450" algn="l" defTabSz="800100">
            <a:lnSpc>
              <a:spcPct val="90000"/>
            </a:lnSpc>
            <a:spcBef>
              <a:spcPct val="0"/>
            </a:spcBef>
            <a:spcAft>
              <a:spcPct val="15000"/>
            </a:spcAft>
            <a:buChar char="•"/>
          </a:pPr>
          <a:r>
            <a:rPr lang="en-GB" sz="1800" kern="1200" dirty="0"/>
            <a:t>Therefore, managers can focus on the desired outcomes without worrying about needing to micro-manage the staff delivering the system</a:t>
          </a:r>
        </a:p>
        <a:p>
          <a:pPr marL="171450" lvl="1" indent="-171450" algn="l" defTabSz="800100">
            <a:lnSpc>
              <a:spcPct val="90000"/>
            </a:lnSpc>
            <a:spcBef>
              <a:spcPct val="0"/>
            </a:spcBef>
            <a:spcAft>
              <a:spcPct val="15000"/>
            </a:spcAft>
            <a:buChar char="•"/>
          </a:pPr>
          <a:r>
            <a:rPr lang="en-GB" sz="1800" kern="1200" dirty="0"/>
            <a:t>Evolve policies to improve customer and business outcomes</a:t>
          </a:r>
        </a:p>
        <a:p>
          <a:pPr marL="342900" lvl="2" indent="-171450" algn="l" defTabSz="800100">
            <a:lnSpc>
              <a:spcPct val="90000"/>
            </a:lnSpc>
            <a:spcBef>
              <a:spcPct val="0"/>
            </a:spcBef>
            <a:spcAft>
              <a:spcPct val="15000"/>
            </a:spcAft>
            <a:buChar char="•"/>
          </a:pPr>
          <a:r>
            <a:rPr lang="en-GB" sz="1800" kern="1200" dirty="0"/>
            <a:t>Processes can be reduced to the concept that they are simply a set of policies which layout how work should be done, who should do it and in what order.</a:t>
          </a:r>
        </a:p>
        <a:p>
          <a:pPr marL="342900" lvl="2" indent="-171450" algn="l" defTabSz="800100">
            <a:lnSpc>
              <a:spcPct val="90000"/>
            </a:lnSpc>
            <a:spcBef>
              <a:spcPct val="0"/>
            </a:spcBef>
            <a:spcAft>
              <a:spcPct val="15000"/>
            </a:spcAft>
            <a:buChar char="•"/>
          </a:pPr>
          <a:r>
            <a:rPr lang="en-GB" sz="1800" kern="1200" dirty="0"/>
            <a:t>These policies need to be reviewed regularly to ensure that they are delivering the best out comes for the customer and the business</a:t>
          </a:r>
        </a:p>
      </dsp:txBody>
      <dsp:txXfrm>
        <a:off x="0" y="378090"/>
        <a:ext cx="11906250" cy="4195800"/>
      </dsp:txXfrm>
    </dsp:sp>
    <dsp:sp modelId="{7AF6D1F6-A96A-4531-9AA7-D04151BB8A87}">
      <dsp:nvSpPr>
        <dsp:cNvPr id="0" name=""/>
        <dsp:cNvSpPr/>
      </dsp:nvSpPr>
      <dsp:spPr>
        <a:xfrm>
          <a:off x="595312" y="112410"/>
          <a:ext cx="8334375" cy="53136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800100">
            <a:lnSpc>
              <a:spcPct val="90000"/>
            </a:lnSpc>
            <a:spcBef>
              <a:spcPct val="0"/>
            </a:spcBef>
            <a:spcAft>
              <a:spcPct val="35000"/>
            </a:spcAft>
            <a:buNone/>
          </a:pPr>
          <a:r>
            <a:rPr lang="en-GB" sz="1800" kern="1200" dirty="0"/>
            <a:t>Service Delivery Principles</a:t>
          </a:r>
        </a:p>
      </dsp:txBody>
      <dsp:txXfrm>
        <a:off x="621251" y="138349"/>
        <a:ext cx="8282497" cy="47948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6F78FC-AC12-4C41-A20C-3F5FD58522F5}">
      <dsp:nvSpPr>
        <dsp:cNvPr id="0" name=""/>
        <dsp:cNvSpPr/>
      </dsp:nvSpPr>
      <dsp:spPr>
        <a:xfrm>
          <a:off x="0" y="325917"/>
          <a:ext cx="11401199" cy="1159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4860" tIns="333248" rIns="884860"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t>Understands the needs and expectations of customers</a:t>
          </a:r>
        </a:p>
        <a:p>
          <a:pPr marL="171450" lvl="1" indent="-171450" algn="l" defTabSz="711200">
            <a:lnSpc>
              <a:spcPct val="90000"/>
            </a:lnSpc>
            <a:spcBef>
              <a:spcPct val="0"/>
            </a:spcBef>
            <a:spcAft>
              <a:spcPct val="15000"/>
            </a:spcAft>
            <a:buChar char="•"/>
          </a:pPr>
          <a:r>
            <a:rPr lang="en-GB" sz="1600" kern="1200" dirty="0"/>
            <a:t>Facilitates the selection and ordering of items at Replenishment Meeting</a:t>
          </a:r>
        </a:p>
        <a:p>
          <a:pPr marL="171450" lvl="1" indent="-171450" algn="l" defTabSz="711200">
            <a:lnSpc>
              <a:spcPct val="90000"/>
            </a:lnSpc>
            <a:spcBef>
              <a:spcPct val="0"/>
            </a:spcBef>
            <a:spcAft>
              <a:spcPct val="15000"/>
            </a:spcAft>
            <a:buChar char="•"/>
          </a:pPr>
          <a:r>
            <a:rPr lang="en-GB" sz="1600" kern="1200" dirty="0"/>
            <a:t>Function is often filled by a Product Manager, Product Owner or Service Manager</a:t>
          </a:r>
        </a:p>
      </dsp:txBody>
      <dsp:txXfrm>
        <a:off x="0" y="325917"/>
        <a:ext cx="11401199" cy="1159200"/>
      </dsp:txXfrm>
    </dsp:sp>
    <dsp:sp modelId="{856CF0D8-81A7-418F-8D29-CC2AEE767706}">
      <dsp:nvSpPr>
        <dsp:cNvPr id="0" name=""/>
        <dsp:cNvSpPr/>
      </dsp:nvSpPr>
      <dsp:spPr>
        <a:xfrm>
          <a:off x="570059" y="89757"/>
          <a:ext cx="7980839" cy="4723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1657" tIns="0" rIns="301657" bIns="0" numCol="1" spcCol="1270" anchor="ctr" anchorCtr="0">
          <a:noAutofit/>
        </a:bodyPr>
        <a:lstStyle/>
        <a:p>
          <a:pPr marL="0" lvl="0" indent="0" algn="l" defTabSz="711200">
            <a:lnSpc>
              <a:spcPct val="90000"/>
            </a:lnSpc>
            <a:spcBef>
              <a:spcPct val="0"/>
            </a:spcBef>
            <a:spcAft>
              <a:spcPct val="35000"/>
            </a:spcAft>
            <a:buNone/>
          </a:pPr>
          <a:r>
            <a:rPr lang="en-GB" sz="1600" kern="1200" dirty="0"/>
            <a:t>Service Request Manager</a:t>
          </a:r>
        </a:p>
      </dsp:txBody>
      <dsp:txXfrm>
        <a:off x="593116" y="112814"/>
        <a:ext cx="7934725" cy="426206"/>
      </dsp:txXfrm>
    </dsp:sp>
    <dsp:sp modelId="{00501D5A-516D-4C8B-B406-AA86C8926AC0}">
      <dsp:nvSpPr>
        <dsp:cNvPr id="0" name=""/>
        <dsp:cNvSpPr/>
      </dsp:nvSpPr>
      <dsp:spPr>
        <a:xfrm>
          <a:off x="0" y="1807677"/>
          <a:ext cx="11401199" cy="1159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4860" tIns="333248" rIns="884860"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t>Responsible for the flow of work to deliver selected items to customers</a:t>
          </a:r>
        </a:p>
        <a:p>
          <a:pPr marL="171450" lvl="1" indent="-171450" algn="l" defTabSz="711200">
            <a:lnSpc>
              <a:spcPct val="90000"/>
            </a:lnSpc>
            <a:spcBef>
              <a:spcPct val="0"/>
            </a:spcBef>
            <a:spcAft>
              <a:spcPct val="15000"/>
            </a:spcAft>
            <a:buChar char="•"/>
          </a:pPr>
          <a:r>
            <a:rPr lang="en-GB" sz="1600" kern="1200" dirty="0"/>
            <a:t>Facilitates the Kanban meeting and Delivery Planning</a:t>
          </a:r>
        </a:p>
        <a:p>
          <a:pPr marL="171450" lvl="1" indent="-171450" algn="l" defTabSz="711200">
            <a:lnSpc>
              <a:spcPct val="90000"/>
            </a:lnSpc>
            <a:spcBef>
              <a:spcPct val="0"/>
            </a:spcBef>
            <a:spcAft>
              <a:spcPct val="15000"/>
            </a:spcAft>
            <a:buChar char="•"/>
          </a:pPr>
          <a:r>
            <a:rPr lang="en-GB" sz="1600" kern="1200" dirty="0"/>
            <a:t>Other names for this function are Flow Manager, Delivery Manager or Flow Master</a:t>
          </a:r>
        </a:p>
      </dsp:txBody>
      <dsp:txXfrm>
        <a:off x="0" y="1807677"/>
        <a:ext cx="11401199" cy="1159200"/>
      </dsp:txXfrm>
    </dsp:sp>
    <dsp:sp modelId="{F753303C-B2C6-4A38-8222-A16E51F88CDA}">
      <dsp:nvSpPr>
        <dsp:cNvPr id="0" name=""/>
        <dsp:cNvSpPr/>
      </dsp:nvSpPr>
      <dsp:spPr>
        <a:xfrm>
          <a:off x="570059" y="1571517"/>
          <a:ext cx="7980839" cy="4723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1657" tIns="0" rIns="301657" bIns="0" numCol="1" spcCol="1270" anchor="ctr" anchorCtr="0">
          <a:noAutofit/>
        </a:bodyPr>
        <a:lstStyle/>
        <a:p>
          <a:pPr marL="0" lvl="0" indent="0" algn="l" defTabSz="711200">
            <a:lnSpc>
              <a:spcPct val="90000"/>
            </a:lnSpc>
            <a:spcBef>
              <a:spcPct val="0"/>
            </a:spcBef>
            <a:spcAft>
              <a:spcPct val="35000"/>
            </a:spcAft>
            <a:buNone/>
          </a:pPr>
          <a:r>
            <a:rPr lang="en-GB" sz="1600" kern="1200" dirty="0"/>
            <a:t>Service Delivery Manager</a:t>
          </a:r>
        </a:p>
      </dsp:txBody>
      <dsp:txXfrm>
        <a:off x="593116" y="1594574"/>
        <a:ext cx="7934725" cy="426206"/>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35A0C4-FC1E-47D8-9165-328DDC7328BC}">
      <dsp:nvSpPr>
        <dsp:cNvPr id="0" name=""/>
        <dsp:cNvSpPr/>
      </dsp:nvSpPr>
      <dsp:spPr>
        <a:xfrm>
          <a:off x="0" y="287133"/>
          <a:ext cx="11401199" cy="6678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4860" tIns="333248" rIns="884860"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t>Select the services to provide and the context in which those services are appropriate</a:t>
          </a:r>
        </a:p>
      </dsp:txBody>
      <dsp:txXfrm>
        <a:off x="0" y="287133"/>
        <a:ext cx="11401199" cy="667800"/>
      </dsp:txXfrm>
    </dsp:sp>
    <dsp:sp modelId="{8F001B34-2135-4267-87BE-0411EA22EB3E}">
      <dsp:nvSpPr>
        <dsp:cNvPr id="0" name=""/>
        <dsp:cNvSpPr/>
      </dsp:nvSpPr>
      <dsp:spPr>
        <a:xfrm>
          <a:off x="570059" y="50973"/>
          <a:ext cx="7980839" cy="4723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1657" tIns="0" rIns="301657" bIns="0" numCol="1" spcCol="1270" anchor="ctr" anchorCtr="0">
          <a:noAutofit/>
        </a:bodyPr>
        <a:lstStyle/>
        <a:p>
          <a:pPr marL="0" lvl="0" indent="0" algn="l" defTabSz="711200">
            <a:lnSpc>
              <a:spcPct val="90000"/>
            </a:lnSpc>
            <a:spcBef>
              <a:spcPct val="0"/>
            </a:spcBef>
            <a:spcAft>
              <a:spcPct val="35000"/>
            </a:spcAft>
            <a:buNone/>
          </a:pPr>
          <a:r>
            <a:rPr lang="en-GB" sz="1600" kern="1200" dirty="0"/>
            <a:t>Strategy Review (Quarterly)</a:t>
          </a:r>
        </a:p>
      </dsp:txBody>
      <dsp:txXfrm>
        <a:off x="593116" y="74030"/>
        <a:ext cx="7934725" cy="426206"/>
      </dsp:txXfrm>
    </dsp:sp>
    <dsp:sp modelId="{DFF61FF7-6A67-45A7-903A-CF9C5FB754E8}">
      <dsp:nvSpPr>
        <dsp:cNvPr id="0" name=""/>
        <dsp:cNvSpPr/>
      </dsp:nvSpPr>
      <dsp:spPr>
        <a:xfrm>
          <a:off x="0" y="1277493"/>
          <a:ext cx="11401199" cy="8820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4860" tIns="333248" rIns="884860"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t>Understand the balance between and across services, including deploying people and resources to maximise the delivery of value</a:t>
          </a:r>
        </a:p>
      </dsp:txBody>
      <dsp:txXfrm>
        <a:off x="0" y="1277493"/>
        <a:ext cx="11401199" cy="882000"/>
      </dsp:txXfrm>
    </dsp:sp>
    <dsp:sp modelId="{C33BBFA8-6520-46A7-BC55-B5F88A0E8D1E}">
      <dsp:nvSpPr>
        <dsp:cNvPr id="0" name=""/>
        <dsp:cNvSpPr/>
      </dsp:nvSpPr>
      <dsp:spPr>
        <a:xfrm>
          <a:off x="570059" y="1041333"/>
          <a:ext cx="7980839" cy="4723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1657" tIns="0" rIns="301657" bIns="0" numCol="1" spcCol="1270" anchor="ctr" anchorCtr="0">
          <a:noAutofit/>
        </a:bodyPr>
        <a:lstStyle/>
        <a:p>
          <a:pPr marL="0" lvl="0" indent="0" algn="l" defTabSz="711200">
            <a:lnSpc>
              <a:spcPct val="90000"/>
            </a:lnSpc>
            <a:spcBef>
              <a:spcPct val="0"/>
            </a:spcBef>
            <a:spcAft>
              <a:spcPct val="35000"/>
            </a:spcAft>
            <a:buNone/>
          </a:pPr>
          <a:r>
            <a:rPr lang="en-GB" sz="1600" kern="1200" dirty="0"/>
            <a:t>Operations Review (Monthly)</a:t>
          </a:r>
        </a:p>
      </dsp:txBody>
      <dsp:txXfrm>
        <a:off x="593116" y="1064390"/>
        <a:ext cx="7934725" cy="426206"/>
      </dsp:txXfrm>
    </dsp:sp>
    <dsp:sp modelId="{9C4C229D-7A73-4364-9034-CAFECDC453F5}">
      <dsp:nvSpPr>
        <dsp:cNvPr id="0" name=""/>
        <dsp:cNvSpPr/>
      </dsp:nvSpPr>
      <dsp:spPr>
        <a:xfrm>
          <a:off x="0" y="2482053"/>
          <a:ext cx="11401199" cy="6678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4860" tIns="333248" rIns="884860"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t>Understand and respond to delivery risks in services</a:t>
          </a:r>
        </a:p>
      </dsp:txBody>
      <dsp:txXfrm>
        <a:off x="0" y="2482053"/>
        <a:ext cx="11401199" cy="667800"/>
      </dsp:txXfrm>
    </dsp:sp>
    <dsp:sp modelId="{64FC74CA-0140-4B5C-B49C-8BC3228A1126}">
      <dsp:nvSpPr>
        <dsp:cNvPr id="0" name=""/>
        <dsp:cNvSpPr/>
      </dsp:nvSpPr>
      <dsp:spPr>
        <a:xfrm>
          <a:off x="570059" y="2245893"/>
          <a:ext cx="7980839" cy="4723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1657" tIns="0" rIns="301657" bIns="0" numCol="1" spcCol="1270" anchor="ctr" anchorCtr="0">
          <a:noAutofit/>
        </a:bodyPr>
        <a:lstStyle/>
        <a:p>
          <a:pPr marL="0" lvl="0" indent="0" algn="l" defTabSz="711200">
            <a:lnSpc>
              <a:spcPct val="90000"/>
            </a:lnSpc>
            <a:spcBef>
              <a:spcPct val="0"/>
            </a:spcBef>
            <a:spcAft>
              <a:spcPct val="35000"/>
            </a:spcAft>
            <a:buNone/>
          </a:pPr>
          <a:r>
            <a:rPr lang="en-GB" sz="1600" kern="1200" dirty="0"/>
            <a:t>Risk Review (Monthly)</a:t>
          </a:r>
        </a:p>
      </dsp:txBody>
      <dsp:txXfrm>
        <a:off x="593116" y="2268950"/>
        <a:ext cx="7934725" cy="426206"/>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7A3F19-18E2-4C53-A8F4-B8F53261D107}">
      <dsp:nvSpPr>
        <dsp:cNvPr id="0" name=""/>
        <dsp:cNvSpPr/>
      </dsp:nvSpPr>
      <dsp:spPr>
        <a:xfrm>
          <a:off x="0" y="282689"/>
          <a:ext cx="11906250" cy="907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333248" rIns="924057"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t>Examine and improve the effectiveness of a service</a:t>
          </a:r>
        </a:p>
        <a:p>
          <a:pPr marL="171450" lvl="1" indent="-171450" algn="l" defTabSz="711200">
            <a:lnSpc>
              <a:spcPct val="90000"/>
            </a:lnSpc>
            <a:spcBef>
              <a:spcPct val="0"/>
            </a:spcBef>
            <a:spcAft>
              <a:spcPct val="15000"/>
            </a:spcAft>
            <a:buChar char="•"/>
          </a:pPr>
          <a:r>
            <a:rPr lang="en-GB" sz="1600" kern="1200" dirty="0"/>
            <a:t>Very similar to a retrospective focused on improving the Kanban system</a:t>
          </a:r>
        </a:p>
      </dsp:txBody>
      <dsp:txXfrm>
        <a:off x="0" y="282689"/>
        <a:ext cx="11906250" cy="907200"/>
      </dsp:txXfrm>
    </dsp:sp>
    <dsp:sp modelId="{4CCCB7DB-F833-4A1D-8EC7-76AE92FD084C}">
      <dsp:nvSpPr>
        <dsp:cNvPr id="0" name=""/>
        <dsp:cNvSpPr/>
      </dsp:nvSpPr>
      <dsp:spPr>
        <a:xfrm>
          <a:off x="595312" y="46529"/>
          <a:ext cx="8334375" cy="4723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711200">
            <a:lnSpc>
              <a:spcPct val="90000"/>
            </a:lnSpc>
            <a:spcBef>
              <a:spcPct val="0"/>
            </a:spcBef>
            <a:spcAft>
              <a:spcPct val="35000"/>
            </a:spcAft>
            <a:buNone/>
          </a:pPr>
          <a:r>
            <a:rPr lang="en-GB" sz="1600" kern="1200"/>
            <a:t>Service Delivery Review (Bi-Weekly)</a:t>
          </a:r>
        </a:p>
      </dsp:txBody>
      <dsp:txXfrm>
        <a:off x="618369" y="69586"/>
        <a:ext cx="8288261" cy="426206"/>
      </dsp:txXfrm>
    </dsp:sp>
    <dsp:sp modelId="{E90F54C5-181D-475D-BC90-519DA22AF701}">
      <dsp:nvSpPr>
        <dsp:cNvPr id="0" name=""/>
        <dsp:cNvSpPr/>
      </dsp:nvSpPr>
      <dsp:spPr>
        <a:xfrm>
          <a:off x="0" y="1512449"/>
          <a:ext cx="11906250" cy="907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333248" rIns="924057"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t>Identify items that the team will work on and determine which items will be picked next</a:t>
          </a:r>
        </a:p>
        <a:p>
          <a:pPr marL="171450" lvl="1" indent="-171450" algn="l" defTabSz="711200">
            <a:lnSpc>
              <a:spcPct val="90000"/>
            </a:lnSpc>
            <a:spcBef>
              <a:spcPct val="0"/>
            </a:spcBef>
            <a:spcAft>
              <a:spcPct val="15000"/>
            </a:spcAft>
            <a:buChar char="•"/>
          </a:pPr>
          <a:r>
            <a:rPr lang="en-GB" sz="1600" kern="1200" dirty="0"/>
            <a:t>This is very similar to a planning meeting for a sprint or iteration</a:t>
          </a:r>
        </a:p>
      </dsp:txBody>
      <dsp:txXfrm>
        <a:off x="0" y="1512449"/>
        <a:ext cx="11906250" cy="907200"/>
      </dsp:txXfrm>
    </dsp:sp>
    <dsp:sp modelId="{064C001F-2A3E-40F0-82ED-A5EC1E404BA9}">
      <dsp:nvSpPr>
        <dsp:cNvPr id="0" name=""/>
        <dsp:cNvSpPr/>
      </dsp:nvSpPr>
      <dsp:spPr>
        <a:xfrm>
          <a:off x="595312" y="1276289"/>
          <a:ext cx="8334375" cy="4723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711200">
            <a:lnSpc>
              <a:spcPct val="90000"/>
            </a:lnSpc>
            <a:spcBef>
              <a:spcPct val="0"/>
            </a:spcBef>
            <a:spcAft>
              <a:spcPct val="35000"/>
            </a:spcAft>
            <a:buNone/>
          </a:pPr>
          <a:r>
            <a:rPr lang="en-GB" sz="1600" kern="1200" dirty="0"/>
            <a:t>Replenishment Meeting (Weekly)</a:t>
          </a:r>
        </a:p>
      </dsp:txBody>
      <dsp:txXfrm>
        <a:off x="618369" y="1299346"/>
        <a:ext cx="8288261" cy="426206"/>
      </dsp:txXfrm>
    </dsp:sp>
    <dsp:sp modelId="{F786383A-09F4-499F-B59E-7A09D9E1A69A}">
      <dsp:nvSpPr>
        <dsp:cNvPr id="0" name=""/>
        <dsp:cNvSpPr/>
      </dsp:nvSpPr>
      <dsp:spPr>
        <a:xfrm>
          <a:off x="0" y="2742210"/>
          <a:ext cx="11906250" cy="907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333248" rIns="924057"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t>A team working on a system co-ordinates their activities for the day</a:t>
          </a:r>
        </a:p>
        <a:p>
          <a:pPr marL="171450" lvl="1" indent="-171450" algn="l" defTabSz="711200">
            <a:lnSpc>
              <a:spcPct val="90000"/>
            </a:lnSpc>
            <a:spcBef>
              <a:spcPct val="0"/>
            </a:spcBef>
            <a:spcAft>
              <a:spcPct val="15000"/>
            </a:spcAft>
            <a:buChar char="•"/>
          </a:pPr>
          <a:r>
            <a:rPr lang="en-GB" sz="1600" kern="1200" dirty="0"/>
            <a:t>Similar to the daily stand-up in Scrum</a:t>
          </a:r>
        </a:p>
      </dsp:txBody>
      <dsp:txXfrm>
        <a:off x="0" y="2742210"/>
        <a:ext cx="11906250" cy="907200"/>
      </dsp:txXfrm>
    </dsp:sp>
    <dsp:sp modelId="{ACF9D07F-CFB1-4BFA-A267-19C58BEA4BC0}">
      <dsp:nvSpPr>
        <dsp:cNvPr id="0" name=""/>
        <dsp:cNvSpPr/>
      </dsp:nvSpPr>
      <dsp:spPr>
        <a:xfrm>
          <a:off x="595312" y="2506050"/>
          <a:ext cx="8334375" cy="4723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711200">
            <a:lnSpc>
              <a:spcPct val="90000"/>
            </a:lnSpc>
            <a:spcBef>
              <a:spcPct val="0"/>
            </a:spcBef>
            <a:spcAft>
              <a:spcPct val="35000"/>
            </a:spcAft>
            <a:buNone/>
          </a:pPr>
          <a:r>
            <a:rPr lang="en-GB" sz="1600" kern="1200" dirty="0"/>
            <a:t>The Kanban Meeting (Daily)</a:t>
          </a:r>
        </a:p>
      </dsp:txBody>
      <dsp:txXfrm>
        <a:off x="618369" y="2529107"/>
        <a:ext cx="8288261" cy="426206"/>
      </dsp:txXfrm>
    </dsp:sp>
    <dsp:sp modelId="{5413CBE8-5B67-4C6A-B44A-720019C453D1}">
      <dsp:nvSpPr>
        <dsp:cNvPr id="0" name=""/>
        <dsp:cNvSpPr/>
      </dsp:nvSpPr>
      <dsp:spPr>
        <a:xfrm>
          <a:off x="0" y="3971970"/>
          <a:ext cx="11906250" cy="6678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333248" rIns="924057"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t>Monitor and plan deliveries to customers</a:t>
          </a:r>
        </a:p>
      </dsp:txBody>
      <dsp:txXfrm>
        <a:off x="0" y="3971970"/>
        <a:ext cx="11906250" cy="667800"/>
      </dsp:txXfrm>
    </dsp:sp>
    <dsp:sp modelId="{83E018C9-0C62-41F0-806F-2976B61F73E5}">
      <dsp:nvSpPr>
        <dsp:cNvPr id="0" name=""/>
        <dsp:cNvSpPr/>
      </dsp:nvSpPr>
      <dsp:spPr>
        <a:xfrm>
          <a:off x="595312" y="3735810"/>
          <a:ext cx="8334375" cy="4723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711200">
            <a:lnSpc>
              <a:spcPct val="90000"/>
            </a:lnSpc>
            <a:spcBef>
              <a:spcPct val="0"/>
            </a:spcBef>
            <a:spcAft>
              <a:spcPct val="35000"/>
            </a:spcAft>
            <a:buNone/>
          </a:pPr>
          <a:r>
            <a:rPr lang="en-GB" sz="1600" kern="1200" dirty="0"/>
            <a:t>Delivery Planning Meeting (Per Delivery Cadence)</a:t>
          </a:r>
        </a:p>
      </dsp:txBody>
      <dsp:txXfrm>
        <a:off x="618369" y="3758867"/>
        <a:ext cx="8288261" cy="426206"/>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5BEB2E-DDE7-443C-8D09-F3DF12BF235D}">
      <dsp:nvSpPr>
        <dsp:cNvPr id="0" name=""/>
        <dsp:cNvSpPr/>
      </dsp:nvSpPr>
      <dsp:spPr>
        <a:xfrm>
          <a:off x="0" y="333863"/>
          <a:ext cx="11401199" cy="7938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4860" tIns="291592" rIns="884860" bIns="99568" numCol="1" spcCol="1270" anchor="t" anchorCtr="0">
          <a:noAutofit/>
        </a:bodyPr>
        <a:lstStyle/>
        <a:p>
          <a:pPr marL="114300" lvl="1" indent="-114300" algn="l" defTabSz="622300">
            <a:lnSpc>
              <a:spcPct val="90000"/>
            </a:lnSpc>
            <a:spcBef>
              <a:spcPct val="0"/>
            </a:spcBef>
            <a:spcAft>
              <a:spcPct val="15000"/>
            </a:spcAft>
            <a:buChar char="•"/>
          </a:pPr>
          <a:r>
            <a:rPr lang="en-GB" sz="1400" kern="1200" dirty="0"/>
            <a:t>A card is a visual representation of the tasks that need to be completed</a:t>
          </a:r>
        </a:p>
        <a:p>
          <a:pPr marL="114300" lvl="1" indent="-114300" algn="l" defTabSz="622300">
            <a:lnSpc>
              <a:spcPct val="90000"/>
            </a:lnSpc>
            <a:spcBef>
              <a:spcPct val="0"/>
            </a:spcBef>
            <a:spcAft>
              <a:spcPct val="15000"/>
            </a:spcAft>
            <a:buChar char="•"/>
          </a:pPr>
          <a:r>
            <a:rPr lang="en-GB" sz="1400" kern="1200" dirty="0"/>
            <a:t>Cards contain details about the task and its status such as description, person it is assigned to, deadline etc.</a:t>
          </a:r>
        </a:p>
      </dsp:txBody>
      <dsp:txXfrm>
        <a:off x="0" y="333863"/>
        <a:ext cx="11401199" cy="793800"/>
      </dsp:txXfrm>
    </dsp:sp>
    <dsp:sp modelId="{A5968B76-275F-4B77-B967-ED3164B7533E}">
      <dsp:nvSpPr>
        <dsp:cNvPr id="0" name=""/>
        <dsp:cNvSpPr/>
      </dsp:nvSpPr>
      <dsp:spPr>
        <a:xfrm>
          <a:off x="570059" y="127223"/>
          <a:ext cx="7980839" cy="41328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1657" tIns="0" rIns="301657" bIns="0" numCol="1" spcCol="1270" anchor="ctr" anchorCtr="0">
          <a:noAutofit/>
        </a:bodyPr>
        <a:lstStyle/>
        <a:p>
          <a:pPr marL="0" lvl="0" indent="0" algn="l" defTabSz="622300">
            <a:lnSpc>
              <a:spcPct val="90000"/>
            </a:lnSpc>
            <a:spcBef>
              <a:spcPct val="0"/>
            </a:spcBef>
            <a:spcAft>
              <a:spcPct val="35000"/>
            </a:spcAft>
            <a:buNone/>
          </a:pPr>
          <a:r>
            <a:rPr lang="en-GB" sz="1400" kern="1200" dirty="0"/>
            <a:t>Card</a:t>
          </a:r>
        </a:p>
      </dsp:txBody>
      <dsp:txXfrm>
        <a:off x="590234" y="147398"/>
        <a:ext cx="7940489" cy="372930"/>
      </dsp:txXfrm>
    </dsp:sp>
    <dsp:sp modelId="{15151FB5-2649-4F2A-9522-F52CB619C577}">
      <dsp:nvSpPr>
        <dsp:cNvPr id="0" name=""/>
        <dsp:cNvSpPr/>
      </dsp:nvSpPr>
      <dsp:spPr>
        <a:xfrm>
          <a:off x="0" y="1409903"/>
          <a:ext cx="11401199" cy="7938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4860" tIns="291592" rIns="884860" bIns="99568" numCol="1" spcCol="1270" anchor="t" anchorCtr="0">
          <a:noAutofit/>
        </a:bodyPr>
        <a:lstStyle/>
        <a:p>
          <a:pPr marL="114300" lvl="1" indent="-114300" algn="l" defTabSz="622300">
            <a:lnSpc>
              <a:spcPct val="90000"/>
            </a:lnSpc>
            <a:spcBef>
              <a:spcPct val="0"/>
            </a:spcBef>
            <a:spcAft>
              <a:spcPct val="15000"/>
            </a:spcAft>
            <a:buChar char="•"/>
          </a:pPr>
          <a:r>
            <a:rPr lang="en-GB" sz="1400" kern="1200" dirty="0"/>
            <a:t>Every column represents a different stage of your work flow</a:t>
          </a:r>
        </a:p>
        <a:p>
          <a:pPr marL="114300" lvl="1" indent="-114300" algn="l" defTabSz="622300">
            <a:lnSpc>
              <a:spcPct val="90000"/>
            </a:lnSpc>
            <a:spcBef>
              <a:spcPct val="0"/>
            </a:spcBef>
            <a:spcAft>
              <a:spcPct val="15000"/>
            </a:spcAft>
            <a:buChar char="•"/>
          </a:pPr>
          <a:r>
            <a:rPr lang="en-GB" sz="1400" kern="1200" dirty="0"/>
            <a:t>The cards move through the stages until they are fully completed</a:t>
          </a:r>
        </a:p>
      </dsp:txBody>
      <dsp:txXfrm>
        <a:off x="0" y="1409903"/>
        <a:ext cx="11401199" cy="793800"/>
      </dsp:txXfrm>
    </dsp:sp>
    <dsp:sp modelId="{0B1511F5-EFC0-4E41-B92B-8BB032B80B5D}">
      <dsp:nvSpPr>
        <dsp:cNvPr id="0" name=""/>
        <dsp:cNvSpPr/>
      </dsp:nvSpPr>
      <dsp:spPr>
        <a:xfrm>
          <a:off x="570059" y="1203263"/>
          <a:ext cx="7980839" cy="41328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1657" tIns="0" rIns="301657" bIns="0" numCol="1" spcCol="1270" anchor="ctr" anchorCtr="0">
          <a:noAutofit/>
        </a:bodyPr>
        <a:lstStyle/>
        <a:p>
          <a:pPr marL="0" lvl="0" indent="0" algn="l" defTabSz="622300">
            <a:lnSpc>
              <a:spcPct val="90000"/>
            </a:lnSpc>
            <a:spcBef>
              <a:spcPct val="0"/>
            </a:spcBef>
            <a:spcAft>
              <a:spcPct val="35000"/>
            </a:spcAft>
            <a:buNone/>
          </a:pPr>
          <a:r>
            <a:rPr lang="en-GB" sz="1400" kern="1200" dirty="0"/>
            <a:t>Column</a:t>
          </a:r>
        </a:p>
      </dsp:txBody>
      <dsp:txXfrm>
        <a:off x="590234" y="1223438"/>
        <a:ext cx="7940489" cy="372930"/>
      </dsp:txXfrm>
    </dsp:sp>
    <dsp:sp modelId="{1FEBF08C-FC11-4231-A547-60C0732BF570}">
      <dsp:nvSpPr>
        <dsp:cNvPr id="0" name=""/>
        <dsp:cNvSpPr/>
      </dsp:nvSpPr>
      <dsp:spPr>
        <a:xfrm>
          <a:off x="0" y="2485944"/>
          <a:ext cx="11401199" cy="77175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4860" tIns="291592" rIns="884860" bIns="99568" numCol="1" spcCol="1270" anchor="t" anchorCtr="0">
          <a:noAutofit/>
        </a:bodyPr>
        <a:lstStyle/>
        <a:p>
          <a:pPr marL="114300" lvl="1" indent="-114300" algn="l" defTabSz="622300">
            <a:lnSpc>
              <a:spcPct val="90000"/>
            </a:lnSpc>
            <a:spcBef>
              <a:spcPct val="0"/>
            </a:spcBef>
            <a:spcAft>
              <a:spcPct val="15000"/>
            </a:spcAft>
            <a:buChar char="•"/>
          </a:pPr>
          <a:r>
            <a:rPr lang="en-GB" sz="1400" kern="1200" dirty="0"/>
            <a:t>Horizontal lanes used to separate the tasks in some fashion be that different activities, classes of service, teams, priority etc.</a:t>
          </a:r>
        </a:p>
      </dsp:txBody>
      <dsp:txXfrm>
        <a:off x="0" y="2485944"/>
        <a:ext cx="11401199" cy="771750"/>
      </dsp:txXfrm>
    </dsp:sp>
    <dsp:sp modelId="{FD9C04D0-9EF4-4E56-B7F3-2CD1DEAD242A}">
      <dsp:nvSpPr>
        <dsp:cNvPr id="0" name=""/>
        <dsp:cNvSpPr/>
      </dsp:nvSpPr>
      <dsp:spPr>
        <a:xfrm>
          <a:off x="570059" y="2279304"/>
          <a:ext cx="7980839" cy="41328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1657" tIns="0" rIns="301657" bIns="0" numCol="1" spcCol="1270" anchor="ctr" anchorCtr="0">
          <a:noAutofit/>
        </a:bodyPr>
        <a:lstStyle/>
        <a:p>
          <a:pPr marL="0" lvl="0" indent="0" algn="l" defTabSz="622300">
            <a:lnSpc>
              <a:spcPct val="90000"/>
            </a:lnSpc>
            <a:spcBef>
              <a:spcPct val="0"/>
            </a:spcBef>
            <a:spcAft>
              <a:spcPct val="35000"/>
            </a:spcAft>
            <a:buNone/>
          </a:pPr>
          <a:r>
            <a:rPr lang="en-GB" sz="1400" kern="1200" dirty="0" err="1"/>
            <a:t>Swimlanes</a:t>
          </a:r>
          <a:endParaRPr lang="en-GB" sz="1400" kern="1200" dirty="0"/>
        </a:p>
      </dsp:txBody>
      <dsp:txXfrm>
        <a:off x="590234" y="2299479"/>
        <a:ext cx="7940489" cy="372930"/>
      </dsp:txXfrm>
    </dsp:sp>
    <dsp:sp modelId="{D983E85F-1B31-429C-88C5-92B0534C089E}">
      <dsp:nvSpPr>
        <dsp:cNvPr id="0" name=""/>
        <dsp:cNvSpPr/>
      </dsp:nvSpPr>
      <dsp:spPr>
        <a:xfrm>
          <a:off x="0" y="3539934"/>
          <a:ext cx="11401199" cy="584325"/>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4860" tIns="291592" rIns="884860" bIns="99568" numCol="1" spcCol="1270" anchor="t" anchorCtr="0">
          <a:noAutofit/>
        </a:bodyPr>
        <a:lstStyle/>
        <a:p>
          <a:pPr marL="114300" lvl="1" indent="-114300" algn="l" defTabSz="622300">
            <a:lnSpc>
              <a:spcPct val="90000"/>
            </a:lnSpc>
            <a:spcBef>
              <a:spcPct val="0"/>
            </a:spcBef>
            <a:spcAft>
              <a:spcPct val="15000"/>
            </a:spcAft>
            <a:buChar char="•"/>
          </a:pPr>
          <a:r>
            <a:rPr lang="en-GB" sz="1400" kern="1200" dirty="0"/>
            <a:t>The maximum number of elements allowed in a column on the Kanban board</a:t>
          </a:r>
        </a:p>
      </dsp:txBody>
      <dsp:txXfrm>
        <a:off x="0" y="3539934"/>
        <a:ext cx="11401199" cy="584325"/>
      </dsp:txXfrm>
    </dsp:sp>
    <dsp:sp modelId="{1FC700A8-4597-462B-9E27-E79EF78F9082}">
      <dsp:nvSpPr>
        <dsp:cNvPr id="0" name=""/>
        <dsp:cNvSpPr/>
      </dsp:nvSpPr>
      <dsp:spPr>
        <a:xfrm>
          <a:off x="570059" y="3333294"/>
          <a:ext cx="7980839" cy="41328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1657" tIns="0" rIns="301657" bIns="0" numCol="1" spcCol="1270" anchor="ctr" anchorCtr="0">
          <a:noAutofit/>
        </a:bodyPr>
        <a:lstStyle/>
        <a:p>
          <a:pPr marL="0" lvl="0" indent="0" algn="l" defTabSz="622300">
            <a:lnSpc>
              <a:spcPct val="90000"/>
            </a:lnSpc>
            <a:spcBef>
              <a:spcPct val="0"/>
            </a:spcBef>
            <a:spcAft>
              <a:spcPct val="35000"/>
            </a:spcAft>
            <a:buNone/>
          </a:pPr>
          <a:r>
            <a:rPr lang="en-GB" sz="1400" kern="1200"/>
            <a:t>WiP Limits</a:t>
          </a:r>
          <a:endParaRPr lang="en-GB" sz="1400" kern="1200" dirty="0"/>
        </a:p>
      </dsp:txBody>
      <dsp:txXfrm>
        <a:off x="590234" y="3353469"/>
        <a:ext cx="7940489" cy="372930"/>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DCE637-0257-4709-B2C2-6DD6F8FB786B}">
      <dsp:nvSpPr>
        <dsp:cNvPr id="0" name=""/>
        <dsp:cNvSpPr/>
      </dsp:nvSpPr>
      <dsp:spPr>
        <a:xfrm>
          <a:off x="0" y="250161"/>
          <a:ext cx="11906250" cy="584325"/>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291592" rIns="924057" bIns="99568" numCol="1" spcCol="1270" anchor="t" anchorCtr="0">
          <a:noAutofit/>
        </a:bodyPr>
        <a:lstStyle/>
        <a:p>
          <a:pPr marL="114300" lvl="1" indent="-114300" algn="l" defTabSz="622300">
            <a:lnSpc>
              <a:spcPct val="90000"/>
            </a:lnSpc>
            <a:spcBef>
              <a:spcPct val="0"/>
            </a:spcBef>
            <a:spcAft>
              <a:spcPct val="15000"/>
            </a:spcAft>
            <a:buChar char="•"/>
          </a:pPr>
          <a:r>
            <a:rPr lang="en-GB" sz="1400" kern="1200" dirty="0"/>
            <a:t>The commitment point marks the column where tasks wait to be pulled into the flow</a:t>
          </a:r>
        </a:p>
      </dsp:txBody>
      <dsp:txXfrm>
        <a:off x="0" y="250161"/>
        <a:ext cx="11906250" cy="584325"/>
      </dsp:txXfrm>
    </dsp:sp>
    <dsp:sp modelId="{184AF931-6637-47F7-85B3-7A596747504C}">
      <dsp:nvSpPr>
        <dsp:cNvPr id="0" name=""/>
        <dsp:cNvSpPr/>
      </dsp:nvSpPr>
      <dsp:spPr>
        <a:xfrm>
          <a:off x="595312" y="43521"/>
          <a:ext cx="8334375" cy="41328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622300">
            <a:lnSpc>
              <a:spcPct val="90000"/>
            </a:lnSpc>
            <a:spcBef>
              <a:spcPct val="0"/>
            </a:spcBef>
            <a:spcAft>
              <a:spcPct val="35000"/>
            </a:spcAft>
            <a:buNone/>
          </a:pPr>
          <a:r>
            <a:rPr lang="en-GB" sz="1400" kern="1200" dirty="0"/>
            <a:t>Commitment Point</a:t>
          </a:r>
        </a:p>
      </dsp:txBody>
      <dsp:txXfrm>
        <a:off x="615487" y="63696"/>
        <a:ext cx="8294025" cy="372930"/>
      </dsp:txXfrm>
    </dsp:sp>
    <dsp:sp modelId="{17AE9D36-802C-40D6-9E49-04063A4B7C65}">
      <dsp:nvSpPr>
        <dsp:cNvPr id="0" name=""/>
        <dsp:cNvSpPr/>
      </dsp:nvSpPr>
      <dsp:spPr>
        <a:xfrm>
          <a:off x="0" y="1116726"/>
          <a:ext cx="11906250" cy="584325"/>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291592" rIns="924057" bIns="99568" numCol="1" spcCol="1270" anchor="t" anchorCtr="0">
          <a:noAutofit/>
        </a:bodyPr>
        <a:lstStyle/>
        <a:p>
          <a:pPr marL="114300" lvl="1" indent="-114300" algn="l" defTabSz="622300">
            <a:lnSpc>
              <a:spcPct val="90000"/>
            </a:lnSpc>
            <a:spcBef>
              <a:spcPct val="0"/>
            </a:spcBef>
            <a:spcAft>
              <a:spcPct val="15000"/>
            </a:spcAft>
            <a:buChar char="•"/>
          </a:pPr>
          <a:r>
            <a:rPr lang="en-GB" sz="1400" kern="1200" dirty="0"/>
            <a:t>The column where tasks that are completed are considered finished</a:t>
          </a:r>
        </a:p>
      </dsp:txBody>
      <dsp:txXfrm>
        <a:off x="0" y="1116726"/>
        <a:ext cx="11906250" cy="584325"/>
      </dsp:txXfrm>
    </dsp:sp>
    <dsp:sp modelId="{EC5600D6-5FB5-495F-B948-88F2DEAFFBC6}">
      <dsp:nvSpPr>
        <dsp:cNvPr id="0" name=""/>
        <dsp:cNvSpPr/>
      </dsp:nvSpPr>
      <dsp:spPr>
        <a:xfrm>
          <a:off x="595312" y="910086"/>
          <a:ext cx="8334375" cy="41328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622300">
            <a:lnSpc>
              <a:spcPct val="90000"/>
            </a:lnSpc>
            <a:spcBef>
              <a:spcPct val="0"/>
            </a:spcBef>
            <a:spcAft>
              <a:spcPct val="35000"/>
            </a:spcAft>
            <a:buNone/>
          </a:pPr>
          <a:r>
            <a:rPr lang="en-GB" sz="1400" kern="1200" dirty="0"/>
            <a:t>Delivery Point</a:t>
          </a:r>
        </a:p>
      </dsp:txBody>
      <dsp:txXfrm>
        <a:off x="615487" y="930261"/>
        <a:ext cx="8294025" cy="372930"/>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DE52BC-00E3-437D-B5A3-2FD9A2AD31A5}">
      <dsp:nvSpPr>
        <dsp:cNvPr id="0" name=""/>
        <dsp:cNvSpPr/>
      </dsp:nvSpPr>
      <dsp:spPr>
        <a:xfrm>
          <a:off x="0" y="311669"/>
          <a:ext cx="11906250" cy="15876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333248" rIns="924057"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t>Create a visual model of your work so you can observe the flow as it moves through the system</a:t>
          </a:r>
        </a:p>
        <a:p>
          <a:pPr marL="171450" lvl="1" indent="-171450" algn="l" defTabSz="711200">
            <a:lnSpc>
              <a:spcPct val="90000"/>
            </a:lnSpc>
            <a:spcBef>
              <a:spcPct val="0"/>
            </a:spcBef>
            <a:spcAft>
              <a:spcPct val="15000"/>
            </a:spcAft>
            <a:buChar char="•"/>
          </a:pPr>
          <a:r>
            <a:rPr lang="en-GB" sz="1600" kern="1200" dirty="0"/>
            <a:t>By making it visible you can see blockers, bottlenecks and queues leading to increased communication and collaboration</a:t>
          </a:r>
        </a:p>
        <a:p>
          <a:pPr marL="171450" lvl="1" indent="-171450" algn="l" defTabSz="711200">
            <a:lnSpc>
              <a:spcPct val="90000"/>
            </a:lnSpc>
            <a:spcBef>
              <a:spcPct val="0"/>
            </a:spcBef>
            <a:spcAft>
              <a:spcPct val="15000"/>
            </a:spcAft>
            <a:buChar char="•"/>
          </a:pPr>
          <a:r>
            <a:rPr lang="en-GB" sz="1600" kern="1200" dirty="0"/>
            <a:t>It is clear how fast things are moving through the system and where additional effort may be needed to boost flow</a:t>
          </a:r>
        </a:p>
      </dsp:txBody>
      <dsp:txXfrm>
        <a:off x="0" y="311669"/>
        <a:ext cx="11906250" cy="1587600"/>
      </dsp:txXfrm>
    </dsp:sp>
    <dsp:sp modelId="{97FCC6BB-748C-4431-9C77-00765687193A}">
      <dsp:nvSpPr>
        <dsp:cNvPr id="0" name=""/>
        <dsp:cNvSpPr/>
      </dsp:nvSpPr>
      <dsp:spPr>
        <a:xfrm>
          <a:off x="595312" y="75509"/>
          <a:ext cx="8334375" cy="4723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711200">
            <a:lnSpc>
              <a:spcPct val="90000"/>
            </a:lnSpc>
            <a:spcBef>
              <a:spcPct val="0"/>
            </a:spcBef>
            <a:spcAft>
              <a:spcPct val="35000"/>
            </a:spcAft>
            <a:buNone/>
          </a:pPr>
          <a:r>
            <a:rPr lang="en-GB" sz="1600" kern="1200" dirty="0"/>
            <a:t>Visualise Work</a:t>
          </a:r>
        </a:p>
      </dsp:txBody>
      <dsp:txXfrm>
        <a:off x="618369" y="98566"/>
        <a:ext cx="8288261" cy="426206"/>
      </dsp:txXfrm>
    </dsp:sp>
    <dsp:sp modelId="{5EF65D75-2724-4591-88C2-AE12B01525AD}">
      <dsp:nvSpPr>
        <dsp:cNvPr id="0" name=""/>
        <dsp:cNvSpPr/>
      </dsp:nvSpPr>
      <dsp:spPr>
        <a:xfrm>
          <a:off x="0" y="2221830"/>
          <a:ext cx="11906250" cy="1159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333248" rIns="924057"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t>By limiting the amount of unfinished work in the system the flow speed is increased</a:t>
          </a:r>
        </a:p>
        <a:p>
          <a:pPr marL="171450" lvl="1" indent="-171450" algn="l" defTabSz="711200">
            <a:lnSpc>
              <a:spcPct val="90000"/>
            </a:lnSpc>
            <a:spcBef>
              <a:spcPct val="0"/>
            </a:spcBef>
            <a:spcAft>
              <a:spcPct val="15000"/>
            </a:spcAft>
            <a:buChar char="•"/>
          </a:pPr>
          <a:r>
            <a:rPr lang="en-GB" sz="1600" kern="1200" dirty="0"/>
            <a:t>Avoid issues related to task switching and the need to reprioritise tasks</a:t>
          </a:r>
        </a:p>
        <a:p>
          <a:pPr marL="171450" lvl="1" indent="-171450" algn="l" defTabSz="711200">
            <a:lnSpc>
              <a:spcPct val="90000"/>
            </a:lnSpc>
            <a:spcBef>
              <a:spcPct val="0"/>
            </a:spcBef>
            <a:spcAft>
              <a:spcPct val="15000"/>
            </a:spcAft>
            <a:buChar char="•"/>
          </a:pPr>
          <a:r>
            <a:rPr lang="en-GB" sz="1600" kern="1200" dirty="0" err="1"/>
            <a:t>WiP</a:t>
          </a:r>
          <a:r>
            <a:rPr lang="en-GB" sz="1600" kern="1200" dirty="0"/>
            <a:t> limits enable teams to work faster in a healthier, more sustainable environment</a:t>
          </a:r>
        </a:p>
      </dsp:txBody>
      <dsp:txXfrm>
        <a:off x="0" y="2221830"/>
        <a:ext cx="11906250" cy="1159200"/>
      </dsp:txXfrm>
    </dsp:sp>
    <dsp:sp modelId="{700B5686-4031-448A-A28A-5BEF94B0095C}">
      <dsp:nvSpPr>
        <dsp:cNvPr id="0" name=""/>
        <dsp:cNvSpPr/>
      </dsp:nvSpPr>
      <dsp:spPr>
        <a:xfrm>
          <a:off x="595312" y="1985670"/>
          <a:ext cx="8334375" cy="4723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711200">
            <a:lnSpc>
              <a:spcPct val="90000"/>
            </a:lnSpc>
            <a:spcBef>
              <a:spcPct val="0"/>
            </a:spcBef>
            <a:spcAft>
              <a:spcPct val="35000"/>
            </a:spcAft>
            <a:buNone/>
          </a:pPr>
          <a:r>
            <a:rPr lang="en-GB" sz="1600" kern="1200" dirty="0"/>
            <a:t>Limit Work-in-Progress</a:t>
          </a:r>
        </a:p>
      </dsp:txBody>
      <dsp:txXfrm>
        <a:off x="618369" y="2008727"/>
        <a:ext cx="8288261" cy="426206"/>
      </dsp:txXfrm>
    </dsp:sp>
    <dsp:sp modelId="{FB979332-7899-43C0-ACF0-078262455576}">
      <dsp:nvSpPr>
        <dsp:cNvPr id="0" name=""/>
        <dsp:cNvSpPr/>
      </dsp:nvSpPr>
      <dsp:spPr>
        <a:xfrm>
          <a:off x="0" y="3703590"/>
          <a:ext cx="11906250" cy="907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333248" rIns="924057"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t>Manage the work not the people</a:t>
          </a:r>
        </a:p>
        <a:p>
          <a:pPr marL="171450" lvl="1" indent="-171450" algn="l" defTabSz="711200">
            <a:lnSpc>
              <a:spcPct val="90000"/>
            </a:lnSpc>
            <a:spcBef>
              <a:spcPct val="0"/>
            </a:spcBef>
            <a:spcAft>
              <a:spcPct val="15000"/>
            </a:spcAft>
            <a:buChar char="•"/>
          </a:pPr>
          <a:r>
            <a:rPr lang="en-GB" sz="1600" kern="1200" dirty="0"/>
            <a:t>Focus on the work-processes and work on understanding how to get the work through those processes faster</a:t>
          </a:r>
        </a:p>
      </dsp:txBody>
      <dsp:txXfrm>
        <a:off x="0" y="3703590"/>
        <a:ext cx="11906250" cy="907200"/>
      </dsp:txXfrm>
    </dsp:sp>
    <dsp:sp modelId="{1801CD1B-7C9E-49F6-B439-8E2E53E307FC}">
      <dsp:nvSpPr>
        <dsp:cNvPr id="0" name=""/>
        <dsp:cNvSpPr/>
      </dsp:nvSpPr>
      <dsp:spPr>
        <a:xfrm>
          <a:off x="595312" y="3467430"/>
          <a:ext cx="8334375" cy="4723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711200">
            <a:lnSpc>
              <a:spcPct val="90000"/>
            </a:lnSpc>
            <a:spcBef>
              <a:spcPct val="0"/>
            </a:spcBef>
            <a:spcAft>
              <a:spcPct val="35000"/>
            </a:spcAft>
            <a:buNone/>
          </a:pPr>
          <a:r>
            <a:rPr lang="en-GB" sz="1600" kern="1200" dirty="0"/>
            <a:t>Manage Flow</a:t>
          </a:r>
        </a:p>
      </dsp:txBody>
      <dsp:txXfrm>
        <a:off x="618369" y="3490487"/>
        <a:ext cx="8288261" cy="426206"/>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53F95B-C653-41D5-BD20-4428281A07FF}">
      <dsp:nvSpPr>
        <dsp:cNvPr id="0" name=""/>
        <dsp:cNvSpPr/>
      </dsp:nvSpPr>
      <dsp:spPr>
        <a:xfrm>
          <a:off x="0" y="345104"/>
          <a:ext cx="11906250" cy="12348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291592" rIns="924057" bIns="99568" numCol="1" spcCol="1270" anchor="t" anchorCtr="0">
          <a:noAutofit/>
        </a:bodyPr>
        <a:lstStyle/>
        <a:p>
          <a:pPr marL="114300" lvl="1" indent="-114300" algn="l" defTabSz="622300">
            <a:lnSpc>
              <a:spcPct val="90000"/>
            </a:lnSpc>
            <a:spcBef>
              <a:spcPct val="0"/>
            </a:spcBef>
            <a:spcAft>
              <a:spcPct val="15000"/>
            </a:spcAft>
            <a:buChar char="•"/>
          </a:pPr>
          <a:r>
            <a:rPr lang="en-GB" sz="1400" kern="1200" dirty="0"/>
            <a:t>If you don’t understand your process you can’t improve it</a:t>
          </a:r>
        </a:p>
        <a:p>
          <a:pPr marL="114300" lvl="1" indent="-114300" algn="l" defTabSz="622300">
            <a:lnSpc>
              <a:spcPct val="90000"/>
            </a:lnSpc>
            <a:spcBef>
              <a:spcPct val="0"/>
            </a:spcBef>
            <a:spcAft>
              <a:spcPct val="15000"/>
            </a:spcAft>
            <a:buChar char="•"/>
          </a:pPr>
          <a:r>
            <a:rPr lang="en-GB" sz="1400" kern="1200" dirty="0"/>
            <a:t>Processes should be clearly defined, published and communicated</a:t>
          </a:r>
        </a:p>
        <a:p>
          <a:pPr marL="114300" lvl="1" indent="-114300" algn="l" defTabSz="622300">
            <a:lnSpc>
              <a:spcPct val="90000"/>
            </a:lnSpc>
            <a:spcBef>
              <a:spcPct val="0"/>
            </a:spcBef>
            <a:spcAft>
              <a:spcPct val="15000"/>
            </a:spcAft>
            <a:buChar char="•"/>
          </a:pPr>
          <a:r>
            <a:rPr lang="en-GB" sz="1400" kern="1200" dirty="0"/>
            <a:t>People need to believe that the process is useful</a:t>
          </a:r>
        </a:p>
        <a:p>
          <a:pPr marL="114300" lvl="1" indent="-114300" algn="l" defTabSz="622300">
            <a:lnSpc>
              <a:spcPct val="90000"/>
            </a:lnSpc>
            <a:spcBef>
              <a:spcPct val="0"/>
            </a:spcBef>
            <a:spcAft>
              <a:spcPct val="15000"/>
            </a:spcAft>
            <a:buChar char="•"/>
          </a:pPr>
          <a:r>
            <a:rPr lang="en-GB" sz="1400" kern="1200" dirty="0"/>
            <a:t>When everyone is familiar with the goal they can work towards it and make decisions that have a positive impact</a:t>
          </a:r>
        </a:p>
      </dsp:txBody>
      <dsp:txXfrm>
        <a:off x="0" y="345104"/>
        <a:ext cx="11906250" cy="1234800"/>
      </dsp:txXfrm>
    </dsp:sp>
    <dsp:sp modelId="{64E17FDB-ABBC-49C2-A687-2413CE07B774}">
      <dsp:nvSpPr>
        <dsp:cNvPr id="0" name=""/>
        <dsp:cNvSpPr/>
      </dsp:nvSpPr>
      <dsp:spPr>
        <a:xfrm>
          <a:off x="595312" y="138464"/>
          <a:ext cx="8334375" cy="41328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622300">
            <a:lnSpc>
              <a:spcPct val="90000"/>
            </a:lnSpc>
            <a:spcBef>
              <a:spcPct val="0"/>
            </a:spcBef>
            <a:spcAft>
              <a:spcPct val="35000"/>
            </a:spcAft>
            <a:buNone/>
          </a:pPr>
          <a:r>
            <a:rPr lang="en-GB" sz="1400" kern="1200" dirty="0"/>
            <a:t>Make Process Policies Explicit</a:t>
          </a:r>
        </a:p>
      </dsp:txBody>
      <dsp:txXfrm>
        <a:off x="615487" y="158639"/>
        <a:ext cx="8294025" cy="372930"/>
      </dsp:txXfrm>
    </dsp:sp>
    <dsp:sp modelId="{541CD460-60F5-4CBC-BBAF-08082588092F}">
      <dsp:nvSpPr>
        <dsp:cNvPr id="0" name=""/>
        <dsp:cNvSpPr/>
      </dsp:nvSpPr>
      <dsp:spPr>
        <a:xfrm>
          <a:off x="0" y="1862145"/>
          <a:ext cx="11906250" cy="10143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291592" rIns="924057" bIns="99568" numCol="1" spcCol="1270" anchor="t" anchorCtr="0">
          <a:noAutofit/>
        </a:bodyPr>
        <a:lstStyle/>
        <a:p>
          <a:pPr marL="114300" lvl="1" indent="-114300" algn="l" defTabSz="622300">
            <a:lnSpc>
              <a:spcPct val="90000"/>
            </a:lnSpc>
            <a:spcBef>
              <a:spcPct val="0"/>
            </a:spcBef>
            <a:spcAft>
              <a:spcPct val="15000"/>
            </a:spcAft>
            <a:buChar char="•"/>
          </a:pPr>
          <a:r>
            <a:rPr lang="en-GB" sz="1400" kern="1200" dirty="0"/>
            <a:t>Feedback loops are an integral part of any good system</a:t>
          </a:r>
        </a:p>
        <a:p>
          <a:pPr marL="114300" lvl="1" indent="-114300" algn="l" defTabSz="622300">
            <a:lnSpc>
              <a:spcPct val="90000"/>
            </a:lnSpc>
            <a:spcBef>
              <a:spcPct val="0"/>
            </a:spcBef>
            <a:spcAft>
              <a:spcPct val="15000"/>
            </a:spcAft>
            <a:buChar char="•"/>
          </a:pPr>
          <a:r>
            <a:rPr lang="en-GB" sz="1400" kern="1200" dirty="0"/>
            <a:t>By getting feedback quickly you can identify if you are working towards the right thing or are on the wrong track</a:t>
          </a:r>
        </a:p>
        <a:p>
          <a:pPr marL="114300" lvl="1" indent="-114300" algn="l" defTabSz="622300">
            <a:lnSpc>
              <a:spcPct val="90000"/>
            </a:lnSpc>
            <a:spcBef>
              <a:spcPct val="0"/>
            </a:spcBef>
            <a:spcAft>
              <a:spcPct val="15000"/>
            </a:spcAft>
            <a:buChar char="•"/>
          </a:pPr>
          <a:r>
            <a:rPr lang="en-GB" sz="1400" kern="1200" dirty="0"/>
            <a:t>Feedback loops should be at a team-level and a service-level</a:t>
          </a:r>
        </a:p>
      </dsp:txBody>
      <dsp:txXfrm>
        <a:off x="0" y="1862145"/>
        <a:ext cx="11906250" cy="1014300"/>
      </dsp:txXfrm>
    </dsp:sp>
    <dsp:sp modelId="{38ABCF85-F4F5-42A1-90B8-79E704C931BB}">
      <dsp:nvSpPr>
        <dsp:cNvPr id="0" name=""/>
        <dsp:cNvSpPr/>
      </dsp:nvSpPr>
      <dsp:spPr>
        <a:xfrm>
          <a:off x="595312" y="1655505"/>
          <a:ext cx="8334375" cy="41328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622300">
            <a:lnSpc>
              <a:spcPct val="90000"/>
            </a:lnSpc>
            <a:spcBef>
              <a:spcPct val="0"/>
            </a:spcBef>
            <a:spcAft>
              <a:spcPct val="35000"/>
            </a:spcAft>
            <a:buNone/>
          </a:pPr>
          <a:r>
            <a:rPr lang="en-GB" sz="1400" kern="1200" dirty="0"/>
            <a:t>Implement Feedback Loops</a:t>
          </a:r>
        </a:p>
      </dsp:txBody>
      <dsp:txXfrm>
        <a:off x="615487" y="1675680"/>
        <a:ext cx="8294025" cy="372930"/>
      </dsp:txXfrm>
    </dsp:sp>
    <dsp:sp modelId="{6025D13C-86F8-4268-B88D-68D91B314CB4}">
      <dsp:nvSpPr>
        <dsp:cNvPr id="0" name=""/>
        <dsp:cNvSpPr/>
      </dsp:nvSpPr>
      <dsp:spPr>
        <a:xfrm>
          <a:off x="0" y="3158685"/>
          <a:ext cx="11906250" cy="138915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057" tIns="291592" rIns="924057" bIns="99568" numCol="1" spcCol="1270" anchor="t" anchorCtr="0">
          <a:noAutofit/>
        </a:bodyPr>
        <a:lstStyle/>
        <a:p>
          <a:pPr marL="114300" lvl="1" indent="-114300" algn="l" defTabSz="622300">
            <a:lnSpc>
              <a:spcPct val="90000"/>
            </a:lnSpc>
            <a:spcBef>
              <a:spcPct val="0"/>
            </a:spcBef>
            <a:spcAft>
              <a:spcPct val="15000"/>
            </a:spcAft>
            <a:buChar char="•"/>
          </a:pPr>
          <a:r>
            <a:rPr lang="en-GB" sz="1400" kern="1200" dirty="0"/>
            <a:t>As the method is an evolutionary improvement process you can adopt small changes and improve gradually at a pace that can be handled by your team</a:t>
          </a:r>
        </a:p>
        <a:p>
          <a:pPr marL="114300" lvl="1" indent="-114300" algn="l" defTabSz="622300">
            <a:lnSpc>
              <a:spcPct val="90000"/>
            </a:lnSpc>
            <a:spcBef>
              <a:spcPct val="0"/>
            </a:spcBef>
            <a:spcAft>
              <a:spcPct val="15000"/>
            </a:spcAft>
            <a:buChar char="•"/>
          </a:pPr>
          <a:r>
            <a:rPr lang="en-GB" sz="1400" kern="1200" dirty="0"/>
            <a:t>It encourages the use of a scientific method of improvement by forming hypotheses and testing them then making changes as necessary depending on the outcome of the test</a:t>
          </a:r>
        </a:p>
        <a:p>
          <a:pPr marL="114300" lvl="1" indent="-114300" algn="l" defTabSz="622300">
            <a:lnSpc>
              <a:spcPct val="90000"/>
            </a:lnSpc>
            <a:spcBef>
              <a:spcPct val="0"/>
            </a:spcBef>
            <a:spcAft>
              <a:spcPct val="15000"/>
            </a:spcAft>
            <a:buChar char="•"/>
          </a:pPr>
          <a:r>
            <a:rPr lang="en-GB" sz="1400" kern="1200" dirty="0"/>
            <a:t>Help the team develop a mindset based on improvement through evolutionary change</a:t>
          </a:r>
        </a:p>
      </dsp:txBody>
      <dsp:txXfrm>
        <a:off x="0" y="3158685"/>
        <a:ext cx="11906250" cy="1389150"/>
      </dsp:txXfrm>
    </dsp:sp>
    <dsp:sp modelId="{0A3FBAA7-0C60-47E0-B877-68EA1D7CDEDD}">
      <dsp:nvSpPr>
        <dsp:cNvPr id="0" name=""/>
        <dsp:cNvSpPr/>
      </dsp:nvSpPr>
      <dsp:spPr>
        <a:xfrm>
          <a:off x="595312" y="2952045"/>
          <a:ext cx="8334375" cy="41328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5020" tIns="0" rIns="315020" bIns="0" numCol="1" spcCol="1270" anchor="ctr" anchorCtr="0">
          <a:noAutofit/>
        </a:bodyPr>
        <a:lstStyle/>
        <a:p>
          <a:pPr marL="0" lvl="0" indent="0" algn="l" defTabSz="622300">
            <a:lnSpc>
              <a:spcPct val="90000"/>
            </a:lnSpc>
            <a:spcBef>
              <a:spcPct val="0"/>
            </a:spcBef>
            <a:spcAft>
              <a:spcPct val="35000"/>
            </a:spcAft>
            <a:buNone/>
          </a:pPr>
          <a:r>
            <a:rPr lang="en-GB" sz="1400" kern="1200" dirty="0"/>
            <a:t>Improve Collaboratively, Evolve Experimentally</a:t>
          </a:r>
        </a:p>
      </dsp:txBody>
      <dsp:txXfrm>
        <a:off x="615487" y="2972220"/>
        <a:ext cx="8294025" cy="372930"/>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702F9D-D6DE-4BAD-84E4-B0A24950545C}">
      <dsp:nvSpPr>
        <dsp:cNvPr id="0" name=""/>
        <dsp:cNvSpPr/>
      </dsp:nvSpPr>
      <dsp:spPr>
        <a:xfrm>
          <a:off x="0" y="312328"/>
          <a:ext cx="9801225" cy="459112"/>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229108" rIns="760684" bIns="78232" numCol="1" spcCol="1270" anchor="t" anchorCtr="0">
          <a:noAutofit/>
        </a:bodyPr>
        <a:lstStyle/>
        <a:p>
          <a:pPr marL="57150" lvl="1" indent="-57150" algn="l" defTabSz="488950">
            <a:lnSpc>
              <a:spcPct val="90000"/>
            </a:lnSpc>
            <a:spcBef>
              <a:spcPct val="0"/>
            </a:spcBef>
            <a:spcAft>
              <a:spcPct val="15000"/>
            </a:spcAft>
            <a:buChar char="•"/>
          </a:pPr>
          <a:r>
            <a:rPr lang="en-GB" sz="1100" kern="1200"/>
            <a:t>Identify some of the different types of methodologies within Software Development</a:t>
          </a:r>
          <a:endParaRPr lang="en-GB" sz="1100" kern="1200" dirty="0"/>
        </a:p>
      </dsp:txBody>
      <dsp:txXfrm>
        <a:off x="0" y="312328"/>
        <a:ext cx="9801225" cy="459112"/>
      </dsp:txXfrm>
    </dsp:sp>
    <dsp:sp modelId="{65A44C23-CAC5-4E39-A309-13AFBD9A74F7}">
      <dsp:nvSpPr>
        <dsp:cNvPr id="0" name=""/>
        <dsp:cNvSpPr/>
      </dsp:nvSpPr>
      <dsp:spPr>
        <a:xfrm>
          <a:off x="490061" y="149968"/>
          <a:ext cx="6860857" cy="32472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488950">
            <a:lnSpc>
              <a:spcPct val="90000"/>
            </a:lnSpc>
            <a:spcBef>
              <a:spcPct val="0"/>
            </a:spcBef>
            <a:spcAft>
              <a:spcPct val="35000"/>
            </a:spcAft>
            <a:buNone/>
          </a:pPr>
          <a:r>
            <a:rPr lang="en-GB" sz="1100" kern="1200"/>
            <a:t>Identify</a:t>
          </a:r>
          <a:endParaRPr lang="en-GB" sz="1100" kern="1200" dirty="0"/>
        </a:p>
      </dsp:txBody>
      <dsp:txXfrm>
        <a:off x="505913" y="165820"/>
        <a:ext cx="6829153" cy="293016"/>
      </dsp:txXfrm>
    </dsp:sp>
    <dsp:sp modelId="{4167F26B-2C26-4AD7-BBDB-9CDFFF411532}">
      <dsp:nvSpPr>
        <dsp:cNvPr id="0" name=""/>
        <dsp:cNvSpPr/>
      </dsp:nvSpPr>
      <dsp:spPr>
        <a:xfrm>
          <a:off x="0" y="993201"/>
          <a:ext cx="9801225" cy="459112"/>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229108" rIns="760684" bIns="78232" numCol="1" spcCol="1270" anchor="t" anchorCtr="0">
          <a:noAutofit/>
        </a:bodyPr>
        <a:lstStyle/>
        <a:p>
          <a:pPr marL="57150" lvl="1" indent="-57150" algn="l" defTabSz="488950">
            <a:lnSpc>
              <a:spcPct val="90000"/>
            </a:lnSpc>
            <a:spcBef>
              <a:spcPct val="0"/>
            </a:spcBef>
            <a:spcAft>
              <a:spcPct val="15000"/>
            </a:spcAft>
            <a:buChar char="•"/>
          </a:pPr>
          <a:r>
            <a:rPr lang="en-GB" sz="1100" kern="1200" dirty="0"/>
            <a:t>Critically analyse methodologies covered within the session</a:t>
          </a:r>
        </a:p>
      </dsp:txBody>
      <dsp:txXfrm>
        <a:off x="0" y="993201"/>
        <a:ext cx="9801225" cy="459112"/>
      </dsp:txXfrm>
    </dsp:sp>
    <dsp:sp modelId="{6059FA53-2CAE-45C8-B59C-09A8E601C865}">
      <dsp:nvSpPr>
        <dsp:cNvPr id="0" name=""/>
        <dsp:cNvSpPr/>
      </dsp:nvSpPr>
      <dsp:spPr>
        <a:xfrm>
          <a:off x="490061" y="830841"/>
          <a:ext cx="6860857" cy="32472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488950">
            <a:lnSpc>
              <a:spcPct val="90000"/>
            </a:lnSpc>
            <a:spcBef>
              <a:spcPct val="0"/>
            </a:spcBef>
            <a:spcAft>
              <a:spcPct val="35000"/>
            </a:spcAft>
            <a:buNone/>
          </a:pPr>
          <a:r>
            <a:rPr lang="en-GB" sz="1100" kern="1200" dirty="0">
              <a:solidFill>
                <a:schemeClr val="tx1"/>
              </a:solidFill>
            </a:rPr>
            <a:t>Critically Analyse</a:t>
          </a:r>
        </a:p>
      </dsp:txBody>
      <dsp:txXfrm>
        <a:off x="505913" y="846693"/>
        <a:ext cx="6829153" cy="293016"/>
      </dsp:txXfrm>
    </dsp:sp>
    <dsp:sp modelId="{2579A07A-D02B-4E6A-A596-D7994A023310}">
      <dsp:nvSpPr>
        <dsp:cNvPr id="0" name=""/>
        <dsp:cNvSpPr/>
      </dsp:nvSpPr>
      <dsp:spPr>
        <a:xfrm>
          <a:off x="0" y="1674073"/>
          <a:ext cx="9801225" cy="459112"/>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229108" rIns="760684" bIns="78232" numCol="1" spcCol="1270" anchor="t" anchorCtr="0">
          <a:noAutofit/>
        </a:bodyPr>
        <a:lstStyle/>
        <a:p>
          <a:pPr marL="57150" lvl="1" indent="-57150" algn="l" defTabSz="488950">
            <a:lnSpc>
              <a:spcPct val="90000"/>
            </a:lnSpc>
            <a:spcBef>
              <a:spcPct val="0"/>
            </a:spcBef>
            <a:spcAft>
              <a:spcPct val="15000"/>
            </a:spcAft>
            <a:buChar char="•"/>
          </a:pPr>
          <a:r>
            <a:rPr lang="en-GB" sz="1100" kern="1200" dirty="0"/>
            <a:t>Explain Agile principles and describe some Agile methodologies</a:t>
          </a:r>
        </a:p>
      </dsp:txBody>
      <dsp:txXfrm>
        <a:off x="0" y="1674073"/>
        <a:ext cx="9801225" cy="459112"/>
      </dsp:txXfrm>
    </dsp:sp>
    <dsp:sp modelId="{FCE02C79-EEB1-4DEB-905C-6AE041302746}">
      <dsp:nvSpPr>
        <dsp:cNvPr id="0" name=""/>
        <dsp:cNvSpPr/>
      </dsp:nvSpPr>
      <dsp:spPr>
        <a:xfrm>
          <a:off x="490061" y="1511713"/>
          <a:ext cx="6860857" cy="32472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488950">
            <a:lnSpc>
              <a:spcPct val="90000"/>
            </a:lnSpc>
            <a:spcBef>
              <a:spcPct val="0"/>
            </a:spcBef>
            <a:spcAft>
              <a:spcPct val="35000"/>
            </a:spcAft>
            <a:buNone/>
          </a:pPr>
          <a:r>
            <a:rPr lang="en-GB" sz="1100" kern="1200" dirty="0"/>
            <a:t>Explain</a:t>
          </a:r>
        </a:p>
      </dsp:txBody>
      <dsp:txXfrm>
        <a:off x="505913" y="1527565"/>
        <a:ext cx="6829153" cy="293016"/>
      </dsp:txXfrm>
    </dsp:sp>
    <dsp:sp modelId="{4B54C7EE-0E3D-4FAA-9FDD-6E48515C29AC}">
      <dsp:nvSpPr>
        <dsp:cNvPr id="0" name=""/>
        <dsp:cNvSpPr/>
      </dsp:nvSpPr>
      <dsp:spPr>
        <a:xfrm>
          <a:off x="0" y="2354946"/>
          <a:ext cx="9801225" cy="459112"/>
        </a:xfrm>
        <a:prstGeom prst="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229108" rIns="760684" bIns="78232" numCol="1" spcCol="1270" anchor="t" anchorCtr="0">
          <a:noAutofit/>
        </a:bodyPr>
        <a:lstStyle/>
        <a:p>
          <a:pPr marL="57150" lvl="1" indent="-57150" algn="l" defTabSz="488950">
            <a:lnSpc>
              <a:spcPct val="90000"/>
            </a:lnSpc>
            <a:spcBef>
              <a:spcPct val="0"/>
            </a:spcBef>
            <a:spcAft>
              <a:spcPct val="15000"/>
            </a:spcAft>
            <a:buChar char="•"/>
          </a:pPr>
          <a:r>
            <a:rPr lang="en-GB" sz="1100" kern="1200" dirty="0"/>
            <a:t>Describe the methodology in use within your team</a:t>
          </a:r>
        </a:p>
      </dsp:txBody>
      <dsp:txXfrm>
        <a:off x="0" y="2354946"/>
        <a:ext cx="9801225" cy="459112"/>
      </dsp:txXfrm>
    </dsp:sp>
    <dsp:sp modelId="{9A2AD369-4709-422D-8ADD-D4B7E633BD66}">
      <dsp:nvSpPr>
        <dsp:cNvPr id="0" name=""/>
        <dsp:cNvSpPr/>
      </dsp:nvSpPr>
      <dsp:spPr>
        <a:xfrm>
          <a:off x="490061" y="2192586"/>
          <a:ext cx="6860857" cy="32472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488950">
            <a:lnSpc>
              <a:spcPct val="90000"/>
            </a:lnSpc>
            <a:spcBef>
              <a:spcPct val="0"/>
            </a:spcBef>
            <a:spcAft>
              <a:spcPct val="35000"/>
            </a:spcAft>
            <a:buNone/>
          </a:pPr>
          <a:r>
            <a:rPr lang="en-GB" sz="1100" kern="1200"/>
            <a:t>Describe</a:t>
          </a:r>
          <a:endParaRPr lang="en-GB" sz="1100" kern="1200" dirty="0"/>
        </a:p>
      </dsp:txBody>
      <dsp:txXfrm>
        <a:off x="505913" y="2208438"/>
        <a:ext cx="6829153" cy="293016"/>
      </dsp:txXfrm>
    </dsp:sp>
    <dsp:sp modelId="{3673405B-850C-4C54-A7DD-8C64FD69BD06}">
      <dsp:nvSpPr>
        <dsp:cNvPr id="0" name=""/>
        <dsp:cNvSpPr/>
      </dsp:nvSpPr>
      <dsp:spPr>
        <a:xfrm>
          <a:off x="0" y="3035818"/>
          <a:ext cx="9801225" cy="459112"/>
        </a:xfrm>
        <a:prstGeom prst="rect">
          <a:avLst/>
        </a:prstGeom>
        <a:solidFill>
          <a:schemeClr val="lt1">
            <a:alpha val="9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229108" rIns="760684" bIns="78232" numCol="1" spcCol="1270" anchor="t" anchorCtr="0">
          <a:noAutofit/>
        </a:bodyPr>
        <a:lstStyle/>
        <a:p>
          <a:pPr marL="57150" lvl="1" indent="-57150" algn="l" defTabSz="488950">
            <a:lnSpc>
              <a:spcPct val="90000"/>
            </a:lnSpc>
            <a:spcBef>
              <a:spcPct val="0"/>
            </a:spcBef>
            <a:spcAft>
              <a:spcPct val="15000"/>
            </a:spcAft>
            <a:buChar char="•"/>
          </a:pPr>
          <a:r>
            <a:rPr lang="en-GB" sz="1100" kern="1200" dirty="0"/>
            <a:t>Classify the type of methodology in use in relation to the types introduced</a:t>
          </a:r>
        </a:p>
      </dsp:txBody>
      <dsp:txXfrm>
        <a:off x="0" y="3035818"/>
        <a:ext cx="9801225" cy="459112"/>
      </dsp:txXfrm>
    </dsp:sp>
    <dsp:sp modelId="{7B7FDB59-3D7F-4870-87E8-1F57C1ECE1C3}">
      <dsp:nvSpPr>
        <dsp:cNvPr id="0" name=""/>
        <dsp:cNvSpPr/>
      </dsp:nvSpPr>
      <dsp:spPr>
        <a:xfrm>
          <a:off x="490061" y="2873458"/>
          <a:ext cx="6860857" cy="324720"/>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488950">
            <a:lnSpc>
              <a:spcPct val="90000"/>
            </a:lnSpc>
            <a:spcBef>
              <a:spcPct val="0"/>
            </a:spcBef>
            <a:spcAft>
              <a:spcPct val="35000"/>
            </a:spcAft>
            <a:buNone/>
          </a:pPr>
          <a:r>
            <a:rPr lang="en-GB" sz="1100" kern="1200" dirty="0">
              <a:solidFill>
                <a:schemeClr val="tx1"/>
              </a:solidFill>
            </a:rPr>
            <a:t>Classify</a:t>
          </a:r>
        </a:p>
      </dsp:txBody>
      <dsp:txXfrm>
        <a:off x="505913" y="2889310"/>
        <a:ext cx="6829153" cy="29301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FBDE4E-AF0F-8909-BADA-D2402FDAB39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1909F59C-3506-EAAB-DA53-2CD8EA0A2B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5EAFB8-4928-9749-A44E-21E8CBAD48EC}" type="datetimeFigureOut">
              <a:rPr lang="en-GB" smtClean="0"/>
              <a:t>04/08/2026</a:t>
            </a:fld>
            <a:endParaRPr lang="en-GB"/>
          </a:p>
        </p:txBody>
      </p:sp>
      <p:sp>
        <p:nvSpPr>
          <p:cNvPr id="4" name="Footer Placeholder 3">
            <a:extLst>
              <a:ext uri="{FF2B5EF4-FFF2-40B4-BE49-F238E27FC236}">
                <a16:creationId xmlns:a16="http://schemas.microsoft.com/office/drawing/2014/main" id="{D09292FB-D11A-9724-E10D-FD5290BCD09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FB211E59-7530-C471-3DD3-380889B59B4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40CD357-4732-EC44-8665-59EED4AF89F6}" type="slidenum">
              <a:rPr lang="en-GB" smtClean="0"/>
              <a:t>‹#›</a:t>
            </a:fld>
            <a:endParaRPr lang="en-GB"/>
          </a:p>
        </p:txBody>
      </p:sp>
    </p:spTree>
    <p:extLst>
      <p:ext uri="{BB962C8B-B14F-4D97-AF65-F5344CB8AC3E}">
        <p14:creationId xmlns:p14="http://schemas.microsoft.com/office/powerpoint/2010/main" val="1646420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C7ED1-088D-EF4B-A32B-6CA354DCCC62}" type="datetimeFigureOut">
              <a:rPr lang="en-GB" smtClean="0"/>
              <a:t>04/08/2026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45AC0A-2887-4D45-AE2B-EFDD8D1FB63E}" type="slidenum">
              <a:rPr lang="en-GB" smtClean="0"/>
              <a:t>‹#›</a:t>
            </a:fld>
            <a:endParaRPr lang="en-GB"/>
          </a:p>
        </p:txBody>
      </p:sp>
    </p:spTree>
    <p:extLst>
      <p:ext uri="{BB962C8B-B14F-4D97-AF65-F5344CB8AC3E}">
        <p14:creationId xmlns:p14="http://schemas.microsoft.com/office/powerpoint/2010/main" val="1722602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13ACD-764A-72A8-5D29-0B618131D8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79C7ED-4561-B764-C01A-27832355CF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377FDA-5F36-CFC2-2F79-36B1E395537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A2E0B1F-4B30-77CC-9BF8-929A1D74BF3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423248-6D77-42F4-ADBD-B67D21E8300A}"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38439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043C2-B792-8947-19F9-832F73B2C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0D526B-48EC-6BAE-4ABE-C97C1B76AF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6680C2-7818-9106-3AC0-0832D4DF7D7F}"/>
              </a:ext>
            </a:extLst>
          </p:cNvPr>
          <p:cNvSpPr>
            <a:spLocks noGrp="1"/>
          </p:cNvSpPr>
          <p:nvPr>
            <p:ph type="body" idx="1"/>
          </p:nvPr>
        </p:nvSpPr>
        <p:spPr/>
        <p:txBody>
          <a:bodyPr/>
          <a:lstStyle/>
          <a:p>
            <a:r>
              <a:rPr lang="en-US" b="1" dirty="0"/>
              <a:t>Today’s Link to Wider Learning</a:t>
            </a:r>
            <a:endParaRPr lang="en-US" dirty="0"/>
          </a:p>
          <a:p>
            <a:r>
              <a:rPr lang="en-US" dirty="0"/>
              <a:t>Tutor to highlight:</a:t>
            </a:r>
          </a:p>
          <a:p>
            <a:r>
              <a:rPr lang="en-US" dirty="0"/>
              <a:t>How today’s topic links to British Values</a:t>
            </a:r>
          </a:p>
          <a:p>
            <a:r>
              <a:rPr lang="en-US" dirty="0"/>
              <a:t>Any Prevent or digital safety themes</a:t>
            </a:r>
          </a:p>
          <a:p>
            <a:r>
              <a:rPr lang="en-US" dirty="0"/>
              <a:t>How this supports your career development</a:t>
            </a:r>
          </a:p>
        </p:txBody>
      </p:sp>
      <p:sp>
        <p:nvSpPr>
          <p:cNvPr id="4" name="Slide Number Placeholder 3">
            <a:extLst>
              <a:ext uri="{FF2B5EF4-FFF2-40B4-BE49-F238E27FC236}">
                <a16:creationId xmlns:a16="http://schemas.microsoft.com/office/drawing/2014/main" id="{2481D5AD-EF20-07A7-ACC7-8204C7527A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C25DB7-60BF-4D1A-97EF-AD4D8CFEF1E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04723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F423248-6D77-42F4-ADBD-B67D21E8300A}" type="slidenum">
              <a:rPr lang="en-GB" smtClean="0"/>
              <a:t>4</a:t>
            </a:fld>
            <a:endParaRPr lang="en-GB"/>
          </a:p>
        </p:txBody>
      </p:sp>
    </p:spTree>
    <p:extLst>
      <p:ext uri="{BB962C8B-B14F-4D97-AF65-F5344CB8AC3E}">
        <p14:creationId xmlns:p14="http://schemas.microsoft.com/office/powerpoint/2010/main" val="82203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This slide must be used to introduce the learners to the expectations of this session and provide the starting point for a discussion around the learning and content to be covered in this session.</a:t>
            </a:r>
          </a:p>
          <a:p>
            <a:endParaRPr lang="en-GB" dirty="0"/>
          </a:p>
          <a:p>
            <a:r>
              <a:rPr lang="en-GB" b="1" dirty="0"/>
              <a:t>Session Aim </a:t>
            </a:r>
            <a:r>
              <a:rPr lang="en-GB" dirty="0"/>
              <a:t>– this is a sentence which details the high-level expectation for learning in this session:</a:t>
            </a:r>
          </a:p>
          <a:p>
            <a:r>
              <a:rPr lang="en-GB" dirty="0"/>
              <a:t>“Investigate the fundamentals of networking architectures through looking at Logical Topologies and Protocols which provide management for data transmission.”</a:t>
            </a:r>
          </a:p>
          <a:p>
            <a:endParaRPr lang="en-GB" dirty="0"/>
          </a:p>
          <a:p>
            <a:r>
              <a:rPr lang="en-GB" b="1" dirty="0"/>
              <a:t>Objectives</a:t>
            </a:r>
            <a:r>
              <a:rPr lang="en-GB" dirty="0"/>
              <a:t> – this is the steps that will be taken to achieve the Aim. Steps on a ladder</a:t>
            </a:r>
          </a:p>
          <a:p>
            <a:r>
              <a:rPr lang="en-GB" dirty="0"/>
              <a:t>“Identify each of the five main networking Logical Topologies used in modern computer networks.”</a:t>
            </a:r>
          </a:p>
          <a:p>
            <a:r>
              <a:rPr lang="en-GB" dirty="0"/>
              <a:t>“Describe the primary benefits of each Logical Topology.”</a:t>
            </a:r>
          </a:p>
          <a:p>
            <a:r>
              <a:rPr lang="en-GB" dirty="0"/>
              <a:t>“List and detail the main features of communications protocols used in computer and telecommunications networks.”</a:t>
            </a:r>
          </a:p>
          <a:p>
            <a:r>
              <a:rPr lang="en-GB" dirty="0"/>
              <a:t>“Explain how communications protocols impact the performance selection of a Logical Topology and the overall network.”</a:t>
            </a:r>
          </a:p>
          <a:p>
            <a:endParaRPr lang="en-GB" dirty="0"/>
          </a:p>
        </p:txBody>
      </p:sp>
      <p:sp>
        <p:nvSpPr>
          <p:cNvPr id="4" name="Slide Number Placeholder 3"/>
          <p:cNvSpPr>
            <a:spLocks noGrp="1"/>
          </p:cNvSpPr>
          <p:nvPr>
            <p:ph type="sldNum" sz="quarter" idx="5"/>
          </p:nvPr>
        </p:nvSpPr>
        <p:spPr/>
        <p:txBody>
          <a:bodyPr/>
          <a:lstStyle/>
          <a:p>
            <a:fld id="{8F423248-6D77-42F4-ADBD-B67D21E8300A}" type="slidenum">
              <a:rPr lang="en-GB" smtClean="0"/>
              <a:t>5</a:t>
            </a:fld>
            <a:endParaRPr lang="en-GB"/>
          </a:p>
        </p:txBody>
      </p:sp>
    </p:spTree>
    <p:extLst>
      <p:ext uri="{BB962C8B-B14F-4D97-AF65-F5344CB8AC3E}">
        <p14:creationId xmlns:p14="http://schemas.microsoft.com/office/powerpoint/2010/main" val="2439734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i="1" dirty="0"/>
              <a:t>Make the learners aware of what KSBs have been covered during this session and which of their Assessment Methods they relate to.</a:t>
            </a:r>
          </a:p>
          <a:p>
            <a:endParaRPr lang="en-IE" i="1" dirty="0"/>
          </a:p>
          <a:p>
            <a:r>
              <a:rPr lang="en-IE" i="1" dirty="0"/>
              <a:t>Adapt according to your course/AMs – these are the AMs and KSBs for L4 Network Engineer</a:t>
            </a:r>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C10386-3129-D040-9582-5A9BC162773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67596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F423248-6D77-42F4-ADBD-B67D21E8300A}" type="slidenum">
              <a:rPr lang="en-GB" smtClean="0"/>
              <a:t>22</a:t>
            </a:fld>
            <a:endParaRPr lang="en-GB"/>
          </a:p>
        </p:txBody>
      </p:sp>
    </p:spTree>
    <p:extLst>
      <p:ext uri="{BB962C8B-B14F-4D97-AF65-F5344CB8AC3E}">
        <p14:creationId xmlns:p14="http://schemas.microsoft.com/office/powerpoint/2010/main" val="627212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F423248-6D77-42F4-ADBD-B67D21E8300A}" type="slidenum">
              <a:rPr lang="en-GB" smtClean="0"/>
              <a:t>26</a:t>
            </a:fld>
            <a:endParaRPr lang="en-GB"/>
          </a:p>
        </p:txBody>
      </p:sp>
    </p:spTree>
    <p:extLst>
      <p:ext uri="{BB962C8B-B14F-4D97-AF65-F5344CB8AC3E}">
        <p14:creationId xmlns:p14="http://schemas.microsoft.com/office/powerpoint/2010/main" val="15475493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F423248-6D77-42F4-ADBD-B67D21E8300A}" type="slidenum">
              <a:rPr lang="en-GB" smtClean="0"/>
              <a:t>36</a:t>
            </a:fld>
            <a:endParaRPr lang="en-GB"/>
          </a:p>
        </p:txBody>
      </p:sp>
    </p:spTree>
    <p:extLst>
      <p:ext uri="{BB962C8B-B14F-4D97-AF65-F5344CB8AC3E}">
        <p14:creationId xmlns:p14="http://schemas.microsoft.com/office/powerpoint/2010/main" val="2982889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This slide MUST be shown at the end of each Learning Block so that we can gather feedback from Learners about their experiences.</a:t>
            </a:r>
          </a:p>
          <a:p>
            <a:endParaRPr lang="en-GB" dirty="0"/>
          </a:p>
          <a:p>
            <a:r>
              <a:rPr lang="en-GB" dirty="0"/>
              <a:t>If sharing through the ‘Present in Teams’ feature in PowerPoint, Learners can click the link (the image) directly.</a:t>
            </a:r>
          </a:p>
          <a:p>
            <a:endParaRPr lang="en-GB" dirty="0"/>
          </a:p>
          <a:p>
            <a:r>
              <a:rPr lang="en-GB" dirty="0"/>
              <a:t>If sharing through ‘Share a Desktop’ in Teams then the link will need to be shared with the Learners through the chat.</a:t>
            </a:r>
          </a:p>
          <a:p>
            <a:endParaRPr lang="en-GB" dirty="0"/>
          </a:p>
          <a:p>
            <a:r>
              <a:rPr lang="en-GB" b="1" dirty="0"/>
              <a:t>Direct Link </a:t>
            </a:r>
            <a:r>
              <a:rPr lang="en-GB" dirty="0"/>
              <a:t>- </a:t>
            </a:r>
          </a:p>
          <a:p>
            <a:endParaRPr lang="en-GB" dirty="0"/>
          </a:p>
        </p:txBody>
      </p:sp>
      <p:sp>
        <p:nvSpPr>
          <p:cNvPr id="4" name="Slide Number Placeholder 3"/>
          <p:cNvSpPr>
            <a:spLocks noGrp="1"/>
          </p:cNvSpPr>
          <p:nvPr>
            <p:ph type="sldNum" sz="quarter" idx="5"/>
          </p:nvPr>
        </p:nvSpPr>
        <p:spPr/>
        <p:txBody>
          <a:bodyPr/>
          <a:lstStyle/>
          <a:p>
            <a:fld id="{8F423248-6D77-42F4-ADBD-B67D21E8300A}" type="slidenum">
              <a:rPr lang="en-GB" smtClean="0"/>
              <a:t>40</a:t>
            </a:fld>
            <a:endParaRPr lang="en-GB"/>
          </a:p>
        </p:txBody>
      </p:sp>
    </p:spTree>
    <p:extLst>
      <p:ext uri="{BB962C8B-B14F-4D97-AF65-F5344CB8AC3E}">
        <p14:creationId xmlns:p14="http://schemas.microsoft.com/office/powerpoint/2010/main" val="34184275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9375C-1FAB-F039-7D8A-6C943F18E1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AB71AD-5487-78C8-37D9-76DFDCBF7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715229-43D5-E108-B63C-2F689A93C0A8}"/>
              </a:ext>
            </a:extLst>
          </p:cNvPr>
          <p:cNvSpPr>
            <a:spLocks noGrp="1"/>
          </p:cNvSpPr>
          <p:nvPr>
            <p:ph type="body" idx="1"/>
          </p:nvPr>
        </p:nvSpPr>
        <p:spPr/>
        <p:txBody>
          <a:bodyPr/>
          <a:lstStyle/>
          <a:p>
            <a:r>
              <a:rPr lang="en-IE" i="1" dirty="0"/>
              <a:t>Make the learners aware of what KSBs have been covered during this session and which of their Assessment Methods they relate to.</a:t>
            </a:r>
          </a:p>
          <a:p>
            <a:endParaRPr lang="en-IE" i="1" dirty="0"/>
          </a:p>
          <a:p>
            <a:r>
              <a:rPr lang="en-IE" i="1" dirty="0"/>
              <a:t>Adapt according to your course/AMs – these are the AMs and KSBs for L4 Network Engineer</a:t>
            </a:r>
            <a:endParaRPr lang="en-GB" dirty="0"/>
          </a:p>
        </p:txBody>
      </p:sp>
      <p:sp>
        <p:nvSpPr>
          <p:cNvPr id="4" name="Slide Number Placeholder 3">
            <a:extLst>
              <a:ext uri="{FF2B5EF4-FFF2-40B4-BE49-F238E27FC236}">
                <a16:creationId xmlns:a16="http://schemas.microsoft.com/office/drawing/2014/main" id="{537DB7DF-361A-87A7-FC0C-4E0FF36595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C10386-3129-D040-9582-5A9BC162773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3272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423248-6D77-42F4-ADBD-B67D21E8300A}"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8276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C292E-FC5A-754B-D85B-32D27239A3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896C33-5485-C8AF-5245-3B4B51D4F8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A6DB3E-BF2C-A7A6-503B-08A748B4DF35}"/>
              </a:ext>
            </a:extLst>
          </p:cNvPr>
          <p:cNvSpPr>
            <a:spLocks noGrp="1"/>
          </p:cNvSpPr>
          <p:nvPr>
            <p:ph type="body" idx="1"/>
          </p:nvPr>
        </p:nvSpPr>
        <p:spPr/>
        <p:txBody>
          <a:bodyPr/>
          <a:lstStyle/>
          <a:p>
            <a:r>
              <a:rPr lang="en-US" b="1" dirty="0"/>
              <a:t>Today’s Link to Wider Learning</a:t>
            </a:r>
            <a:endParaRPr lang="en-US" dirty="0"/>
          </a:p>
          <a:p>
            <a:r>
              <a:rPr lang="en-US" dirty="0"/>
              <a:t>Tutor to highlight:</a:t>
            </a:r>
          </a:p>
          <a:p>
            <a:r>
              <a:rPr lang="en-US" dirty="0"/>
              <a:t>How today’s topic links to British Values</a:t>
            </a:r>
          </a:p>
          <a:p>
            <a:r>
              <a:rPr lang="en-US" dirty="0"/>
              <a:t>Any Prevent or digital safety themes</a:t>
            </a:r>
          </a:p>
          <a:p>
            <a:r>
              <a:rPr lang="en-US" dirty="0"/>
              <a:t>How this supports your career development</a:t>
            </a:r>
          </a:p>
        </p:txBody>
      </p:sp>
      <p:sp>
        <p:nvSpPr>
          <p:cNvPr id="4" name="Slide Number Placeholder 3">
            <a:extLst>
              <a:ext uri="{FF2B5EF4-FFF2-40B4-BE49-F238E27FC236}">
                <a16:creationId xmlns:a16="http://schemas.microsoft.com/office/drawing/2014/main" id="{728EECE6-E8F0-64D3-FFCB-E8358E487E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C25DB7-60BF-4D1A-97EF-AD4D8CFEF1E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57960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F423248-6D77-42F4-ADBD-B67D21E8300A}" type="slidenum">
              <a:rPr lang="en-GB" smtClean="0"/>
              <a:t>46</a:t>
            </a:fld>
            <a:endParaRPr lang="en-GB"/>
          </a:p>
        </p:txBody>
      </p:sp>
    </p:spTree>
    <p:extLst>
      <p:ext uri="{BB962C8B-B14F-4D97-AF65-F5344CB8AC3E}">
        <p14:creationId xmlns:p14="http://schemas.microsoft.com/office/powerpoint/2010/main" val="39527339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This slide must be used to introduce the learners to the expectations of this session and provide the starting point for a discussion around the learning and content to be covered in this session.</a:t>
            </a:r>
          </a:p>
          <a:p>
            <a:endParaRPr lang="en-GB" dirty="0"/>
          </a:p>
          <a:p>
            <a:r>
              <a:rPr lang="en-GB" b="1" dirty="0"/>
              <a:t>Session Aim </a:t>
            </a:r>
            <a:r>
              <a:rPr lang="en-GB" dirty="0"/>
              <a:t>– this is a sentence which details the high-level expectation for learning in this session:</a:t>
            </a:r>
          </a:p>
          <a:p>
            <a:r>
              <a:rPr lang="en-GB" dirty="0"/>
              <a:t>“Investigate the fundamentals of networking architectures through looking at Logical Topologies and Protocols which provide management for data transmission.”</a:t>
            </a:r>
          </a:p>
          <a:p>
            <a:endParaRPr lang="en-GB" dirty="0"/>
          </a:p>
          <a:p>
            <a:r>
              <a:rPr lang="en-GB" b="1" dirty="0"/>
              <a:t>Objectives</a:t>
            </a:r>
            <a:r>
              <a:rPr lang="en-GB" dirty="0"/>
              <a:t> – this is the steps that will be taken to achieve the Aim. Steps on a ladder</a:t>
            </a:r>
          </a:p>
          <a:p>
            <a:r>
              <a:rPr lang="en-GB" dirty="0"/>
              <a:t>“Identify each of the five main networking Logical Topologies used in modern computer networks.”</a:t>
            </a:r>
          </a:p>
          <a:p>
            <a:r>
              <a:rPr lang="en-GB" dirty="0"/>
              <a:t>“Describe the primary benefits of each Logical Topology.”</a:t>
            </a:r>
          </a:p>
          <a:p>
            <a:r>
              <a:rPr lang="en-GB" dirty="0"/>
              <a:t>“List and detail the main features of communications protocols used in computer and telecommunications networks.”</a:t>
            </a:r>
          </a:p>
          <a:p>
            <a:r>
              <a:rPr lang="en-GB" dirty="0"/>
              <a:t>“Explain how communications protocols impact the performance selection of a Logical Topology and the overall network.”</a:t>
            </a:r>
          </a:p>
          <a:p>
            <a:endParaRPr lang="en-GB" dirty="0"/>
          </a:p>
        </p:txBody>
      </p:sp>
      <p:sp>
        <p:nvSpPr>
          <p:cNvPr id="4" name="Slide Number Placeholder 3"/>
          <p:cNvSpPr>
            <a:spLocks noGrp="1"/>
          </p:cNvSpPr>
          <p:nvPr>
            <p:ph type="sldNum" sz="quarter" idx="5"/>
          </p:nvPr>
        </p:nvSpPr>
        <p:spPr/>
        <p:txBody>
          <a:bodyPr/>
          <a:lstStyle/>
          <a:p>
            <a:fld id="{8F423248-6D77-42F4-ADBD-B67D21E8300A}" type="slidenum">
              <a:rPr lang="en-GB" smtClean="0"/>
              <a:t>47</a:t>
            </a:fld>
            <a:endParaRPr lang="en-GB"/>
          </a:p>
        </p:txBody>
      </p:sp>
    </p:spTree>
    <p:extLst>
      <p:ext uri="{BB962C8B-B14F-4D97-AF65-F5344CB8AC3E}">
        <p14:creationId xmlns:p14="http://schemas.microsoft.com/office/powerpoint/2010/main" val="38009919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A968C-F578-E86A-241B-724FFF470E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161165-D3A5-0953-DC9B-EDFBFD3173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B1DA10-8F03-A9FC-439A-A19296AF6DA0}"/>
              </a:ext>
            </a:extLst>
          </p:cNvPr>
          <p:cNvSpPr>
            <a:spLocks noGrp="1"/>
          </p:cNvSpPr>
          <p:nvPr>
            <p:ph type="body" idx="1"/>
          </p:nvPr>
        </p:nvSpPr>
        <p:spPr/>
        <p:txBody>
          <a:bodyPr/>
          <a:lstStyle/>
          <a:p>
            <a:r>
              <a:rPr lang="en-IE" i="1" dirty="0"/>
              <a:t>Make the learners aware of what KSBs have been covered during this session and which of their Assessment Methods they relate to.</a:t>
            </a:r>
          </a:p>
          <a:p>
            <a:endParaRPr lang="en-IE" i="1" dirty="0"/>
          </a:p>
          <a:p>
            <a:r>
              <a:rPr lang="en-IE" i="1" dirty="0"/>
              <a:t>Adapt according to your course/AMs – these are the AMs and KSBs for L4 Network Engineer</a:t>
            </a:r>
            <a:endParaRPr lang="en-GB" dirty="0"/>
          </a:p>
        </p:txBody>
      </p:sp>
      <p:sp>
        <p:nvSpPr>
          <p:cNvPr id="4" name="Slide Number Placeholder 3">
            <a:extLst>
              <a:ext uri="{FF2B5EF4-FFF2-40B4-BE49-F238E27FC236}">
                <a16:creationId xmlns:a16="http://schemas.microsoft.com/office/drawing/2014/main" id="{C964506E-6362-DE36-77E0-D4D57182DD7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C10386-3129-D040-9582-5A9BC162773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85440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https://www.thescrummaster.co.uk/wp-content/uploads/2016/09/The-New-New-Product-Development-Game.pdf</a:t>
            </a:r>
          </a:p>
        </p:txBody>
      </p:sp>
      <p:sp>
        <p:nvSpPr>
          <p:cNvPr id="4" name="Slide Number Placeholder 3"/>
          <p:cNvSpPr>
            <a:spLocks noGrp="1"/>
          </p:cNvSpPr>
          <p:nvPr>
            <p:ph type="sldNum" sz="quarter" idx="5"/>
          </p:nvPr>
        </p:nvSpPr>
        <p:spPr/>
        <p:txBody>
          <a:bodyPr/>
          <a:lstStyle/>
          <a:p>
            <a:fld id="{8F423248-6D77-42F4-ADBD-B67D21E8300A}" type="slidenum">
              <a:rPr lang="en-GB" smtClean="0"/>
              <a:t>60</a:t>
            </a:fld>
            <a:endParaRPr lang="en-GB"/>
          </a:p>
        </p:txBody>
      </p:sp>
    </p:spTree>
    <p:extLst>
      <p:ext uri="{BB962C8B-B14F-4D97-AF65-F5344CB8AC3E}">
        <p14:creationId xmlns:p14="http://schemas.microsoft.com/office/powerpoint/2010/main" val="35480351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F423248-6D77-42F4-ADBD-B67D21E8300A}" type="slidenum">
              <a:rPr lang="en-GB" smtClean="0"/>
              <a:t>73</a:t>
            </a:fld>
            <a:endParaRPr lang="en-GB"/>
          </a:p>
        </p:txBody>
      </p:sp>
    </p:spTree>
    <p:extLst>
      <p:ext uri="{BB962C8B-B14F-4D97-AF65-F5344CB8AC3E}">
        <p14:creationId xmlns:p14="http://schemas.microsoft.com/office/powerpoint/2010/main" val="15017022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This slide MUST be shown at the end of each Learning Block so that we can gather feedback from Learners about their experiences.</a:t>
            </a:r>
          </a:p>
          <a:p>
            <a:endParaRPr lang="en-GB" dirty="0"/>
          </a:p>
          <a:p>
            <a:r>
              <a:rPr lang="en-GB" dirty="0"/>
              <a:t>If sharing through the ‘Present in Teams’ feature in PowerPoint, Learners can click the link (the image) directly.</a:t>
            </a:r>
          </a:p>
          <a:p>
            <a:endParaRPr lang="en-GB" dirty="0"/>
          </a:p>
          <a:p>
            <a:r>
              <a:rPr lang="en-GB" dirty="0"/>
              <a:t>If sharing through ‘Share a Desktop’ in Teams then the link will need to be shared with the Learners through the chat.</a:t>
            </a:r>
          </a:p>
          <a:p>
            <a:endParaRPr lang="en-GB" dirty="0"/>
          </a:p>
          <a:p>
            <a:r>
              <a:rPr lang="en-GB" b="1" dirty="0"/>
              <a:t>Direct Link </a:t>
            </a:r>
            <a:r>
              <a:rPr lang="en-GB" dirty="0"/>
              <a:t>- </a:t>
            </a:r>
          </a:p>
          <a:p>
            <a:endParaRPr lang="en-GB" dirty="0"/>
          </a:p>
        </p:txBody>
      </p:sp>
      <p:sp>
        <p:nvSpPr>
          <p:cNvPr id="4" name="Slide Number Placeholder 3"/>
          <p:cNvSpPr>
            <a:spLocks noGrp="1"/>
          </p:cNvSpPr>
          <p:nvPr>
            <p:ph type="sldNum" sz="quarter" idx="5"/>
          </p:nvPr>
        </p:nvSpPr>
        <p:spPr/>
        <p:txBody>
          <a:bodyPr/>
          <a:lstStyle/>
          <a:p>
            <a:fld id="{8F423248-6D77-42F4-ADBD-B67D21E8300A}" type="slidenum">
              <a:rPr lang="en-GB" smtClean="0"/>
              <a:t>88</a:t>
            </a:fld>
            <a:endParaRPr lang="en-GB"/>
          </a:p>
        </p:txBody>
      </p:sp>
    </p:spTree>
    <p:extLst>
      <p:ext uri="{BB962C8B-B14F-4D97-AF65-F5344CB8AC3E}">
        <p14:creationId xmlns:p14="http://schemas.microsoft.com/office/powerpoint/2010/main" val="21836021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1C29D-56B4-BFDE-F130-8EF6FDDB04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2C91DE-B89B-E0C8-33DB-9D4BF505F5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78A30B-5631-69E6-CCF8-88658AA5BBC6}"/>
              </a:ext>
            </a:extLst>
          </p:cNvPr>
          <p:cNvSpPr>
            <a:spLocks noGrp="1"/>
          </p:cNvSpPr>
          <p:nvPr>
            <p:ph type="body" idx="1"/>
          </p:nvPr>
        </p:nvSpPr>
        <p:spPr/>
        <p:txBody>
          <a:bodyPr/>
          <a:lstStyle/>
          <a:p>
            <a:r>
              <a:rPr lang="en-IE" i="1" dirty="0"/>
              <a:t>Make the learners aware of what KSBs have been covered during this session and which of their Assessment Methods they relate to.</a:t>
            </a:r>
          </a:p>
          <a:p>
            <a:endParaRPr lang="en-IE" i="1" dirty="0"/>
          </a:p>
          <a:p>
            <a:r>
              <a:rPr lang="en-IE" i="1" dirty="0"/>
              <a:t>Adapt according to your course/AMs – these are the AMs and KSBs for L4 Network Engineer</a:t>
            </a:r>
            <a:endParaRPr lang="en-GB" dirty="0"/>
          </a:p>
        </p:txBody>
      </p:sp>
      <p:sp>
        <p:nvSpPr>
          <p:cNvPr id="4" name="Slide Number Placeholder 3">
            <a:extLst>
              <a:ext uri="{FF2B5EF4-FFF2-40B4-BE49-F238E27FC236}">
                <a16:creationId xmlns:a16="http://schemas.microsoft.com/office/drawing/2014/main" id="{05EED722-0011-FA86-9374-DE6B6ECE5C3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C10386-3129-D040-9582-5A9BC162773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7092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1F9C417-AE0F-5FEA-3B9D-9F4E883C0D0B}"/>
              </a:ext>
            </a:extLst>
          </p:cNvPr>
          <p:cNvGrpSpPr/>
          <p:nvPr userDrawn="1"/>
        </p:nvGrpSpPr>
        <p:grpSpPr>
          <a:xfrm>
            <a:off x="1678450" y="1902925"/>
            <a:ext cx="8835100" cy="4031873"/>
            <a:chOff x="1678450" y="1885340"/>
            <a:chExt cx="8835100" cy="4031873"/>
          </a:xfrm>
        </p:grpSpPr>
        <p:grpSp>
          <p:nvGrpSpPr>
            <p:cNvPr id="4" name="Group 3">
              <a:extLst>
                <a:ext uri="{FF2B5EF4-FFF2-40B4-BE49-F238E27FC236}">
                  <a16:creationId xmlns:a16="http://schemas.microsoft.com/office/drawing/2014/main" id="{B73C6D40-8476-17E6-05E7-7A8141C7D81B}"/>
                </a:ext>
              </a:extLst>
            </p:cNvPr>
            <p:cNvGrpSpPr/>
            <p:nvPr userDrawn="1"/>
          </p:nvGrpSpPr>
          <p:grpSpPr>
            <a:xfrm>
              <a:off x="1678450" y="3047807"/>
              <a:ext cx="914400" cy="1326777"/>
              <a:chOff x="394800" y="1446933"/>
              <a:chExt cx="914400" cy="1326777"/>
            </a:xfrm>
          </p:grpSpPr>
          <p:pic>
            <p:nvPicPr>
              <p:cNvPr id="5" name="Graphic 4" descr="Podcast with solid fill">
                <a:extLst>
                  <a:ext uri="{FF2B5EF4-FFF2-40B4-BE49-F238E27FC236}">
                    <a16:creationId xmlns:a16="http://schemas.microsoft.com/office/drawing/2014/main" id="{BB4291A9-E1F8-6D46-8154-3219599F8B3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94800" y="1446933"/>
                <a:ext cx="914400" cy="914400"/>
              </a:xfrm>
              <a:prstGeom prst="rect">
                <a:avLst/>
              </a:prstGeom>
            </p:spPr>
          </p:pic>
          <p:sp>
            <p:nvSpPr>
              <p:cNvPr id="6" name="Rectangle: Rounded Corners 5">
                <a:extLst>
                  <a:ext uri="{FF2B5EF4-FFF2-40B4-BE49-F238E27FC236}">
                    <a16:creationId xmlns:a16="http://schemas.microsoft.com/office/drawing/2014/main" id="{28A51AAD-2133-1971-1AE7-EC7E69A2AD6E}"/>
                  </a:ext>
                </a:extLst>
              </p:cNvPr>
              <p:cNvSpPr/>
              <p:nvPr/>
            </p:nvSpPr>
            <p:spPr>
              <a:xfrm>
                <a:off x="394800" y="2300403"/>
                <a:ext cx="914400" cy="473307"/>
              </a:xfrm>
              <a:prstGeom prst="roundRect">
                <a:avLst/>
              </a:prstGeom>
              <a:solidFill>
                <a:schemeClr val="accent1"/>
              </a:solidFill>
              <a:ln>
                <a:solidFill>
                  <a:schemeClr val="accent4"/>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2400" b="1" dirty="0">
                    <a:solidFill>
                      <a:schemeClr val="bg1"/>
                    </a:solidFill>
                  </a:rPr>
                  <a:t>LIVE</a:t>
                </a:r>
              </a:p>
            </p:txBody>
          </p:sp>
        </p:grpSp>
        <p:grpSp>
          <p:nvGrpSpPr>
            <p:cNvPr id="7" name="Group 6">
              <a:extLst>
                <a:ext uri="{FF2B5EF4-FFF2-40B4-BE49-F238E27FC236}">
                  <a16:creationId xmlns:a16="http://schemas.microsoft.com/office/drawing/2014/main" id="{E55FF514-A609-EF11-21AB-EF5CF077C39E}"/>
                </a:ext>
              </a:extLst>
            </p:cNvPr>
            <p:cNvGrpSpPr/>
            <p:nvPr userDrawn="1"/>
          </p:nvGrpSpPr>
          <p:grpSpPr>
            <a:xfrm>
              <a:off x="9599150" y="3047807"/>
              <a:ext cx="914400" cy="1326777"/>
              <a:chOff x="394800" y="1446933"/>
              <a:chExt cx="914400" cy="1326777"/>
            </a:xfrm>
          </p:grpSpPr>
          <p:pic>
            <p:nvPicPr>
              <p:cNvPr id="8" name="Graphic 7" descr="Podcast with solid fill">
                <a:extLst>
                  <a:ext uri="{FF2B5EF4-FFF2-40B4-BE49-F238E27FC236}">
                    <a16:creationId xmlns:a16="http://schemas.microsoft.com/office/drawing/2014/main" id="{C1573D47-B5AC-E4DA-02EC-7BE183768BF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94800" y="1446933"/>
                <a:ext cx="914400" cy="914400"/>
              </a:xfrm>
              <a:prstGeom prst="rect">
                <a:avLst/>
              </a:prstGeom>
            </p:spPr>
          </p:pic>
          <p:sp>
            <p:nvSpPr>
              <p:cNvPr id="9" name="Rectangle: Rounded Corners 8">
                <a:extLst>
                  <a:ext uri="{FF2B5EF4-FFF2-40B4-BE49-F238E27FC236}">
                    <a16:creationId xmlns:a16="http://schemas.microsoft.com/office/drawing/2014/main" id="{33AB2ED8-8F3B-CD53-0B8B-BC54879B956E}"/>
                  </a:ext>
                </a:extLst>
              </p:cNvPr>
              <p:cNvSpPr/>
              <p:nvPr/>
            </p:nvSpPr>
            <p:spPr>
              <a:xfrm>
                <a:off x="394800" y="2300403"/>
                <a:ext cx="914400" cy="473307"/>
              </a:xfrm>
              <a:prstGeom prst="roundRect">
                <a:avLst/>
              </a:prstGeom>
              <a:solidFill>
                <a:schemeClr val="accent1"/>
              </a:solidFill>
              <a:ln>
                <a:solidFill>
                  <a:schemeClr val="accent4"/>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2400" b="1" dirty="0">
                    <a:solidFill>
                      <a:schemeClr val="bg1"/>
                    </a:solidFill>
                  </a:rPr>
                  <a:t>LIVE</a:t>
                </a:r>
              </a:p>
            </p:txBody>
          </p:sp>
        </p:grpSp>
        <p:sp>
          <p:nvSpPr>
            <p:cNvPr id="10" name="TextBox 9">
              <a:extLst>
                <a:ext uri="{FF2B5EF4-FFF2-40B4-BE49-F238E27FC236}">
                  <a16:creationId xmlns:a16="http://schemas.microsoft.com/office/drawing/2014/main" id="{5EC85732-829E-5F01-9E43-691B56EDA580}"/>
                </a:ext>
              </a:extLst>
            </p:cNvPr>
            <p:cNvSpPr txBox="1"/>
            <p:nvPr userDrawn="1"/>
          </p:nvSpPr>
          <p:spPr>
            <a:xfrm>
              <a:off x="2757000" y="1885340"/>
              <a:ext cx="6678000" cy="4031873"/>
            </a:xfrm>
            <a:prstGeom prst="rect">
              <a:avLst/>
            </a:prstGeom>
            <a:noFill/>
          </p:spPr>
          <p:txBody>
            <a:bodyPr wrap="square" rtlCol="0">
              <a:spAutoFit/>
            </a:bodyPr>
            <a:lstStyle/>
            <a:p>
              <a:pPr marL="0" indent="0" algn="ctr">
                <a:buNone/>
              </a:pPr>
              <a:r>
                <a:rPr lang="en-GB" sz="3200" b="1" dirty="0">
                  <a:solidFill>
                    <a:schemeClr val="accent1"/>
                  </a:solidFill>
                </a:rPr>
                <a:t>This Session is being Recorded</a:t>
              </a:r>
            </a:p>
            <a:p>
              <a:pPr marL="0" indent="0" algn="ctr">
                <a:buNone/>
              </a:pPr>
              <a:endParaRPr lang="en-GB" sz="3200" b="1" dirty="0">
                <a:solidFill>
                  <a:schemeClr val="accent1"/>
                </a:solidFill>
              </a:endParaRPr>
            </a:p>
            <a:p>
              <a:pPr marL="0" indent="0" algn="ctr">
                <a:buNone/>
              </a:pPr>
              <a:r>
                <a:rPr lang="en-GB" sz="2400" b="1" dirty="0">
                  <a:solidFill>
                    <a:schemeClr val="accent1"/>
                  </a:solidFill>
                </a:rPr>
                <a:t>It is being recorded for your benefit and for the purpose of Learner Support and Quality</a:t>
              </a:r>
            </a:p>
            <a:p>
              <a:pPr marL="0" indent="0" algn="ctr">
                <a:buNone/>
              </a:pPr>
              <a:endParaRPr lang="en-GB" sz="2400" b="1" dirty="0">
                <a:solidFill>
                  <a:schemeClr val="accent1"/>
                </a:solidFill>
              </a:endParaRPr>
            </a:p>
            <a:p>
              <a:pPr marL="0" indent="0" algn="ctr">
                <a:buNone/>
              </a:pPr>
              <a:r>
                <a:rPr lang="en-GB" sz="2400" b="1" dirty="0">
                  <a:solidFill>
                    <a:schemeClr val="accent1"/>
                  </a:solidFill>
                </a:rPr>
                <a:t>Attendance at the session is consent to be recorded</a:t>
              </a:r>
            </a:p>
            <a:p>
              <a:pPr marL="0" indent="0" algn="ctr">
                <a:buNone/>
              </a:pPr>
              <a:endParaRPr lang="en-GB" sz="2400" b="1" dirty="0">
                <a:solidFill>
                  <a:schemeClr val="accent1"/>
                </a:solidFill>
              </a:endParaRPr>
            </a:p>
            <a:p>
              <a:pPr marL="0" indent="0" algn="ctr">
                <a:buNone/>
              </a:pPr>
              <a:r>
                <a:rPr lang="en-GB" sz="2400" b="1" dirty="0">
                  <a:solidFill>
                    <a:schemeClr val="accent1"/>
                  </a:solidFill>
                </a:rPr>
                <a:t>Should you have any questions or concerns, please let your Trainer know.</a:t>
              </a:r>
            </a:p>
          </p:txBody>
        </p:sp>
      </p:grpSp>
      <p:sp>
        <p:nvSpPr>
          <p:cNvPr id="12" name="Title 11">
            <a:extLst>
              <a:ext uri="{FF2B5EF4-FFF2-40B4-BE49-F238E27FC236}">
                <a16:creationId xmlns:a16="http://schemas.microsoft.com/office/drawing/2014/main" id="{90D008FD-B7AA-B15A-3B2C-E5FE69EA5FD0}"/>
              </a:ext>
            </a:extLst>
          </p:cNvPr>
          <p:cNvSpPr>
            <a:spLocks noGrp="1"/>
          </p:cNvSpPr>
          <p:nvPr>
            <p:ph type="title"/>
          </p:nvPr>
        </p:nvSpPr>
        <p:spPr/>
        <p:txBody>
          <a:bodyPr/>
          <a:lstStyle/>
          <a:p>
            <a:r>
              <a:rPr lang="en-US" dirty="0"/>
              <a:t>Click to edit Master title style</a:t>
            </a:r>
            <a:endParaRPr lang="en-GB" dirty="0"/>
          </a:p>
        </p:txBody>
      </p:sp>
    </p:spTree>
    <p:extLst>
      <p:ext uri="{BB962C8B-B14F-4D97-AF65-F5344CB8AC3E}">
        <p14:creationId xmlns:p14="http://schemas.microsoft.com/office/powerpoint/2010/main" val="4029591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2C Introducti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A6650D-C61C-13C5-F86A-920EE227B9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3">
            <a:extLst>
              <a:ext uri="{FF2B5EF4-FFF2-40B4-BE49-F238E27FC236}">
                <a16:creationId xmlns:a16="http://schemas.microsoft.com/office/drawing/2014/main" id="{0BC4D96C-D562-1F2D-D84F-327D7A2486B6}"/>
              </a:ext>
            </a:extLst>
          </p:cNvPr>
          <p:cNvSpPr>
            <a:spLocks noGrp="1"/>
          </p:cNvSpPr>
          <p:nvPr>
            <p:ph type="title"/>
          </p:nvPr>
        </p:nvSpPr>
        <p:spPr>
          <a:xfrm>
            <a:off x="1147189" y="2442586"/>
            <a:ext cx="9897622" cy="1325563"/>
          </a:xfrm>
        </p:spPr>
        <p:txBody>
          <a:bodyPr/>
          <a:lstStyle>
            <a:lvl1pPr>
              <a:defRPr>
                <a:solidFill>
                  <a:schemeClr val="bg1"/>
                </a:solidFill>
              </a:defRPr>
            </a:lvl1pPr>
          </a:lstStyle>
          <a:p>
            <a:r>
              <a:rPr lang="en-US"/>
              <a:t>Click to edit Master title style</a:t>
            </a:r>
            <a:endParaRPr lang="en-GB"/>
          </a:p>
        </p:txBody>
      </p:sp>
      <p:sp>
        <p:nvSpPr>
          <p:cNvPr id="2" name="Subtitle 2">
            <a:extLst>
              <a:ext uri="{FF2B5EF4-FFF2-40B4-BE49-F238E27FC236}">
                <a16:creationId xmlns:a16="http://schemas.microsoft.com/office/drawing/2014/main" id="{F9A83B70-45B0-0721-CBD1-A05B07E7550E}"/>
              </a:ext>
            </a:extLst>
          </p:cNvPr>
          <p:cNvSpPr>
            <a:spLocks noGrp="1"/>
          </p:cNvSpPr>
          <p:nvPr>
            <p:ph type="subTitle" idx="1"/>
          </p:nvPr>
        </p:nvSpPr>
        <p:spPr>
          <a:xfrm>
            <a:off x="1147189" y="3834485"/>
            <a:ext cx="9244727" cy="450000"/>
          </a:xfrm>
          <a:noFill/>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a:extLst>
              <a:ext uri="{FF2B5EF4-FFF2-40B4-BE49-F238E27FC236}">
                <a16:creationId xmlns:a16="http://schemas.microsoft.com/office/drawing/2014/main" id="{FBB132C8-CA17-50CF-4CF7-FFEF134745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5738" y="640528"/>
            <a:ext cx="4305541" cy="979149"/>
          </a:xfrm>
          <a:prstGeom prst="rect">
            <a:avLst/>
          </a:prstGeom>
        </p:spPr>
      </p:pic>
    </p:spTree>
    <p:extLst>
      <p:ext uri="{BB962C8B-B14F-4D97-AF65-F5344CB8AC3E}">
        <p14:creationId xmlns:p14="http://schemas.microsoft.com/office/powerpoint/2010/main" val="4294306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F2C Introducti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A6650D-C61C-13C5-F86A-920EE227B9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3">
            <a:extLst>
              <a:ext uri="{FF2B5EF4-FFF2-40B4-BE49-F238E27FC236}">
                <a16:creationId xmlns:a16="http://schemas.microsoft.com/office/drawing/2014/main" id="{0BC4D96C-D562-1F2D-D84F-327D7A2486B6}"/>
              </a:ext>
            </a:extLst>
          </p:cNvPr>
          <p:cNvSpPr>
            <a:spLocks noGrp="1"/>
          </p:cNvSpPr>
          <p:nvPr>
            <p:ph type="title"/>
          </p:nvPr>
        </p:nvSpPr>
        <p:spPr>
          <a:xfrm>
            <a:off x="1147189" y="2442586"/>
            <a:ext cx="9897622" cy="1325563"/>
          </a:xfrm>
        </p:spPr>
        <p:txBody>
          <a:bodyPr/>
          <a:lstStyle>
            <a:lvl1pPr>
              <a:defRPr>
                <a:solidFill>
                  <a:schemeClr val="bg1"/>
                </a:solidFill>
              </a:defRPr>
            </a:lvl1pPr>
          </a:lstStyle>
          <a:p>
            <a:r>
              <a:rPr lang="en-US"/>
              <a:t>Click to edit Master title style</a:t>
            </a:r>
            <a:endParaRPr lang="en-GB"/>
          </a:p>
        </p:txBody>
      </p:sp>
      <p:sp>
        <p:nvSpPr>
          <p:cNvPr id="2" name="Subtitle 2">
            <a:extLst>
              <a:ext uri="{FF2B5EF4-FFF2-40B4-BE49-F238E27FC236}">
                <a16:creationId xmlns:a16="http://schemas.microsoft.com/office/drawing/2014/main" id="{F9A83B70-45B0-0721-CBD1-A05B07E7550E}"/>
              </a:ext>
            </a:extLst>
          </p:cNvPr>
          <p:cNvSpPr>
            <a:spLocks noGrp="1"/>
          </p:cNvSpPr>
          <p:nvPr>
            <p:ph type="subTitle" idx="1"/>
          </p:nvPr>
        </p:nvSpPr>
        <p:spPr>
          <a:xfrm>
            <a:off x="1147189" y="3834485"/>
            <a:ext cx="9244727" cy="450000"/>
          </a:xfrm>
          <a:noFill/>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a:extLst>
              <a:ext uri="{FF2B5EF4-FFF2-40B4-BE49-F238E27FC236}">
                <a16:creationId xmlns:a16="http://schemas.microsoft.com/office/drawing/2014/main" id="{FBB132C8-CA17-50CF-4CF7-FFEF134745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5738" y="640528"/>
            <a:ext cx="4305541" cy="979149"/>
          </a:xfrm>
          <a:prstGeom prst="rect">
            <a:avLst/>
          </a:prstGeom>
        </p:spPr>
      </p:pic>
    </p:spTree>
    <p:extLst>
      <p:ext uri="{BB962C8B-B14F-4D97-AF65-F5344CB8AC3E}">
        <p14:creationId xmlns:p14="http://schemas.microsoft.com/office/powerpoint/2010/main" val="3738180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F2C Introducti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A6650D-C61C-13C5-F86A-920EE227B9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3">
            <a:extLst>
              <a:ext uri="{FF2B5EF4-FFF2-40B4-BE49-F238E27FC236}">
                <a16:creationId xmlns:a16="http://schemas.microsoft.com/office/drawing/2014/main" id="{0BC4D96C-D562-1F2D-D84F-327D7A2486B6}"/>
              </a:ext>
            </a:extLst>
          </p:cNvPr>
          <p:cNvSpPr>
            <a:spLocks noGrp="1"/>
          </p:cNvSpPr>
          <p:nvPr>
            <p:ph type="title"/>
          </p:nvPr>
        </p:nvSpPr>
        <p:spPr>
          <a:xfrm>
            <a:off x="1147189" y="2442586"/>
            <a:ext cx="9897622" cy="1325563"/>
          </a:xfrm>
        </p:spPr>
        <p:txBody>
          <a:bodyPr/>
          <a:lstStyle>
            <a:lvl1pPr>
              <a:defRPr>
                <a:solidFill>
                  <a:schemeClr val="bg1"/>
                </a:solidFill>
              </a:defRPr>
            </a:lvl1pPr>
          </a:lstStyle>
          <a:p>
            <a:r>
              <a:rPr lang="en-US"/>
              <a:t>Click to edit Master title style</a:t>
            </a:r>
            <a:endParaRPr lang="en-GB"/>
          </a:p>
        </p:txBody>
      </p:sp>
      <p:sp>
        <p:nvSpPr>
          <p:cNvPr id="2" name="Subtitle 2">
            <a:extLst>
              <a:ext uri="{FF2B5EF4-FFF2-40B4-BE49-F238E27FC236}">
                <a16:creationId xmlns:a16="http://schemas.microsoft.com/office/drawing/2014/main" id="{F9A83B70-45B0-0721-CBD1-A05B07E7550E}"/>
              </a:ext>
            </a:extLst>
          </p:cNvPr>
          <p:cNvSpPr>
            <a:spLocks noGrp="1"/>
          </p:cNvSpPr>
          <p:nvPr>
            <p:ph type="subTitle" idx="1"/>
          </p:nvPr>
        </p:nvSpPr>
        <p:spPr>
          <a:xfrm>
            <a:off x="1147189" y="3834485"/>
            <a:ext cx="9244727" cy="450000"/>
          </a:xfrm>
          <a:noFill/>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a:extLst>
              <a:ext uri="{FF2B5EF4-FFF2-40B4-BE49-F238E27FC236}">
                <a16:creationId xmlns:a16="http://schemas.microsoft.com/office/drawing/2014/main" id="{FBB132C8-CA17-50CF-4CF7-FFEF134745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5738" y="640528"/>
            <a:ext cx="4305541" cy="979149"/>
          </a:xfrm>
          <a:prstGeom prst="rect">
            <a:avLst/>
          </a:prstGeom>
        </p:spPr>
      </p:pic>
    </p:spTree>
    <p:extLst>
      <p:ext uri="{BB962C8B-B14F-4D97-AF65-F5344CB8AC3E}">
        <p14:creationId xmlns:p14="http://schemas.microsoft.com/office/powerpoint/2010/main" val="1654234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F2C Introducti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A6650D-C61C-13C5-F86A-920EE227B9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3">
            <a:extLst>
              <a:ext uri="{FF2B5EF4-FFF2-40B4-BE49-F238E27FC236}">
                <a16:creationId xmlns:a16="http://schemas.microsoft.com/office/drawing/2014/main" id="{0BC4D96C-D562-1F2D-D84F-327D7A2486B6}"/>
              </a:ext>
            </a:extLst>
          </p:cNvPr>
          <p:cNvSpPr>
            <a:spLocks noGrp="1"/>
          </p:cNvSpPr>
          <p:nvPr>
            <p:ph type="title"/>
          </p:nvPr>
        </p:nvSpPr>
        <p:spPr>
          <a:xfrm>
            <a:off x="1147189" y="2442586"/>
            <a:ext cx="9897622" cy="1325563"/>
          </a:xfrm>
        </p:spPr>
        <p:txBody>
          <a:bodyPr/>
          <a:lstStyle>
            <a:lvl1pPr>
              <a:defRPr>
                <a:solidFill>
                  <a:schemeClr val="bg1"/>
                </a:solidFill>
              </a:defRPr>
            </a:lvl1pPr>
          </a:lstStyle>
          <a:p>
            <a:r>
              <a:rPr lang="en-US"/>
              <a:t>Click to edit Master title style</a:t>
            </a:r>
            <a:endParaRPr lang="en-GB"/>
          </a:p>
        </p:txBody>
      </p:sp>
      <p:sp>
        <p:nvSpPr>
          <p:cNvPr id="2" name="Subtitle 2">
            <a:extLst>
              <a:ext uri="{FF2B5EF4-FFF2-40B4-BE49-F238E27FC236}">
                <a16:creationId xmlns:a16="http://schemas.microsoft.com/office/drawing/2014/main" id="{F9A83B70-45B0-0721-CBD1-A05B07E7550E}"/>
              </a:ext>
            </a:extLst>
          </p:cNvPr>
          <p:cNvSpPr>
            <a:spLocks noGrp="1"/>
          </p:cNvSpPr>
          <p:nvPr>
            <p:ph type="subTitle" idx="1"/>
          </p:nvPr>
        </p:nvSpPr>
        <p:spPr>
          <a:xfrm>
            <a:off x="1147189" y="3834485"/>
            <a:ext cx="9244727" cy="450000"/>
          </a:xfrm>
          <a:noFill/>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a:extLst>
              <a:ext uri="{FF2B5EF4-FFF2-40B4-BE49-F238E27FC236}">
                <a16:creationId xmlns:a16="http://schemas.microsoft.com/office/drawing/2014/main" id="{FBB132C8-CA17-50CF-4CF7-FFEF134745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5738" y="640528"/>
            <a:ext cx="4305541" cy="979149"/>
          </a:xfrm>
          <a:prstGeom prst="rect">
            <a:avLst/>
          </a:prstGeom>
        </p:spPr>
      </p:pic>
    </p:spTree>
    <p:extLst>
      <p:ext uri="{BB962C8B-B14F-4D97-AF65-F5344CB8AC3E}">
        <p14:creationId xmlns:p14="http://schemas.microsoft.com/office/powerpoint/2010/main" val="3876550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3" name="Picture 2" descr="A colorful stream of water">
            <a:extLst>
              <a:ext uri="{FF2B5EF4-FFF2-40B4-BE49-F238E27FC236}">
                <a16:creationId xmlns:a16="http://schemas.microsoft.com/office/drawing/2014/main" id="{A38DC9F4-CF36-F7CD-78CA-C9198F3634D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984748"/>
          </a:xfrm>
          <a:prstGeom prst="rect">
            <a:avLst/>
          </a:prstGeom>
        </p:spPr>
      </p:pic>
      <p:sp>
        <p:nvSpPr>
          <p:cNvPr id="5" name="Title 1">
            <a:extLst>
              <a:ext uri="{FF2B5EF4-FFF2-40B4-BE49-F238E27FC236}">
                <a16:creationId xmlns:a16="http://schemas.microsoft.com/office/drawing/2014/main" id="{EA7208E6-346F-9F3A-2066-105CE8C32B22}"/>
              </a:ext>
            </a:extLst>
          </p:cNvPr>
          <p:cNvSpPr>
            <a:spLocks noGrp="1"/>
          </p:cNvSpPr>
          <p:nvPr>
            <p:ph type="ctrTitle"/>
          </p:nvPr>
        </p:nvSpPr>
        <p:spPr>
          <a:xfrm>
            <a:off x="388800" y="1616400"/>
            <a:ext cx="9936000" cy="1818000"/>
          </a:xfrm>
        </p:spPr>
        <p:txBody>
          <a:bodyPr anchor="b">
            <a:normAutofit/>
          </a:bodyPr>
          <a:lstStyle>
            <a:lvl1pPr algn="l">
              <a:defRPr sz="4800">
                <a:solidFill>
                  <a:schemeClr val="tx1"/>
                </a:solidFill>
              </a:defRPr>
            </a:lvl1pPr>
          </a:lstStyle>
          <a:p>
            <a:r>
              <a:rPr lang="en-US" dirty="0"/>
              <a:t>Click to edit Master title style</a:t>
            </a:r>
            <a:endParaRPr lang="en-GB" dirty="0"/>
          </a:p>
        </p:txBody>
      </p:sp>
      <p:sp>
        <p:nvSpPr>
          <p:cNvPr id="6" name="Subtitle 2">
            <a:extLst>
              <a:ext uri="{FF2B5EF4-FFF2-40B4-BE49-F238E27FC236}">
                <a16:creationId xmlns:a16="http://schemas.microsoft.com/office/drawing/2014/main" id="{5CE0F1A4-D5AE-8FA6-5CAF-106CC0F3A327}"/>
              </a:ext>
            </a:extLst>
          </p:cNvPr>
          <p:cNvSpPr>
            <a:spLocks noGrp="1"/>
          </p:cNvSpPr>
          <p:nvPr>
            <p:ph type="subTitle" idx="1"/>
          </p:nvPr>
        </p:nvSpPr>
        <p:spPr>
          <a:xfrm>
            <a:off x="388800" y="3474000"/>
            <a:ext cx="9244727" cy="450000"/>
          </a:xfrm>
          <a:solidFill>
            <a:schemeClr val="bg1"/>
          </a:solidFill>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Tree>
    <p:extLst>
      <p:ext uri="{BB962C8B-B14F-4D97-AF65-F5344CB8AC3E}">
        <p14:creationId xmlns:p14="http://schemas.microsoft.com/office/powerpoint/2010/main" val="116732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urse Overvi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7EFA4-D2DE-B183-D9D0-EF20303ED45D}"/>
              </a:ext>
            </a:extLst>
          </p:cNvPr>
          <p:cNvSpPr>
            <a:spLocks noGrp="1"/>
          </p:cNvSpPr>
          <p:nvPr>
            <p:ph type="title" hasCustomPrompt="1"/>
          </p:nvPr>
        </p:nvSpPr>
        <p:spPr>
          <a:xfrm>
            <a:off x="143607" y="172800"/>
            <a:ext cx="9896400" cy="1324800"/>
          </a:xfrm>
        </p:spPr>
        <p:txBody>
          <a:bodyPr/>
          <a:lstStyle>
            <a:lvl1pPr>
              <a:defRPr/>
            </a:lvl1pPr>
          </a:lstStyle>
          <a:p>
            <a:r>
              <a:rPr lang="en-US" dirty="0"/>
              <a:t>Course Overview</a:t>
            </a:r>
            <a:endParaRPr lang="en-GB" dirty="0"/>
          </a:p>
        </p:txBody>
      </p:sp>
      <p:pic>
        <p:nvPicPr>
          <p:cNvPr id="4" name="Picture 3">
            <a:extLst>
              <a:ext uri="{FF2B5EF4-FFF2-40B4-BE49-F238E27FC236}">
                <a16:creationId xmlns:a16="http://schemas.microsoft.com/office/drawing/2014/main" id="{B4ACB4C6-75DF-091C-EE82-3AEE8D2697C0}"/>
              </a:ext>
            </a:extLst>
          </p:cNvPr>
          <p:cNvPicPr>
            <a:picLocks noChangeAspect="1"/>
          </p:cNvPicPr>
          <p:nvPr userDrawn="1"/>
        </p:nvPicPr>
        <p:blipFill>
          <a:blip r:embed="rId2">
            <a:duotone>
              <a:schemeClr val="accent4">
                <a:shade val="45000"/>
                <a:satMod val="135000"/>
              </a:schemeClr>
              <a:prstClr val="white"/>
            </a:duotone>
          </a:blip>
          <a:stretch>
            <a:fillRect/>
          </a:stretch>
        </p:blipFill>
        <p:spPr>
          <a:xfrm>
            <a:off x="643237" y="3543301"/>
            <a:ext cx="1279796" cy="1279796"/>
          </a:xfrm>
          <a:prstGeom prst="rect">
            <a:avLst/>
          </a:prstGeom>
          <a:ln>
            <a:noFill/>
          </a:ln>
        </p:spPr>
      </p:pic>
      <p:sp>
        <p:nvSpPr>
          <p:cNvPr id="5" name="Content Placeholder 2">
            <a:extLst>
              <a:ext uri="{FF2B5EF4-FFF2-40B4-BE49-F238E27FC236}">
                <a16:creationId xmlns:a16="http://schemas.microsoft.com/office/drawing/2014/main" id="{CCF4D228-0A16-16AB-CF0E-2F22897C5AE9}"/>
              </a:ext>
            </a:extLst>
          </p:cNvPr>
          <p:cNvSpPr>
            <a:spLocks noGrp="1"/>
          </p:cNvSpPr>
          <p:nvPr>
            <p:ph idx="1"/>
          </p:nvPr>
        </p:nvSpPr>
        <p:spPr>
          <a:xfrm>
            <a:off x="2250831" y="1681199"/>
            <a:ext cx="9801575" cy="1176301"/>
          </a:xfrm>
        </p:spPr>
        <p:txBody>
          <a:bodyPr/>
          <a:lstStyle>
            <a:lvl1pPr>
              <a:defRPr b="0"/>
            </a:lvl1pPr>
            <a:lvl2pPr>
              <a:defRPr b="0"/>
            </a:lvl2pPr>
            <a:lvl3pPr>
              <a:defRPr b="0"/>
            </a:lvl3pPr>
            <a:lvl4pPr>
              <a:defRPr b="0"/>
            </a:lvl4pPr>
            <a:lvl5pPr>
              <a:defRPr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Content Placeholder 7">
            <a:extLst>
              <a:ext uri="{FF2B5EF4-FFF2-40B4-BE49-F238E27FC236}">
                <a16:creationId xmlns:a16="http://schemas.microsoft.com/office/drawing/2014/main" id="{1CC543FE-B1AA-11E8-EBC5-0E6313C2B2B9}"/>
              </a:ext>
            </a:extLst>
          </p:cNvPr>
          <p:cNvSpPr>
            <a:spLocks noGrp="1"/>
          </p:cNvSpPr>
          <p:nvPr>
            <p:ph sz="quarter" idx="11"/>
          </p:nvPr>
        </p:nvSpPr>
        <p:spPr>
          <a:xfrm>
            <a:off x="2250830" y="3038965"/>
            <a:ext cx="9801575" cy="3644864"/>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6016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89EC0-0E7F-36B3-A4EB-836C88C9276A}"/>
              </a:ext>
            </a:extLst>
          </p:cNvPr>
          <p:cNvSpPr>
            <a:spLocks noGrp="1"/>
          </p:cNvSpPr>
          <p:nvPr>
            <p:ph type="title"/>
          </p:nvPr>
        </p:nvSpPr>
        <p:spPr>
          <a:xfrm>
            <a:off x="144000" y="172800"/>
            <a:ext cx="9896400" cy="1325563"/>
          </a:xfrm>
        </p:spPr>
        <p:txBody>
          <a:bodyPr/>
          <a:lstStyle/>
          <a:p>
            <a:r>
              <a:rPr lang="en-US"/>
              <a:t>Click to edit Master title style</a:t>
            </a:r>
            <a:endParaRPr lang="en-GB"/>
          </a:p>
        </p:txBody>
      </p:sp>
      <p:sp>
        <p:nvSpPr>
          <p:cNvPr id="4" name="Text Placeholder 3">
            <a:extLst>
              <a:ext uri="{FF2B5EF4-FFF2-40B4-BE49-F238E27FC236}">
                <a16:creationId xmlns:a16="http://schemas.microsoft.com/office/drawing/2014/main" id="{88E4F1AE-B921-01D2-1D22-C07269A058E4}"/>
              </a:ext>
            </a:extLst>
          </p:cNvPr>
          <p:cNvSpPr>
            <a:spLocks noGrp="1"/>
          </p:cNvSpPr>
          <p:nvPr>
            <p:ph type="body" sz="quarter" idx="10"/>
          </p:nvPr>
        </p:nvSpPr>
        <p:spPr>
          <a:xfrm>
            <a:off x="144000" y="1681200"/>
            <a:ext cx="11908800" cy="10971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martArt Placeholder 5">
            <a:extLst>
              <a:ext uri="{FF2B5EF4-FFF2-40B4-BE49-F238E27FC236}">
                <a16:creationId xmlns:a16="http://schemas.microsoft.com/office/drawing/2014/main" id="{E2CC15FC-1F7E-FAA2-B138-13E017A09DA7}"/>
              </a:ext>
            </a:extLst>
          </p:cNvPr>
          <p:cNvSpPr>
            <a:spLocks noGrp="1"/>
          </p:cNvSpPr>
          <p:nvPr>
            <p:ph type="dgm" sz="quarter" idx="11"/>
          </p:nvPr>
        </p:nvSpPr>
        <p:spPr>
          <a:xfrm>
            <a:off x="144000" y="2857500"/>
            <a:ext cx="11908800" cy="3827700"/>
          </a:xfrm>
        </p:spPr>
        <p:txBody>
          <a:bodyPr/>
          <a:lstStyle/>
          <a:p>
            <a:endParaRPr lang="en-GB"/>
          </a:p>
        </p:txBody>
      </p:sp>
    </p:spTree>
    <p:extLst>
      <p:ext uri="{BB962C8B-B14F-4D97-AF65-F5344CB8AC3E}">
        <p14:creationId xmlns:p14="http://schemas.microsoft.com/office/powerpoint/2010/main" val="1617488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urse Overvi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7EFA4-D2DE-B183-D9D0-EF20303ED45D}"/>
              </a:ext>
            </a:extLst>
          </p:cNvPr>
          <p:cNvSpPr>
            <a:spLocks noGrp="1"/>
          </p:cNvSpPr>
          <p:nvPr>
            <p:ph type="title" hasCustomPrompt="1"/>
          </p:nvPr>
        </p:nvSpPr>
        <p:spPr>
          <a:xfrm>
            <a:off x="144000" y="172800"/>
            <a:ext cx="9896400" cy="1324800"/>
          </a:xfrm>
        </p:spPr>
        <p:txBody>
          <a:bodyPr/>
          <a:lstStyle>
            <a:lvl1pPr>
              <a:defRPr/>
            </a:lvl1pPr>
          </a:lstStyle>
          <a:p>
            <a:r>
              <a:rPr lang="en-US" dirty="0"/>
              <a:t>Demo</a:t>
            </a:r>
            <a:endParaRPr lang="en-GB" dirty="0"/>
          </a:p>
        </p:txBody>
      </p:sp>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4572000" y="1681200"/>
            <a:ext cx="7480800" cy="5004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0" name="Picture 9">
            <a:extLst>
              <a:ext uri="{FF2B5EF4-FFF2-40B4-BE49-F238E27FC236}">
                <a16:creationId xmlns:a16="http://schemas.microsoft.com/office/drawing/2014/main" id="{1E032F72-312B-F060-716F-2C3818D7484F}"/>
              </a:ext>
            </a:extLst>
          </p:cNvPr>
          <p:cNvPicPr>
            <a:picLocks noChangeAspect="1"/>
          </p:cNvPicPr>
          <p:nvPr userDrawn="1"/>
        </p:nvPicPr>
        <p:blipFill>
          <a:blip r:embed="rId2"/>
          <a:stretch>
            <a:fillRect/>
          </a:stretch>
        </p:blipFill>
        <p:spPr>
          <a:xfrm>
            <a:off x="907200" y="2736000"/>
            <a:ext cx="2898000" cy="2898000"/>
          </a:xfrm>
          <a:prstGeom prst="rect">
            <a:avLst/>
          </a:prstGeom>
        </p:spPr>
      </p:pic>
    </p:spTree>
    <p:extLst>
      <p:ext uri="{BB962C8B-B14F-4D97-AF65-F5344CB8AC3E}">
        <p14:creationId xmlns:p14="http://schemas.microsoft.com/office/powerpoint/2010/main" val="2493274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bullet list No KS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7AD91-E2BC-3152-DB6C-8682347FE39B}"/>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246B7EB-321E-8610-6E88-78CE997A557C}"/>
              </a:ext>
            </a:extLst>
          </p:cNvPr>
          <p:cNvSpPr>
            <a:spLocks noGrp="1"/>
          </p:cNvSpPr>
          <p:nvPr>
            <p:ph idx="1"/>
          </p:nvPr>
        </p:nvSpPr>
        <p:spPr>
          <a:xfrm>
            <a:off x="142128" y="1679521"/>
            <a:ext cx="11907740" cy="500430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780590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142128" y="1679521"/>
            <a:ext cx="11907740" cy="468611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itle 3">
            <a:extLst>
              <a:ext uri="{FF2B5EF4-FFF2-40B4-BE49-F238E27FC236}">
                <a16:creationId xmlns:a16="http://schemas.microsoft.com/office/drawing/2014/main" id="{E904B940-1F20-2C11-CA76-F3A38B796FED}"/>
              </a:ext>
            </a:extLst>
          </p:cNvPr>
          <p:cNvSpPr>
            <a:spLocks noGrp="1"/>
          </p:cNvSpPr>
          <p:nvPr>
            <p:ph type="title"/>
          </p:nvPr>
        </p:nvSpPr>
        <p:spPr/>
        <p:txBody>
          <a:bodyPr/>
          <a:lstStyle/>
          <a:p>
            <a:r>
              <a:rPr lang="en-US"/>
              <a:t>Click to edit Master title style</a:t>
            </a:r>
            <a:endParaRPr lang="en-GB"/>
          </a:p>
        </p:txBody>
      </p:sp>
      <p:sp>
        <p:nvSpPr>
          <p:cNvPr id="5" name="Text Placeholder 4">
            <a:extLst>
              <a:ext uri="{FF2B5EF4-FFF2-40B4-BE49-F238E27FC236}">
                <a16:creationId xmlns:a16="http://schemas.microsoft.com/office/drawing/2014/main" id="{21C45679-53F1-CD1E-5969-358664F10169}"/>
              </a:ext>
            </a:extLst>
          </p:cNvPr>
          <p:cNvSpPr>
            <a:spLocks noGrp="1"/>
          </p:cNvSpPr>
          <p:nvPr>
            <p:ph type="body" sz="quarter" idx="10"/>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4A14EE58-F612-C906-46F8-7979405C7459}"/>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8" name="TextBox 7">
            <a:extLst>
              <a:ext uri="{FF2B5EF4-FFF2-40B4-BE49-F238E27FC236}">
                <a16:creationId xmlns:a16="http://schemas.microsoft.com/office/drawing/2014/main" id="{2A92E586-7093-69E3-DC5B-31C518D04F4F}"/>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9" name="Text Placeholder 4">
            <a:extLst>
              <a:ext uri="{FF2B5EF4-FFF2-40B4-BE49-F238E27FC236}">
                <a16:creationId xmlns:a16="http://schemas.microsoft.com/office/drawing/2014/main" id="{94745C87-E321-8B9A-FD3D-758C807E4D2D}"/>
              </a:ext>
            </a:extLst>
          </p:cNvPr>
          <p:cNvSpPr>
            <a:spLocks noGrp="1"/>
          </p:cNvSpPr>
          <p:nvPr>
            <p:ph type="body" sz="quarter" idx="11"/>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31594115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ctivity">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1417294" y="1679710"/>
            <a:ext cx="9357413" cy="4687200"/>
          </a:xfrm>
        </p:spPr>
        <p:txBody>
          <a:bodyPr anchor="ctr"/>
          <a:lstStyle>
            <a:lvl1pPr algn="ctr">
              <a:buNone/>
              <a:defRPr/>
            </a:lvl1pPr>
            <a:lvl2pPr algn="ctr">
              <a:defRPr/>
            </a:lvl2pPr>
            <a:lvl3pPr algn="ctr">
              <a:defRPr/>
            </a:lvl3pPr>
            <a:lvl4pPr algn="ctr">
              <a:defRPr/>
            </a:lvl4pPr>
            <a:lvl5pPr algn="ctr">
              <a:defRPr/>
            </a:lvl5pPr>
          </a:lstStyle>
          <a:p>
            <a:pPr lvl="0"/>
            <a:r>
              <a:rPr lang="en-US" dirty="0"/>
              <a:t>Click to edit Master text styles</a:t>
            </a:r>
          </a:p>
        </p:txBody>
      </p:sp>
      <p:sp>
        <p:nvSpPr>
          <p:cNvPr id="4" name="Title 3">
            <a:extLst>
              <a:ext uri="{FF2B5EF4-FFF2-40B4-BE49-F238E27FC236}">
                <a16:creationId xmlns:a16="http://schemas.microsoft.com/office/drawing/2014/main" id="{E904B940-1F20-2C11-CA76-F3A38B796FED}"/>
              </a:ext>
            </a:extLst>
          </p:cNvPr>
          <p:cNvSpPr>
            <a:spLocks noGrp="1"/>
          </p:cNvSpPr>
          <p:nvPr>
            <p:ph type="title"/>
          </p:nvPr>
        </p:nvSpPr>
        <p:spPr/>
        <p:txBody>
          <a:bodyPr/>
          <a:lstStyle/>
          <a:p>
            <a:r>
              <a:rPr lang="en-US"/>
              <a:t>Click to edit Master title style</a:t>
            </a:r>
            <a:endParaRPr lang="en-GB"/>
          </a:p>
        </p:txBody>
      </p:sp>
      <p:grpSp>
        <p:nvGrpSpPr>
          <p:cNvPr id="28" name="Group 27">
            <a:extLst>
              <a:ext uri="{FF2B5EF4-FFF2-40B4-BE49-F238E27FC236}">
                <a16:creationId xmlns:a16="http://schemas.microsoft.com/office/drawing/2014/main" id="{FBE4C7C6-BBF4-A8B1-C2BE-A5DC4E243CEC}"/>
              </a:ext>
            </a:extLst>
          </p:cNvPr>
          <p:cNvGrpSpPr/>
          <p:nvPr userDrawn="1"/>
        </p:nvGrpSpPr>
        <p:grpSpPr>
          <a:xfrm>
            <a:off x="444981" y="1588270"/>
            <a:ext cx="656129" cy="4847987"/>
            <a:chOff x="444981" y="1588176"/>
            <a:chExt cx="656129" cy="4847987"/>
          </a:xfrm>
        </p:grpSpPr>
        <p:grpSp>
          <p:nvGrpSpPr>
            <p:cNvPr id="24" name="Group 23">
              <a:extLst>
                <a:ext uri="{FF2B5EF4-FFF2-40B4-BE49-F238E27FC236}">
                  <a16:creationId xmlns:a16="http://schemas.microsoft.com/office/drawing/2014/main" id="{70386204-DC36-594C-F95F-3FD2CF30EB64}"/>
                </a:ext>
              </a:extLst>
            </p:cNvPr>
            <p:cNvGrpSpPr/>
            <p:nvPr userDrawn="1"/>
          </p:nvGrpSpPr>
          <p:grpSpPr>
            <a:xfrm>
              <a:off x="444981" y="1588176"/>
              <a:ext cx="656129" cy="4847987"/>
              <a:chOff x="444981" y="1588176"/>
              <a:chExt cx="656129" cy="4847987"/>
            </a:xfrm>
          </p:grpSpPr>
          <p:pic>
            <p:nvPicPr>
              <p:cNvPr id="5" name="Graphic 4" descr="Blog with solid fill">
                <a:extLst>
                  <a:ext uri="{FF2B5EF4-FFF2-40B4-BE49-F238E27FC236}">
                    <a16:creationId xmlns:a16="http://schemas.microsoft.com/office/drawing/2014/main" id="{47CF4AC3-18FC-FC5B-FD65-23D5CC8AF43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44981" y="1588176"/>
                <a:ext cx="653151" cy="653151"/>
              </a:xfrm>
              <a:prstGeom prst="rect">
                <a:avLst/>
              </a:prstGeom>
            </p:spPr>
          </p:pic>
          <p:sp>
            <p:nvSpPr>
              <p:cNvPr id="7" name="TextBox 6">
                <a:extLst>
                  <a:ext uri="{FF2B5EF4-FFF2-40B4-BE49-F238E27FC236}">
                    <a16:creationId xmlns:a16="http://schemas.microsoft.com/office/drawing/2014/main" id="{A692A134-5C96-6573-6BCB-3A68CE651316}"/>
                  </a:ext>
                </a:extLst>
              </p:cNvPr>
              <p:cNvSpPr txBox="1"/>
              <p:nvPr userDrawn="1"/>
            </p:nvSpPr>
            <p:spPr>
              <a:xfrm rot="16200000">
                <a:off x="-1112518" y="3765948"/>
                <a:ext cx="3697815" cy="492443"/>
              </a:xfrm>
              <a:prstGeom prst="rect">
                <a:avLst/>
              </a:prstGeom>
              <a:noFill/>
            </p:spPr>
            <p:txBody>
              <a:bodyPr wrap="square" lIns="0" tIns="0" rIns="0" bIns="0" rtlCol="0">
                <a:spAutoFit/>
              </a:bodyPr>
              <a:lstStyle/>
              <a:p>
                <a:pPr algn="ctr"/>
                <a:r>
                  <a:rPr lang="en-GB" sz="3200" b="1" spc="0" baseline="0" dirty="0">
                    <a:solidFill>
                      <a:schemeClr val="accent1"/>
                    </a:solidFill>
                  </a:rPr>
                  <a:t>ACTIVITY</a:t>
                </a:r>
              </a:p>
            </p:txBody>
          </p:sp>
          <p:pic>
            <p:nvPicPr>
              <p:cNvPr id="23" name="Graphic 22" descr="Blog with solid fill">
                <a:extLst>
                  <a:ext uri="{FF2B5EF4-FFF2-40B4-BE49-F238E27FC236}">
                    <a16:creationId xmlns:a16="http://schemas.microsoft.com/office/drawing/2014/main" id="{33214E56-6500-2417-09A9-85D2BD90428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47959" y="5783012"/>
                <a:ext cx="653151" cy="653151"/>
              </a:xfrm>
              <a:prstGeom prst="rect">
                <a:avLst/>
              </a:prstGeom>
            </p:spPr>
          </p:pic>
        </p:grpSp>
        <p:cxnSp>
          <p:nvCxnSpPr>
            <p:cNvPr id="26" name="Straight Connector 25">
              <a:extLst>
                <a:ext uri="{FF2B5EF4-FFF2-40B4-BE49-F238E27FC236}">
                  <a16:creationId xmlns:a16="http://schemas.microsoft.com/office/drawing/2014/main" id="{9AE7874F-B858-B765-BE37-339730524841}"/>
                </a:ext>
              </a:extLst>
            </p:cNvPr>
            <p:cNvCxnSpPr>
              <a:cxnSpLocks/>
            </p:cNvCxnSpPr>
            <p:nvPr userDrawn="1"/>
          </p:nvCxnSpPr>
          <p:spPr>
            <a:xfrm>
              <a:off x="490167" y="2206867"/>
              <a:ext cx="0" cy="357182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7D7344A0-F24C-F961-3478-BF0F518D4659}"/>
                </a:ext>
              </a:extLst>
            </p:cNvPr>
            <p:cNvCxnSpPr>
              <a:cxnSpLocks/>
            </p:cNvCxnSpPr>
            <p:nvPr userDrawn="1"/>
          </p:nvCxnSpPr>
          <p:spPr>
            <a:xfrm>
              <a:off x="982611" y="2206867"/>
              <a:ext cx="0" cy="3571820"/>
            </a:xfrm>
            <a:prstGeom prst="line">
              <a:avLst/>
            </a:prstGeom>
            <a:ln w="38100"/>
          </p:spPr>
          <p:style>
            <a:lnRef idx="2">
              <a:schemeClr val="accent1"/>
            </a:lnRef>
            <a:fillRef idx="0">
              <a:schemeClr val="accent1"/>
            </a:fillRef>
            <a:effectRef idx="1">
              <a:schemeClr val="accent1"/>
            </a:effectRef>
            <a:fontRef idx="minor">
              <a:schemeClr val="tx1"/>
            </a:fontRef>
          </p:style>
        </p:cxnSp>
      </p:grpSp>
      <p:sp>
        <p:nvSpPr>
          <p:cNvPr id="2" name="Text Placeholder 4">
            <a:extLst>
              <a:ext uri="{FF2B5EF4-FFF2-40B4-BE49-F238E27FC236}">
                <a16:creationId xmlns:a16="http://schemas.microsoft.com/office/drawing/2014/main" id="{841D7770-3C92-8288-44C9-A9B2199CD5F1}"/>
              </a:ext>
            </a:extLst>
          </p:cNvPr>
          <p:cNvSpPr>
            <a:spLocks noGrp="1"/>
          </p:cNvSpPr>
          <p:nvPr>
            <p:ph type="body" sz="quarter" idx="10"/>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3FEE09FE-E753-1C24-B196-2E58D6639FA9}"/>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8" name="TextBox 7">
            <a:extLst>
              <a:ext uri="{FF2B5EF4-FFF2-40B4-BE49-F238E27FC236}">
                <a16:creationId xmlns:a16="http://schemas.microsoft.com/office/drawing/2014/main" id="{716F5A1F-5BF2-809E-4294-49E0A8A48583}"/>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9" name="Text Placeholder 4">
            <a:extLst>
              <a:ext uri="{FF2B5EF4-FFF2-40B4-BE49-F238E27FC236}">
                <a16:creationId xmlns:a16="http://schemas.microsoft.com/office/drawing/2014/main" id="{20508520-62B5-43D6-ECDC-8A0E5BD3E761}"/>
              </a:ext>
            </a:extLst>
          </p:cNvPr>
          <p:cNvSpPr>
            <a:spLocks noGrp="1"/>
          </p:cNvSpPr>
          <p:nvPr>
            <p:ph type="body" sz="quarter" idx="11"/>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grpSp>
        <p:nvGrpSpPr>
          <p:cNvPr id="14" name="Group 13">
            <a:extLst>
              <a:ext uri="{FF2B5EF4-FFF2-40B4-BE49-F238E27FC236}">
                <a16:creationId xmlns:a16="http://schemas.microsoft.com/office/drawing/2014/main" id="{6393AD82-D6A9-B84F-BACB-3E6D3C94B307}"/>
              </a:ext>
            </a:extLst>
          </p:cNvPr>
          <p:cNvGrpSpPr/>
          <p:nvPr userDrawn="1"/>
        </p:nvGrpSpPr>
        <p:grpSpPr>
          <a:xfrm>
            <a:off x="11143963" y="1587430"/>
            <a:ext cx="656129" cy="4847987"/>
            <a:chOff x="444981" y="1588176"/>
            <a:chExt cx="656129" cy="4847987"/>
          </a:xfrm>
        </p:grpSpPr>
        <p:grpSp>
          <p:nvGrpSpPr>
            <p:cNvPr id="15" name="Group 14">
              <a:extLst>
                <a:ext uri="{FF2B5EF4-FFF2-40B4-BE49-F238E27FC236}">
                  <a16:creationId xmlns:a16="http://schemas.microsoft.com/office/drawing/2014/main" id="{72E4D0A4-5365-9E22-C88A-1531AD74D697}"/>
                </a:ext>
              </a:extLst>
            </p:cNvPr>
            <p:cNvGrpSpPr/>
            <p:nvPr userDrawn="1"/>
          </p:nvGrpSpPr>
          <p:grpSpPr>
            <a:xfrm>
              <a:off x="444981" y="1588176"/>
              <a:ext cx="656129" cy="4847987"/>
              <a:chOff x="444981" y="1588176"/>
              <a:chExt cx="656129" cy="4847987"/>
            </a:xfrm>
          </p:grpSpPr>
          <p:pic>
            <p:nvPicPr>
              <p:cNvPr id="18" name="Graphic 17" descr="Blog with solid fill">
                <a:extLst>
                  <a:ext uri="{FF2B5EF4-FFF2-40B4-BE49-F238E27FC236}">
                    <a16:creationId xmlns:a16="http://schemas.microsoft.com/office/drawing/2014/main" id="{C1D2BFED-66C3-E8E6-5AF0-0CC60B56CD5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44981" y="1588176"/>
                <a:ext cx="653151" cy="653151"/>
              </a:xfrm>
              <a:prstGeom prst="rect">
                <a:avLst/>
              </a:prstGeom>
            </p:spPr>
          </p:pic>
          <p:sp>
            <p:nvSpPr>
              <p:cNvPr id="19" name="TextBox 18">
                <a:extLst>
                  <a:ext uri="{FF2B5EF4-FFF2-40B4-BE49-F238E27FC236}">
                    <a16:creationId xmlns:a16="http://schemas.microsoft.com/office/drawing/2014/main" id="{BE7C6B95-54F8-A763-14CB-2911617042A9}"/>
                  </a:ext>
                </a:extLst>
              </p:cNvPr>
              <p:cNvSpPr txBox="1"/>
              <p:nvPr userDrawn="1"/>
            </p:nvSpPr>
            <p:spPr>
              <a:xfrm rot="5400000">
                <a:off x="-1112518" y="3765948"/>
                <a:ext cx="3697815" cy="492443"/>
              </a:xfrm>
              <a:prstGeom prst="rect">
                <a:avLst/>
              </a:prstGeom>
              <a:noFill/>
            </p:spPr>
            <p:txBody>
              <a:bodyPr wrap="square" lIns="0" tIns="0" rIns="0" bIns="0" rtlCol="0">
                <a:spAutoFit/>
              </a:bodyPr>
              <a:lstStyle/>
              <a:p>
                <a:pPr algn="ctr"/>
                <a:r>
                  <a:rPr lang="en-GB" sz="3200" b="1" spc="0" baseline="0" dirty="0">
                    <a:solidFill>
                      <a:schemeClr val="accent1"/>
                    </a:solidFill>
                  </a:rPr>
                  <a:t>ACTIVITY</a:t>
                </a:r>
              </a:p>
            </p:txBody>
          </p:sp>
          <p:pic>
            <p:nvPicPr>
              <p:cNvPr id="20" name="Graphic 19" descr="Blog with solid fill">
                <a:extLst>
                  <a:ext uri="{FF2B5EF4-FFF2-40B4-BE49-F238E27FC236}">
                    <a16:creationId xmlns:a16="http://schemas.microsoft.com/office/drawing/2014/main" id="{CA90FDA9-7F73-9004-C100-34927FAE21C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47959" y="5783012"/>
                <a:ext cx="653151" cy="653151"/>
              </a:xfrm>
              <a:prstGeom prst="rect">
                <a:avLst/>
              </a:prstGeom>
            </p:spPr>
          </p:pic>
        </p:grpSp>
        <p:cxnSp>
          <p:nvCxnSpPr>
            <p:cNvPr id="16" name="Straight Connector 15">
              <a:extLst>
                <a:ext uri="{FF2B5EF4-FFF2-40B4-BE49-F238E27FC236}">
                  <a16:creationId xmlns:a16="http://schemas.microsoft.com/office/drawing/2014/main" id="{74C242E5-46E9-851F-C833-B4D33B057483}"/>
                </a:ext>
              </a:extLst>
            </p:cNvPr>
            <p:cNvCxnSpPr>
              <a:cxnSpLocks/>
            </p:cNvCxnSpPr>
            <p:nvPr userDrawn="1"/>
          </p:nvCxnSpPr>
          <p:spPr>
            <a:xfrm>
              <a:off x="490167" y="2206867"/>
              <a:ext cx="0" cy="357182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93E2C92A-2879-96C2-EC14-9A0112F2EE1E}"/>
                </a:ext>
              </a:extLst>
            </p:cNvPr>
            <p:cNvCxnSpPr>
              <a:cxnSpLocks/>
            </p:cNvCxnSpPr>
            <p:nvPr userDrawn="1"/>
          </p:nvCxnSpPr>
          <p:spPr>
            <a:xfrm>
              <a:off x="982611" y="2206867"/>
              <a:ext cx="0" cy="3571820"/>
            </a:xfrm>
            <a:prstGeom prst="line">
              <a:avLst/>
            </a:prstGeom>
            <a:ln w="38100"/>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9600892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ullet Left with Graphic Right No KSB">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142129" y="1693739"/>
            <a:ext cx="5882400" cy="5004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Picture Placeholder 4">
            <a:extLst>
              <a:ext uri="{FF2B5EF4-FFF2-40B4-BE49-F238E27FC236}">
                <a16:creationId xmlns:a16="http://schemas.microsoft.com/office/drawing/2014/main" id="{CFFF65BC-205F-B781-3FB5-2A44E84855CB}"/>
              </a:ext>
            </a:extLst>
          </p:cNvPr>
          <p:cNvSpPr>
            <a:spLocks noGrp="1"/>
          </p:cNvSpPr>
          <p:nvPr>
            <p:ph type="pic" sz="quarter" idx="10"/>
          </p:nvPr>
        </p:nvSpPr>
        <p:spPr>
          <a:xfrm>
            <a:off x="6167473" y="1693738"/>
            <a:ext cx="5882400" cy="5004000"/>
          </a:xfrm>
        </p:spPr>
        <p:txBody>
          <a:bodyPr/>
          <a:lstStyle/>
          <a:p>
            <a:endParaRPr lang="en-GB"/>
          </a:p>
        </p:txBody>
      </p:sp>
      <p:sp>
        <p:nvSpPr>
          <p:cNvPr id="4" name="Title 3">
            <a:extLst>
              <a:ext uri="{FF2B5EF4-FFF2-40B4-BE49-F238E27FC236}">
                <a16:creationId xmlns:a16="http://schemas.microsoft.com/office/drawing/2014/main" id="{0E511FFD-5EF2-A201-EAE8-81FD1960C00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9050433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ullet Left with Graphic Righ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142129" y="1693739"/>
            <a:ext cx="5882400" cy="468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Picture Placeholder 4">
            <a:extLst>
              <a:ext uri="{FF2B5EF4-FFF2-40B4-BE49-F238E27FC236}">
                <a16:creationId xmlns:a16="http://schemas.microsoft.com/office/drawing/2014/main" id="{CFFF65BC-205F-B781-3FB5-2A44E84855CB}"/>
              </a:ext>
            </a:extLst>
          </p:cNvPr>
          <p:cNvSpPr>
            <a:spLocks noGrp="1"/>
          </p:cNvSpPr>
          <p:nvPr>
            <p:ph type="pic" sz="quarter" idx="10"/>
          </p:nvPr>
        </p:nvSpPr>
        <p:spPr>
          <a:xfrm>
            <a:off x="6167473" y="1693738"/>
            <a:ext cx="5882400" cy="4687200"/>
          </a:xfrm>
        </p:spPr>
        <p:txBody>
          <a:bodyPr/>
          <a:lstStyle/>
          <a:p>
            <a:endParaRPr lang="en-GB"/>
          </a:p>
        </p:txBody>
      </p:sp>
      <p:sp>
        <p:nvSpPr>
          <p:cNvPr id="4" name="Title 3">
            <a:extLst>
              <a:ext uri="{FF2B5EF4-FFF2-40B4-BE49-F238E27FC236}">
                <a16:creationId xmlns:a16="http://schemas.microsoft.com/office/drawing/2014/main" id="{0E511FFD-5EF2-A201-EAE8-81FD1960C006}"/>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30ED998D-8860-1C33-285A-8B1DD672217D}"/>
              </a:ext>
            </a:extLst>
          </p:cNvPr>
          <p:cNvSpPr>
            <a:spLocks noGrp="1"/>
          </p:cNvSpPr>
          <p:nvPr>
            <p:ph type="body" sz="quarter" idx="11"/>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BCC75ED5-2207-CA36-422E-2593EBCCD5A8}"/>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7" name="TextBox 6">
            <a:extLst>
              <a:ext uri="{FF2B5EF4-FFF2-40B4-BE49-F238E27FC236}">
                <a16:creationId xmlns:a16="http://schemas.microsoft.com/office/drawing/2014/main" id="{135F67BD-F44D-7AED-8065-F38B8B15C60D}"/>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8" name="Text Placeholder 4">
            <a:extLst>
              <a:ext uri="{FF2B5EF4-FFF2-40B4-BE49-F238E27FC236}">
                <a16:creationId xmlns:a16="http://schemas.microsoft.com/office/drawing/2014/main" id="{35CC6A6E-DE48-210A-020F-2F43E72B42AA}"/>
              </a:ext>
            </a:extLst>
          </p:cNvPr>
          <p:cNvSpPr>
            <a:spLocks noGrp="1"/>
          </p:cNvSpPr>
          <p:nvPr>
            <p:ph type="body" sz="quarter" idx="12"/>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6416438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phic Right with Bullet Left No KSB">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6165602" y="1681199"/>
            <a:ext cx="5882400" cy="5004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Picture Placeholder 4">
            <a:extLst>
              <a:ext uri="{FF2B5EF4-FFF2-40B4-BE49-F238E27FC236}">
                <a16:creationId xmlns:a16="http://schemas.microsoft.com/office/drawing/2014/main" id="{CFFF65BC-205F-B781-3FB5-2A44E84855CB}"/>
              </a:ext>
            </a:extLst>
          </p:cNvPr>
          <p:cNvSpPr>
            <a:spLocks noGrp="1"/>
          </p:cNvSpPr>
          <p:nvPr>
            <p:ph type="pic" sz="quarter" idx="10"/>
          </p:nvPr>
        </p:nvSpPr>
        <p:spPr>
          <a:xfrm>
            <a:off x="144000" y="1681200"/>
            <a:ext cx="5882400" cy="5004000"/>
          </a:xfrm>
        </p:spPr>
        <p:txBody>
          <a:bodyPr/>
          <a:lstStyle/>
          <a:p>
            <a:endParaRPr lang="en-GB"/>
          </a:p>
        </p:txBody>
      </p:sp>
      <p:sp>
        <p:nvSpPr>
          <p:cNvPr id="4" name="Title 3">
            <a:extLst>
              <a:ext uri="{FF2B5EF4-FFF2-40B4-BE49-F238E27FC236}">
                <a16:creationId xmlns:a16="http://schemas.microsoft.com/office/drawing/2014/main" id="{CB233D7C-1940-62F0-5BDE-DD5241CD46D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589007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Graphic Right with Bullet Lef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6165602" y="1681199"/>
            <a:ext cx="5882400" cy="468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Picture Placeholder 4">
            <a:extLst>
              <a:ext uri="{FF2B5EF4-FFF2-40B4-BE49-F238E27FC236}">
                <a16:creationId xmlns:a16="http://schemas.microsoft.com/office/drawing/2014/main" id="{CFFF65BC-205F-B781-3FB5-2A44E84855CB}"/>
              </a:ext>
            </a:extLst>
          </p:cNvPr>
          <p:cNvSpPr>
            <a:spLocks noGrp="1"/>
          </p:cNvSpPr>
          <p:nvPr>
            <p:ph type="pic" sz="quarter" idx="10"/>
          </p:nvPr>
        </p:nvSpPr>
        <p:spPr>
          <a:xfrm>
            <a:off x="144000" y="1681200"/>
            <a:ext cx="5882400" cy="4687200"/>
          </a:xfrm>
        </p:spPr>
        <p:txBody>
          <a:bodyPr/>
          <a:lstStyle/>
          <a:p>
            <a:endParaRPr lang="en-GB"/>
          </a:p>
        </p:txBody>
      </p:sp>
      <p:sp>
        <p:nvSpPr>
          <p:cNvPr id="4" name="Title 3">
            <a:extLst>
              <a:ext uri="{FF2B5EF4-FFF2-40B4-BE49-F238E27FC236}">
                <a16:creationId xmlns:a16="http://schemas.microsoft.com/office/drawing/2014/main" id="{CB233D7C-1940-62F0-5BDE-DD5241CD46DE}"/>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DC0E2CCF-2353-7FCD-EA6B-C0DAA4B7F10D}"/>
              </a:ext>
            </a:extLst>
          </p:cNvPr>
          <p:cNvSpPr>
            <a:spLocks noGrp="1"/>
          </p:cNvSpPr>
          <p:nvPr>
            <p:ph type="body" sz="quarter" idx="11"/>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905299A6-7D71-48EF-38ED-B15295034F2E}"/>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7" name="TextBox 6">
            <a:extLst>
              <a:ext uri="{FF2B5EF4-FFF2-40B4-BE49-F238E27FC236}">
                <a16:creationId xmlns:a16="http://schemas.microsoft.com/office/drawing/2014/main" id="{EF7B8732-D557-788C-DCE2-BCF3327D67DB}"/>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8" name="Text Placeholder 4">
            <a:extLst>
              <a:ext uri="{FF2B5EF4-FFF2-40B4-BE49-F238E27FC236}">
                <a16:creationId xmlns:a16="http://schemas.microsoft.com/office/drawing/2014/main" id="{3B8D99B4-119D-196C-6DE0-4C3CAE0A32A5}"/>
              </a:ext>
            </a:extLst>
          </p:cNvPr>
          <p:cNvSpPr>
            <a:spLocks noGrp="1"/>
          </p:cNvSpPr>
          <p:nvPr>
            <p:ph type="body" sz="quarter" idx="12"/>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9921469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No KSB">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75775-C9FF-1E11-138E-C8C3F1255EB2}"/>
              </a:ext>
            </a:extLst>
          </p:cNvPr>
          <p:cNvSpPr>
            <a:spLocks noGrp="1"/>
          </p:cNvSpPr>
          <p:nvPr>
            <p:ph sz="half" idx="1"/>
          </p:nvPr>
        </p:nvSpPr>
        <p:spPr>
          <a:xfrm>
            <a:off x="144000" y="1681200"/>
            <a:ext cx="5882400" cy="500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B7139DE-C8B6-956D-4805-D8FD1A78E8F2}"/>
              </a:ext>
            </a:extLst>
          </p:cNvPr>
          <p:cNvSpPr>
            <a:spLocks noGrp="1"/>
          </p:cNvSpPr>
          <p:nvPr>
            <p:ph sz="half" idx="2"/>
          </p:nvPr>
        </p:nvSpPr>
        <p:spPr>
          <a:xfrm>
            <a:off x="6165602" y="1681199"/>
            <a:ext cx="5882400" cy="5004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itle 4">
            <a:extLst>
              <a:ext uri="{FF2B5EF4-FFF2-40B4-BE49-F238E27FC236}">
                <a16:creationId xmlns:a16="http://schemas.microsoft.com/office/drawing/2014/main" id="{EE31F1BD-5915-DE80-A25F-9999085FD8B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701303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75775-C9FF-1E11-138E-C8C3F1255EB2}"/>
              </a:ext>
            </a:extLst>
          </p:cNvPr>
          <p:cNvSpPr>
            <a:spLocks noGrp="1"/>
          </p:cNvSpPr>
          <p:nvPr>
            <p:ph sz="half" idx="1"/>
          </p:nvPr>
        </p:nvSpPr>
        <p:spPr>
          <a:xfrm>
            <a:off x="144000" y="1681200"/>
            <a:ext cx="5882400" cy="468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B7139DE-C8B6-956D-4805-D8FD1A78E8F2}"/>
              </a:ext>
            </a:extLst>
          </p:cNvPr>
          <p:cNvSpPr>
            <a:spLocks noGrp="1"/>
          </p:cNvSpPr>
          <p:nvPr>
            <p:ph sz="half" idx="2"/>
          </p:nvPr>
        </p:nvSpPr>
        <p:spPr>
          <a:xfrm>
            <a:off x="6165602" y="1681199"/>
            <a:ext cx="5882400" cy="468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itle 4">
            <a:extLst>
              <a:ext uri="{FF2B5EF4-FFF2-40B4-BE49-F238E27FC236}">
                <a16:creationId xmlns:a16="http://schemas.microsoft.com/office/drawing/2014/main" id="{EE31F1BD-5915-DE80-A25F-9999085FD8BE}"/>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5757F8C5-3D0E-C7A4-6A5E-CE98707EF5E4}"/>
              </a:ext>
            </a:extLst>
          </p:cNvPr>
          <p:cNvSpPr>
            <a:spLocks noGrp="1"/>
          </p:cNvSpPr>
          <p:nvPr>
            <p:ph type="body" sz="quarter" idx="10"/>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6404A935-9EA8-24C9-FD36-1CCCE6F7667E}"/>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7" name="TextBox 6">
            <a:extLst>
              <a:ext uri="{FF2B5EF4-FFF2-40B4-BE49-F238E27FC236}">
                <a16:creationId xmlns:a16="http://schemas.microsoft.com/office/drawing/2014/main" id="{0451BBD0-E331-5A9D-2363-5611F8048DF4}"/>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8" name="Text Placeholder 4">
            <a:extLst>
              <a:ext uri="{FF2B5EF4-FFF2-40B4-BE49-F238E27FC236}">
                <a16:creationId xmlns:a16="http://schemas.microsoft.com/office/drawing/2014/main" id="{31B03309-60D3-B677-E31C-D43D359572CE}"/>
              </a:ext>
            </a:extLst>
          </p:cNvPr>
          <p:cNvSpPr>
            <a:spLocks noGrp="1"/>
          </p:cNvSpPr>
          <p:nvPr>
            <p:ph type="body" sz="quarter" idx="11"/>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18969624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No KSB">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5410F0-CAB2-D034-BF81-F513F571C8EF}"/>
              </a:ext>
            </a:extLst>
          </p:cNvPr>
          <p:cNvSpPr>
            <a:spLocks noGrp="1"/>
          </p:cNvSpPr>
          <p:nvPr>
            <p:ph type="body" idx="1"/>
          </p:nvPr>
        </p:nvSpPr>
        <p:spPr>
          <a:xfrm>
            <a:off x="144000" y="1681200"/>
            <a:ext cx="5882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289DC6D-4B4C-BF2B-4B8B-3D2435961301}"/>
              </a:ext>
            </a:extLst>
          </p:cNvPr>
          <p:cNvSpPr>
            <a:spLocks noGrp="1"/>
          </p:cNvSpPr>
          <p:nvPr>
            <p:ph sz="half" idx="2"/>
          </p:nvPr>
        </p:nvSpPr>
        <p:spPr>
          <a:xfrm>
            <a:off x="142128" y="2602523"/>
            <a:ext cx="5882400" cy="4082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C7AFB030-A96B-BA10-C761-510674C9A38A}"/>
              </a:ext>
            </a:extLst>
          </p:cNvPr>
          <p:cNvSpPr>
            <a:spLocks noGrp="1"/>
          </p:cNvSpPr>
          <p:nvPr>
            <p:ph type="body" sz="quarter" idx="3"/>
          </p:nvPr>
        </p:nvSpPr>
        <p:spPr>
          <a:xfrm>
            <a:off x="6172200" y="1681163"/>
            <a:ext cx="5882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5C8C28-7E5E-9EB5-2854-1842ABD553E1}"/>
              </a:ext>
            </a:extLst>
          </p:cNvPr>
          <p:cNvSpPr>
            <a:spLocks noGrp="1"/>
          </p:cNvSpPr>
          <p:nvPr>
            <p:ph sz="quarter" idx="4"/>
          </p:nvPr>
        </p:nvSpPr>
        <p:spPr>
          <a:xfrm>
            <a:off x="6167474" y="2602523"/>
            <a:ext cx="5882400" cy="408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itle 6">
            <a:extLst>
              <a:ext uri="{FF2B5EF4-FFF2-40B4-BE49-F238E27FC236}">
                <a16:creationId xmlns:a16="http://schemas.microsoft.com/office/drawing/2014/main" id="{DB2050A5-D18C-2F28-1B67-47A82DE670C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0909848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5410F0-CAB2-D034-BF81-F513F571C8EF}"/>
              </a:ext>
            </a:extLst>
          </p:cNvPr>
          <p:cNvSpPr>
            <a:spLocks noGrp="1"/>
          </p:cNvSpPr>
          <p:nvPr>
            <p:ph type="body" idx="1"/>
          </p:nvPr>
        </p:nvSpPr>
        <p:spPr>
          <a:xfrm>
            <a:off x="144000" y="1681200"/>
            <a:ext cx="5882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289DC6D-4B4C-BF2B-4B8B-3D2435961301}"/>
              </a:ext>
            </a:extLst>
          </p:cNvPr>
          <p:cNvSpPr>
            <a:spLocks noGrp="1"/>
          </p:cNvSpPr>
          <p:nvPr>
            <p:ph sz="half" idx="2"/>
          </p:nvPr>
        </p:nvSpPr>
        <p:spPr>
          <a:xfrm>
            <a:off x="142128" y="2602523"/>
            <a:ext cx="5882400" cy="37656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C7AFB030-A96B-BA10-C761-510674C9A38A}"/>
              </a:ext>
            </a:extLst>
          </p:cNvPr>
          <p:cNvSpPr>
            <a:spLocks noGrp="1"/>
          </p:cNvSpPr>
          <p:nvPr>
            <p:ph type="body" sz="quarter" idx="3"/>
          </p:nvPr>
        </p:nvSpPr>
        <p:spPr>
          <a:xfrm>
            <a:off x="6172200" y="1681163"/>
            <a:ext cx="5882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5C8C28-7E5E-9EB5-2854-1842ABD553E1}"/>
              </a:ext>
            </a:extLst>
          </p:cNvPr>
          <p:cNvSpPr>
            <a:spLocks noGrp="1"/>
          </p:cNvSpPr>
          <p:nvPr>
            <p:ph sz="quarter" idx="4"/>
          </p:nvPr>
        </p:nvSpPr>
        <p:spPr>
          <a:xfrm>
            <a:off x="6167474" y="2602523"/>
            <a:ext cx="5882400" cy="3765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itle 6">
            <a:extLst>
              <a:ext uri="{FF2B5EF4-FFF2-40B4-BE49-F238E27FC236}">
                <a16:creationId xmlns:a16="http://schemas.microsoft.com/office/drawing/2014/main" id="{DB2050A5-D18C-2F28-1B67-47A82DE670CE}"/>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DD7FA9BB-0216-21DC-586E-FB3CEC5B1D61}"/>
              </a:ext>
            </a:extLst>
          </p:cNvPr>
          <p:cNvSpPr>
            <a:spLocks noGrp="1"/>
          </p:cNvSpPr>
          <p:nvPr>
            <p:ph type="body" sz="quarter" idx="10"/>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8" name="TextBox 7">
            <a:extLst>
              <a:ext uri="{FF2B5EF4-FFF2-40B4-BE49-F238E27FC236}">
                <a16:creationId xmlns:a16="http://schemas.microsoft.com/office/drawing/2014/main" id="{1D585EC4-AB57-DB2C-1C5D-44AEFD0DF604}"/>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9" name="TextBox 8">
            <a:extLst>
              <a:ext uri="{FF2B5EF4-FFF2-40B4-BE49-F238E27FC236}">
                <a16:creationId xmlns:a16="http://schemas.microsoft.com/office/drawing/2014/main" id="{66C5C7CF-45D8-F540-729B-6DFE7360C400}"/>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10" name="Text Placeholder 4">
            <a:extLst>
              <a:ext uri="{FF2B5EF4-FFF2-40B4-BE49-F238E27FC236}">
                <a16:creationId xmlns:a16="http://schemas.microsoft.com/office/drawing/2014/main" id="{44F9600C-5530-271F-8540-99F2427C8E10}"/>
              </a:ext>
            </a:extLst>
          </p:cNvPr>
          <p:cNvSpPr>
            <a:spLocks noGrp="1"/>
          </p:cNvSpPr>
          <p:nvPr>
            <p:ph type="body" sz="quarter" idx="11"/>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36314339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martArt Slide No KSB">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CFA2DD-70C5-2379-CE0F-BBF505CF5E6D}"/>
              </a:ext>
            </a:extLst>
          </p:cNvPr>
          <p:cNvSpPr>
            <a:spLocks noGrp="1"/>
          </p:cNvSpPr>
          <p:nvPr>
            <p:ph type="title"/>
          </p:nvPr>
        </p:nvSpPr>
        <p:spPr/>
        <p:txBody>
          <a:bodyPr/>
          <a:lstStyle/>
          <a:p>
            <a:r>
              <a:rPr lang="en-US"/>
              <a:t>Click to edit Master title style</a:t>
            </a:r>
            <a:endParaRPr lang="en-GB"/>
          </a:p>
        </p:txBody>
      </p:sp>
      <p:sp>
        <p:nvSpPr>
          <p:cNvPr id="11" name="SmartArt Placeholder 10">
            <a:extLst>
              <a:ext uri="{FF2B5EF4-FFF2-40B4-BE49-F238E27FC236}">
                <a16:creationId xmlns:a16="http://schemas.microsoft.com/office/drawing/2014/main" id="{DB235358-4164-A41A-88F6-44E980CDA6AB}"/>
              </a:ext>
            </a:extLst>
          </p:cNvPr>
          <p:cNvSpPr>
            <a:spLocks noGrp="1"/>
          </p:cNvSpPr>
          <p:nvPr>
            <p:ph type="dgm" sz="quarter" idx="10"/>
          </p:nvPr>
        </p:nvSpPr>
        <p:spPr>
          <a:xfrm>
            <a:off x="142129" y="1681200"/>
            <a:ext cx="11908800" cy="5004000"/>
          </a:xfrm>
        </p:spPr>
        <p:txBody>
          <a:bodyPr/>
          <a:lstStyle/>
          <a:p>
            <a:endParaRPr lang="en-GB"/>
          </a:p>
        </p:txBody>
      </p:sp>
    </p:spTree>
    <p:extLst>
      <p:ext uri="{BB962C8B-B14F-4D97-AF65-F5344CB8AC3E}">
        <p14:creationId xmlns:p14="http://schemas.microsoft.com/office/powerpoint/2010/main" val="19136556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martArt Slid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CFA2DD-70C5-2379-CE0F-BBF505CF5E6D}"/>
              </a:ext>
            </a:extLst>
          </p:cNvPr>
          <p:cNvSpPr>
            <a:spLocks noGrp="1"/>
          </p:cNvSpPr>
          <p:nvPr>
            <p:ph type="title"/>
          </p:nvPr>
        </p:nvSpPr>
        <p:spPr/>
        <p:txBody>
          <a:bodyPr/>
          <a:lstStyle/>
          <a:p>
            <a:r>
              <a:rPr lang="en-US"/>
              <a:t>Click to edit Master title style</a:t>
            </a:r>
            <a:endParaRPr lang="en-GB"/>
          </a:p>
        </p:txBody>
      </p:sp>
      <p:sp>
        <p:nvSpPr>
          <p:cNvPr id="11" name="SmartArt Placeholder 10">
            <a:extLst>
              <a:ext uri="{FF2B5EF4-FFF2-40B4-BE49-F238E27FC236}">
                <a16:creationId xmlns:a16="http://schemas.microsoft.com/office/drawing/2014/main" id="{DB235358-4164-A41A-88F6-44E980CDA6AB}"/>
              </a:ext>
            </a:extLst>
          </p:cNvPr>
          <p:cNvSpPr>
            <a:spLocks noGrp="1"/>
          </p:cNvSpPr>
          <p:nvPr>
            <p:ph type="dgm" sz="quarter" idx="10"/>
          </p:nvPr>
        </p:nvSpPr>
        <p:spPr>
          <a:xfrm>
            <a:off x="142129" y="1681200"/>
            <a:ext cx="11908800" cy="4687200"/>
          </a:xfrm>
        </p:spPr>
        <p:txBody>
          <a:bodyPr/>
          <a:lstStyle/>
          <a:p>
            <a:endParaRPr lang="en-GB"/>
          </a:p>
        </p:txBody>
      </p:sp>
      <p:sp>
        <p:nvSpPr>
          <p:cNvPr id="2" name="Text Placeholder 4">
            <a:extLst>
              <a:ext uri="{FF2B5EF4-FFF2-40B4-BE49-F238E27FC236}">
                <a16:creationId xmlns:a16="http://schemas.microsoft.com/office/drawing/2014/main" id="{09359B97-947A-AA82-5115-A14DCD796C53}"/>
              </a:ext>
            </a:extLst>
          </p:cNvPr>
          <p:cNvSpPr>
            <a:spLocks noGrp="1"/>
          </p:cNvSpPr>
          <p:nvPr>
            <p:ph type="body" sz="quarter" idx="11"/>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3" name="TextBox 2">
            <a:extLst>
              <a:ext uri="{FF2B5EF4-FFF2-40B4-BE49-F238E27FC236}">
                <a16:creationId xmlns:a16="http://schemas.microsoft.com/office/drawing/2014/main" id="{E37D7ADA-F8A5-8BA0-CDD1-D757DAF59A17}"/>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5" name="TextBox 4">
            <a:extLst>
              <a:ext uri="{FF2B5EF4-FFF2-40B4-BE49-F238E27FC236}">
                <a16:creationId xmlns:a16="http://schemas.microsoft.com/office/drawing/2014/main" id="{99034CEC-3550-A837-B2A5-5A911F00675C}"/>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6" name="Text Placeholder 4">
            <a:extLst>
              <a:ext uri="{FF2B5EF4-FFF2-40B4-BE49-F238E27FC236}">
                <a16:creationId xmlns:a16="http://schemas.microsoft.com/office/drawing/2014/main" id="{CA77293C-75DF-39B0-27CC-EAE6D4903EBE}"/>
              </a:ext>
            </a:extLst>
          </p:cNvPr>
          <p:cNvSpPr>
            <a:spLocks noGrp="1"/>
          </p:cNvSpPr>
          <p:nvPr>
            <p:ph type="body" sz="quarter" idx="12"/>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38450449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No KSB">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ED1CE0-5D64-2993-B68B-9CAED6157AE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376187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ED1CE0-5D64-2993-B68B-9CAED6157AE6}"/>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DA58B6A5-E39A-0B01-08BA-8A28A43A35C3}"/>
              </a:ext>
            </a:extLst>
          </p:cNvPr>
          <p:cNvSpPr>
            <a:spLocks noGrp="1"/>
          </p:cNvSpPr>
          <p:nvPr>
            <p:ph type="body" sz="quarter" idx="11"/>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4" name="TextBox 3">
            <a:extLst>
              <a:ext uri="{FF2B5EF4-FFF2-40B4-BE49-F238E27FC236}">
                <a16:creationId xmlns:a16="http://schemas.microsoft.com/office/drawing/2014/main" id="{702023F7-E8A5-E9B4-9769-1743A3E62066}"/>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5" name="TextBox 4">
            <a:extLst>
              <a:ext uri="{FF2B5EF4-FFF2-40B4-BE49-F238E27FC236}">
                <a16:creationId xmlns:a16="http://schemas.microsoft.com/office/drawing/2014/main" id="{BFD0E641-F450-C0E5-F36D-4DBA0C50A745}"/>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6" name="Text Placeholder 4">
            <a:extLst>
              <a:ext uri="{FF2B5EF4-FFF2-40B4-BE49-F238E27FC236}">
                <a16:creationId xmlns:a16="http://schemas.microsoft.com/office/drawing/2014/main" id="{A786B3D5-F79E-70E4-3B9B-5B5BE1693CF8}"/>
              </a:ext>
            </a:extLst>
          </p:cNvPr>
          <p:cNvSpPr>
            <a:spLocks noGrp="1"/>
          </p:cNvSpPr>
          <p:nvPr>
            <p:ph type="body" sz="quarter" idx="12"/>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16264429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ote/Cita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8C436-1E16-B62E-21AC-C33168FB2A14}"/>
              </a:ext>
            </a:extLst>
          </p:cNvPr>
          <p:cNvSpPr>
            <a:spLocks noGrp="1"/>
          </p:cNvSpPr>
          <p:nvPr>
            <p:ph type="title" hasCustomPrompt="1"/>
          </p:nvPr>
        </p:nvSpPr>
        <p:spPr>
          <a:xfrm>
            <a:off x="838200" y="2766218"/>
            <a:ext cx="10515600" cy="1325563"/>
          </a:xfrm>
        </p:spPr>
        <p:txBody>
          <a:bodyPr/>
          <a:lstStyle>
            <a:lvl1pPr algn="ctr">
              <a:defRPr/>
            </a:lvl1pPr>
          </a:lstStyle>
          <a:p>
            <a:r>
              <a:rPr lang="en-US" dirty="0"/>
              <a:t>“Add Quote/Citation”</a:t>
            </a:r>
            <a:endParaRPr lang="en-GB" dirty="0"/>
          </a:p>
        </p:txBody>
      </p:sp>
    </p:spTree>
    <p:extLst>
      <p:ext uri="{BB962C8B-B14F-4D97-AF65-F5344CB8AC3E}">
        <p14:creationId xmlns:p14="http://schemas.microsoft.com/office/powerpoint/2010/main" val="413549223"/>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urse Summar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272974-92D2-F499-AD39-71CC474A4F0A}"/>
              </a:ext>
            </a:extLst>
          </p:cNvPr>
          <p:cNvSpPr>
            <a:spLocks noGrp="1"/>
          </p:cNvSpPr>
          <p:nvPr>
            <p:ph type="title"/>
          </p:nvPr>
        </p:nvSpPr>
        <p:spPr/>
        <p:txBody>
          <a:bodyPr/>
          <a:lstStyle/>
          <a:p>
            <a:r>
              <a:rPr lang="en-US"/>
              <a:t>Click to edit Master title style</a:t>
            </a:r>
            <a:endParaRPr lang="en-GB"/>
          </a:p>
        </p:txBody>
      </p:sp>
      <p:pic>
        <p:nvPicPr>
          <p:cNvPr id="5" name="Picture 4">
            <a:extLst>
              <a:ext uri="{FF2B5EF4-FFF2-40B4-BE49-F238E27FC236}">
                <a16:creationId xmlns:a16="http://schemas.microsoft.com/office/drawing/2014/main" id="{4071E67C-636E-343E-00E9-99BA6A8FE6C0}"/>
              </a:ext>
            </a:extLst>
          </p:cNvPr>
          <p:cNvPicPr>
            <a:picLocks noChangeAspect="1"/>
          </p:cNvPicPr>
          <p:nvPr userDrawn="1"/>
        </p:nvPicPr>
        <p:blipFill>
          <a:blip r:embed="rId2">
            <a:duotone>
              <a:schemeClr val="accent4">
                <a:shade val="45000"/>
                <a:satMod val="135000"/>
              </a:schemeClr>
              <a:prstClr val="white"/>
            </a:duotone>
          </a:blip>
          <a:stretch>
            <a:fillRect/>
          </a:stretch>
        </p:blipFill>
        <p:spPr>
          <a:xfrm>
            <a:off x="643237" y="3543301"/>
            <a:ext cx="1279796" cy="1279796"/>
          </a:xfrm>
          <a:prstGeom prst="rect">
            <a:avLst/>
          </a:prstGeom>
          <a:ln>
            <a:noFill/>
          </a:ln>
        </p:spPr>
      </p:pic>
      <p:sp>
        <p:nvSpPr>
          <p:cNvPr id="2" name="Content Placeholder 2">
            <a:extLst>
              <a:ext uri="{FF2B5EF4-FFF2-40B4-BE49-F238E27FC236}">
                <a16:creationId xmlns:a16="http://schemas.microsoft.com/office/drawing/2014/main" id="{06585132-7D30-64BB-6CA6-13F38FFE0BD8}"/>
              </a:ext>
            </a:extLst>
          </p:cNvPr>
          <p:cNvSpPr>
            <a:spLocks noGrp="1"/>
          </p:cNvSpPr>
          <p:nvPr>
            <p:ph idx="1"/>
          </p:nvPr>
        </p:nvSpPr>
        <p:spPr>
          <a:xfrm>
            <a:off x="2250831" y="1681199"/>
            <a:ext cx="9801575" cy="11763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Content Placeholder 7">
            <a:extLst>
              <a:ext uri="{FF2B5EF4-FFF2-40B4-BE49-F238E27FC236}">
                <a16:creationId xmlns:a16="http://schemas.microsoft.com/office/drawing/2014/main" id="{317D7988-1C7C-EC64-840C-45752992439B}"/>
              </a:ext>
            </a:extLst>
          </p:cNvPr>
          <p:cNvSpPr>
            <a:spLocks noGrp="1"/>
          </p:cNvSpPr>
          <p:nvPr>
            <p:ph sz="quarter" idx="11"/>
          </p:nvPr>
        </p:nvSpPr>
        <p:spPr>
          <a:xfrm>
            <a:off x="2250830" y="3038965"/>
            <a:ext cx="9801575" cy="364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101582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inal Slide - Additional Learning">
    <p:spTree>
      <p:nvGrpSpPr>
        <p:cNvPr id="1" name=""/>
        <p:cNvGrpSpPr/>
        <p:nvPr/>
      </p:nvGrpSpPr>
      <p:grpSpPr>
        <a:xfrm>
          <a:off x="0" y="0"/>
          <a:ext cx="0" cy="0"/>
          <a:chOff x="0" y="0"/>
          <a:chExt cx="0" cy="0"/>
        </a:xfrm>
      </p:grpSpPr>
      <p:pic>
        <p:nvPicPr>
          <p:cNvPr id="4" name="Picture 3" descr="A colorful stream of water">
            <a:extLst>
              <a:ext uri="{FF2B5EF4-FFF2-40B4-BE49-F238E27FC236}">
                <a16:creationId xmlns:a16="http://schemas.microsoft.com/office/drawing/2014/main" id="{C2D5B7E2-BA4F-FD11-E2B4-C993F3C84B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984748"/>
          </a:xfrm>
          <a:prstGeom prst="rect">
            <a:avLst/>
          </a:prstGeom>
        </p:spPr>
      </p:pic>
      <p:pic>
        <p:nvPicPr>
          <p:cNvPr id="6" name="Picture 5">
            <a:extLst>
              <a:ext uri="{FF2B5EF4-FFF2-40B4-BE49-F238E27FC236}">
                <a16:creationId xmlns:a16="http://schemas.microsoft.com/office/drawing/2014/main" id="{2A71CF8C-1CFC-C91E-27C0-6BB9EDA2B3F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583283" y="5788305"/>
            <a:ext cx="3098758" cy="704707"/>
          </a:xfrm>
          <a:prstGeom prst="rect">
            <a:avLst/>
          </a:prstGeom>
        </p:spPr>
      </p:pic>
      <p:sp>
        <p:nvSpPr>
          <p:cNvPr id="7" name="TextBox 6">
            <a:extLst>
              <a:ext uri="{FF2B5EF4-FFF2-40B4-BE49-F238E27FC236}">
                <a16:creationId xmlns:a16="http://schemas.microsoft.com/office/drawing/2014/main" id="{2D89F7EE-E9CA-0061-3A85-00A6CD18938C}"/>
              </a:ext>
            </a:extLst>
          </p:cNvPr>
          <p:cNvSpPr txBox="1"/>
          <p:nvPr userDrawn="1"/>
        </p:nvSpPr>
        <p:spPr>
          <a:xfrm>
            <a:off x="1415306" y="5971381"/>
            <a:ext cx="2723246" cy="338554"/>
          </a:xfrm>
          <a:prstGeom prst="rect">
            <a:avLst/>
          </a:prstGeom>
          <a:noFill/>
        </p:spPr>
        <p:txBody>
          <a:bodyPr wrap="none" rtlCol="0">
            <a:spAutoFit/>
          </a:bodyPr>
          <a:lstStyle/>
          <a:p>
            <a:r>
              <a:rPr lang="en-GB" sz="1600" b="1" dirty="0"/>
              <a:t>www.firebrandtraining.com</a:t>
            </a:r>
          </a:p>
        </p:txBody>
      </p:sp>
      <p:sp>
        <p:nvSpPr>
          <p:cNvPr id="9" name="Text Placeholder 8">
            <a:extLst>
              <a:ext uri="{FF2B5EF4-FFF2-40B4-BE49-F238E27FC236}">
                <a16:creationId xmlns:a16="http://schemas.microsoft.com/office/drawing/2014/main" id="{69BFE999-40A5-1E01-1993-E6CCB88B11E2}"/>
              </a:ext>
            </a:extLst>
          </p:cNvPr>
          <p:cNvSpPr>
            <a:spLocks noGrp="1"/>
          </p:cNvSpPr>
          <p:nvPr>
            <p:ph type="body" sz="quarter" idx="10"/>
          </p:nvPr>
        </p:nvSpPr>
        <p:spPr>
          <a:xfrm>
            <a:off x="142129" y="1643616"/>
            <a:ext cx="11876956" cy="37206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1" name="Picture 10" descr="A colorful swirly logo&#10;&#10;AI-generated content may be incorrect.">
            <a:extLst>
              <a:ext uri="{FF2B5EF4-FFF2-40B4-BE49-F238E27FC236}">
                <a16:creationId xmlns:a16="http://schemas.microsoft.com/office/drawing/2014/main" id="{EB258DCD-53CF-456B-E558-44184D4871C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5849" y="5971381"/>
            <a:ext cx="339457" cy="338554"/>
          </a:xfrm>
          <a:prstGeom prst="rect">
            <a:avLst/>
          </a:prstGeom>
        </p:spPr>
      </p:pic>
      <p:sp>
        <p:nvSpPr>
          <p:cNvPr id="3" name="Title 2">
            <a:extLst>
              <a:ext uri="{FF2B5EF4-FFF2-40B4-BE49-F238E27FC236}">
                <a16:creationId xmlns:a16="http://schemas.microsoft.com/office/drawing/2014/main" id="{E21CF459-3AE1-C9FA-7600-4B52BD0262BF}"/>
              </a:ext>
            </a:extLst>
          </p:cNvPr>
          <p:cNvSpPr>
            <a:spLocks noGrp="1"/>
          </p:cNvSpPr>
          <p:nvPr>
            <p:ph type="title"/>
          </p:nvPr>
        </p:nvSpPr>
        <p:spPr>
          <a:xfrm>
            <a:off x="142129" y="174171"/>
            <a:ext cx="11876956" cy="1325563"/>
          </a:xfrm>
        </p:spPr>
        <p:txBody>
          <a:bodyPr/>
          <a:lstStyle/>
          <a:p>
            <a:r>
              <a:rPr lang="en-US"/>
              <a:t>Click to edit Master title style</a:t>
            </a:r>
            <a:endParaRPr lang="en-GB"/>
          </a:p>
        </p:txBody>
      </p:sp>
    </p:spTree>
    <p:extLst>
      <p:ext uri="{BB962C8B-B14F-4D97-AF65-F5344CB8AC3E}">
        <p14:creationId xmlns:p14="http://schemas.microsoft.com/office/powerpoint/2010/main" val="17120800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49C71-7267-4634-CD17-615D67ABB40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588A0B1-E85D-2C77-ED4E-E8BDFBFB66B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8A62925-39C5-349D-DE19-10A20C9E5E62}"/>
              </a:ext>
            </a:extLst>
          </p:cNvPr>
          <p:cNvSpPr>
            <a:spLocks noGrp="1"/>
          </p:cNvSpPr>
          <p:nvPr>
            <p:ph type="dt" sz="half" idx="10"/>
          </p:nvPr>
        </p:nvSpPr>
        <p:spPr/>
        <p:txBody>
          <a:bodyPr/>
          <a:lstStyle/>
          <a:p>
            <a:fld id="{C75493B6-578C-4CAE-AFF9-7B098D043DE2}" type="datetimeFigureOut">
              <a:rPr lang="en-GB" smtClean="0"/>
              <a:t>04/08/2026</a:t>
            </a:fld>
            <a:endParaRPr lang="en-GB"/>
          </a:p>
        </p:txBody>
      </p:sp>
      <p:sp>
        <p:nvSpPr>
          <p:cNvPr id="5" name="Footer Placeholder 4">
            <a:extLst>
              <a:ext uri="{FF2B5EF4-FFF2-40B4-BE49-F238E27FC236}">
                <a16:creationId xmlns:a16="http://schemas.microsoft.com/office/drawing/2014/main" id="{6F051F8D-F385-A783-99F6-F75CF91B998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6F02F3F-1891-52B2-F769-8184735F6418}"/>
              </a:ext>
            </a:extLst>
          </p:cNvPr>
          <p:cNvSpPr>
            <a:spLocks noGrp="1"/>
          </p:cNvSpPr>
          <p:nvPr>
            <p:ph type="sldNum" sz="quarter" idx="12"/>
          </p:nvPr>
        </p:nvSpPr>
        <p:spPr/>
        <p:txBody>
          <a:bodyPr/>
          <a:lstStyle/>
          <a:p>
            <a:fld id="{7FB429FE-8567-4430-AA1A-6E969ACE573A}" type="slidenum">
              <a:rPr lang="en-GB" smtClean="0"/>
              <a:t>‹#›</a:t>
            </a:fld>
            <a:endParaRPr lang="en-GB"/>
          </a:p>
        </p:txBody>
      </p:sp>
    </p:spTree>
    <p:extLst>
      <p:ext uri="{BB962C8B-B14F-4D97-AF65-F5344CB8AC3E}">
        <p14:creationId xmlns:p14="http://schemas.microsoft.com/office/powerpoint/2010/main" val="613066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42B29F0-D0A1-C569-BB60-DB1AB1A1087D}"/>
              </a:ext>
            </a:extLst>
          </p:cNvPr>
          <p:cNvPicPr>
            <a:picLocks noChangeAspect="1"/>
          </p:cNvPicPr>
          <p:nvPr userDrawn="1"/>
        </p:nvPicPr>
        <p:blipFill>
          <a:blip r:embed="rId30">
            <a:alphaModFix/>
            <a:extLst>
              <a:ext uri="{28A0092B-C50C-407E-A947-70E740481C1C}">
                <a14:useLocalDpi xmlns:a14="http://schemas.microsoft.com/office/drawing/2010/main" val="0"/>
              </a:ext>
            </a:extLst>
          </a:blip>
          <a:srcRect b="-364"/>
          <a:stretch>
            <a:fillRect/>
          </a:stretch>
        </p:blipFill>
        <p:spPr>
          <a:xfrm>
            <a:off x="-10282" y="0"/>
            <a:ext cx="12202281" cy="2899775"/>
          </a:xfrm>
          <a:prstGeom prst="rect">
            <a:avLst/>
          </a:prstGeom>
        </p:spPr>
      </p:pic>
      <p:sp>
        <p:nvSpPr>
          <p:cNvPr id="5" name="Rectangle 4">
            <a:extLst>
              <a:ext uri="{FF2B5EF4-FFF2-40B4-BE49-F238E27FC236}">
                <a16:creationId xmlns:a16="http://schemas.microsoft.com/office/drawing/2014/main" id="{DE34E0B8-395E-D132-5142-A21B8A84940F}"/>
              </a:ext>
            </a:extLst>
          </p:cNvPr>
          <p:cNvSpPr/>
          <p:nvPr userDrawn="1"/>
        </p:nvSpPr>
        <p:spPr>
          <a:xfrm>
            <a:off x="142129" y="174171"/>
            <a:ext cx="11907742" cy="6509658"/>
          </a:xfrm>
          <a:prstGeom prst="rect">
            <a:avLst/>
          </a:prstGeom>
          <a:solidFill>
            <a:schemeClr val="bg1">
              <a:alpha val="5035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laceholder 1">
            <a:extLst>
              <a:ext uri="{FF2B5EF4-FFF2-40B4-BE49-F238E27FC236}">
                <a16:creationId xmlns:a16="http://schemas.microsoft.com/office/drawing/2014/main" id="{10975499-9B58-0B10-C61E-46BF06D6017B}"/>
              </a:ext>
            </a:extLst>
          </p:cNvPr>
          <p:cNvSpPr>
            <a:spLocks noGrp="1"/>
          </p:cNvSpPr>
          <p:nvPr>
            <p:ph type="title"/>
          </p:nvPr>
        </p:nvSpPr>
        <p:spPr>
          <a:xfrm>
            <a:off x="142129" y="174171"/>
            <a:ext cx="9897622"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38BF3570-0B8C-C9DF-702F-421851CEA2EE}"/>
              </a:ext>
            </a:extLst>
          </p:cNvPr>
          <p:cNvSpPr>
            <a:spLocks noGrp="1"/>
          </p:cNvSpPr>
          <p:nvPr>
            <p:ph type="body" idx="1"/>
          </p:nvPr>
        </p:nvSpPr>
        <p:spPr>
          <a:xfrm>
            <a:off x="142128" y="1679521"/>
            <a:ext cx="11907740" cy="500430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0" name="Picture 9">
            <a:extLst>
              <a:ext uri="{FF2B5EF4-FFF2-40B4-BE49-F238E27FC236}">
                <a16:creationId xmlns:a16="http://schemas.microsoft.com/office/drawing/2014/main" id="{A8FFE8ED-0261-670A-9DCB-CFFB146B8441}"/>
              </a:ext>
            </a:extLst>
          </p:cNvPr>
          <p:cNvPicPr>
            <a:picLocks noChangeAspect="1"/>
          </p:cNvPicPr>
          <p:nvPr userDrawn="1"/>
        </p:nvPicPr>
        <p:blipFill>
          <a:blip r:embed="rId31">
            <a:extLst>
              <a:ext uri="{28A0092B-C50C-407E-A947-70E740481C1C}">
                <a14:useLocalDpi xmlns:a14="http://schemas.microsoft.com/office/drawing/2010/main" val="0"/>
              </a:ext>
            </a:extLst>
          </a:blip>
          <a:srcRect/>
          <a:stretch/>
        </p:blipFill>
        <p:spPr>
          <a:xfrm>
            <a:off x="10137192" y="615463"/>
            <a:ext cx="1855183" cy="421898"/>
          </a:xfrm>
          <a:prstGeom prst="rect">
            <a:avLst/>
          </a:prstGeom>
        </p:spPr>
      </p:pic>
    </p:spTree>
    <p:extLst>
      <p:ext uri="{BB962C8B-B14F-4D97-AF65-F5344CB8AC3E}">
        <p14:creationId xmlns:p14="http://schemas.microsoft.com/office/powerpoint/2010/main" val="482292644"/>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Lst>
  <p:txStyles>
    <p:titleStyle>
      <a:lvl1pPr algn="l" defTabSz="914400"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4.sv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2.xml"/><Relationship Id="rId7" Type="http://schemas.openxmlformats.org/officeDocument/2006/relationships/diagramColors" Target="../diagrams/colors2.xml"/><Relationship Id="rId2" Type="http://schemas.openxmlformats.org/officeDocument/2006/relationships/slideLayout" Target="../slideLayouts/slideLayout28.xml"/><Relationship Id="rId1" Type="http://schemas.openxmlformats.org/officeDocument/2006/relationships/tags" Target="../tags/tag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3.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8.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9.xml"/><Relationship Id="rId1" Type="http://schemas.openxmlformats.org/officeDocument/2006/relationships/slideLayout" Target="../slideLayouts/slideLayout26.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3.xml"/><Relationship Id="rId1" Type="http://schemas.openxmlformats.org/officeDocument/2006/relationships/tags" Target="../tags/tag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14.svg"/><Relationship Id="rId7" Type="http://schemas.openxmlformats.org/officeDocument/2006/relationships/diagramColors" Target="../diagrams/colors8.xml"/><Relationship Id="rId2" Type="http://schemas.openxmlformats.org/officeDocument/2006/relationships/notesSlide" Target="../notesSlides/notesSlide11.xml"/><Relationship Id="rId1" Type="http://schemas.openxmlformats.org/officeDocument/2006/relationships/slideLayout" Target="../slideLayouts/slideLayout28.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45.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notesSlide" Target="../notesSlides/notesSlide12.xml"/><Relationship Id="rId7" Type="http://schemas.openxmlformats.org/officeDocument/2006/relationships/diagramColors" Target="../diagrams/colors9.xml"/><Relationship Id="rId2" Type="http://schemas.openxmlformats.org/officeDocument/2006/relationships/slideLayout" Target="../slideLayouts/slideLayout28.xml"/><Relationship Id="rId1" Type="http://schemas.openxmlformats.org/officeDocument/2006/relationships/tags" Target="../tags/tag4.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3.xml"/><Relationship Id="rId1" Type="http://schemas.openxmlformats.org/officeDocument/2006/relationships/tags" Target="../tags/tag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1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6.xml.rels><?xml version="1.0" encoding="UTF-8" standalone="yes"?>
<Relationships xmlns="http://schemas.openxmlformats.org/package/2006/relationships"><Relationship Id="rId8" Type="http://schemas.openxmlformats.org/officeDocument/2006/relationships/diagramLayout" Target="../diagrams/layout13.xml"/><Relationship Id="rId3" Type="http://schemas.openxmlformats.org/officeDocument/2006/relationships/diagramLayout" Target="../diagrams/layout12.xml"/><Relationship Id="rId7" Type="http://schemas.openxmlformats.org/officeDocument/2006/relationships/diagramData" Target="../diagrams/data13.xml"/><Relationship Id="rId2" Type="http://schemas.openxmlformats.org/officeDocument/2006/relationships/diagramData" Target="../diagrams/data12.xml"/><Relationship Id="rId1" Type="http://schemas.openxmlformats.org/officeDocument/2006/relationships/slideLayout" Target="../slideLayouts/slideLayout12.xml"/><Relationship Id="rId6" Type="http://schemas.microsoft.com/office/2007/relationships/diagramDrawing" Target="../diagrams/drawing12.xml"/><Relationship Id="rId11" Type="http://schemas.microsoft.com/office/2007/relationships/diagramDrawing" Target="../diagrams/drawing13.xml"/><Relationship Id="rId5" Type="http://schemas.openxmlformats.org/officeDocument/2006/relationships/diagramColors" Target="../diagrams/colors12.xml"/><Relationship Id="rId10" Type="http://schemas.openxmlformats.org/officeDocument/2006/relationships/diagramColors" Target="../diagrams/colors13.xml"/><Relationship Id="rId4" Type="http://schemas.openxmlformats.org/officeDocument/2006/relationships/diagramQuickStyle" Target="../diagrams/quickStyle12.xml"/><Relationship Id="rId9" Type="http://schemas.openxmlformats.org/officeDocument/2006/relationships/diagramQuickStyle" Target="../diagrams/quickStyle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11.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11.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11.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11.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6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slideLayout" Target="../slideLayouts/slideLayout24.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11.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72.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11.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73.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notesSlide" Target="../notesSlides/notesSlide17.xml"/><Relationship Id="rId1" Type="http://schemas.openxmlformats.org/officeDocument/2006/relationships/slideLayout" Target="../slideLayouts/slideLayout11.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11.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75.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11.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11.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11.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11.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1.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11.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82.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11.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notesSlide" Target="../notesSlides/notesSlide18.xml"/><Relationship Id="rId1" Type="http://schemas.openxmlformats.org/officeDocument/2006/relationships/slideLayout" Target="../slideLayouts/slideLayout26.xml"/><Relationship Id="rId6" Type="http://schemas.openxmlformats.org/officeDocument/2006/relationships/diagramColors" Target="../diagrams/colors27.xml"/><Relationship Id="rId5" Type="http://schemas.openxmlformats.org/officeDocument/2006/relationships/diagramQuickStyle" Target="../diagrams/quickStyle27.xml"/><Relationship Id="rId4" Type="http://schemas.openxmlformats.org/officeDocument/2006/relationships/diagramLayout" Target="../diagrams/layout27.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3.xml"/><Relationship Id="rId1" Type="http://schemas.openxmlformats.org/officeDocument/2006/relationships/tags" Target="../tags/tag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9B43307-1CEB-D0AB-FBCD-2AD74A63D152}"/>
              </a:ext>
            </a:extLst>
          </p:cNvPr>
          <p:cNvSpPr>
            <a:spLocks noGrp="1"/>
          </p:cNvSpPr>
          <p:nvPr>
            <p:ph type="title"/>
          </p:nvPr>
        </p:nvSpPr>
        <p:spPr/>
        <p:txBody>
          <a:bodyPr/>
          <a:lstStyle/>
          <a:p>
            <a:r>
              <a:rPr lang="en-US" dirty="0"/>
              <a:t>Methodologies</a:t>
            </a:r>
            <a:endParaRPr lang="en-GB" dirty="0"/>
          </a:p>
        </p:txBody>
      </p:sp>
      <p:sp>
        <p:nvSpPr>
          <p:cNvPr id="5" name="Subtitle 4">
            <a:extLst>
              <a:ext uri="{FF2B5EF4-FFF2-40B4-BE49-F238E27FC236}">
                <a16:creationId xmlns:a16="http://schemas.microsoft.com/office/drawing/2014/main" id="{54C13576-CB62-574E-1719-9BA77B464592}"/>
              </a:ext>
            </a:extLst>
          </p:cNvPr>
          <p:cNvSpPr>
            <a:spLocks noGrp="1"/>
          </p:cNvSpPr>
          <p:nvPr>
            <p:ph type="subTitle" idx="1"/>
          </p:nvPr>
        </p:nvSpPr>
        <p:spPr/>
        <p:txBody>
          <a:bodyPr/>
          <a:lstStyle/>
          <a:p>
            <a:r>
              <a:rPr lang="en-GB" dirty="0"/>
              <a:t>Introduction to Software Development</a:t>
            </a:r>
          </a:p>
        </p:txBody>
      </p:sp>
    </p:spTree>
    <p:extLst>
      <p:ext uri="{BB962C8B-B14F-4D97-AF65-F5344CB8AC3E}">
        <p14:creationId xmlns:p14="http://schemas.microsoft.com/office/powerpoint/2010/main" val="716611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CA40F-637A-C95B-90C6-CAD6C4B9BF56}"/>
            </a:ext>
          </a:extLst>
        </p:cNvPr>
        <p:cNvGrpSpPr/>
        <p:nvPr/>
      </p:nvGrpSpPr>
      <p:grpSpPr>
        <a:xfrm>
          <a:off x="0" y="0"/>
          <a:ext cx="0" cy="0"/>
          <a:chOff x="0" y="0"/>
          <a:chExt cx="0" cy="0"/>
        </a:xfrm>
      </p:grpSpPr>
      <p:pic>
        <p:nvPicPr>
          <p:cNvPr id="10" name="Graphic 9" descr="Radio microphone with solid fill">
            <a:extLst>
              <a:ext uri="{FF2B5EF4-FFF2-40B4-BE49-F238E27FC236}">
                <a16:creationId xmlns:a16="http://schemas.microsoft.com/office/drawing/2014/main" id="{B89D4C19-6442-1F98-8823-85DD5779FF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7741" y="694800"/>
            <a:ext cx="6089458" cy="6089458"/>
          </a:xfrm>
          <a:prstGeom prst="rect">
            <a:avLst/>
          </a:prstGeom>
        </p:spPr>
      </p:pic>
      <p:graphicFrame>
        <p:nvGraphicFramePr>
          <p:cNvPr id="3" name="Content Placeholder 2">
            <a:extLst>
              <a:ext uri="{FF2B5EF4-FFF2-40B4-BE49-F238E27FC236}">
                <a16:creationId xmlns:a16="http://schemas.microsoft.com/office/drawing/2014/main" id="{06F502A6-6E1F-EC66-297A-EC8785277AEC}"/>
              </a:ext>
            </a:extLst>
          </p:cNvPr>
          <p:cNvGraphicFramePr>
            <a:graphicFrameLocks noGrp="1"/>
          </p:cNvGraphicFramePr>
          <p:nvPr>
            <p:ph idx="1"/>
          </p:nvPr>
        </p:nvGraphicFramePr>
        <p:xfrm>
          <a:off x="154864" y="914400"/>
          <a:ext cx="11883535" cy="503470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Title 1">
            <a:extLst>
              <a:ext uri="{FF2B5EF4-FFF2-40B4-BE49-F238E27FC236}">
                <a16:creationId xmlns:a16="http://schemas.microsoft.com/office/drawing/2014/main" id="{8DECD0ED-F05C-C61A-E40D-FF27106A5811}"/>
              </a:ext>
            </a:extLst>
          </p:cNvPr>
          <p:cNvSpPr>
            <a:spLocks noGrp="1"/>
          </p:cNvSpPr>
          <p:nvPr/>
        </p:nvSpPr>
        <p:spPr>
          <a:xfrm>
            <a:off x="154864" y="118800"/>
            <a:ext cx="11883535" cy="576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Session Recording &amp; Professional Expectations</a:t>
            </a:r>
          </a:p>
        </p:txBody>
      </p:sp>
    </p:spTree>
    <p:extLst>
      <p:ext uri="{BB962C8B-B14F-4D97-AF65-F5344CB8AC3E}">
        <p14:creationId xmlns:p14="http://schemas.microsoft.com/office/powerpoint/2010/main" val="3803166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4F72E-7724-02ED-E617-1F2EF71CF17A}"/>
            </a:ext>
          </a:extLst>
        </p:cNvPr>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1968E96D-3831-1933-6B13-11C9A48207ED}"/>
              </a:ext>
            </a:extLst>
          </p:cNvPr>
          <p:cNvGraphicFramePr/>
          <p:nvPr/>
        </p:nvGraphicFramePr>
        <p:xfrm>
          <a:off x="364096" y="858275"/>
          <a:ext cx="11747455" cy="45485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F745FE7A-7025-3070-AF36-0489F17F0359}"/>
              </a:ext>
            </a:extLst>
          </p:cNvPr>
          <p:cNvSpPr txBox="1"/>
          <p:nvPr/>
        </p:nvSpPr>
        <p:spPr>
          <a:xfrm>
            <a:off x="290945" y="5153890"/>
            <a:ext cx="8656410" cy="1323439"/>
          </a:xfrm>
          <a:prstGeom prst="rect">
            <a:avLst/>
          </a:prstGeom>
          <a:solidFill>
            <a:schemeClr val="bg1">
              <a:lumMod val="65000"/>
              <a:alpha val="19000"/>
            </a:schemeClr>
          </a:solidFill>
          <a:ln w="19050">
            <a:solidFill>
              <a:schemeClr val="tx1"/>
            </a:solidFill>
          </a:ln>
          <a:effectLst/>
        </p:spPr>
        <p:txBody>
          <a:bodyPr wrap="square" rtlCol="0">
            <a:spAutoFit/>
          </a:bodyPr>
          <a:lstStyle/>
          <a:p>
            <a:r>
              <a:rPr lang="en-US" sz="1600" b="1" dirty="0"/>
              <a:t>As we go through today’s session, consider:</a:t>
            </a:r>
          </a:p>
          <a:p>
            <a:r>
              <a:rPr lang="en-US" sz="1600" dirty="0"/>
              <a:t>How today’s topic connects to British Values</a:t>
            </a:r>
            <a:br>
              <a:rPr lang="en-US" sz="1600" dirty="0"/>
            </a:br>
            <a:r>
              <a:rPr lang="en-US" sz="1600" dirty="0"/>
              <a:t>Whether there are any Prevent or digital safety themes</a:t>
            </a:r>
            <a:br>
              <a:rPr lang="en-US" sz="1600" dirty="0"/>
            </a:br>
            <a:r>
              <a:rPr lang="en-US" sz="1600" dirty="0"/>
              <a:t>How this learning supports your professional and career development</a:t>
            </a:r>
          </a:p>
          <a:p>
            <a:r>
              <a:rPr lang="en-US" sz="1600" dirty="0"/>
              <a:t>Your tutor will guide discussion and help you make these connections.</a:t>
            </a:r>
          </a:p>
        </p:txBody>
      </p:sp>
      <p:sp>
        <p:nvSpPr>
          <p:cNvPr id="8" name="Title 1">
            <a:extLst>
              <a:ext uri="{FF2B5EF4-FFF2-40B4-BE49-F238E27FC236}">
                <a16:creationId xmlns:a16="http://schemas.microsoft.com/office/drawing/2014/main" id="{3BB12BAC-B5BA-F1DC-C3A9-8600E77F99FA}"/>
              </a:ext>
            </a:extLst>
          </p:cNvPr>
          <p:cNvSpPr>
            <a:spLocks noGrp="1"/>
          </p:cNvSpPr>
          <p:nvPr/>
        </p:nvSpPr>
        <p:spPr>
          <a:xfrm>
            <a:off x="593145" y="380671"/>
            <a:ext cx="11883535" cy="576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Safeguarding, British Values &amp; Wider Learning</a:t>
            </a:r>
            <a:endParaRPr lang="en-GB" dirty="0"/>
          </a:p>
        </p:txBody>
      </p:sp>
    </p:spTree>
    <p:custDataLst>
      <p:tags r:id="rId1"/>
    </p:custDataLst>
    <p:extLst>
      <p:ext uri="{BB962C8B-B14F-4D97-AF65-F5344CB8AC3E}">
        <p14:creationId xmlns:p14="http://schemas.microsoft.com/office/powerpoint/2010/main" val="1699367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A7F4D-0ECC-7010-E20B-1DFD1AE71B34}"/>
              </a:ext>
            </a:extLst>
          </p:cNvPr>
          <p:cNvSpPr>
            <a:spLocks noGrp="1"/>
          </p:cNvSpPr>
          <p:nvPr>
            <p:ph type="ctrTitle"/>
          </p:nvPr>
        </p:nvSpPr>
        <p:spPr/>
        <p:txBody>
          <a:bodyPr>
            <a:normAutofit/>
          </a:bodyPr>
          <a:lstStyle/>
          <a:p>
            <a:r>
              <a:rPr lang="en-GB" dirty="0"/>
              <a:t>Methodologies</a:t>
            </a:r>
          </a:p>
        </p:txBody>
      </p:sp>
      <p:sp>
        <p:nvSpPr>
          <p:cNvPr id="3" name="Subtitle 2">
            <a:extLst>
              <a:ext uri="{FF2B5EF4-FFF2-40B4-BE49-F238E27FC236}">
                <a16:creationId xmlns:a16="http://schemas.microsoft.com/office/drawing/2014/main" id="{1D618AFF-B706-D4B6-7419-AE036596C324}"/>
              </a:ext>
            </a:extLst>
          </p:cNvPr>
          <p:cNvSpPr>
            <a:spLocks noGrp="1"/>
          </p:cNvSpPr>
          <p:nvPr>
            <p:ph type="subTitle" idx="1"/>
          </p:nvPr>
        </p:nvSpPr>
        <p:spPr/>
        <p:txBody>
          <a:bodyPr/>
          <a:lstStyle/>
          <a:p>
            <a:r>
              <a:rPr lang="en-GB" dirty="0"/>
              <a:t>Introduction to Software Development</a:t>
            </a:r>
          </a:p>
        </p:txBody>
      </p:sp>
    </p:spTree>
    <p:extLst>
      <p:ext uri="{BB962C8B-B14F-4D97-AF65-F5344CB8AC3E}">
        <p14:creationId xmlns:p14="http://schemas.microsoft.com/office/powerpoint/2010/main" val="3742533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3882F-78FD-6A9E-9FC7-D8256C8049F2}"/>
              </a:ext>
            </a:extLst>
          </p:cNvPr>
          <p:cNvSpPr>
            <a:spLocks noGrp="1"/>
          </p:cNvSpPr>
          <p:nvPr>
            <p:ph type="title"/>
          </p:nvPr>
        </p:nvSpPr>
        <p:spPr/>
        <p:txBody>
          <a:bodyPr/>
          <a:lstStyle/>
          <a:p>
            <a:r>
              <a:rPr lang="en-GB" dirty="0"/>
              <a:t>Learning Aim and Objectives</a:t>
            </a:r>
          </a:p>
        </p:txBody>
      </p:sp>
      <p:sp>
        <p:nvSpPr>
          <p:cNvPr id="8" name="Content Placeholder 7">
            <a:extLst>
              <a:ext uri="{FF2B5EF4-FFF2-40B4-BE49-F238E27FC236}">
                <a16:creationId xmlns:a16="http://schemas.microsoft.com/office/drawing/2014/main" id="{542BCA84-A954-2C61-A88D-253467BB33B0}"/>
              </a:ext>
            </a:extLst>
          </p:cNvPr>
          <p:cNvSpPr>
            <a:spLocks noGrp="1"/>
          </p:cNvSpPr>
          <p:nvPr>
            <p:ph idx="1"/>
          </p:nvPr>
        </p:nvSpPr>
        <p:spPr/>
        <p:txBody>
          <a:bodyPr>
            <a:normAutofit fontScale="70000" lnSpcReduction="20000"/>
          </a:bodyPr>
          <a:lstStyle/>
          <a:p>
            <a:pPr marL="0" indent="0">
              <a:buNone/>
            </a:pPr>
            <a:r>
              <a:rPr lang="en-GB" b="1" dirty="0"/>
              <a:t>Session Aim</a:t>
            </a:r>
          </a:p>
          <a:p>
            <a:r>
              <a:rPr lang="en-US" dirty="0"/>
              <a:t>Understand that there are different types of methodologies in use within Software Development (D2, D3, D4, D11, D21)</a:t>
            </a:r>
            <a:endParaRPr lang="en-GB" dirty="0"/>
          </a:p>
          <a:p>
            <a:pPr marL="0" indent="0">
              <a:buNone/>
            </a:pPr>
            <a:endParaRPr lang="en-GB" dirty="0"/>
          </a:p>
          <a:p>
            <a:pPr marL="0" indent="0">
              <a:buNone/>
            </a:pPr>
            <a:r>
              <a:rPr lang="en-GB" b="1" dirty="0"/>
              <a:t>Objectives</a:t>
            </a:r>
          </a:p>
        </p:txBody>
      </p:sp>
      <p:graphicFrame>
        <p:nvGraphicFramePr>
          <p:cNvPr id="10" name="Content Placeholder 9">
            <a:extLst>
              <a:ext uri="{FF2B5EF4-FFF2-40B4-BE49-F238E27FC236}">
                <a16:creationId xmlns:a16="http://schemas.microsoft.com/office/drawing/2014/main" id="{60AD5100-C69B-A180-700D-ADB2C80E18C3}"/>
              </a:ext>
            </a:extLst>
          </p:cNvPr>
          <p:cNvGraphicFramePr>
            <a:graphicFrameLocks noGrp="1"/>
          </p:cNvGraphicFramePr>
          <p:nvPr>
            <p:ph sz="quarter" idx="11"/>
            <p:extLst>
              <p:ext uri="{D42A27DB-BD31-4B8C-83A1-F6EECF244321}">
                <p14:modId xmlns:p14="http://schemas.microsoft.com/office/powerpoint/2010/main" val="3258888097"/>
              </p:ext>
            </p:extLst>
          </p:nvPr>
        </p:nvGraphicFramePr>
        <p:xfrm>
          <a:off x="2251075" y="3038475"/>
          <a:ext cx="9801225" cy="36449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64874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094AC94-8D65-658A-11D4-4DDBDB6BF5D6}"/>
              </a:ext>
            </a:extLst>
          </p:cNvPr>
          <p:cNvSpPr>
            <a:spLocks noGrp="1"/>
          </p:cNvSpPr>
          <p:nvPr>
            <p:ph type="title"/>
          </p:nvPr>
        </p:nvSpPr>
        <p:spPr/>
        <p:txBody>
          <a:bodyPr>
            <a:normAutofit/>
          </a:bodyPr>
          <a:lstStyle/>
          <a:p>
            <a:r>
              <a:rPr lang="en-GB" dirty="0"/>
              <a:t>Competencies and Coverage</a:t>
            </a:r>
          </a:p>
        </p:txBody>
      </p:sp>
      <p:graphicFrame>
        <p:nvGraphicFramePr>
          <p:cNvPr id="2" name="Table 4">
            <a:extLst>
              <a:ext uri="{FF2B5EF4-FFF2-40B4-BE49-F238E27FC236}">
                <a16:creationId xmlns:a16="http://schemas.microsoft.com/office/drawing/2014/main" id="{CDA304EB-53D1-4206-6D3B-19E6D7F8B2B9}"/>
              </a:ext>
            </a:extLst>
          </p:cNvPr>
          <p:cNvGraphicFramePr>
            <a:graphicFrameLocks noGrp="1"/>
          </p:cNvGraphicFramePr>
          <p:nvPr>
            <p:extLst>
              <p:ext uri="{D42A27DB-BD31-4B8C-83A1-F6EECF244321}">
                <p14:modId xmlns:p14="http://schemas.microsoft.com/office/powerpoint/2010/main" val="3834907304"/>
              </p:ext>
            </p:extLst>
          </p:nvPr>
        </p:nvGraphicFramePr>
        <p:xfrm>
          <a:off x="264883" y="2498799"/>
          <a:ext cx="8127999" cy="1371600"/>
        </p:xfrm>
        <a:graphic>
          <a:graphicData uri="http://schemas.openxmlformats.org/drawingml/2006/table">
            <a:tbl>
              <a:tblPr firstRow="1" bandRow="1">
                <a:tableStyleId>{69012ECD-51FC-41F1-AA8D-1B2483CD663E}</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238094">
                <a:tc gridSpan="3">
                  <a:txBody>
                    <a:bodyPr/>
                    <a:lstStyle/>
                    <a:p>
                      <a:pPr algn="ctr"/>
                      <a:r>
                        <a:rPr lang="en-GB" dirty="0"/>
                        <a:t>Professional Discussion underpinned by Portfolio</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238094">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515930">
                <a:tc>
                  <a:txBody>
                    <a:bodyPr/>
                    <a:lstStyle/>
                    <a:p>
                      <a:pPr algn="ctr"/>
                      <a:r>
                        <a:rPr lang="en-GB" b="1" dirty="0">
                          <a:solidFill>
                            <a:schemeClr val="tx1"/>
                          </a:solidFill>
                        </a:rPr>
                        <a:t>K1</a:t>
                      </a:r>
                      <a:r>
                        <a:rPr lang="en-GB" dirty="0">
                          <a:solidFill>
                            <a:schemeClr val="bg1">
                              <a:lumMod val="75000"/>
                            </a:schemeClr>
                          </a:solidFill>
                        </a:rPr>
                        <a:t>, </a:t>
                      </a:r>
                      <a:r>
                        <a:rPr lang="en-GB" sz="1800" kern="1200" dirty="0">
                          <a:solidFill>
                            <a:schemeClr val="bg1">
                              <a:lumMod val="75000"/>
                            </a:schemeClr>
                          </a:solidFill>
                          <a:latin typeface="+mn-lt"/>
                          <a:ea typeface="+mn-ea"/>
                          <a:cs typeface="+mn-cs"/>
                        </a:rPr>
                        <a:t>K3</a:t>
                      </a:r>
                      <a:r>
                        <a:rPr lang="en-GB" dirty="0">
                          <a:solidFill>
                            <a:schemeClr val="bg1">
                              <a:lumMod val="75000"/>
                            </a:schemeClr>
                          </a:solidFill>
                        </a:rPr>
                        <a:t>, K4, </a:t>
                      </a:r>
                      <a:r>
                        <a:rPr lang="en-GB" sz="1800" b="1" kern="1200" dirty="0">
                          <a:solidFill>
                            <a:schemeClr val="tx1"/>
                          </a:solidFill>
                          <a:latin typeface="+mn-lt"/>
                          <a:ea typeface="+mn-ea"/>
                          <a:cs typeface="+mn-cs"/>
                        </a:rPr>
                        <a:t>K5</a:t>
                      </a:r>
                      <a:r>
                        <a:rPr lang="en-GB" dirty="0">
                          <a:solidFill>
                            <a:schemeClr val="bg1">
                              <a:lumMod val="75000"/>
                            </a:schemeClr>
                          </a:solidFill>
                        </a:rPr>
                        <a:t>, K7, K8, K10, K12</a:t>
                      </a:r>
                    </a:p>
                  </a:txBody>
                  <a:tcPr/>
                </a:tc>
                <a:tc>
                  <a:txBody>
                    <a:bodyPr/>
                    <a:lstStyle/>
                    <a:p>
                      <a:pPr algn="ctr"/>
                      <a:r>
                        <a:rPr lang="en-GB" dirty="0">
                          <a:solidFill>
                            <a:schemeClr val="bg1">
                              <a:lumMod val="75000"/>
                            </a:schemeClr>
                          </a:solidFill>
                        </a:rPr>
                        <a:t>S2, S3, S5, S8, S9, S13, S14, </a:t>
                      </a:r>
                      <a:r>
                        <a:rPr lang="en-GB" sz="1800" kern="1200" dirty="0">
                          <a:solidFill>
                            <a:schemeClr val="bg1">
                              <a:lumMod val="75000"/>
                            </a:schemeClr>
                          </a:solidFill>
                          <a:latin typeface="+mn-lt"/>
                          <a:ea typeface="+mn-ea"/>
                          <a:cs typeface="+mn-cs"/>
                        </a:rPr>
                        <a:t>S15, S</a:t>
                      </a:r>
                      <a:r>
                        <a:rPr lang="en-GB" dirty="0">
                          <a:solidFill>
                            <a:schemeClr val="bg1">
                              <a:lumMod val="75000"/>
                            </a:schemeClr>
                          </a:solidFill>
                        </a:rPr>
                        <a:t>17</a:t>
                      </a:r>
                    </a:p>
                  </a:txBody>
                  <a:tcPr/>
                </a:tc>
                <a:tc>
                  <a:txBody>
                    <a:bodyPr/>
                    <a:lstStyle/>
                    <a:p>
                      <a:pPr algn="ctr"/>
                      <a:r>
                        <a:rPr lang="en-GB" sz="1800" kern="1200" dirty="0">
                          <a:solidFill>
                            <a:schemeClr val="bg1">
                              <a:lumMod val="75000"/>
                            </a:schemeClr>
                          </a:solidFill>
                          <a:latin typeface="+mn-lt"/>
                          <a:ea typeface="+mn-ea"/>
                          <a:cs typeface="+mn-cs"/>
                        </a:rPr>
                        <a:t>B1, B4, B5, B6, B7, B8, </a:t>
                      </a:r>
                      <a:r>
                        <a:rPr lang="en-GB" sz="1800" b="1" kern="1200" dirty="0">
                          <a:solidFill>
                            <a:schemeClr val="tx1"/>
                          </a:solidFill>
                          <a:latin typeface="+mn-lt"/>
                          <a:ea typeface="+mn-ea"/>
                          <a:cs typeface="+mn-cs"/>
                        </a:rPr>
                        <a:t>B9</a:t>
                      </a:r>
                    </a:p>
                  </a:txBody>
                  <a:tcPr/>
                </a:tc>
                <a:extLst>
                  <a:ext uri="{0D108BD9-81ED-4DB2-BD59-A6C34878D82A}">
                    <a16:rowId xmlns:a16="http://schemas.microsoft.com/office/drawing/2014/main" val="2058850495"/>
                  </a:ext>
                </a:extLst>
              </a:tr>
            </a:tbl>
          </a:graphicData>
        </a:graphic>
      </p:graphicFrame>
      <p:graphicFrame>
        <p:nvGraphicFramePr>
          <p:cNvPr id="5" name="Table 4">
            <a:extLst>
              <a:ext uri="{FF2B5EF4-FFF2-40B4-BE49-F238E27FC236}">
                <a16:creationId xmlns:a16="http://schemas.microsoft.com/office/drawing/2014/main" id="{7BBEFE34-8F25-DB8E-35DA-170B9ED9C85A}"/>
              </a:ext>
            </a:extLst>
          </p:cNvPr>
          <p:cNvGraphicFramePr>
            <a:graphicFrameLocks noGrp="1"/>
          </p:cNvGraphicFramePr>
          <p:nvPr>
            <p:extLst>
              <p:ext uri="{D42A27DB-BD31-4B8C-83A1-F6EECF244321}">
                <p14:modId xmlns:p14="http://schemas.microsoft.com/office/powerpoint/2010/main" val="995271279"/>
              </p:ext>
            </p:extLst>
          </p:nvPr>
        </p:nvGraphicFramePr>
        <p:xfrm>
          <a:off x="3799118" y="4327941"/>
          <a:ext cx="8127999" cy="1371600"/>
        </p:xfrm>
        <a:graphic>
          <a:graphicData uri="http://schemas.openxmlformats.org/drawingml/2006/table">
            <a:tbl>
              <a:tblPr firstRow="1" bandRow="1">
                <a:tableStyleId>{72833802-FEF1-4C79-8D5D-14CF1EAF98D9}</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186663">
                <a:tc gridSpan="3">
                  <a:txBody>
                    <a:bodyPr/>
                    <a:lstStyle/>
                    <a:p>
                      <a:pPr algn="ctr"/>
                      <a:r>
                        <a:rPr lang="en-GB" dirty="0"/>
                        <a:t>Work-based Project with Questioning</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186663">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388410">
                <a:tc>
                  <a:txBody>
                    <a:bodyPr/>
                    <a:lstStyle/>
                    <a:p>
                      <a:pPr algn="ctr"/>
                      <a:r>
                        <a:rPr lang="en-GB" sz="1800" b="1" kern="1200" dirty="0">
                          <a:solidFill>
                            <a:schemeClr val="tx1"/>
                          </a:solidFill>
                          <a:latin typeface="+mn-lt"/>
                          <a:ea typeface="+mn-ea"/>
                          <a:cs typeface="+mn-cs"/>
                        </a:rPr>
                        <a:t>K2</a:t>
                      </a:r>
                      <a:r>
                        <a:rPr lang="en-GB" sz="1800" kern="1200" dirty="0">
                          <a:solidFill>
                            <a:schemeClr val="bg1">
                              <a:lumMod val="75000"/>
                            </a:schemeClr>
                          </a:solidFill>
                          <a:latin typeface="+mn-lt"/>
                          <a:ea typeface="+mn-ea"/>
                          <a:cs typeface="+mn-cs"/>
                        </a:rPr>
                        <a:t>,</a:t>
                      </a:r>
                      <a:r>
                        <a:rPr lang="en-GB" dirty="0">
                          <a:solidFill>
                            <a:schemeClr val="bg1">
                              <a:lumMod val="75000"/>
                            </a:schemeClr>
                          </a:solidFill>
                        </a:rPr>
                        <a:t> K6, K9, K11</a:t>
                      </a:r>
                      <a:endParaRPr lang="en-GB" b="1" dirty="0">
                        <a:solidFill>
                          <a:schemeClr val="tx1"/>
                        </a:solidFill>
                      </a:endParaRPr>
                    </a:p>
                  </a:txBody>
                  <a:tcPr/>
                </a:tc>
                <a:tc>
                  <a:txBody>
                    <a:bodyPr/>
                    <a:lstStyle/>
                    <a:p>
                      <a:pPr algn="ctr"/>
                      <a:r>
                        <a:rPr lang="en-GB" dirty="0">
                          <a:solidFill>
                            <a:schemeClr val="bg1">
                              <a:lumMod val="75000"/>
                            </a:schemeClr>
                          </a:solidFill>
                        </a:rPr>
                        <a:t>S1, S4, S6, S7, S10, </a:t>
                      </a:r>
                      <a:r>
                        <a:rPr lang="en-GB" b="1" dirty="0">
                          <a:solidFill>
                            <a:schemeClr val="tx1"/>
                          </a:solidFill>
                        </a:rPr>
                        <a:t>S11</a:t>
                      </a:r>
                      <a:r>
                        <a:rPr lang="en-GB" dirty="0">
                          <a:solidFill>
                            <a:schemeClr val="bg1">
                              <a:lumMod val="75000"/>
                            </a:schemeClr>
                          </a:solidFill>
                        </a:rPr>
                        <a:t>, S12, S16</a:t>
                      </a:r>
                    </a:p>
                  </a:txBody>
                  <a:tcPr/>
                </a:tc>
                <a:tc>
                  <a:txBody>
                    <a:bodyPr/>
                    <a:lstStyle/>
                    <a:p>
                      <a:pPr algn="ctr"/>
                      <a:r>
                        <a:rPr lang="en-GB" sz="1800" kern="1200" dirty="0">
                          <a:solidFill>
                            <a:schemeClr val="bg1">
                              <a:lumMod val="75000"/>
                            </a:schemeClr>
                          </a:solidFill>
                          <a:latin typeface="+mn-lt"/>
                          <a:ea typeface="+mn-ea"/>
                          <a:cs typeface="+mn-cs"/>
                        </a:rPr>
                        <a:t>B2, B3</a:t>
                      </a:r>
                    </a:p>
                  </a:txBody>
                  <a:tcPr/>
                </a:tc>
                <a:extLst>
                  <a:ext uri="{0D108BD9-81ED-4DB2-BD59-A6C34878D82A}">
                    <a16:rowId xmlns:a16="http://schemas.microsoft.com/office/drawing/2014/main" val="2058850495"/>
                  </a:ext>
                </a:extLst>
              </a:tr>
            </a:tbl>
          </a:graphicData>
        </a:graphic>
      </p:graphicFrame>
    </p:spTree>
    <p:custDataLst>
      <p:tags r:id="rId1"/>
    </p:custDataLst>
    <p:extLst>
      <p:ext uri="{BB962C8B-B14F-4D97-AF65-F5344CB8AC3E}">
        <p14:creationId xmlns:p14="http://schemas.microsoft.com/office/powerpoint/2010/main" val="2627922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26C34-468E-AEDF-9244-260716C7EEE1}"/>
              </a:ext>
            </a:extLst>
          </p:cNvPr>
          <p:cNvSpPr>
            <a:spLocks noGrp="1"/>
          </p:cNvSpPr>
          <p:nvPr>
            <p:ph type="ctrTitle"/>
          </p:nvPr>
        </p:nvSpPr>
        <p:spPr/>
        <p:txBody>
          <a:bodyPr/>
          <a:lstStyle/>
          <a:p>
            <a:r>
              <a:rPr lang="en-GB">
                <a:latin typeface="Arial"/>
                <a:cs typeface="Arial"/>
              </a:rPr>
              <a:t>Software Development</a:t>
            </a:r>
            <a:endParaRPr lang="en-US"/>
          </a:p>
          <a:p>
            <a:r>
              <a:rPr lang="en-GB">
                <a:latin typeface="Arial"/>
                <a:cs typeface="Arial"/>
              </a:rPr>
              <a:t>Methodologies</a:t>
            </a:r>
          </a:p>
        </p:txBody>
      </p:sp>
      <p:sp>
        <p:nvSpPr>
          <p:cNvPr id="3" name="Subtitle 2">
            <a:extLst>
              <a:ext uri="{FF2B5EF4-FFF2-40B4-BE49-F238E27FC236}">
                <a16:creationId xmlns:a16="http://schemas.microsoft.com/office/drawing/2014/main" id="{B388EC31-EDAD-CDC3-F48F-4161DC17217B}"/>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401619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851F25-0B07-1244-C116-24D026D442BF}"/>
              </a:ext>
            </a:extLst>
          </p:cNvPr>
          <p:cNvSpPr>
            <a:spLocks noGrp="1"/>
          </p:cNvSpPr>
          <p:nvPr>
            <p:ph idx="1"/>
          </p:nvPr>
        </p:nvSpPr>
        <p:spPr/>
        <p:txBody>
          <a:bodyPr/>
          <a:lstStyle/>
          <a:p>
            <a:r>
              <a:rPr lang="en-GB" dirty="0"/>
              <a:t>There are a number of methodologies in use within Software Development</a:t>
            </a:r>
          </a:p>
          <a:p>
            <a:endParaRPr lang="en-GB" dirty="0"/>
          </a:p>
          <a:p>
            <a:r>
              <a:rPr lang="en-GB" dirty="0"/>
              <a:t>These include the methodologies we are going to look at:</a:t>
            </a:r>
          </a:p>
          <a:p>
            <a:endParaRPr lang="en-GB" dirty="0"/>
          </a:p>
          <a:p>
            <a:endParaRPr lang="en-GB" dirty="0"/>
          </a:p>
          <a:p>
            <a:endParaRPr lang="en-GB" dirty="0"/>
          </a:p>
          <a:p>
            <a:endParaRPr lang="en-GB" dirty="0"/>
          </a:p>
          <a:p>
            <a:r>
              <a:rPr lang="en-GB" dirty="0"/>
              <a:t>There are other methodologies in use, and many methods have also stopped being used or been mostly replaced by other methodologies</a:t>
            </a:r>
          </a:p>
        </p:txBody>
      </p:sp>
      <p:sp>
        <p:nvSpPr>
          <p:cNvPr id="2" name="Title 1">
            <a:extLst>
              <a:ext uri="{FF2B5EF4-FFF2-40B4-BE49-F238E27FC236}">
                <a16:creationId xmlns:a16="http://schemas.microsoft.com/office/drawing/2014/main" id="{CB7F33E8-2951-93CB-E84F-4780BA360A79}"/>
              </a:ext>
            </a:extLst>
          </p:cNvPr>
          <p:cNvSpPr>
            <a:spLocks noGrp="1"/>
          </p:cNvSpPr>
          <p:nvPr>
            <p:ph type="title"/>
          </p:nvPr>
        </p:nvSpPr>
        <p:spPr/>
        <p:txBody>
          <a:bodyPr/>
          <a:lstStyle/>
          <a:p>
            <a:r>
              <a:rPr lang="en-GB" dirty="0"/>
              <a:t>Methodologies</a:t>
            </a:r>
          </a:p>
        </p:txBody>
      </p:sp>
      <p:sp>
        <p:nvSpPr>
          <p:cNvPr id="5" name="Text Placeholder 4">
            <a:extLst>
              <a:ext uri="{FF2B5EF4-FFF2-40B4-BE49-F238E27FC236}">
                <a16:creationId xmlns:a16="http://schemas.microsoft.com/office/drawing/2014/main" id="{BCF91E50-6F48-D148-44A5-83FB0F2BC81B}"/>
              </a:ext>
            </a:extLst>
          </p:cNvPr>
          <p:cNvSpPr>
            <a:spLocks noGrp="1"/>
          </p:cNvSpPr>
          <p:nvPr>
            <p:ph type="body" sz="quarter" idx="10"/>
          </p:nvPr>
        </p:nvSpPr>
        <p:spPr/>
        <p:txBody>
          <a:bodyPr/>
          <a:lstStyle/>
          <a:p>
            <a:r>
              <a:rPr lang="en-GB" dirty="0"/>
              <a:t>K1</a:t>
            </a:r>
          </a:p>
        </p:txBody>
      </p:sp>
      <p:sp>
        <p:nvSpPr>
          <p:cNvPr id="6" name="Text Placeholder 5">
            <a:extLst>
              <a:ext uri="{FF2B5EF4-FFF2-40B4-BE49-F238E27FC236}">
                <a16:creationId xmlns:a16="http://schemas.microsoft.com/office/drawing/2014/main" id="{D8A83AE3-9DAD-ACCE-0F1F-98B2956B6301}"/>
              </a:ext>
            </a:extLst>
          </p:cNvPr>
          <p:cNvSpPr>
            <a:spLocks noGrp="1"/>
          </p:cNvSpPr>
          <p:nvPr>
            <p:ph type="body" sz="quarter" idx="11"/>
          </p:nvPr>
        </p:nvSpPr>
        <p:spPr/>
        <p:txBody>
          <a:bodyPr/>
          <a:lstStyle/>
          <a:p>
            <a:endParaRPr lang="en-GB"/>
          </a:p>
        </p:txBody>
      </p:sp>
      <p:graphicFrame>
        <p:nvGraphicFramePr>
          <p:cNvPr id="4" name="Diagram 3">
            <a:extLst>
              <a:ext uri="{FF2B5EF4-FFF2-40B4-BE49-F238E27FC236}">
                <a16:creationId xmlns:a16="http://schemas.microsoft.com/office/drawing/2014/main" id="{C4917A47-7C5E-23E3-CD45-E467DFF33314}"/>
              </a:ext>
            </a:extLst>
          </p:cNvPr>
          <p:cNvGraphicFramePr/>
          <p:nvPr>
            <p:extLst>
              <p:ext uri="{D42A27DB-BD31-4B8C-83A1-F6EECF244321}">
                <p14:modId xmlns:p14="http://schemas.microsoft.com/office/powerpoint/2010/main" val="1612934634"/>
              </p:ext>
            </p:extLst>
          </p:nvPr>
        </p:nvGraphicFramePr>
        <p:xfrm>
          <a:off x="394799" y="2841383"/>
          <a:ext cx="11401199" cy="16296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2556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CE5A9F-A429-8A8F-4691-579380B5E580}"/>
              </a:ext>
            </a:extLst>
          </p:cNvPr>
          <p:cNvSpPr>
            <a:spLocks noGrp="1"/>
          </p:cNvSpPr>
          <p:nvPr>
            <p:ph type="ctrTitle"/>
          </p:nvPr>
        </p:nvSpPr>
        <p:spPr/>
        <p:txBody>
          <a:bodyPr/>
          <a:lstStyle/>
          <a:p>
            <a:r>
              <a:rPr lang="en-GB" dirty="0"/>
              <a:t>Waterfall</a:t>
            </a:r>
          </a:p>
        </p:txBody>
      </p:sp>
      <p:sp>
        <p:nvSpPr>
          <p:cNvPr id="2" name="Subtitle 1">
            <a:extLst>
              <a:ext uri="{FF2B5EF4-FFF2-40B4-BE49-F238E27FC236}">
                <a16:creationId xmlns:a16="http://schemas.microsoft.com/office/drawing/2014/main" id="{17CF5D33-5FBC-A6C2-8B52-E59836F87EFF}"/>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041933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rrow: U-Turn 8">
            <a:extLst>
              <a:ext uri="{FF2B5EF4-FFF2-40B4-BE49-F238E27FC236}">
                <a16:creationId xmlns:a16="http://schemas.microsoft.com/office/drawing/2014/main" id="{AA5BB8A9-61DC-5088-CD20-85196AA30614}"/>
              </a:ext>
            </a:extLst>
          </p:cNvPr>
          <p:cNvSpPr/>
          <p:nvPr/>
        </p:nvSpPr>
        <p:spPr>
          <a:xfrm rot="5400000" flipH="1">
            <a:off x="10619876" y="4457661"/>
            <a:ext cx="881068" cy="851026"/>
          </a:xfrm>
          <a:prstGeom prst="uturnArrow">
            <a:avLst>
              <a:gd name="adj1" fmla="val 28607"/>
              <a:gd name="adj2" fmla="val 25000"/>
              <a:gd name="adj3" fmla="val 29978"/>
              <a:gd name="adj4" fmla="val 41261"/>
              <a:gd name="adj5" fmla="val 87140"/>
            </a:avLst>
          </a:prstGeom>
          <a:solidFill>
            <a:srgbClr val="3C3C3B">
              <a:tint val="40000"/>
              <a:hueOff val="0"/>
              <a:satOff val="0"/>
              <a:lumOff val="0"/>
              <a:alphaOff val="0"/>
            </a:srgbClr>
          </a:solidFill>
          <a:ln w="25400" cap="rnd" cmpd="sng" algn="ctr">
            <a:solidFill>
              <a:srgbClr val="3C3C3B">
                <a:shade val="80000"/>
                <a:hueOff val="0"/>
                <a:satOff val="0"/>
                <a:lumOff val="0"/>
                <a:alphaOff val="0"/>
              </a:srgbClr>
            </a:solidFill>
            <a:prstDash val="solid"/>
            <a:miter lim="800000"/>
          </a:ln>
          <a:effectLst/>
        </p:spPr>
        <p:txBody>
          <a:bodyPr rtlCol="0" anchor="ctr"/>
          <a:lstStyle/>
          <a:p>
            <a:pPr algn="ctr"/>
            <a:endParaRPr lang="en-GB">
              <a:solidFill>
                <a:schemeClr val="tx1"/>
              </a:solidFill>
            </a:endParaRPr>
          </a:p>
        </p:txBody>
      </p:sp>
      <p:sp>
        <p:nvSpPr>
          <p:cNvPr id="3" name="Content Placeholder 2">
            <a:extLst>
              <a:ext uri="{FF2B5EF4-FFF2-40B4-BE49-F238E27FC236}">
                <a16:creationId xmlns:a16="http://schemas.microsoft.com/office/drawing/2014/main" id="{074CC9D7-1269-9D05-468C-E32FA74F8DF9}"/>
              </a:ext>
            </a:extLst>
          </p:cNvPr>
          <p:cNvSpPr>
            <a:spLocks noGrp="1"/>
          </p:cNvSpPr>
          <p:nvPr>
            <p:ph sz="half" idx="1"/>
          </p:nvPr>
        </p:nvSpPr>
        <p:spPr/>
        <p:txBody>
          <a:bodyPr/>
          <a:lstStyle/>
          <a:p>
            <a:r>
              <a:rPr lang="en-GB" dirty="0"/>
              <a:t>As an overview Waterfall is a cascading set of steps that you move down and any issues will result in a return to the top of the cascade.</a:t>
            </a:r>
          </a:p>
          <a:p>
            <a:endParaRPr lang="en-GB" dirty="0"/>
          </a:p>
          <a:p>
            <a:r>
              <a:rPr lang="en-GB" dirty="0"/>
              <a:t>The exact names of the stages will change depending on the needs of the project and the vision of the team</a:t>
            </a:r>
          </a:p>
          <a:p>
            <a:endParaRPr lang="en-GB" dirty="0"/>
          </a:p>
        </p:txBody>
      </p:sp>
      <p:graphicFrame>
        <p:nvGraphicFramePr>
          <p:cNvPr id="8" name="Content Placeholder 7">
            <a:extLst>
              <a:ext uri="{FF2B5EF4-FFF2-40B4-BE49-F238E27FC236}">
                <a16:creationId xmlns:a16="http://schemas.microsoft.com/office/drawing/2014/main" id="{651C057A-447E-37CC-5B30-C245076476C1}"/>
              </a:ext>
            </a:extLst>
          </p:cNvPr>
          <p:cNvGraphicFramePr>
            <a:graphicFrameLocks noGrp="1"/>
          </p:cNvGraphicFramePr>
          <p:nvPr>
            <p:ph sz="half" idx="2"/>
            <p:extLst>
              <p:ext uri="{D42A27DB-BD31-4B8C-83A1-F6EECF244321}">
                <p14:modId xmlns:p14="http://schemas.microsoft.com/office/powerpoint/2010/main" val="1541586302"/>
              </p:ext>
            </p:extLst>
          </p:nvPr>
        </p:nvGraphicFramePr>
        <p:xfrm>
          <a:off x="6165850" y="1681163"/>
          <a:ext cx="5881688" cy="46878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B6ACFF9D-4A03-4924-74E9-59DBB67AD198}"/>
              </a:ext>
            </a:extLst>
          </p:cNvPr>
          <p:cNvSpPr>
            <a:spLocks noGrp="1"/>
          </p:cNvSpPr>
          <p:nvPr>
            <p:ph type="title"/>
          </p:nvPr>
        </p:nvSpPr>
        <p:spPr/>
        <p:txBody>
          <a:bodyPr/>
          <a:lstStyle/>
          <a:p>
            <a:r>
              <a:rPr lang="en-GB" dirty="0"/>
              <a:t>Waterfall</a:t>
            </a:r>
          </a:p>
        </p:txBody>
      </p:sp>
      <p:sp>
        <p:nvSpPr>
          <p:cNvPr id="4" name="Text Placeholder 3">
            <a:extLst>
              <a:ext uri="{FF2B5EF4-FFF2-40B4-BE49-F238E27FC236}">
                <a16:creationId xmlns:a16="http://schemas.microsoft.com/office/drawing/2014/main" id="{CFF3C7C3-6BD3-B566-D028-862908EC3638}"/>
              </a:ext>
            </a:extLst>
          </p:cNvPr>
          <p:cNvSpPr>
            <a:spLocks noGrp="1"/>
          </p:cNvSpPr>
          <p:nvPr>
            <p:ph type="body" sz="quarter" idx="10"/>
          </p:nvPr>
        </p:nvSpPr>
        <p:spPr/>
        <p:txBody>
          <a:bodyPr/>
          <a:lstStyle/>
          <a:p>
            <a:r>
              <a:rPr lang="en-GB" dirty="0"/>
              <a:t>K1, K5</a:t>
            </a:r>
          </a:p>
        </p:txBody>
      </p:sp>
      <p:sp>
        <p:nvSpPr>
          <p:cNvPr id="5" name="Text Placeholder 4">
            <a:extLst>
              <a:ext uri="{FF2B5EF4-FFF2-40B4-BE49-F238E27FC236}">
                <a16:creationId xmlns:a16="http://schemas.microsoft.com/office/drawing/2014/main" id="{BE077202-C368-AFFB-A5E5-60AECFDE1308}"/>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437820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B8DC33-D064-3C57-DA09-08C35B191F48}"/>
              </a:ext>
            </a:extLst>
          </p:cNvPr>
          <p:cNvSpPr>
            <a:spLocks noGrp="1"/>
          </p:cNvSpPr>
          <p:nvPr>
            <p:ph idx="1"/>
          </p:nvPr>
        </p:nvSpPr>
        <p:spPr/>
        <p:txBody>
          <a:bodyPr>
            <a:normAutofit/>
          </a:bodyPr>
          <a:lstStyle/>
          <a:p>
            <a:r>
              <a:rPr lang="en-GB" dirty="0"/>
              <a:t>Consider the Waterfall methodology</a:t>
            </a:r>
          </a:p>
          <a:p>
            <a:endParaRPr lang="en-GB" dirty="0"/>
          </a:p>
          <a:p>
            <a:r>
              <a:rPr lang="en-GB" dirty="0"/>
              <a:t>Have you ever used it?</a:t>
            </a:r>
          </a:p>
          <a:p>
            <a:endParaRPr lang="en-GB" dirty="0"/>
          </a:p>
          <a:p>
            <a:r>
              <a:rPr lang="en-GB" dirty="0"/>
              <a:t>Write a short summary of it</a:t>
            </a:r>
          </a:p>
          <a:p>
            <a:endParaRPr lang="en-GB" dirty="0"/>
          </a:p>
          <a:p>
            <a:r>
              <a:rPr lang="en-GB" dirty="0"/>
              <a:t>What pitfalls may exist in this approach?</a:t>
            </a:r>
          </a:p>
          <a:p>
            <a:endParaRPr lang="en-GB" dirty="0"/>
          </a:p>
          <a:p>
            <a:r>
              <a:rPr lang="en-GB" dirty="0"/>
              <a:t>Can you think of any situations where this methodology may be used?</a:t>
            </a:r>
          </a:p>
          <a:p>
            <a:endParaRPr lang="en-GB" dirty="0"/>
          </a:p>
          <a:p>
            <a:r>
              <a:rPr lang="en-GB" dirty="0"/>
              <a:t>What advantages and disadvantages of this approach can you think of?</a:t>
            </a:r>
          </a:p>
        </p:txBody>
      </p:sp>
      <p:sp>
        <p:nvSpPr>
          <p:cNvPr id="2" name="Title 1">
            <a:extLst>
              <a:ext uri="{FF2B5EF4-FFF2-40B4-BE49-F238E27FC236}">
                <a16:creationId xmlns:a16="http://schemas.microsoft.com/office/drawing/2014/main" id="{205C68A4-C795-7D89-3CED-CC9DAB44E70A}"/>
              </a:ext>
            </a:extLst>
          </p:cNvPr>
          <p:cNvSpPr>
            <a:spLocks noGrp="1"/>
          </p:cNvSpPr>
          <p:nvPr>
            <p:ph type="title"/>
          </p:nvPr>
        </p:nvSpPr>
        <p:spPr/>
        <p:txBody>
          <a:bodyPr/>
          <a:lstStyle/>
          <a:p>
            <a:r>
              <a:rPr lang="en-GB" dirty="0"/>
              <a:t>Waterfall</a:t>
            </a:r>
          </a:p>
        </p:txBody>
      </p:sp>
      <p:sp>
        <p:nvSpPr>
          <p:cNvPr id="6" name="Text Placeholder 5">
            <a:extLst>
              <a:ext uri="{FF2B5EF4-FFF2-40B4-BE49-F238E27FC236}">
                <a16:creationId xmlns:a16="http://schemas.microsoft.com/office/drawing/2014/main" id="{6DE27392-4C03-0383-A363-1ADB385A9198}"/>
              </a:ext>
            </a:extLst>
          </p:cNvPr>
          <p:cNvSpPr>
            <a:spLocks noGrp="1"/>
          </p:cNvSpPr>
          <p:nvPr>
            <p:ph type="body" sz="quarter" idx="10"/>
          </p:nvPr>
        </p:nvSpPr>
        <p:spPr/>
        <p:txBody>
          <a:bodyPr/>
          <a:lstStyle/>
          <a:p>
            <a:r>
              <a:rPr lang="en-GB" dirty="0"/>
              <a:t>K1, K5, S11, B9</a:t>
            </a:r>
          </a:p>
        </p:txBody>
      </p:sp>
      <p:sp>
        <p:nvSpPr>
          <p:cNvPr id="7" name="Text Placeholder 6">
            <a:extLst>
              <a:ext uri="{FF2B5EF4-FFF2-40B4-BE49-F238E27FC236}">
                <a16:creationId xmlns:a16="http://schemas.microsoft.com/office/drawing/2014/main" id="{7E5CB293-4C96-FA99-AFC5-CEA42DAC3A0A}"/>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201425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4865396-48BC-DEB9-1848-7D4294793107}"/>
              </a:ext>
            </a:extLst>
          </p:cNvPr>
          <p:cNvSpPr>
            <a:spLocks noGrp="1"/>
          </p:cNvSpPr>
          <p:nvPr>
            <p:ph type="body" idx="1"/>
          </p:nvPr>
        </p:nvSpPr>
        <p:spPr/>
        <p:txBody>
          <a:bodyPr/>
          <a:lstStyle/>
          <a:p>
            <a:r>
              <a:rPr lang="en-GB" dirty="0"/>
              <a:t>Advantages</a:t>
            </a:r>
          </a:p>
        </p:txBody>
      </p:sp>
      <p:sp>
        <p:nvSpPr>
          <p:cNvPr id="7" name="Content Placeholder 6">
            <a:extLst>
              <a:ext uri="{FF2B5EF4-FFF2-40B4-BE49-F238E27FC236}">
                <a16:creationId xmlns:a16="http://schemas.microsoft.com/office/drawing/2014/main" id="{6FA9AACB-B622-B07C-F022-18C9020E8419}"/>
              </a:ext>
            </a:extLst>
          </p:cNvPr>
          <p:cNvSpPr>
            <a:spLocks noGrp="1"/>
          </p:cNvSpPr>
          <p:nvPr>
            <p:ph sz="half" idx="2"/>
          </p:nvPr>
        </p:nvSpPr>
        <p:spPr/>
        <p:txBody>
          <a:bodyPr>
            <a:normAutofit lnSpcReduction="10000"/>
          </a:bodyPr>
          <a:lstStyle/>
          <a:p>
            <a:r>
              <a:rPr lang="en-GB" dirty="0"/>
              <a:t>Easy to measure and control</a:t>
            </a:r>
          </a:p>
          <a:p>
            <a:pPr lvl="1"/>
            <a:r>
              <a:rPr lang="en-GB" dirty="0"/>
              <a:t>Workflow is organised in clearly defined stages</a:t>
            </a:r>
          </a:p>
          <a:p>
            <a:pPr lvl="1"/>
            <a:r>
              <a:rPr lang="en-GB" dirty="0"/>
              <a:t>Timing can be set precisely and the budget can be planned accordingly</a:t>
            </a:r>
          </a:p>
          <a:p>
            <a:r>
              <a:rPr lang="en-GB" dirty="0"/>
              <a:t>Management is easy</a:t>
            </a:r>
          </a:p>
          <a:p>
            <a:pPr lvl="1"/>
            <a:r>
              <a:rPr lang="en-GB" dirty="0"/>
              <a:t>As it has a definite structure it is perfect for small teams and inexperienced managers</a:t>
            </a:r>
          </a:p>
          <a:p>
            <a:r>
              <a:rPr lang="en-GB" dirty="0"/>
              <a:t>Onboarding is faster</a:t>
            </a:r>
          </a:p>
          <a:p>
            <a:pPr lvl="1"/>
            <a:r>
              <a:rPr lang="en-GB" dirty="0"/>
              <a:t>Developers can get up to speed quickly because all the stages logically follow each other</a:t>
            </a:r>
          </a:p>
        </p:txBody>
      </p:sp>
      <p:sp>
        <p:nvSpPr>
          <p:cNvPr id="8" name="Text Placeholder 7">
            <a:extLst>
              <a:ext uri="{FF2B5EF4-FFF2-40B4-BE49-F238E27FC236}">
                <a16:creationId xmlns:a16="http://schemas.microsoft.com/office/drawing/2014/main" id="{93928E76-6195-0A22-32A9-D978EB85B6BC}"/>
              </a:ext>
            </a:extLst>
          </p:cNvPr>
          <p:cNvSpPr>
            <a:spLocks noGrp="1"/>
          </p:cNvSpPr>
          <p:nvPr>
            <p:ph type="body" sz="quarter" idx="3"/>
          </p:nvPr>
        </p:nvSpPr>
        <p:spPr/>
        <p:txBody>
          <a:bodyPr/>
          <a:lstStyle/>
          <a:p>
            <a:r>
              <a:rPr lang="en-GB" dirty="0"/>
              <a:t>Disadvantages</a:t>
            </a:r>
          </a:p>
        </p:txBody>
      </p:sp>
      <p:sp>
        <p:nvSpPr>
          <p:cNvPr id="9" name="Content Placeholder 8">
            <a:extLst>
              <a:ext uri="{FF2B5EF4-FFF2-40B4-BE49-F238E27FC236}">
                <a16:creationId xmlns:a16="http://schemas.microsoft.com/office/drawing/2014/main" id="{7713498C-B04A-236E-BFE7-8922407D6AE5}"/>
              </a:ext>
            </a:extLst>
          </p:cNvPr>
          <p:cNvSpPr>
            <a:spLocks noGrp="1"/>
          </p:cNvSpPr>
          <p:nvPr>
            <p:ph sz="quarter" idx="4"/>
          </p:nvPr>
        </p:nvSpPr>
        <p:spPr/>
        <p:txBody>
          <a:bodyPr>
            <a:normAutofit/>
          </a:bodyPr>
          <a:lstStyle/>
          <a:p>
            <a:r>
              <a:rPr lang="en-GB" dirty="0"/>
              <a:t>Lack of flexibility</a:t>
            </a:r>
          </a:p>
          <a:p>
            <a:pPr lvl="1"/>
            <a:r>
              <a:rPr lang="en-GB" dirty="0"/>
              <a:t>The team can’t fix issues left from the previous stage</a:t>
            </a:r>
          </a:p>
          <a:p>
            <a:pPr lvl="1"/>
            <a:r>
              <a:rPr lang="en-GB" dirty="0"/>
              <a:t>This leads to piled up bugs and technical debt</a:t>
            </a:r>
          </a:p>
          <a:p>
            <a:pPr marL="0" indent="0">
              <a:buNone/>
            </a:pPr>
            <a:endParaRPr lang="en-GB" dirty="0"/>
          </a:p>
          <a:p>
            <a:r>
              <a:rPr lang="en-GB" dirty="0"/>
              <a:t>Collaboration issues</a:t>
            </a:r>
          </a:p>
          <a:p>
            <a:pPr lvl="1"/>
            <a:r>
              <a:rPr lang="en-GB" dirty="0"/>
              <a:t>Different teams do not work together</a:t>
            </a:r>
          </a:p>
          <a:p>
            <a:pPr lvl="1"/>
            <a:r>
              <a:rPr lang="en-GB" dirty="0"/>
              <a:t>If something goes wrong each team are likely to blame another team for the failure</a:t>
            </a:r>
          </a:p>
        </p:txBody>
      </p:sp>
      <p:sp>
        <p:nvSpPr>
          <p:cNvPr id="5" name="Title 4">
            <a:extLst>
              <a:ext uri="{FF2B5EF4-FFF2-40B4-BE49-F238E27FC236}">
                <a16:creationId xmlns:a16="http://schemas.microsoft.com/office/drawing/2014/main" id="{C9CDE6A2-0F2A-1962-8BB4-E84E07ACE645}"/>
              </a:ext>
            </a:extLst>
          </p:cNvPr>
          <p:cNvSpPr>
            <a:spLocks noGrp="1"/>
          </p:cNvSpPr>
          <p:nvPr>
            <p:ph type="title"/>
          </p:nvPr>
        </p:nvSpPr>
        <p:spPr/>
        <p:txBody>
          <a:bodyPr/>
          <a:lstStyle/>
          <a:p>
            <a:r>
              <a:rPr lang="en-GB" dirty="0"/>
              <a:t>Waterfall</a:t>
            </a:r>
          </a:p>
        </p:txBody>
      </p:sp>
      <p:sp>
        <p:nvSpPr>
          <p:cNvPr id="2" name="Text Placeholder 1">
            <a:extLst>
              <a:ext uri="{FF2B5EF4-FFF2-40B4-BE49-F238E27FC236}">
                <a16:creationId xmlns:a16="http://schemas.microsoft.com/office/drawing/2014/main" id="{CB1BC967-35A8-99E8-24C6-A9A1CF12EDE7}"/>
              </a:ext>
            </a:extLst>
          </p:cNvPr>
          <p:cNvSpPr>
            <a:spLocks noGrp="1"/>
          </p:cNvSpPr>
          <p:nvPr>
            <p:ph type="body" sz="quarter" idx="10"/>
          </p:nvPr>
        </p:nvSpPr>
        <p:spPr/>
        <p:txBody>
          <a:bodyPr/>
          <a:lstStyle/>
          <a:p>
            <a:r>
              <a:rPr lang="en-GB" dirty="0"/>
              <a:t>K1, K5</a:t>
            </a:r>
          </a:p>
        </p:txBody>
      </p:sp>
      <p:sp>
        <p:nvSpPr>
          <p:cNvPr id="3" name="Text Placeholder 2">
            <a:extLst>
              <a:ext uri="{FF2B5EF4-FFF2-40B4-BE49-F238E27FC236}">
                <a16:creationId xmlns:a16="http://schemas.microsoft.com/office/drawing/2014/main" id="{39033D16-E483-61E3-6CD4-286F36DCE4E5}"/>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41343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7680D-BBD6-E83B-68C1-A11C509FA026}"/>
              </a:ext>
            </a:extLst>
          </p:cNvPr>
          <p:cNvSpPr>
            <a:spLocks noGrp="1"/>
          </p:cNvSpPr>
          <p:nvPr>
            <p:ph type="ctrTitle"/>
          </p:nvPr>
        </p:nvSpPr>
        <p:spPr/>
        <p:txBody>
          <a:bodyPr/>
          <a:lstStyle/>
          <a:p>
            <a:r>
              <a:rPr lang="en-GB" dirty="0"/>
              <a:t>Spiral</a:t>
            </a:r>
          </a:p>
        </p:txBody>
      </p:sp>
      <p:sp>
        <p:nvSpPr>
          <p:cNvPr id="4" name="Subtitle 3">
            <a:extLst>
              <a:ext uri="{FF2B5EF4-FFF2-40B4-BE49-F238E27FC236}">
                <a16:creationId xmlns:a16="http://schemas.microsoft.com/office/drawing/2014/main" id="{F1346169-2ECC-3A39-1FD2-56B136F35874}"/>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472708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Content Placeholder 58">
            <a:extLst>
              <a:ext uri="{FF2B5EF4-FFF2-40B4-BE49-F238E27FC236}">
                <a16:creationId xmlns:a16="http://schemas.microsoft.com/office/drawing/2014/main" id="{20FF47D4-0F5D-5E41-B38A-F4D839D86770}"/>
              </a:ext>
            </a:extLst>
          </p:cNvPr>
          <p:cNvSpPr>
            <a:spLocks noGrp="1"/>
          </p:cNvSpPr>
          <p:nvPr>
            <p:ph sz="half" idx="1"/>
          </p:nvPr>
        </p:nvSpPr>
        <p:spPr/>
        <p:txBody>
          <a:bodyPr>
            <a:normAutofit/>
          </a:bodyPr>
          <a:lstStyle/>
          <a:p>
            <a:r>
              <a:rPr lang="en-GB" dirty="0"/>
              <a:t>Spiral model isn’t a standalone model, it can be used with Agile, Waterfall, Prototyping, RAD and DSDM</a:t>
            </a:r>
          </a:p>
          <a:p>
            <a:endParaRPr lang="en-GB" dirty="0"/>
          </a:p>
          <a:p>
            <a:r>
              <a:rPr lang="en-GB" dirty="0"/>
              <a:t>The whole purpose is to assist in the visualisation and detailed description of the risks associated with the software products</a:t>
            </a:r>
          </a:p>
          <a:p>
            <a:endParaRPr lang="en-GB" dirty="0"/>
          </a:p>
          <a:p>
            <a:r>
              <a:rPr lang="en-GB" dirty="0"/>
              <a:t>It is conducted in cycles, every cycle defines a set of tasks that the team will work on, the more complicated and riskier the project the more cycles</a:t>
            </a:r>
          </a:p>
        </p:txBody>
      </p:sp>
      <p:sp>
        <p:nvSpPr>
          <p:cNvPr id="2" name="Content Placeholder 1">
            <a:extLst>
              <a:ext uri="{FF2B5EF4-FFF2-40B4-BE49-F238E27FC236}">
                <a16:creationId xmlns:a16="http://schemas.microsoft.com/office/drawing/2014/main" id="{C2A89F2F-6EBB-B713-CD35-6086A561A268}"/>
              </a:ext>
            </a:extLst>
          </p:cNvPr>
          <p:cNvSpPr>
            <a:spLocks noGrp="1"/>
          </p:cNvSpPr>
          <p:nvPr>
            <p:ph sz="half" idx="2"/>
          </p:nvPr>
        </p:nvSpPr>
        <p:spPr/>
        <p:txBody>
          <a:bodyPr/>
          <a:lstStyle/>
          <a:p>
            <a:endParaRPr lang="en-GB" dirty="0"/>
          </a:p>
        </p:txBody>
      </p:sp>
      <p:sp>
        <p:nvSpPr>
          <p:cNvPr id="58" name="Title 57">
            <a:extLst>
              <a:ext uri="{FF2B5EF4-FFF2-40B4-BE49-F238E27FC236}">
                <a16:creationId xmlns:a16="http://schemas.microsoft.com/office/drawing/2014/main" id="{F5011A12-7D69-D264-79CE-63107E74F0C4}"/>
              </a:ext>
            </a:extLst>
          </p:cNvPr>
          <p:cNvSpPr>
            <a:spLocks noGrp="1"/>
          </p:cNvSpPr>
          <p:nvPr>
            <p:ph type="title"/>
          </p:nvPr>
        </p:nvSpPr>
        <p:spPr/>
        <p:txBody>
          <a:bodyPr/>
          <a:lstStyle/>
          <a:p>
            <a:r>
              <a:rPr lang="en-GB" dirty="0"/>
              <a:t>Spiral</a:t>
            </a:r>
          </a:p>
        </p:txBody>
      </p:sp>
      <p:sp>
        <p:nvSpPr>
          <p:cNvPr id="3" name="Text Placeholder 2">
            <a:extLst>
              <a:ext uri="{FF2B5EF4-FFF2-40B4-BE49-F238E27FC236}">
                <a16:creationId xmlns:a16="http://schemas.microsoft.com/office/drawing/2014/main" id="{029C5A5A-E57D-8603-8C92-9BEA15CE8A1C}"/>
              </a:ext>
            </a:extLst>
          </p:cNvPr>
          <p:cNvSpPr>
            <a:spLocks noGrp="1"/>
          </p:cNvSpPr>
          <p:nvPr>
            <p:ph type="body" sz="quarter" idx="10"/>
          </p:nvPr>
        </p:nvSpPr>
        <p:spPr/>
        <p:txBody>
          <a:bodyPr/>
          <a:lstStyle/>
          <a:p>
            <a:r>
              <a:rPr lang="en-GB" dirty="0"/>
              <a:t>K1, K5</a:t>
            </a:r>
          </a:p>
        </p:txBody>
      </p:sp>
      <p:sp>
        <p:nvSpPr>
          <p:cNvPr id="4" name="Text Placeholder 3">
            <a:extLst>
              <a:ext uri="{FF2B5EF4-FFF2-40B4-BE49-F238E27FC236}">
                <a16:creationId xmlns:a16="http://schemas.microsoft.com/office/drawing/2014/main" id="{35CB7500-2894-03FA-86A7-AEF1FB3B0B7E}"/>
              </a:ext>
            </a:extLst>
          </p:cNvPr>
          <p:cNvSpPr>
            <a:spLocks noGrp="1"/>
          </p:cNvSpPr>
          <p:nvPr>
            <p:ph type="body" sz="quarter" idx="11"/>
          </p:nvPr>
        </p:nvSpPr>
        <p:spPr/>
        <p:txBody>
          <a:bodyPr/>
          <a:lstStyle/>
          <a:p>
            <a:endParaRPr lang="en-GB"/>
          </a:p>
        </p:txBody>
      </p:sp>
      <p:grpSp>
        <p:nvGrpSpPr>
          <p:cNvPr id="30" name="Group 29">
            <a:extLst>
              <a:ext uri="{FF2B5EF4-FFF2-40B4-BE49-F238E27FC236}">
                <a16:creationId xmlns:a16="http://schemas.microsoft.com/office/drawing/2014/main" id="{584C59D3-C39A-7905-1F37-15EB3A3A6556}"/>
              </a:ext>
            </a:extLst>
          </p:cNvPr>
          <p:cNvGrpSpPr/>
          <p:nvPr/>
        </p:nvGrpSpPr>
        <p:grpSpPr>
          <a:xfrm>
            <a:off x="6276007" y="2276849"/>
            <a:ext cx="5661590" cy="3495900"/>
            <a:chOff x="6156352" y="2798734"/>
            <a:chExt cx="5661590" cy="3495900"/>
          </a:xfrm>
        </p:grpSpPr>
        <p:sp>
          <p:nvSpPr>
            <p:cNvPr id="31" name="Arc 30">
              <a:extLst>
                <a:ext uri="{FF2B5EF4-FFF2-40B4-BE49-F238E27FC236}">
                  <a16:creationId xmlns:a16="http://schemas.microsoft.com/office/drawing/2014/main" id="{3CFD7984-4885-5E2D-D0B0-99D5CB757AFF}"/>
                </a:ext>
              </a:extLst>
            </p:cNvPr>
            <p:cNvSpPr/>
            <p:nvPr/>
          </p:nvSpPr>
          <p:spPr>
            <a:xfrm flipV="1">
              <a:off x="6635891" y="3188943"/>
              <a:ext cx="2715482" cy="2715482"/>
            </a:xfrm>
            <a:prstGeom prst="arc">
              <a:avLst>
                <a:gd name="adj1" fmla="val 10782501"/>
                <a:gd name="adj2" fmla="val 0"/>
              </a:avLst>
            </a:prstGeom>
            <a:solidFill>
              <a:schemeClr val="accent1">
                <a:lumMod val="20000"/>
                <a:lumOff val="80000"/>
              </a:schemeClr>
            </a:solidFill>
            <a:ln w="25400" cap="rnd">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2" name="Arc 31">
              <a:extLst>
                <a:ext uri="{FF2B5EF4-FFF2-40B4-BE49-F238E27FC236}">
                  <a16:creationId xmlns:a16="http://schemas.microsoft.com/office/drawing/2014/main" id="{86A10F5A-D792-EF8F-7885-C261748DF536}"/>
                </a:ext>
              </a:extLst>
            </p:cNvPr>
            <p:cNvSpPr/>
            <p:nvPr/>
          </p:nvSpPr>
          <p:spPr>
            <a:xfrm>
              <a:off x="7088471" y="3415233"/>
              <a:ext cx="2262902" cy="2262902"/>
            </a:xfrm>
            <a:prstGeom prst="arc">
              <a:avLst>
                <a:gd name="adj1" fmla="val 10782501"/>
                <a:gd name="adj2" fmla="val 0"/>
              </a:avLst>
            </a:prstGeom>
            <a:solidFill>
              <a:schemeClr val="accent1">
                <a:lumMod val="40000"/>
                <a:lumOff val="60000"/>
              </a:schemeClr>
            </a:solidFill>
            <a:ln w="25400" cap="rnd">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3" name="Arc 32">
              <a:extLst>
                <a:ext uri="{FF2B5EF4-FFF2-40B4-BE49-F238E27FC236}">
                  <a16:creationId xmlns:a16="http://schemas.microsoft.com/office/drawing/2014/main" id="{22DF92F5-2D4D-C003-8A9B-ED321E5E720A}"/>
                </a:ext>
              </a:extLst>
            </p:cNvPr>
            <p:cNvSpPr/>
            <p:nvPr/>
          </p:nvSpPr>
          <p:spPr>
            <a:xfrm>
              <a:off x="7541051" y="3867814"/>
              <a:ext cx="1357741" cy="1357741"/>
            </a:xfrm>
            <a:prstGeom prst="arc">
              <a:avLst>
                <a:gd name="adj1" fmla="val 10782501"/>
                <a:gd name="adj2" fmla="val 0"/>
              </a:avLst>
            </a:prstGeom>
            <a:solidFill>
              <a:schemeClr val="accent1">
                <a:lumMod val="75000"/>
              </a:schemeClr>
            </a:solidFill>
            <a:ln w="25400" cap="rnd">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4" name="Arc 33">
              <a:extLst>
                <a:ext uri="{FF2B5EF4-FFF2-40B4-BE49-F238E27FC236}">
                  <a16:creationId xmlns:a16="http://schemas.microsoft.com/office/drawing/2014/main" id="{40A0B244-FF1C-3047-106D-878374F528BE}"/>
                </a:ext>
              </a:extLst>
            </p:cNvPr>
            <p:cNvSpPr/>
            <p:nvPr/>
          </p:nvSpPr>
          <p:spPr>
            <a:xfrm>
              <a:off x="7999619" y="4320394"/>
              <a:ext cx="452580" cy="452580"/>
            </a:xfrm>
            <a:prstGeom prst="arc">
              <a:avLst>
                <a:gd name="adj1" fmla="val 10782501"/>
                <a:gd name="adj2" fmla="val 0"/>
              </a:avLst>
            </a:prstGeom>
            <a:solidFill>
              <a:schemeClr val="accent1">
                <a:lumMod val="75000"/>
              </a:schemeClr>
            </a:solidFill>
            <a:ln w="25400" cap="rnd">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5" name="Arc 34">
              <a:extLst>
                <a:ext uri="{FF2B5EF4-FFF2-40B4-BE49-F238E27FC236}">
                  <a16:creationId xmlns:a16="http://schemas.microsoft.com/office/drawing/2014/main" id="{CD1BB210-687B-4843-AFD4-4D5A0C1B3D3A}"/>
                </a:ext>
              </a:extLst>
            </p:cNvPr>
            <p:cNvSpPr/>
            <p:nvPr/>
          </p:nvSpPr>
          <p:spPr>
            <a:xfrm flipV="1">
              <a:off x="7087245" y="3641523"/>
              <a:ext cx="1810321" cy="1810321"/>
            </a:xfrm>
            <a:prstGeom prst="arc">
              <a:avLst>
                <a:gd name="adj1" fmla="val 10782501"/>
                <a:gd name="adj2" fmla="val 0"/>
              </a:avLst>
            </a:prstGeom>
            <a:solidFill>
              <a:schemeClr val="accent1">
                <a:lumMod val="40000"/>
                <a:lumOff val="60000"/>
              </a:schemeClr>
            </a:solidFill>
            <a:ln w="25400" cap="rnd">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6" name="Arc 35">
              <a:extLst>
                <a:ext uri="{FF2B5EF4-FFF2-40B4-BE49-F238E27FC236}">
                  <a16:creationId xmlns:a16="http://schemas.microsoft.com/office/drawing/2014/main" id="{85E1D78B-AA8D-F83D-D9AF-5CBB7BA48302}"/>
                </a:ext>
              </a:extLst>
            </p:cNvPr>
            <p:cNvSpPr/>
            <p:nvPr/>
          </p:nvSpPr>
          <p:spPr>
            <a:xfrm flipV="1">
              <a:off x="7545813" y="4094104"/>
              <a:ext cx="905161" cy="905161"/>
            </a:xfrm>
            <a:prstGeom prst="arc">
              <a:avLst>
                <a:gd name="adj1" fmla="val 10782501"/>
                <a:gd name="adj2" fmla="val 0"/>
              </a:avLst>
            </a:prstGeom>
            <a:solidFill>
              <a:schemeClr val="accent1">
                <a:lumMod val="75000"/>
              </a:schemeClr>
            </a:solidFill>
            <a:ln w="25400" cap="rnd">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37" name="Straight Connector 36">
              <a:extLst>
                <a:ext uri="{FF2B5EF4-FFF2-40B4-BE49-F238E27FC236}">
                  <a16:creationId xmlns:a16="http://schemas.microsoft.com/office/drawing/2014/main" id="{24A79C6A-6929-EB98-F147-CF2A052C45A8}"/>
                </a:ext>
              </a:extLst>
            </p:cNvPr>
            <p:cNvCxnSpPr>
              <a:cxnSpLocks/>
            </p:cNvCxnSpPr>
            <p:nvPr/>
          </p:nvCxnSpPr>
          <p:spPr>
            <a:xfrm>
              <a:off x="6477959" y="4546684"/>
              <a:ext cx="3495900" cy="0"/>
            </a:xfrm>
            <a:prstGeom prst="line">
              <a:avLst/>
            </a:prstGeom>
            <a:ln w="25400" cap="rnd"/>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E5D286F6-580D-C052-03AE-403F98D77A7E}"/>
                </a:ext>
              </a:extLst>
            </p:cNvPr>
            <p:cNvCxnSpPr>
              <a:cxnSpLocks/>
            </p:cNvCxnSpPr>
            <p:nvPr/>
          </p:nvCxnSpPr>
          <p:spPr>
            <a:xfrm rot="5400000">
              <a:off x="6477959" y="4546684"/>
              <a:ext cx="3495900" cy="0"/>
            </a:xfrm>
            <a:prstGeom prst="line">
              <a:avLst/>
            </a:prstGeom>
            <a:ln w="25400" cap="rnd"/>
          </p:spPr>
          <p:style>
            <a:lnRef idx="1">
              <a:schemeClr val="dk1"/>
            </a:lnRef>
            <a:fillRef idx="0">
              <a:schemeClr val="dk1"/>
            </a:fillRef>
            <a:effectRef idx="0">
              <a:schemeClr val="dk1"/>
            </a:effectRef>
            <a:fontRef idx="minor">
              <a:schemeClr val="tx1"/>
            </a:fontRef>
          </p:style>
        </p:cxnSp>
        <p:sp>
          <p:nvSpPr>
            <p:cNvPr id="39" name="Rectangle 38">
              <a:extLst>
                <a:ext uri="{FF2B5EF4-FFF2-40B4-BE49-F238E27FC236}">
                  <a16:creationId xmlns:a16="http://schemas.microsoft.com/office/drawing/2014/main" id="{36780711-1A94-147A-45C7-FA4492B377C9}"/>
                </a:ext>
              </a:extLst>
            </p:cNvPr>
            <p:cNvSpPr/>
            <p:nvPr/>
          </p:nvSpPr>
          <p:spPr>
            <a:xfrm>
              <a:off x="7935255" y="4493931"/>
              <a:ext cx="114300" cy="1143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B8B702F6-864B-DBE4-8B15-EA4D15C713E2}"/>
                </a:ext>
              </a:extLst>
            </p:cNvPr>
            <p:cNvSpPr/>
            <p:nvPr/>
          </p:nvSpPr>
          <p:spPr>
            <a:xfrm>
              <a:off x="7487076" y="4489056"/>
              <a:ext cx="114300" cy="1143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a:extLst>
                <a:ext uri="{FF2B5EF4-FFF2-40B4-BE49-F238E27FC236}">
                  <a16:creationId xmlns:a16="http://schemas.microsoft.com/office/drawing/2014/main" id="{AB16167A-9647-6AA9-7F83-7934DAE0CC65}"/>
                </a:ext>
              </a:extLst>
            </p:cNvPr>
            <p:cNvSpPr/>
            <p:nvPr/>
          </p:nvSpPr>
          <p:spPr>
            <a:xfrm>
              <a:off x="7038896" y="4489534"/>
              <a:ext cx="114300" cy="1143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41">
              <a:extLst>
                <a:ext uri="{FF2B5EF4-FFF2-40B4-BE49-F238E27FC236}">
                  <a16:creationId xmlns:a16="http://schemas.microsoft.com/office/drawing/2014/main" id="{2867F935-F5DE-C980-A397-6E22435AB69B}"/>
                </a:ext>
              </a:extLst>
            </p:cNvPr>
            <p:cNvSpPr/>
            <p:nvPr/>
          </p:nvSpPr>
          <p:spPr>
            <a:xfrm>
              <a:off x="6590716" y="4489534"/>
              <a:ext cx="114300" cy="1143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TextBox 42">
              <a:extLst>
                <a:ext uri="{FF2B5EF4-FFF2-40B4-BE49-F238E27FC236}">
                  <a16:creationId xmlns:a16="http://schemas.microsoft.com/office/drawing/2014/main" id="{AF9846B0-4020-C712-AB75-8C486F33F1D7}"/>
                </a:ext>
              </a:extLst>
            </p:cNvPr>
            <p:cNvSpPr txBox="1"/>
            <p:nvPr/>
          </p:nvSpPr>
          <p:spPr>
            <a:xfrm>
              <a:off x="6832819" y="3353657"/>
              <a:ext cx="779381" cy="276999"/>
            </a:xfrm>
            <a:prstGeom prst="rect">
              <a:avLst/>
            </a:prstGeom>
            <a:noFill/>
          </p:spPr>
          <p:txBody>
            <a:bodyPr wrap="none" rtlCol="0">
              <a:spAutoFit/>
            </a:bodyPr>
            <a:lstStyle/>
            <a:p>
              <a:pPr algn="ctr"/>
              <a:r>
                <a:rPr lang="en-GB" sz="1200" dirty="0"/>
                <a:t>Planning</a:t>
              </a:r>
            </a:p>
          </p:txBody>
        </p:sp>
        <p:sp>
          <p:nvSpPr>
            <p:cNvPr id="44" name="TextBox 43">
              <a:extLst>
                <a:ext uri="{FF2B5EF4-FFF2-40B4-BE49-F238E27FC236}">
                  <a16:creationId xmlns:a16="http://schemas.microsoft.com/office/drawing/2014/main" id="{173C8003-86C4-DBAA-9525-4B38904F693A}"/>
                </a:ext>
              </a:extLst>
            </p:cNvPr>
            <p:cNvSpPr txBox="1"/>
            <p:nvPr/>
          </p:nvSpPr>
          <p:spPr>
            <a:xfrm>
              <a:off x="8809188" y="3323705"/>
              <a:ext cx="1088311" cy="276999"/>
            </a:xfrm>
            <a:prstGeom prst="rect">
              <a:avLst/>
            </a:prstGeom>
            <a:noFill/>
          </p:spPr>
          <p:txBody>
            <a:bodyPr wrap="none" rtlCol="0">
              <a:spAutoFit/>
            </a:bodyPr>
            <a:lstStyle/>
            <a:p>
              <a:pPr algn="ctr"/>
              <a:r>
                <a:rPr lang="en-GB" sz="1200" dirty="0"/>
                <a:t>Risk Analysis</a:t>
              </a:r>
            </a:p>
          </p:txBody>
        </p:sp>
        <p:sp>
          <p:nvSpPr>
            <p:cNvPr id="45" name="TextBox 44">
              <a:extLst>
                <a:ext uri="{FF2B5EF4-FFF2-40B4-BE49-F238E27FC236}">
                  <a16:creationId xmlns:a16="http://schemas.microsoft.com/office/drawing/2014/main" id="{042A1DA9-CA08-E029-B666-6B72628AC066}"/>
                </a:ext>
              </a:extLst>
            </p:cNvPr>
            <p:cNvSpPr txBox="1"/>
            <p:nvPr/>
          </p:nvSpPr>
          <p:spPr>
            <a:xfrm>
              <a:off x="8931150" y="5445480"/>
              <a:ext cx="1087157" cy="276999"/>
            </a:xfrm>
            <a:prstGeom prst="rect">
              <a:avLst/>
            </a:prstGeom>
            <a:noFill/>
          </p:spPr>
          <p:txBody>
            <a:bodyPr wrap="none" rtlCol="0">
              <a:spAutoFit/>
            </a:bodyPr>
            <a:lstStyle/>
            <a:p>
              <a:pPr algn="ctr"/>
              <a:r>
                <a:rPr lang="en-GB" sz="1200" dirty="0"/>
                <a:t>Development</a:t>
              </a:r>
            </a:p>
          </p:txBody>
        </p:sp>
        <p:sp>
          <p:nvSpPr>
            <p:cNvPr id="46" name="TextBox 45">
              <a:extLst>
                <a:ext uri="{FF2B5EF4-FFF2-40B4-BE49-F238E27FC236}">
                  <a16:creationId xmlns:a16="http://schemas.microsoft.com/office/drawing/2014/main" id="{392F3DAC-08CA-54C9-6087-5AE004D736B2}"/>
                </a:ext>
              </a:extLst>
            </p:cNvPr>
            <p:cNvSpPr txBox="1"/>
            <p:nvPr/>
          </p:nvSpPr>
          <p:spPr>
            <a:xfrm>
              <a:off x="6156352" y="5746844"/>
              <a:ext cx="1455848" cy="276999"/>
            </a:xfrm>
            <a:prstGeom prst="rect">
              <a:avLst/>
            </a:prstGeom>
            <a:noFill/>
          </p:spPr>
          <p:txBody>
            <a:bodyPr wrap="none" rtlCol="0">
              <a:spAutoFit/>
            </a:bodyPr>
            <a:lstStyle/>
            <a:p>
              <a:r>
                <a:rPr lang="en-GB" sz="1200" dirty="0"/>
                <a:t>System Evaluation</a:t>
              </a:r>
            </a:p>
          </p:txBody>
        </p:sp>
        <p:sp>
          <p:nvSpPr>
            <p:cNvPr id="47" name="Arc 46">
              <a:extLst>
                <a:ext uri="{FF2B5EF4-FFF2-40B4-BE49-F238E27FC236}">
                  <a16:creationId xmlns:a16="http://schemas.microsoft.com/office/drawing/2014/main" id="{E0BD31E2-C797-4976-C4F2-127C01359263}"/>
                </a:ext>
              </a:extLst>
            </p:cNvPr>
            <p:cNvSpPr/>
            <p:nvPr/>
          </p:nvSpPr>
          <p:spPr>
            <a:xfrm>
              <a:off x="7790493" y="4225074"/>
              <a:ext cx="452580" cy="452580"/>
            </a:xfrm>
            <a:prstGeom prst="arc">
              <a:avLst>
                <a:gd name="adj1" fmla="val 10782501"/>
                <a:gd name="adj2" fmla="val 14194080"/>
              </a:avLst>
            </a:prstGeom>
            <a:ln w="19050" cap="rnd">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nvGrpSpPr>
            <p:cNvPr id="48" name="Group 47">
              <a:extLst>
                <a:ext uri="{FF2B5EF4-FFF2-40B4-BE49-F238E27FC236}">
                  <a16:creationId xmlns:a16="http://schemas.microsoft.com/office/drawing/2014/main" id="{D4B8E2BC-03D8-1C46-6FD6-03C2DEA4AEA9}"/>
                </a:ext>
              </a:extLst>
            </p:cNvPr>
            <p:cNvGrpSpPr/>
            <p:nvPr/>
          </p:nvGrpSpPr>
          <p:grpSpPr>
            <a:xfrm>
              <a:off x="10177240" y="4276206"/>
              <a:ext cx="1640702" cy="540000"/>
              <a:chOff x="7748588" y="4245560"/>
              <a:chExt cx="1640702" cy="540000"/>
            </a:xfrm>
          </p:grpSpPr>
          <p:sp>
            <p:nvSpPr>
              <p:cNvPr id="49" name="Rectangle 48">
                <a:extLst>
                  <a:ext uri="{FF2B5EF4-FFF2-40B4-BE49-F238E27FC236}">
                    <a16:creationId xmlns:a16="http://schemas.microsoft.com/office/drawing/2014/main" id="{D7A330D9-A360-8A45-75FC-CE8537C21EFD}"/>
                  </a:ext>
                </a:extLst>
              </p:cNvPr>
              <p:cNvSpPr/>
              <p:nvPr/>
            </p:nvSpPr>
            <p:spPr>
              <a:xfrm>
                <a:off x="7748588" y="4605560"/>
                <a:ext cx="180975" cy="180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49">
                <a:extLst>
                  <a:ext uri="{FF2B5EF4-FFF2-40B4-BE49-F238E27FC236}">
                    <a16:creationId xmlns:a16="http://schemas.microsoft.com/office/drawing/2014/main" id="{0AA38A46-6959-432A-5781-E845DECBCCD1}"/>
                  </a:ext>
                </a:extLst>
              </p:cNvPr>
              <p:cNvSpPr/>
              <p:nvPr/>
            </p:nvSpPr>
            <p:spPr>
              <a:xfrm>
                <a:off x="7748588" y="4425560"/>
                <a:ext cx="180975" cy="180000"/>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a:extLst>
                  <a:ext uri="{FF2B5EF4-FFF2-40B4-BE49-F238E27FC236}">
                    <a16:creationId xmlns:a16="http://schemas.microsoft.com/office/drawing/2014/main" id="{BD8F9343-1C83-29C0-DABC-C8F32B460D76}"/>
                  </a:ext>
                </a:extLst>
              </p:cNvPr>
              <p:cNvSpPr/>
              <p:nvPr/>
            </p:nvSpPr>
            <p:spPr>
              <a:xfrm>
                <a:off x="7748588" y="4245560"/>
                <a:ext cx="180975" cy="180000"/>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802273D9-54D4-78EB-C660-34EB8CA9417E}"/>
                  </a:ext>
                </a:extLst>
              </p:cNvPr>
              <p:cNvSpPr txBox="1"/>
              <p:nvPr/>
            </p:nvSpPr>
            <p:spPr>
              <a:xfrm>
                <a:off x="7948611" y="4264024"/>
                <a:ext cx="1440679" cy="153888"/>
              </a:xfrm>
              <a:prstGeom prst="rect">
                <a:avLst/>
              </a:prstGeom>
              <a:noFill/>
            </p:spPr>
            <p:txBody>
              <a:bodyPr wrap="square" tIns="0" bIns="0" rtlCol="0" anchor="ctr" anchorCtr="0">
                <a:spAutoFit/>
              </a:bodyPr>
              <a:lstStyle/>
              <a:p>
                <a:r>
                  <a:rPr lang="en-GB" sz="1000" dirty="0"/>
                  <a:t>Concept Development</a:t>
                </a:r>
              </a:p>
            </p:txBody>
          </p:sp>
          <p:sp>
            <p:nvSpPr>
              <p:cNvPr id="53" name="TextBox 52">
                <a:extLst>
                  <a:ext uri="{FF2B5EF4-FFF2-40B4-BE49-F238E27FC236}">
                    <a16:creationId xmlns:a16="http://schemas.microsoft.com/office/drawing/2014/main" id="{259D8079-58A6-C43B-1BAF-BFB0C2CB075E}"/>
                  </a:ext>
                </a:extLst>
              </p:cNvPr>
              <p:cNvSpPr txBox="1"/>
              <p:nvPr/>
            </p:nvSpPr>
            <p:spPr>
              <a:xfrm>
                <a:off x="7948611" y="4433208"/>
                <a:ext cx="1440679" cy="153888"/>
              </a:xfrm>
              <a:prstGeom prst="rect">
                <a:avLst/>
              </a:prstGeom>
              <a:noFill/>
            </p:spPr>
            <p:txBody>
              <a:bodyPr wrap="square" tIns="0" bIns="0" rtlCol="0" anchor="ctr" anchorCtr="0">
                <a:spAutoFit/>
              </a:bodyPr>
              <a:lstStyle/>
              <a:p>
                <a:r>
                  <a:rPr lang="en-GB" sz="1000" dirty="0"/>
                  <a:t>Cycle 1</a:t>
                </a:r>
              </a:p>
            </p:txBody>
          </p:sp>
          <p:sp>
            <p:nvSpPr>
              <p:cNvPr id="54" name="TextBox 53">
                <a:extLst>
                  <a:ext uri="{FF2B5EF4-FFF2-40B4-BE49-F238E27FC236}">
                    <a16:creationId xmlns:a16="http://schemas.microsoft.com/office/drawing/2014/main" id="{4F9CBA32-AAA5-0119-D6A4-6D6452F75D56}"/>
                  </a:ext>
                </a:extLst>
              </p:cNvPr>
              <p:cNvSpPr txBox="1"/>
              <p:nvPr/>
            </p:nvSpPr>
            <p:spPr>
              <a:xfrm>
                <a:off x="7948611" y="4620856"/>
                <a:ext cx="1440679" cy="153888"/>
              </a:xfrm>
              <a:prstGeom prst="rect">
                <a:avLst/>
              </a:prstGeom>
              <a:noFill/>
            </p:spPr>
            <p:txBody>
              <a:bodyPr wrap="square" tIns="0" bIns="0" rtlCol="0" anchor="ctr" anchorCtr="0">
                <a:spAutoFit/>
              </a:bodyPr>
              <a:lstStyle/>
              <a:p>
                <a:r>
                  <a:rPr lang="en-GB" sz="1000" dirty="0"/>
                  <a:t>Cycle 2</a:t>
                </a:r>
              </a:p>
            </p:txBody>
          </p:sp>
        </p:grpSp>
      </p:grpSp>
    </p:spTree>
    <p:extLst>
      <p:ext uri="{BB962C8B-B14F-4D97-AF65-F5344CB8AC3E}">
        <p14:creationId xmlns:p14="http://schemas.microsoft.com/office/powerpoint/2010/main" val="2544906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B8DC33-D064-3C57-DA09-08C35B191F48}"/>
              </a:ext>
            </a:extLst>
          </p:cNvPr>
          <p:cNvSpPr>
            <a:spLocks noGrp="1"/>
          </p:cNvSpPr>
          <p:nvPr>
            <p:ph idx="1"/>
          </p:nvPr>
        </p:nvSpPr>
        <p:spPr/>
        <p:txBody>
          <a:bodyPr>
            <a:normAutofit/>
          </a:bodyPr>
          <a:lstStyle/>
          <a:p>
            <a:r>
              <a:rPr lang="en-GB" dirty="0"/>
              <a:t>Consider the Spiral methodology</a:t>
            </a:r>
          </a:p>
          <a:p>
            <a:endParaRPr lang="en-GB" dirty="0"/>
          </a:p>
          <a:p>
            <a:r>
              <a:rPr lang="en-GB" dirty="0"/>
              <a:t>Have you ever used it?</a:t>
            </a:r>
          </a:p>
          <a:p>
            <a:endParaRPr lang="en-GB" dirty="0"/>
          </a:p>
          <a:p>
            <a:r>
              <a:rPr lang="en-GB" dirty="0"/>
              <a:t>Write a short summary of it</a:t>
            </a:r>
          </a:p>
          <a:p>
            <a:endParaRPr lang="en-GB" dirty="0"/>
          </a:p>
          <a:p>
            <a:r>
              <a:rPr lang="en-GB" dirty="0"/>
              <a:t>What pitfalls may exist in this approach?</a:t>
            </a:r>
          </a:p>
          <a:p>
            <a:endParaRPr lang="en-GB" dirty="0"/>
          </a:p>
          <a:p>
            <a:r>
              <a:rPr lang="en-GB" dirty="0"/>
              <a:t>Can you think of any situations where this methodology may be used?</a:t>
            </a:r>
          </a:p>
          <a:p>
            <a:endParaRPr lang="en-GB" dirty="0"/>
          </a:p>
          <a:p>
            <a:r>
              <a:rPr lang="en-GB" dirty="0"/>
              <a:t>What advantages and disadvantages of this approach can you think of?</a:t>
            </a:r>
          </a:p>
        </p:txBody>
      </p:sp>
      <p:sp>
        <p:nvSpPr>
          <p:cNvPr id="2" name="Title 1">
            <a:extLst>
              <a:ext uri="{FF2B5EF4-FFF2-40B4-BE49-F238E27FC236}">
                <a16:creationId xmlns:a16="http://schemas.microsoft.com/office/drawing/2014/main" id="{205C68A4-C795-7D89-3CED-CC9DAB44E70A}"/>
              </a:ext>
            </a:extLst>
          </p:cNvPr>
          <p:cNvSpPr>
            <a:spLocks noGrp="1"/>
          </p:cNvSpPr>
          <p:nvPr>
            <p:ph type="title"/>
          </p:nvPr>
        </p:nvSpPr>
        <p:spPr/>
        <p:txBody>
          <a:bodyPr>
            <a:normAutofit/>
          </a:bodyPr>
          <a:lstStyle/>
          <a:p>
            <a:r>
              <a:rPr lang="en-GB" dirty="0"/>
              <a:t>Spiral</a:t>
            </a:r>
          </a:p>
        </p:txBody>
      </p:sp>
      <p:sp>
        <p:nvSpPr>
          <p:cNvPr id="6" name="Text Placeholder 5">
            <a:extLst>
              <a:ext uri="{FF2B5EF4-FFF2-40B4-BE49-F238E27FC236}">
                <a16:creationId xmlns:a16="http://schemas.microsoft.com/office/drawing/2014/main" id="{4B75DA88-45DA-317C-1485-440F2CE9ED25}"/>
              </a:ext>
            </a:extLst>
          </p:cNvPr>
          <p:cNvSpPr>
            <a:spLocks noGrp="1"/>
          </p:cNvSpPr>
          <p:nvPr>
            <p:ph type="body" sz="quarter" idx="10"/>
          </p:nvPr>
        </p:nvSpPr>
        <p:spPr/>
        <p:txBody>
          <a:bodyPr/>
          <a:lstStyle/>
          <a:p>
            <a:r>
              <a:rPr lang="en-GB" dirty="0"/>
              <a:t>K1, K5, S11, B9</a:t>
            </a:r>
          </a:p>
        </p:txBody>
      </p:sp>
      <p:sp>
        <p:nvSpPr>
          <p:cNvPr id="7" name="Text Placeholder 6">
            <a:extLst>
              <a:ext uri="{FF2B5EF4-FFF2-40B4-BE49-F238E27FC236}">
                <a16:creationId xmlns:a16="http://schemas.microsoft.com/office/drawing/2014/main" id="{194A730E-79E8-8B57-2B03-4B853ED9674F}"/>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4292907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6790726-5B47-6A1D-F4DF-0D161220F32B}"/>
              </a:ext>
            </a:extLst>
          </p:cNvPr>
          <p:cNvSpPr>
            <a:spLocks noGrp="1"/>
          </p:cNvSpPr>
          <p:nvPr>
            <p:ph type="body" idx="1"/>
          </p:nvPr>
        </p:nvSpPr>
        <p:spPr/>
        <p:txBody>
          <a:bodyPr/>
          <a:lstStyle/>
          <a:p>
            <a:r>
              <a:rPr lang="en-GB" dirty="0"/>
              <a:t>Advantages</a:t>
            </a:r>
          </a:p>
        </p:txBody>
      </p:sp>
      <p:sp>
        <p:nvSpPr>
          <p:cNvPr id="4" name="Content Placeholder 3">
            <a:extLst>
              <a:ext uri="{FF2B5EF4-FFF2-40B4-BE49-F238E27FC236}">
                <a16:creationId xmlns:a16="http://schemas.microsoft.com/office/drawing/2014/main" id="{E745CC24-9DA6-8B2E-E903-97DC1768BC0C}"/>
              </a:ext>
            </a:extLst>
          </p:cNvPr>
          <p:cNvSpPr>
            <a:spLocks noGrp="1"/>
          </p:cNvSpPr>
          <p:nvPr>
            <p:ph sz="half" idx="2"/>
          </p:nvPr>
        </p:nvSpPr>
        <p:spPr/>
        <p:txBody>
          <a:bodyPr>
            <a:normAutofit lnSpcReduction="10000"/>
          </a:bodyPr>
          <a:lstStyle/>
          <a:p>
            <a:r>
              <a:rPr lang="en-GB" dirty="0"/>
              <a:t>Security Assurance</a:t>
            </a:r>
          </a:p>
          <a:p>
            <a:pPr lvl="1"/>
            <a:r>
              <a:rPr lang="en-GB" dirty="0"/>
              <a:t>Product Developers and Owners understand the possible difficulties and contingency plans are in place</a:t>
            </a:r>
          </a:p>
          <a:p>
            <a:r>
              <a:rPr lang="en-GB" dirty="0"/>
              <a:t>Facilitated Management of Large Projects</a:t>
            </a:r>
          </a:p>
          <a:p>
            <a:pPr lvl="1"/>
            <a:r>
              <a:rPr lang="en-GB" dirty="0"/>
              <a:t>When the stakes are high thorough risk assessment during the entire development process helps prevent unexpected crises</a:t>
            </a:r>
          </a:p>
          <a:p>
            <a:r>
              <a:rPr lang="en-GB" dirty="0"/>
              <a:t>Flexibility</a:t>
            </a:r>
          </a:p>
          <a:p>
            <a:pPr lvl="1"/>
            <a:r>
              <a:rPr lang="en-GB" dirty="0"/>
              <a:t>The risks are evaluated at every stage so economic trends can also be considered regularly</a:t>
            </a:r>
          </a:p>
        </p:txBody>
      </p:sp>
      <p:sp>
        <p:nvSpPr>
          <p:cNvPr id="5" name="Text Placeholder 4">
            <a:extLst>
              <a:ext uri="{FF2B5EF4-FFF2-40B4-BE49-F238E27FC236}">
                <a16:creationId xmlns:a16="http://schemas.microsoft.com/office/drawing/2014/main" id="{930B908B-2C11-50F8-7D4C-091B888DB456}"/>
              </a:ext>
            </a:extLst>
          </p:cNvPr>
          <p:cNvSpPr>
            <a:spLocks noGrp="1"/>
          </p:cNvSpPr>
          <p:nvPr>
            <p:ph type="body" sz="quarter" idx="3"/>
          </p:nvPr>
        </p:nvSpPr>
        <p:spPr/>
        <p:txBody>
          <a:bodyPr/>
          <a:lstStyle/>
          <a:p>
            <a:r>
              <a:rPr lang="en-GB" dirty="0"/>
              <a:t>Disadvantages</a:t>
            </a:r>
          </a:p>
        </p:txBody>
      </p:sp>
      <p:sp>
        <p:nvSpPr>
          <p:cNvPr id="6" name="Content Placeholder 5">
            <a:extLst>
              <a:ext uri="{FF2B5EF4-FFF2-40B4-BE49-F238E27FC236}">
                <a16:creationId xmlns:a16="http://schemas.microsoft.com/office/drawing/2014/main" id="{11A0A945-8AB4-0BD6-18F1-7187D7BE70B6}"/>
              </a:ext>
            </a:extLst>
          </p:cNvPr>
          <p:cNvSpPr>
            <a:spLocks noGrp="1"/>
          </p:cNvSpPr>
          <p:nvPr>
            <p:ph sz="quarter" idx="4"/>
          </p:nvPr>
        </p:nvSpPr>
        <p:spPr/>
        <p:txBody>
          <a:bodyPr>
            <a:normAutofit/>
          </a:bodyPr>
          <a:lstStyle/>
          <a:p>
            <a:r>
              <a:rPr lang="en-GB" dirty="0"/>
              <a:t>Complicated</a:t>
            </a:r>
          </a:p>
          <a:p>
            <a:pPr lvl="1"/>
            <a:r>
              <a:rPr lang="en-GB" dirty="0"/>
              <a:t>It requires highly developed analytical skills</a:t>
            </a:r>
          </a:p>
          <a:p>
            <a:r>
              <a:rPr lang="en-GB" dirty="0"/>
              <a:t>Expensive</a:t>
            </a:r>
          </a:p>
          <a:p>
            <a:pPr lvl="1"/>
            <a:r>
              <a:rPr lang="en-GB" dirty="0"/>
              <a:t>Determining risk at every stage takes a lot of productive time increasing the cost</a:t>
            </a:r>
          </a:p>
          <a:p>
            <a:r>
              <a:rPr lang="en-GB" dirty="0"/>
              <a:t>Difficult to Manage</a:t>
            </a:r>
          </a:p>
          <a:p>
            <a:pPr lvl="1"/>
            <a:r>
              <a:rPr lang="en-GB" dirty="0"/>
              <a:t>Project manager can have a hard-time evaluating and monitoring the efficiency of the risk assessment as it is hard to quantify</a:t>
            </a:r>
          </a:p>
        </p:txBody>
      </p:sp>
      <p:sp>
        <p:nvSpPr>
          <p:cNvPr id="2" name="Title 1">
            <a:extLst>
              <a:ext uri="{FF2B5EF4-FFF2-40B4-BE49-F238E27FC236}">
                <a16:creationId xmlns:a16="http://schemas.microsoft.com/office/drawing/2014/main" id="{71BB7F9A-6DBE-6451-7F56-11A5C482F50F}"/>
              </a:ext>
            </a:extLst>
          </p:cNvPr>
          <p:cNvSpPr>
            <a:spLocks noGrp="1"/>
          </p:cNvSpPr>
          <p:nvPr>
            <p:ph type="title"/>
          </p:nvPr>
        </p:nvSpPr>
        <p:spPr/>
        <p:txBody>
          <a:bodyPr/>
          <a:lstStyle/>
          <a:p>
            <a:r>
              <a:rPr lang="en-GB" dirty="0"/>
              <a:t>Spiral</a:t>
            </a:r>
          </a:p>
        </p:txBody>
      </p:sp>
      <p:sp>
        <p:nvSpPr>
          <p:cNvPr id="7" name="Text Placeholder 6">
            <a:extLst>
              <a:ext uri="{FF2B5EF4-FFF2-40B4-BE49-F238E27FC236}">
                <a16:creationId xmlns:a16="http://schemas.microsoft.com/office/drawing/2014/main" id="{E1D6B49D-E6CB-10E0-2098-BD01EEAD0281}"/>
              </a:ext>
            </a:extLst>
          </p:cNvPr>
          <p:cNvSpPr>
            <a:spLocks noGrp="1"/>
          </p:cNvSpPr>
          <p:nvPr>
            <p:ph type="body" sz="quarter" idx="10"/>
          </p:nvPr>
        </p:nvSpPr>
        <p:spPr/>
        <p:txBody>
          <a:bodyPr/>
          <a:lstStyle/>
          <a:p>
            <a:r>
              <a:rPr lang="en-GB" dirty="0"/>
              <a:t>K1, K5</a:t>
            </a:r>
          </a:p>
        </p:txBody>
      </p:sp>
      <p:sp>
        <p:nvSpPr>
          <p:cNvPr id="8" name="Text Placeholder 7">
            <a:extLst>
              <a:ext uri="{FF2B5EF4-FFF2-40B4-BE49-F238E27FC236}">
                <a16:creationId xmlns:a16="http://schemas.microsoft.com/office/drawing/2014/main" id="{92F41A9A-2EC8-C97A-F39A-FA1B3274EEA5}"/>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183116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CFA35-912E-D070-9D6D-D74DF419C314}"/>
              </a:ext>
            </a:extLst>
          </p:cNvPr>
          <p:cNvSpPr>
            <a:spLocks noGrp="1"/>
          </p:cNvSpPr>
          <p:nvPr>
            <p:ph type="ctrTitle"/>
          </p:nvPr>
        </p:nvSpPr>
        <p:spPr/>
        <p:txBody>
          <a:bodyPr/>
          <a:lstStyle/>
          <a:p>
            <a:r>
              <a:rPr lang="en-GB" dirty="0"/>
              <a:t>Prototyping</a:t>
            </a:r>
          </a:p>
        </p:txBody>
      </p:sp>
      <p:sp>
        <p:nvSpPr>
          <p:cNvPr id="4" name="Subtitle 3">
            <a:extLst>
              <a:ext uri="{FF2B5EF4-FFF2-40B4-BE49-F238E27FC236}">
                <a16:creationId xmlns:a16="http://schemas.microsoft.com/office/drawing/2014/main" id="{B03D5823-D2A1-AE6E-2F80-065272C561C5}"/>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3322888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36E49CF-6FC5-3994-1965-CBBF5AD7F9F1}"/>
              </a:ext>
            </a:extLst>
          </p:cNvPr>
          <p:cNvSpPr>
            <a:spLocks noGrp="1"/>
          </p:cNvSpPr>
          <p:nvPr>
            <p:ph idx="1"/>
          </p:nvPr>
        </p:nvSpPr>
        <p:spPr/>
        <p:txBody>
          <a:bodyPr>
            <a:normAutofit lnSpcReduction="10000"/>
          </a:bodyPr>
          <a:lstStyle/>
          <a:p>
            <a:r>
              <a:rPr lang="en-GB" dirty="0"/>
              <a:t>The name of the model defines the central concept</a:t>
            </a:r>
          </a:p>
          <a:p>
            <a:endParaRPr lang="en-GB" dirty="0"/>
          </a:p>
          <a:p>
            <a:r>
              <a:rPr lang="en-GB" dirty="0"/>
              <a:t>Systems are defined in the requirements stage, then are stripped back leaving only the characteristics required for the execution of the essential features</a:t>
            </a:r>
          </a:p>
          <a:p>
            <a:endParaRPr lang="en-GB" dirty="0"/>
          </a:p>
          <a:p>
            <a:r>
              <a:rPr lang="en-GB" dirty="0"/>
              <a:t>This minimum viable product is conceptualised, designed, created and then Beta-Tested</a:t>
            </a:r>
          </a:p>
          <a:p>
            <a:endParaRPr lang="en-GB" dirty="0"/>
          </a:p>
          <a:p>
            <a:r>
              <a:rPr lang="en-GB" dirty="0"/>
              <a:t>During the Beta Testing feedback is produced which is analysed and is implemented in the next iteration of the product</a:t>
            </a:r>
          </a:p>
        </p:txBody>
      </p:sp>
      <p:sp>
        <p:nvSpPr>
          <p:cNvPr id="136" name="Picture Placeholder 135">
            <a:extLst>
              <a:ext uri="{FF2B5EF4-FFF2-40B4-BE49-F238E27FC236}">
                <a16:creationId xmlns:a16="http://schemas.microsoft.com/office/drawing/2014/main" id="{B9C53329-8600-13D8-35B9-CEF674C83EB0}"/>
              </a:ext>
            </a:extLst>
          </p:cNvPr>
          <p:cNvSpPr>
            <a:spLocks noGrp="1"/>
          </p:cNvSpPr>
          <p:nvPr>
            <p:ph type="pic" sz="quarter" idx="10"/>
          </p:nvPr>
        </p:nvSpPr>
        <p:spPr/>
        <p:txBody>
          <a:bodyPr/>
          <a:lstStyle/>
          <a:p>
            <a:endParaRPr lang="en-GB"/>
          </a:p>
        </p:txBody>
      </p:sp>
      <p:sp>
        <p:nvSpPr>
          <p:cNvPr id="2" name="Title 1">
            <a:extLst>
              <a:ext uri="{FF2B5EF4-FFF2-40B4-BE49-F238E27FC236}">
                <a16:creationId xmlns:a16="http://schemas.microsoft.com/office/drawing/2014/main" id="{4DBBAA4B-7247-E97F-DC5A-31626C1D83AF}"/>
              </a:ext>
            </a:extLst>
          </p:cNvPr>
          <p:cNvSpPr>
            <a:spLocks noGrp="1"/>
          </p:cNvSpPr>
          <p:nvPr>
            <p:ph type="title"/>
          </p:nvPr>
        </p:nvSpPr>
        <p:spPr/>
        <p:txBody>
          <a:bodyPr/>
          <a:lstStyle/>
          <a:p>
            <a:r>
              <a:rPr lang="en-GB" dirty="0"/>
              <a:t>Prototyping</a:t>
            </a:r>
          </a:p>
        </p:txBody>
      </p:sp>
      <p:sp>
        <p:nvSpPr>
          <p:cNvPr id="137" name="Text Placeholder 136">
            <a:extLst>
              <a:ext uri="{FF2B5EF4-FFF2-40B4-BE49-F238E27FC236}">
                <a16:creationId xmlns:a16="http://schemas.microsoft.com/office/drawing/2014/main" id="{4E4394A0-C531-6343-2584-3D8C101F7AB1}"/>
              </a:ext>
            </a:extLst>
          </p:cNvPr>
          <p:cNvSpPr>
            <a:spLocks noGrp="1"/>
          </p:cNvSpPr>
          <p:nvPr>
            <p:ph type="body" sz="quarter" idx="11"/>
          </p:nvPr>
        </p:nvSpPr>
        <p:spPr/>
        <p:txBody>
          <a:bodyPr/>
          <a:lstStyle/>
          <a:p>
            <a:r>
              <a:rPr lang="en-GB" dirty="0"/>
              <a:t>K1, K5</a:t>
            </a:r>
          </a:p>
        </p:txBody>
      </p:sp>
      <p:sp>
        <p:nvSpPr>
          <p:cNvPr id="138" name="Text Placeholder 137">
            <a:extLst>
              <a:ext uri="{FF2B5EF4-FFF2-40B4-BE49-F238E27FC236}">
                <a16:creationId xmlns:a16="http://schemas.microsoft.com/office/drawing/2014/main" id="{44932CEB-FF1E-6C2B-3F85-E4B3470E432B}"/>
              </a:ext>
            </a:extLst>
          </p:cNvPr>
          <p:cNvSpPr>
            <a:spLocks noGrp="1"/>
          </p:cNvSpPr>
          <p:nvPr>
            <p:ph type="body" sz="quarter" idx="12"/>
          </p:nvPr>
        </p:nvSpPr>
        <p:spPr/>
        <p:txBody>
          <a:bodyPr/>
          <a:lstStyle/>
          <a:p>
            <a:endParaRPr lang="en-GB"/>
          </a:p>
        </p:txBody>
      </p:sp>
      <p:grpSp>
        <p:nvGrpSpPr>
          <p:cNvPr id="104" name="Group 103">
            <a:extLst>
              <a:ext uri="{FF2B5EF4-FFF2-40B4-BE49-F238E27FC236}">
                <a16:creationId xmlns:a16="http://schemas.microsoft.com/office/drawing/2014/main" id="{06CF11DE-39AC-49AF-1A29-41D91387CF3B}"/>
              </a:ext>
            </a:extLst>
          </p:cNvPr>
          <p:cNvGrpSpPr/>
          <p:nvPr/>
        </p:nvGrpSpPr>
        <p:grpSpPr>
          <a:xfrm>
            <a:off x="6239608" y="2336613"/>
            <a:ext cx="5734387" cy="3376371"/>
            <a:chOff x="6156720" y="1735207"/>
            <a:chExt cx="5734387" cy="3376371"/>
          </a:xfrm>
        </p:grpSpPr>
        <p:grpSp>
          <p:nvGrpSpPr>
            <p:cNvPr id="105" name="Group 104">
              <a:extLst>
                <a:ext uri="{FF2B5EF4-FFF2-40B4-BE49-F238E27FC236}">
                  <a16:creationId xmlns:a16="http://schemas.microsoft.com/office/drawing/2014/main" id="{4542B5B5-CB39-3197-2983-9B922763306A}"/>
                </a:ext>
              </a:extLst>
            </p:cNvPr>
            <p:cNvGrpSpPr/>
            <p:nvPr/>
          </p:nvGrpSpPr>
          <p:grpSpPr>
            <a:xfrm>
              <a:off x="6156720" y="1735207"/>
              <a:ext cx="1764001" cy="3376371"/>
              <a:chOff x="6319967" y="3630443"/>
              <a:chExt cx="1764001" cy="3376371"/>
            </a:xfrm>
          </p:grpSpPr>
          <p:grpSp>
            <p:nvGrpSpPr>
              <p:cNvPr id="130" name="Group 129">
                <a:extLst>
                  <a:ext uri="{FF2B5EF4-FFF2-40B4-BE49-F238E27FC236}">
                    <a16:creationId xmlns:a16="http://schemas.microsoft.com/office/drawing/2014/main" id="{A5E02D94-740E-4164-3A67-8FAADB6AC219}"/>
                  </a:ext>
                </a:extLst>
              </p:cNvPr>
              <p:cNvGrpSpPr/>
              <p:nvPr/>
            </p:nvGrpSpPr>
            <p:grpSpPr>
              <a:xfrm>
                <a:off x="6319967" y="3630443"/>
                <a:ext cx="1764001" cy="3376371"/>
                <a:chOff x="6317393" y="1702623"/>
                <a:chExt cx="1764001" cy="3376371"/>
              </a:xfrm>
            </p:grpSpPr>
            <p:sp>
              <p:nvSpPr>
                <p:cNvPr id="132" name="Rectangle: Rounded Corners 131">
                  <a:extLst>
                    <a:ext uri="{FF2B5EF4-FFF2-40B4-BE49-F238E27FC236}">
                      <a16:creationId xmlns:a16="http://schemas.microsoft.com/office/drawing/2014/main" id="{48CA6D0B-1C9A-6CC5-2FD0-75F2ECEBD710}"/>
                    </a:ext>
                  </a:extLst>
                </p:cNvPr>
                <p:cNvSpPr/>
                <p:nvPr/>
              </p:nvSpPr>
              <p:spPr>
                <a:xfrm>
                  <a:off x="6317394" y="1702623"/>
                  <a:ext cx="1764000" cy="3376371"/>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Rectangle: Rounded Corners 132">
                  <a:extLst>
                    <a:ext uri="{FF2B5EF4-FFF2-40B4-BE49-F238E27FC236}">
                      <a16:creationId xmlns:a16="http://schemas.microsoft.com/office/drawing/2014/main" id="{9BD64F08-3725-CADB-5D49-2690FE147214}"/>
                    </a:ext>
                  </a:extLst>
                </p:cNvPr>
                <p:cNvSpPr/>
                <p:nvPr/>
              </p:nvSpPr>
              <p:spPr>
                <a:xfrm>
                  <a:off x="6317394" y="2933678"/>
                  <a:ext cx="1764000" cy="630314"/>
                </a:xfrm>
                <a:prstGeom prst="roundRect">
                  <a:avLst/>
                </a:prstGeom>
                <a:solidFill>
                  <a:schemeClr val="accent1">
                    <a:lumMod val="40000"/>
                    <a:lumOff val="60000"/>
                  </a:schemeClr>
                </a:solidFill>
                <a:ln w="38100">
                  <a:solidFill>
                    <a:schemeClr val="tx1"/>
                  </a:solidFill>
                </a:ln>
              </p:spPr>
              <p:style>
                <a:lnRef idx="2">
                  <a:schemeClr val="dk1">
                    <a:shade val="50000"/>
                  </a:schemeClr>
                </a:lnRef>
                <a:fillRef idx="1">
                  <a:schemeClr val="dk1"/>
                </a:fillRef>
                <a:effectRef idx="0">
                  <a:schemeClr val="dk1"/>
                </a:effectRef>
                <a:fontRef idx="minor">
                  <a:schemeClr val="lt1"/>
                </a:fontRef>
              </p:style>
              <p:txBody>
                <a:bodyPr lIns="720000" rtlCol="0" anchor="ctr"/>
                <a:lstStyle/>
                <a:p>
                  <a:r>
                    <a:rPr lang="en-GB" sz="1600" dirty="0">
                      <a:solidFill>
                        <a:schemeClr val="tx1"/>
                      </a:solidFill>
                    </a:rPr>
                    <a:t>Minimum</a:t>
                  </a:r>
                </a:p>
              </p:txBody>
            </p:sp>
            <p:sp>
              <p:nvSpPr>
                <p:cNvPr id="134" name="Rectangle: Rounded Corners 133">
                  <a:extLst>
                    <a:ext uri="{FF2B5EF4-FFF2-40B4-BE49-F238E27FC236}">
                      <a16:creationId xmlns:a16="http://schemas.microsoft.com/office/drawing/2014/main" id="{DF530265-9B10-7EA7-3D91-EF4F98442049}"/>
                    </a:ext>
                  </a:extLst>
                </p:cNvPr>
                <p:cNvSpPr/>
                <p:nvPr/>
              </p:nvSpPr>
              <p:spPr>
                <a:xfrm>
                  <a:off x="6317393" y="2933678"/>
                  <a:ext cx="630000" cy="630314"/>
                </a:xfrm>
                <a:prstGeom prst="roundRect">
                  <a:avLst/>
                </a:prstGeom>
                <a:solidFill>
                  <a:schemeClr val="accent1"/>
                </a:solidFill>
                <a:ln w="38100">
                  <a:solidFill>
                    <a:schemeClr val="tx1"/>
                  </a:solidFill>
                </a:ln>
              </p:spPr>
              <p:style>
                <a:lnRef idx="2">
                  <a:schemeClr val="dk1">
                    <a:shade val="50000"/>
                  </a:schemeClr>
                </a:lnRef>
                <a:fillRef idx="1">
                  <a:schemeClr val="dk1"/>
                </a:fillRef>
                <a:effectRef idx="0">
                  <a:schemeClr val="dk1"/>
                </a:effectRef>
                <a:fontRef idx="minor">
                  <a:schemeClr val="lt1"/>
                </a:fontRef>
              </p:style>
              <p:txBody>
                <a:bodyPr lIns="72000" tIns="72000" rIns="72000" bIns="72000" rtlCol="0" anchor="ctr"/>
                <a:lstStyle/>
                <a:p>
                  <a:pPr algn="ctr"/>
                  <a:r>
                    <a:rPr lang="en-GB" sz="4000" b="1" dirty="0">
                      <a:ln w="19050">
                        <a:solidFill>
                          <a:schemeClr val="tx1"/>
                        </a:solidFill>
                      </a:ln>
                      <a:solidFill>
                        <a:schemeClr val="bg1"/>
                      </a:solidFill>
                    </a:rPr>
                    <a:t>M</a:t>
                  </a:r>
                </a:p>
              </p:txBody>
            </p:sp>
            <p:sp>
              <p:nvSpPr>
                <p:cNvPr id="135" name="Rectangle: Rounded Corners 134">
                  <a:extLst>
                    <a:ext uri="{FF2B5EF4-FFF2-40B4-BE49-F238E27FC236}">
                      <a16:creationId xmlns:a16="http://schemas.microsoft.com/office/drawing/2014/main" id="{22E0C11D-562F-81BC-4739-D6A2890395A2}"/>
                    </a:ext>
                  </a:extLst>
                </p:cNvPr>
                <p:cNvSpPr/>
                <p:nvPr/>
              </p:nvSpPr>
              <p:spPr>
                <a:xfrm>
                  <a:off x="6434132" y="3630443"/>
                  <a:ext cx="1487650" cy="135801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400" dirty="0">
                      <a:solidFill>
                        <a:schemeClr val="tx1"/>
                      </a:solidFill>
                    </a:rPr>
                    <a:t>The most rudimentary, bare-bones foundation of the solution possible</a:t>
                  </a:r>
                </a:p>
              </p:txBody>
            </p:sp>
          </p:grpSp>
          <p:pic>
            <p:nvPicPr>
              <p:cNvPr id="131" name="Graphic 130" descr="Candle with solid fill">
                <a:extLst>
                  <a:ext uri="{FF2B5EF4-FFF2-40B4-BE49-F238E27FC236}">
                    <a16:creationId xmlns:a16="http://schemas.microsoft.com/office/drawing/2014/main" id="{2019668F-6F3D-4904-51C7-1A17B5C389B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723331" y="3788771"/>
                <a:ext cx="914400" cy="914400"/>
              </a:xfrm>
              <a:prstGeom prst="rect">
                <a:avLst/>
              </a:prstGeom>
            </p:spPr>
          </p:pic>
        </p:grpSp>
        <p:grpSp>
          <p:nvGrpSpPr>
            <p:cNvPr id="106" name="Group 105">
              <a:extLst>
                <a:ext uri="{FF2B5EF4-FFF2-40B4-BE49-F238E27FC236}">
                  <a16:creationId xmlns:a16="http://schemas.microsoft.com/office/drawing/2014/main" id="{964B5CFE-25AA-7E30-C81B-DDB6D9A8478D}"/>
                </a:ext>
              </a:extLst>
            </p:cNvPr>
            <p:cNvGrpSpPr/>
            <p:nvPr/>
          </p:nvGrpSpPr>
          <p:grpSpPr>
            <a:xfrm>
              <a:off x="8141914" y="1735207"/>
              <a:ext cx="1764000" cy="3376371"/>
              <a:chOff x="8158435" y="1729598"/>
              <a:chExt cx="1764000" cy="3376371"/>
            </a:xfrm>
          </p:grpSpPr>
          <p:grpSp>
            <p:nvGrpSpPr>
              <p:cNvPr id="114" name="Group 113">
                <a:extLst>
                  <a:ext uri="{FF2B5EF4-FFF2-40B4-BE49-F238E27FC236}">
                    <a16:creationId xmlns:a16="http://schemas.microsoft.com/office/drawing/2014/main" id="{FADE4AE9-DEB2-042E-D506-3B8C17CDB365}"/>
                  </a:ext>
                </a:extLst>
              </p:cNvPr>
              <p:cNvGrpSpPr/>
              <p:nvPr/>
            </p:nvGrpSpPr>
            <p:grpSpPr>
              <a:xfrm>
                <a:off x="8158435" y="1729598"/>
                <a:ext cx="1764000" cy="3376371"/>
                <a:chOff x="8186076" y="1702623"/>
                <a:chExt cx="1764000" cy="3376371"/>
              </a:xfrm>
            </p:grpSpPr>
            <p:sp>
              <p:nvSpPr>
                <p:cNvPr id="126" name="Rectangle: Rounded Corners 125">
                  <a:extLst>
                    <a:ext uri="{FF2B5EF4-FFF2-40B4-BE49-F238E27FC236}">
                      <a16:creationId xmlns:a16="http://schemas.microsoft.com/office/drawing/2014/main" id="{4B4576B2-6308-6F1E-8AD8-58A9C0FEE3F8}"/>
                    </a:ext>
                  </a:extLst>
                </p:cNvPr>
                <p:cNvSpPr/>
                <p:nvPr/>
              </p:nvSpPr>
              <p:spPr>
                <a:xfrm>
                  <a:off x="8186076" y="1702623"/>
                  <a:ext cx="1764000" cy="3376371"/>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Rectangle: Rounded Corners 126">
                  <a:extLst>
                    <a:ext uri="{FF2B5EF4-FFF2-40B4-BE49-F238E27FC236}">
                      <a16:creationId xmlns:a16="http://schemas.microsoft.com/office/drawing/2014/main" id="{DD777FDE-AB7C-D5AC-FCCE-A48F08879FA0}"/>
                    </a:ext>
                  </a:extLst>
                </p:cNvPr>
                <p:cNvSpPr/>
                <p:nvPr/>
              </p:nvSpPr>
              <p:spPr>
                <a:xfrm>
                  <a:off x="8186076" y="2933678"/>
                  <a:ext cx="1764000" cy="630314"/>
                </a:xfrm>
                <a:prstGeom prst="roundRect">
                  <a:avLst/>
                </a:prstGeom>
                <a:solidFill>
                  <a:schemeClr val="accent2">
                    <a:lumMod val="40000"/>
                    <a:lumOff val="60000"/>
                  </a:schemeClr>
                </a:solidFill>
                <a:ln w="38100">
                  <a:solidFill>
                    <a:schemeClr val="tx1"/>
                  </a:solidFill>
                </a:ln>
              </p:spPr>
              <p:style>
                <a:lnRef idx="2">
                  <a:schemeClr val="dk1">
                    <a:shade val="50000"/>
                  </a:schemeClr>
                </a:lnRef>
                <a:fillRef idx="1">
                  <a:schemeClr val="dk1"/>
                </a:fillRef>
                <a:effectRef idx="0">
                  <a:schemeClr val="dk1"/>
                </a:effectRef>
                <a:fontRef idx="minor">
                  <a:schemeClr val="lt1"/>
                </a:fontRef>
              </p:style>
              <p:txBody>
                <a:bodyPr lIns="720000" rtlCol="0" anchor="ctr"/>
                <a:lstStyle/>
                <a:p>
                  <a:r>
                    <a:rPr lang="en-GB" sz="1600" dirty="0">
                      <a:solidFill>
                        <a:schemeClr val="tx1"/>
                      </a:solidFill>
                    </a:rPr>
                    <a:t>Viable</a:t>
                  </a:r>
                </a:p>
              </p:txBody>
            </p:sp>
            <p:sp>
              <p:nvSpPr>
                <p:cNvPr id="128" name="Rectangle: Rounded Corners 127">
                  <a:extLst>
                    <a:ext uri="{FF2B5EF4-FFF2-40B4-BE49-F238E27FC236}">
                      <a16:creationId xmlns:a16="http://schemas.microsoft.com/office/drawing/2014/main" id="{84B295D1-B0FB-D084-4646-806C61604C4A}"/>
                    </a:ext>
                  </a:extLst>
                </p:cNvPr>
                <p:cNvSpPr/>
                <p:nvPr/>
              </p:nvSpPr>
              <p:spPr>
                <a:xfrm>
                  <a:off x="8186076" y="2933678"/>
                  <a:ext cx="630000" cy="630314"/>
                </a:xfrm>
                <a:prstGeom prst="roundRect">
                  <a:avLst/>
                </a:prstGeom>
                <a:solidFill>
                  <a:schemeClr val="accent2"/>
                </a:solidFill>
                <a:ln w="38100">
                  <a:solidFill>
                    <a:schemeClr val="tx1"/>
                  </a:solidFill>
                </a:ln>
              </p:spPr>
              <p:style>
                <a:lnRef idx="2">
                  <a:schemeClr val="dk1">
                    <a:shade val="50000"/>
                  </a:schemeClr>
                </a:lnRef>
                <a:fillRef idx="1">
                  <a:schemeClr val="dk1"/>
                </a:fillRef>
                <a:effectRef idx="0">
                  <a:schemeClr val="dk1"/>
                </a:effectRef>
                <a:fontRef idx="minor">
                  <a:schemeClr val="lt1"/>
                </a:fontRef>
              </p:style>
              <p:txBody>
                <a:bodyPr lIns="72000" tIns="72000" rIns="72000" bIns="72000" rtlCol="0" anchor="ctr"/>
                <a:lstStyle/>
                <a:p>
                  <a:pPr algn="ctr"/>
                  <a:r>
                    <a:rPr lang="en-GB" sz="4000" b="1" dirty="0">
                      <a:ln w="19050">
                        <a:solidFill>
                          <a:schemeClr val="tx1"/>
                        </a:solidFill>
                      </a:ln>
                      <a:solidFill>
                        <a:schemeClr val="bg1"/>
                      </a:solidFill>
                    </a:rPr>
                    <a:t>V</a:t>
                  </a:r>
                </a:p>
              </p:txBody>
            </p:sp>
            <p:sp>
              <p:nvSpPr>
                <p:cNvPr id="129" name="Rectangle: Rounded Corners 128">
                  <a:extLst>
                    <a:ext uri="{FF2B5EF4-FFF2-40B4-BE49-F238E27FC236}">
                      <a16:creationId xmlns:a16="http://schemas.microsoft.com/office/drawing/2014/main" id="{3B23F08A-E41C-239D-2BDF-B3481691D5E2}"/>
                    </a:ext>
                  </a:extLst>
                </p:cNvPr>
                <p:cNvSpPr/>
                <p:nvPr/>
              </p:nvSpPr>
              <p:spPr>
                <a:xfrm>
                  <a:off x="8293406" y="3630443"/>
                  <a:ext cx="1487650" cy="135801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400" dirty="0">
                      <a:solidFill>
                        <a:schemeClr val="tx1"/>
                      </a:solidFill>
                    </a:rPr>
                    <a:t>Sufficient enough for early adopters</a:t>
                  </a:r>
                </a:p>
              </p:txBody>
            </p:sp>
          </p:grpSp>
          <p:grpSp>
            <p:nvGrpSpPr>
              <p:cNvPr id="115" name="Group 114">
                <a:extLst>
                  <a:ext uri="{FF2B5EF4-FFF2-40B4-BE49-F238E27FC236}">
                    <a16:creationId xmlns:a16="http://schemas.microsoft.com/office/drawing/2014/main" id="{902FF5B8-EC14-A2F7-0587-BBD7B1B6D79F}"/>
                  </a:ext>
                </a:extLst>
              </p:cNvPr>
              <p:cNvGrpSpPr/>
              <p:nvPr/>
            </p:nvGrpSpPr>
            <p:grpSpPr>
              <a:xfrm>
                <a:off x="8652774" y="1896742"/>
                <a:ext cx="775322" cy="914400"/>
                <a:chOff x="8418129" y="1979206"/>
                <a:chExt cx="1316421" cy="1680244"/>
              </a:xfrm>
            </p:grpSpPr>
            <p:sp>
              <p:nvSpPr>
                <p:cNvPr id="116" name="Rectangle: Rounded Corners 30">
                  <a:extLst>
                    <a:ext uri="{FF2B5EF4-FFF2-40B4-BE49-F238E27FC236}">
                      <a16:creationId xmlns:a16="http://schemas.microsoft.com/office/drawing/2014/main" id="{E720C4F4-67CD-D269-5A9F-284E4AD27DE8}"/>
                    </a:ext>
                  </a:extLst>
                </p:cNvPr>
                <p:cNvSpPr/>
                <p:nvPr/>
              </p:nvSpPr>
              <p:spPr>
                <a:xfrm>
                  <a:off x="8418129" y="2238429"/>
                  <a:ext cx="1316421" cy="838699"/>
                </a:xfrm>
                <a:custGeom>
                  <a:avLst/>
                  <a:gdLst>
                    <a:gd name="connsiteX0" fmla="*/ 0 w 1426911"/>
                    <a:gd name="connsiteY0" fmla="*/ 265955 h 930139"/>
                    <a:gd name="connsiteX1" fmla="*/ 265955 w 1426911"/>
                    <a:gd name="connsiteY1" fmla="*/ 0 h 930139"/>
                    <a:gd name="connsiteX2" fmla="*/ 1160956 w 1426911"/>
                    <a:gd name="connsiteY2" fmla="*/ 0 h 930139"/>
                    <a:gd name="connsiteX3" fmla="*/ 1426911 w 1426911"/>
                    <a:gd name="connsiteY3" fmla="*/ 265955 h 930139"/>
                    <a:gd name="connsiteX4" fmla="*/ 1426911 w 1426911"/>
                    <a:gd name="connsiteY4" fmla="*/ 664184 h 930139"/>
                    <a:gd name="connsiteX5" fmla="*/ 1160956 w 1426911"/>
                    <a:gd name="connsiteY5" fmla="*/ 930139 h 930139"/>
                    <a:gd name="connsiteX6" fmla="*/ 265955 w 1426911"/>
                    <a:gd name="connsiteY6" fmla="*/ 930139 h 930139"/>
                    <a:gd name="connsiteX7" fmla="*/ 0 w 1426911"/>
                    <a:gd name="connsiteY7" fmla="*/ 664184 h 930139"/>
                    <a:gd name="connsiteX8" fmla="*/ 0 w 1426911"/>
                    <a:gd name="connsiteY8" fmla="*/ 265955 h 930139"/>
                    <a:gd name="connsiteX0" fmla="*/ 156210 w 1426911"/>
                    <a:gd name="connsiteY0" fmla="*/ 212615 h 930139"/>
                    <a:gd name="connsiteX1" fmla="*/ 265955 w 1426911"/>
                    <a:gd name="connsiteY1" fmla="*/ 0 h 930139"/>
                    <a:gd name="connsiteX2" fmla="*/ 1160956 w 1426911"/>
                    <a:gd name="connsiteY2" fmla="*/ 0 h 930139"/>
                    <a:gd name="connsiteX3" fmla="*/ 1426911 w 1426911"/>
                    <a:gd name="connsiteY3" fmla="*/ 265955 h 930139"/>
                    <a:gd name="connsiteX4" fmla="*/ 1426911 w 1426911"/>
                    <a:gd name="connsiteY4" fmla="*/ 664184 h 930139"/>
                    <a:gd name="connsiteX5" fmla="*/ 1160956 w 1426911"/>
                    <a:gd name="connsiteY5" fmla="*/ 930139 h 930139"/>
                    <a:gd name="connsiteX6" fmla="*/ 265955 w 1426911"/>
                    <a:gd name="connsiteY6" fmla="*/ 930139 h 930139"/>
                    <a:gd name="connsiteX7" fmla="*/ 0 w 1426911"/>
                    <a:gd name="connsiteY7" fmla="*/ 664184 h 930139"/>
                    <a:gd name="connsiteX8" fmla="*/ 156210 w 1426911"/>
                    <a:gd name="connsiteY8" fmla="*/ 212615 h 930139"/>
                    <a:gd name="connsiteX0" fmla="*/ 148590 w 1419291"/>
                    <a:gd name="connsiteY0" fmla="*/ 212615 h 930139"/>
                    <a:gd name="connsiteX1" fmla="*/ 258335 w 1419291"/>
                    <a:gd name="connsiteY1" fmla="*/ 0 h 930139"/>
                    <a:gd name="connsiteX2" fmla="*/ 1153336 w 1419291"/>
                    <a:gd name="connsiteY2" fmla="*/ 0 h 930139"/>
                    <a:gd name="connsiteX3" fmla="*/ 1419291 w 1419291"/>
                    <a:gd name="connsiteY3" fmla="*/ 265955 h 930139"/>
                    <a:gd name="connsiteX4" fmla="*/ 1419291 w 1419291"/>
                    <a:gd name="connsiteY4" fmla="*/ 664184 h 930139"/>
                    <a:gd name="connsiteX5" fmla="*/ 1153336 w 1419291"/>
                    <a:gd name="connsiteY5" fmla="*/ 930139 h 930139"/>
                    <a:gd name="connsiteX6" fmla="*/ 258335 w 1419291"/>
                    <a:gd name="connsiteY6" fmla="*/ 930139 h 930139"/>
                    <a:gd name="connsiteX7" fmla="*/ 0 w 1419291"/>
                    <a:gd name="connsiteY7" fmla="*/ 675614 h 930139"/>
                    <a:gd name="connsiteX8" fmla="*/ 148590 w 1419291"/>
                    <a:gd name="connsiteY8" fmla="*/ 212615 h 930139"/>
                    <a:gd name="connsiteX0" fmla="*/ 102870 w 1373571"/>
                    <a:gd name="connsiteY0" fmla="*/ 212615 h 930139"/>
                    <a:gd name="connsiteX1" fmla="*/ 212615 w 1373571"/>
                    <a:gd name="connsiteY1" fmla="*/ 0 h 930139"/>
                    <a:gd name="connsiteX2" fmla="*/ 1107616 w 1373571"/>
                    <a:gd name="connsiteY2" fmla="*/ 0 h 930139"/>
                    <a:gd name="connsiteX3" fmla="*/ 1373571 w 1373571"/>
                    <a:gd name="connsiteY3" fmla="*/ 265955 h 930139"/>
                    <a:gd name="connsiteX4" fmla="*/ 1373571 w 1373571"/>
                    <a:gd name="connsiteY4" fmla="*/ 664184 h 930139"/>
                    <a:gd name="connsiteX5" fmla="*/ 1107616 w 1373571"/>
                    <a:gd name="connsiteY5" fmla="*/ 930139 h 930139"/>
                    <a:gd name="connsiteX6" fmla="*/ 212615 w 1373571"/>
                    <a:gd name="connsiteY6" fmla="*/ 930139 h 930139"/>
                    <a:gd name="connsiteX7" fmla="*/ 0 w 1373571"/>
                    <a:gd name="connsiteY7" fmla="*/ 667994 h 930139"/>
                    <a:gd name="connsiteX8" fmla="*/ 102870 w 1373571"/>
                    <a:gd name="connsiteY8" fmla="*/ 212615 h 930139"/>
                    <a:gd name="connsiteX0" fmla="*/ 102870 w 1373571"/>
                    <a:gd name="connsiteY0" fmla="*/ 212615 h 930139"/>
                    <a:gd name="connsiteX1" fmla="*/ 212615 w 1373571"/>
                    <a:gd name="connsiteY1" fmla="*/ 0 h 930139"/>
                    <a:gd name="connsiteX2" fmla="*/ 1107616 w 1373571"/>
                    <a:gd name="connsiteY2" fmla="*/ 0 h 930139"/>
                    <a:gd name="connsiteX3" fmla="*/ 1373571 w 1373571"/>
                    <a:gd name="connsiteY3" fmla="*/ 265955 h 930139"/>
                    <a:gd name="connsiteX4" fmla="*/ 1373571 w 1373571"/>
                    <a:gd name="connsiteY4" fmla="*/ 664184 h 930139"/>
                    <a:gd name="connsiteX5" fmla="*/ 1107616 w 1373571"/>
                    <a:gd name="connsiteY5" fmla="*/ 930139 h 930139"/>
                    <a:gd name="connsiteX6" fmla="*/ 212615 w 1373571"/>
                    <a:gd name="connsiteY6" fmla="*/ 888229 h 930139"/>
                    <a:gd name="connsiteX7" fmla="*/ 0 w 1373571"/>
                    <a:gd name="connsiteY7" fmla="*/ 667994 h 930139"/>
                    <a:gd name="connsiteX8" fmla="*/ 102870 w 1373571"/>
                    <a:gd name="connsiteY8" fmla="*/ 212615 h 930139"/>
                    <a:gd name="connsiteX0" fmla="*/ 102870 w 1373571"/>
                    <a:gd name="connsiteY0" fmla="*/ 212615 h 888229"/>
                    <a:gd name="connsiteX1" fmla="*/ 212615 w 1373571"/>
                    <a:gd name="connsiteY1" fmla="*/ 0 h 888229"/>
                    <a:gd name="connsiteX2" fmla="*/ 1107616 w 1373571"/>
                    <a:gd name="connsiteY2" fmla="*/ 0 h 888229"/>
                    <a:gd name="connsiteX3" fmla="*/ 1373571 w 1373571"/>
                    <a:gd name="connsiteY3" fmla="*/ 265955 h 888229"/>
                    <a:gd name="connsiteX4" fmla="*/ 1373571 w 1373571"/>
                    <a:gd name="connsiteY4" fmla="*/ 664184 h 888229"/>
                    <a:gd name="connsiteX5" fmla="*/ 1111426 w 1373571"/>
                    <a:gd name="connsiteY5" fmla="*/ 884419 h 888229"/>
                    <a:gd name="connsiteX6" fmla="*/ 212615 w 1373571"/>
                    <a:gd name="connsiteY6" fmla="*/ 888229 h 888229"/>
                    <a:gd name="connsiteX7" fmla="*/ 0 w 1373571"/>
                    <a:gd name="connsiteY7" fmla="*/ 667994 h 888229"/>
                    <a:gd name="connsiteX8" fmla="*/ 102870 w 1373571"/>
                    <a:gd name="connsiteY8" fmla="*/ 212615 h 888229"/>
                    <a:gd name="connsiteX0" fmla="*/ 102870 w 1373571"/>
                    <a:gd name="connsiteY0" fmla="*/ 212615 h 888229"/>
                    <a:gd name="connsiteX1" fmla="*/ 212615 w 1373571"/>
                    <a:gd name="connsiteY1" fmla="*/ 0 h 888229"/>
                    <a:gd name="connsiteX2" fmla="*/ 1107616 w 1373571"/>
                    <a:gd name="connsiteY2" fmla="*/ 0 h 888229"/>
                    <a:gd name="connsiteX3" fmla="*/ 1373571 w 1373571"/>
                    <a:gd name="connsiteY3" fmla="*/ 265955 h 888229"/>
                    <a:gd name="connsiteX4" fmla="*/ 1320231 w 1373571"/>
                    <a:gd name="connsiteY4" fmla="*/ 664184 h 888229"/>
                    <a:gd name="connsiteX5" fmla="*/ 1111426 w 1373571"/>
                    <a:gd name="connsiteY5" fmla="*/ 884419 h 888229"/>
                    <a:gd name="connsiteX6" fmla="*/ 212615 w 1373571"/>
                    <a:gd name="connsiteY6" fmla="*/ 888229 h 888229"/>
                    <a:gd name="connsiteX7" fmla="*/ 0 w 1373571"/>
                    <a:gd name="connsiteY7" fmla="*/ 667994 h 888229"/>
                    <a:gd name="connsiteX8" fmla="*/ 102870 w 1373571"/>
                    <a:gd name="connsiteY8" fmla="*/ 212615 h 888229"/>
                    <a:gd name="connsiteX0" fmla="*/ 102870 w 1320231"/>
                    <a:gd name="connsiteY0" fmla="*/ 212615 h 888229"/>
                    <a:gd name="connsiteX1" fmla="*/ 212615 w 1320231"/>
                    <a:gd name="connsiteY1" fmla="*/ 0 h 888229"/>
                    <a:gd name="connsiteX2" fmla="*/ 1107616 w 1320231"/>
                    <a:gd name="connsiteY2" fmla="*/ 0 h 888229"/>
                    <a:gd name="connsiteX3" fmla="*/ 1232601 w 1320231"/>
                    <a:gd name="connsiteY3" fmla="*/ 243095 h 888229"/>
                    <a:gd name="connsiteX4" fmla="*/ 1320231 w 1320231"/>
                    <a:gd name="connsiteY4" fmla="*/ 664184 h 888229"/>
                    <a:gd name="connsiteX5" fmla="*/ 1111426 w 1320231"/>
                    <a:gd name="connsiteY5" fmla="*/ 884419 h 888229"/>
                    <a:gd name="connsiteX6" fmla="*/ 212615 w 1320231"/>
                    <a:gd name="connsiteY6" fmla="*/ 888229 h 888229"/>
                    <a:gd name="connsiteX7" fmla="*/ 0 w 1320231"/>
                    <a:gd name="connsiteY7" fmla="*/ 667994 h 888229"/>
                    <a:gd name="connsiteX8" fmla="*/ 102870 w 1320231"/>
                    <a:gd name="connsiteY8" fmla="*/ 212615 h 888229"/>
                    <a:gd name="connsiteX0" fmla="*/ 102870 w 1320231"/>
                    <a:gd name="connsiteY0" fmla="*/ 212615 h 888229"/>
                    <a:gd name="connsiteX1" fmla="*/ 212615 w 1320231"/>
                    <a:gd name="connsiteY1" fmla="*/ 0 h 888229"/>
                    <a:gd name="connsiteX2" fmla="*/ 985696 w 1320231"/>
                    <a:gd name="connsiteY2" fmla="*/ 49530 h 888229"/>
                    <a:gd name="connsiteX3" fmla="*/ 1232601 w 1320231"/>
                    <a:gd name="connsiteY3" fmla="*/ 243095 h 888229"/>
                    <a:gd name="connsiteX4" fmla="*/ 1320231 w 1320231"/>
                    <a:gd name="connsiteY4" fmla="*/ 664184 h 888229"/>
                    <a:gd name="connsiteX5" fmla="*/ 1111426 w 1320231"/>
                    <a:gd name="connsiteY5" fmla="*/ 884419 h 888229"/>
                    <a:gd name="connsiteX6" fmla="*/ 212615 w 1320231"/>
                    <a:gd name="connsiteY6" fmla="*/ 888229 h 888229"/>
                    <a:gd name="connsiteX7" fmla="*/ 0 w 1320231"/>
                    <a:gd name="connsiteY7" fmla="*/ 667994 h 888229"/>
                    <a:gd name="connsiteX8" fmla="*/ 102870 w 1320231"/>
                    <a:gd name="connsiteY8" fmla="*/ 212615 h 888229"/>
                    <a:gd name="connsiteX0" fmla="*/ 102870 w 1320231"/>
                    <a:gd name="connsiteY0" fmla="*/ 163085 h 838699"/>
                    <a:gd name="connsiteX1" fmla="*/ 315485 w 1320231"/>
                    <a:gd name="connsiteY1" fmla="*/ 7620 h 838699"/>
                    <a:gd name="connsiteX2" fmla="*/ 985696 w 1320231"/>
                    <a:gd name="connsiteY2" fmla="*/ 0 h 838699"/>
                    <a:gd name="connsiteX3" fmla="*/ 1232601 w 1320231"/>
                    <a:gd name="connsiteY3" fmla="*/ 193565 h 838699"/>
                    <a:gd name="connsiteX4" fmla="*/ 1320231 w 1320231"/>
                    <a:gd name="connsiteY4" fmla="*/ 614654 h 838699"/>
                    <a:gd name="connsiteX5" fmla="*/ 1111426 w 1320231"/>
                    <a:gd name="connsiteY5" fmla="*/ 834889 h 838699"/>
                    <a:gd name="connsiteX6" fmla="*/ 212615 w 1320231"/>
                    <a:gd name="connsiteY6" fmla="*/ 838699 h 838699"/>
                    <a:gd name="connsiteX7" fmla="*/ 0 w 1320231"/>
                    <a:gd name="connsiteY7" fmla="*/ 618464 h 838699"/>
                    <a:gd name="connsiteX8" fmla="*/ 102870 w 1320231"/>
                    <a:gd name="connsiteY8" fmla="*/ 163085 h 838699"/>
                    <a:gd name="connsiteX0" fmla="*/ 95250 w 1320231"/>
                    <a:gd name="connsiteY0" fmla="*/ 212615 h 838699"/>
                    <a:gd name="connsiteX1" fmla="*/ 315485 w 1320231"/>
                    <a:gd name="connsiteY1" fmla="*/ 7620 h 838699"/>
                    <a:gd name="connsiteX2" fmla="*/ 985696 w 1320231"/>
                    <a:gd name="connsiteY2" fmla="*/ 0 h 838699"/>
                    <a:gd name="connsiteX3" fmla="*/ 1232601 w 1320231"/>
                    <a:gd name="connsiteY3" fmla="*/ 193565 h 838699"/>
                    <a:gd name="connsiteX4" fmla="*/ 1320231 w 1320231"/>
                    <a:gd name="connsiteY4" fmla="*/ 614654 h 838699"/>
                    <a:gd name="connsiteX5" fmla="*/ 1111426 w 1320231"/>
                    <a:gd name="connsiteY5" fmla="*/ 834889 h 838699"/>
                    <a:gd name="connsiteX6" fmla="*/ 212615 w 1320231"/>
                    <a:gd name="connsiteY6" fmla="*/ 838699 h 838699"/>
                    <a:gd name="connsiteX7" fmla="*/ 0 w 1320231"/>
                    <a:gd name="connsiteY7" fmla="*/ 618464 h 838699"/>
                    <a:gd name="connsiteX8" fmla="*/ 95250 w 1320231"/>
                    <a:gd name="connsiteY8" fmla="*/ 212615 h 838699"/>
                    <a:gd name="connsiteX0" fmla="*/ 91440 w 1316421"/>
                    <a:gd name="connsiteY0" fmla="*/ 212615 h 838699"/>
                    <a:gd name="connsiteX1" fmla="*/ 311675 w 1316421"/>
                    <a:gd name="connsiteY1" fmla="*/ 7620 h 838699"/>
                    <a:gd name="connsiteX2" fmla="*/ 981886 w 1316421"/>
                    <a:gd name="connsiteY2" fmla="*/ 0 h 838699"/>
                    <a:gd name="connsiteX3" fmla="*/ 1228791 w 1316421"/>
                    <a:gd name="connsiteY3" fmla="*/ 193565 h 838699"/>
                    <a:gd name="connsiteX4" fmla="*/ 1316421 w 1316421"/>
                    <a:gd name="connsiteY4" fmla="*/ 614654 h 838699"/>
                    <a:gd name="connsiteX5" fmla="*/ 1107616 w 1316421"/>
                    <a:gd name="connsiteY5" fmla="*/ 834889 h 838699"/>
                    <a:gd name="connsiteX6" fmla="*/ 208805 w 1316421"/>
                    <a:gd name="connsiteY6" fmla="*/ 838699 h 838699"/>
                    <a:gd name="connsiteX7" fmla="*/ 0 w 1316421"/>
                    <a:gd name="connsiteY7" fmla="*/ 622274 h 838699"/>
                    <a:gd name="connsiteX8" fmla="*/ 91440 w 1316421"/>
                    <a:gd name="connsiteY8" fmla="*/ 212615 h 838699"/>
                    <a:gd name="connsiteX0" fmla="*/ 76200 w 1316421"/>
                    <a:gd name="connsiteY0" fmla="*/ 212615 h 838699"/>
                    <a:gd name="connsiteX1" fmla="*/ 311675 w 1316421"/>
                    <a:gd name="connsiteY1" fmla="*/ 7620 h 838699"/>
                    <a:gd name="connsiteX2" fmla="*/ 981886 w 1316421"/>
                    <a:gd name="connsiteY2" fmla="*/ 0 h 838699"/>
                    <a:gd name="connsiteX3" fmla="*/ 1228791 w 1316421"/>
                    <a:gd name="connsiteY3" fmla="*/ 193565 h 838699"/>
                    <a:gd name="connsiteX4" fmla="*/ 1316421 w 1316421"/>
                    <a:gd name="connsiteY4" fmla="*/ 614654 h 838699"/>
                    <a:gd name="connsiteX5" fmla="*/ 1107616 w 1316421"/>
                    <a:gd name="connsiteY5" fmla="*/ 834889 h 838699"/>
                    <a:gd name="connsiteX6" fmla="*/ 208805 w 1316421"/>
                    <a:gd name="connsiteY6" fmla="*/ 838699 h 838699"/>
                    <a:gd name="connsiteX7" fmla="*/ 0 w 1316421"/>
                    <a:gd name="connsiteY7" fmla="*/ 622274 h 838699"/>
                    <a:gd name="connsiteX8" fmla="*/ 76200 w 1316421"/>
                    <a:gd name="connsiteY8" fmla="*/ 212615 h 838699"/>
                    <a:gd name="connsiteX0" fmla="*/ 76200 w 1316421"/>
                    <a:gd name="connsiteY0" fmla="*/ 212615 h 838699"/>
                    <a:gd name="connsiteX1" fmla="*/ 311675 w 1316421"/>
                    <a:gd name="connsiteY1" fmla="*/ 7620 h 838699"/>
                    <a:gd name="connsiteX2" fmla="*/ 981886 w 1316421"/>
                    <a:gd name="connsiteY2" fmla="*/ 0 h 838699"/>
                    <a:gd name="connsiteX3" fmla="*/ 1228791 w 1316421"/>
                    <a:gd name="connsiteY3" fmla="*/ 193565 h 838699"/>
                    <a:gd name="connsiteX4" fmla="*/ 1316421 w 1316421"/>
                    <a:gd name="connsiteY4" fmla="*/ 614654 h 838699"/>
                    <a:gd name="connsiteX5" fmla="*/ 1107616 w 1316421"/>
                    <a:gd name="connsiteY5" fmla="*/ 834889 h 838699"/>
                    <a:gd name="connsiteX6" fmla="*/ 208805 w 1316421"/>
                    <a:gd name="connsiteY6" fmla="*/ 838699 h 838699"/>
                    <a:gd name="connsiteX7" fmla="*/ 0 w 1316421"/>
                    <a:gd name="connsiteY7" fmla="*/ 622274 h 838699"/>
                    <a:gd name="connsiteX8" fmla="*/ 76200 w 1316421"/>
                    <a:gd name="connsiteY8" fmla="*/ 212615 h 838699"/>
                    <a:gd name="connsiteX0" fmla="*/ 76200 w 1316421"/>
                    <a:gd name="connsiteY0" fmla="*/ 212615 h 838699"/>
                    <a:gd name="connsiteX1" fmla="*/ 311675 w 1316421"/>
                    <a:gd name="connsiteY1" fmla="*/ 7620 h 838699"/>
                    <a:gd name="connsiteX2" fmla="*/ 981886 w 1316421"/>
                    <a:gd name="connsiteY2" fmla="*/ 0 h 838699"/>
                    <a:gd name="connsiteX3" fmla="*/ 1228791 w 1316421"/>
                    <a:gd name="connsiteY3" fmla="*/ 193565 h 838699"/>
                    <a:gd name="connsiteX4" fmla="*/ 1316421 w 1316421"/>
                    <a:gd name="connsiteY4" fmla="*/ 614654 h 838699"/>
                    <a:gd name="connsiteX5" fmla="*/ 1107616 w 1316421"/>
                    <a:gd name="connsiteY5" fmla="*/ 834889 h 838699"/>
                    <a:gd name="connsiteX6" fmla="*/ 208805 w 1316421"/>
                    <a:gd name="connsiteY6" fmla="*/ 838699 h 838699"/>
                    <a:gd name="connsiteX7" fmla="*/ 0 w 1316421"/>
                    <a:gd name="connsiteY7" fmla="*/ 622274 h 838699"/>
                    <a:gd name="connsiteX8" fmla="*/ 76200 w 1316421"/>
                    <a:gd name="connsiteY8" fmla="*/ 212615 h 838699"/>
                    <a:gd name="connsiteX0" fmla="*/ 76200 w 1316421"/>
                    <a:gd name="connsiteY0" fmla="*/ 212615 h 838699"/>
                    <a:gd name="connsiteX1" fmla="*/ 311675 w 1316421"/>
                    <a:gd name="connsiteY1" fmla="*/ 7620 h 838699"/>
                    <a:gd name="connsiteX2" fmla="*/ 981886 w 1316421"/>
                    <a:gd name="connsiteY2" fmla="*/ 0 h 838699"/>
                    <a:gd name="connsiteX3" fmla="*/ 1228791 w 1316421"/>
                    <a:gd name="connsiteY3" fmla="*/ 193565 h 838699"/>
                    <a:gd name="connsiteX4" fmla="*/ 1316421 w 1316421"/>
                    <a:gd name="connsiteY4" fmla="*/ 614654 h 838699"/>
                    <a:gd name="connsiteX5" fmla="*/ 1107616 w 1316421"/>
                    <a:gd name="connsiteY5" fmla="*/ 834889 h 838699"/>
                    <a:gd name="connsiteX6" fmla="*/ 208805 w 1316421"/>
                    <a:gd name="connsiteY6" fmla="*/ 838699 h 838699"/>
                    <a:gd name="connsiteX7" fmla="*/ 0 w 1316421"/>
                    <a:gd name="connsiteY7" fmla="*/ 622274 h 838699"/>
                    <a:gd name="connsiteX8" fmla="*/ 76200 w 1316421"/>
                    <a:gd name="connsiteY8" fmla="*/ 212615 h 83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6421" h="838699">
                      <a:moveTo>
                        <a:pt x="76200" y="212615"/>
                      </a:moveTo>
                      <a:cubicBezTo>
                        <a:pt x="121920" y="61922"/>
                        <a:pt x="164792" y="7620"/>
                        <a:pt x="311675" y="7620"/>
                      </a:cubicBezTo>
                      <a:lnTo>
                        <a:pt x="981886" y="0"/>
                      </a:lnTo>
                      <a:cubicBezTo>
                        <a:pt x="1128769" y="0"/>
                        <a:pt x="1217361" y="58112"/>
                        <a:pt x="1228791" y="193565"/>
                      </a:cubicBezTo>
                      <a:lnTo>
                        <a:pt x="1316421" y="614654"/>
                      </a:lnTo>
                      <a:cubicBezTo>
                        <a:pt x="1316421" y="761537"/>
                        <a:pt x="1254499" y="834889"/>
                        <a:pt x="1107616" y="834889"/>
                      </a:cubicBezTo>
                      <a:lnTo>
                        <a:pt x="208805" y="838699"/>
                      </a:lnTo>
                      <a:cubicBezTo>
                        <a:pt x="61922" y="838699"/>
                        <a:pt x="0" y="769157"/>
                        <a:pt x="0" y="622274"/>
                      </a:cubicBezTo>
                      <a:cubicBezTo>
                        <a:pt x="0" y="489531"/>
                        <a:pt x="53340" y="345358"/>
                        <a:pt x="76200" y="212615"/>
                      </a:cubicBezTo>
                      <a:close/>
                    </a:path>
                  </a:pathLst>
                </a:custGeom>
                <a:noFill/>
                <a:ln w="571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17" name="Rectangle: Rounded Corners 27">
                  <a:extLst>
                    <a:ext uri="{FF2B5EF4-FFF2-40B4-BE49-F238E27FC236}">
                      <a16:creationId xmlns:a16="http://schemas.microsoft.com/office/drawing/2014/main" id="{BC2510D2-44E2-1645-51E7-C8B20D988555}"/>
                    </a:ext>
                  </a:extLst>
                </p:cNvPr>
                <p:cNvSpPr/>
                <p:nvPr/>
              </p:nvSpPr>
              <p:spPr>
                <a:xfrm>
                  <a:off x="8602980" y="2301240"/>
                  <a:ext cx="937259" cy="989810"/>
                </a:xfrm>
                <a:custGeom>
                  <a:avLst/>
                  <a:gdLst>
                    <a:gd name="connsiteX0" fmla="*/ 0 w 937259"/>
                    <a:gd name="connsiteY0" fmla="*/ 156213 h 982190"/>
                    <a:gd name="connsiteX1" fmla="*/ 156213 w 937259"/>
                    <a:gd name="connsiteY1" fmla="*/ 0 h 982190"/>
                    <a:gd name="connsiteX2" fmla="*/ 781046 w 937259"/>
                    <a:gd name="connsiteY2" fmla="*/ 0 h 982190"/>
                    <a:gd name="connsiteX3" fmla="*/ 937259 w 937259"/>
                    <a:gd name="connsiteY3" fmla="*/ 156213 h 982190"/>
                    <a:gd name="connsiteX4" fmla="*/ 937259 w 937259"/>
                    <a:gd name="connsiteY4" fmla="*/ 825977 h 982190"/>
                    <a:gd name="connsiteX5" fmla="*/ 781046 w 937259"/>
                    <a:gd name="connsiteY5" fmla="*/ 982190 h 982190"/>
                    <a:gd name="connsiteX6" fmla="*/ 156213 w 937259"/>
                    <a:gd name="connsiteY6" fmla="*/ 982190 h 982190"/>
                    <a:gd name="connsiteX7" fmla="*/ 0 w 937259"/>
                    <a:gd name="connsiteY7" fmla="*/ 825977 h 982190"/>
                    <a:gd name="connsiteX8" fmla="*/ 0 w 937259"/>
                    <a:gd name="connsiteY8" fmla="*/ 156213 h 982190"/>
                    <a:gd name="connsiteX0" fmla="*/ 0 w 937259"/>
                    <a:gd name="connsiteY0" fmla="*/ 163833 h 989810"/>
                    <a:gd name="connsiteX1" fmla="*/ 300993 w 937259"/>
                    <a:gd name="connsiteY1" fmla="*/ 0 h 989810"/>
                    <a:gd name="connsiteX2" fmla="*/ 781046 w 937259"/>
                    <a:gd name="connsiteY2" fmla="*/ 7620 h 989810"/>
                    <a:gd name="connsiteX3" fmla="*/ 937259 w 937259"/>
                    <a:gd name="connsiteY3" fmla="*/ 163833 h 989810"/>
                    <a:gd name="connsiteX4" fmla="*/ 937259 w 937259"/>
                    <a:gd name="connsiteY4" fmla="*/ 833597 h 989810"/>
                    <a:gd name="connsiteX5" fmla="*/ 781046 w 937259"/>
                    <a:gd name="connsiteY5" fmla="*/ 989810 h 989810"/>
                    <a:gd name="connsiteX6" fmla="*/ 156213 w 937259"/>
                    <a:gd name="connsiteY6" fmla="*/ 989810 h 989810"/>
                    <a:gd name="connsiteX7" fmla="*/ 0 w 937259"/>
                    <a:gd name="connsiteY7" fmla="*/ 833597 h 989810"/>
                    <a:gd name="connsiteX8" fmla="*/ 0 w 937259"/>
                    <a:gd name="connsiteY8" fmla="*/ 163833 h 989810"/>
                    <a:gd name="connsiteX0" fmla="*/ 137160 w 937259"/>
                    <a:gd name="connsiteY0" fmla="*/ 243843 h 989810"/>
                    <a:gd name="connsiteX1" fmla="*/ 300993 w 937259"/>
                    <a:gd name="connsiteY1" fmla="*/ 0 h 989810"/>
                    <a:gd name="connsiteX2" fmla="*/ 781046 w 937259"/>
                    <a:gd name="connsiteY2" fmla="*/ 7620 h 989810"/>
                    <a:gd name="connsiteX3" fmla="*/ 937259 w 937259"/>
                    <a:gd name="connsiteY3" fmla="*/ 163833 h 989810"/>
                    <a:gd name="connsiteX4" fmla="*/ 937259 w 937259"/>
                    <a:gd name="connsiteY4" fmla="*/ 833597 h 989810"/>
                    <a:gd name="connsiteX5" fmla="*/ 781046 w 937259"/>
                    <a:gd name="connsiteY5" fmla="*/ 989810 h 989810"/>
                    <a:gd name="connsiteX6" fmla="*/ 156213 w 937259"/>
                    <a:gd name="connsiteY6" fmla="*/ 989810 h 989810"/>
                    <a:gd name="connsiteX7" fmla="*/ 0 w 937259"/>
                    <a:gd name="connsiteY7" fmla="*/ 833597 h 989810"/>
                    <a:gd name="connsiteX8" fmla="*/ 137160 w 937259"/>
                    <a:gd name="connsiteY8" fmla="*/ 243843 h 989810"/>
                    <a:gd name="connsiteX0" fmla="*/ 121920 w 937259"/>
                    <a:gd name="connsiteY0" fmla="*/ 140973 h 989810"/>
                    <a:gd name="connsiteX1" fmla="*/ 300993 w 937259"/>
                    <a:gd name="connsiteY1" fmla="*/ 0 h 989810"/>
                    <a:gd name="connsiteX2" fmla="*/ 781046 w 937259"/>
                    <a:gd name="connsiteY2" fmla="*/ 7620 h 989810"/>
                    <a:gd name="connsiteX3" fmla="*/ 937259 w 937259"/>
                    <a:gd name="connsiteY3" fmla="*/ 163833 h 989810"/>
                    <a:gd name="connsiteX4" fmla="*/ 937259 w 937259"/>
                    <a:gd name="connsiteY4" fmla="*/ 833597 h 989810"/>
                    <a:gd name="connsiteX5" fmla="*/ 781046 w 937259"/>
                    <a:gd name="connsiteY5" fmla="*/ 989810 h 989810"/>
                    <a:gd name="connsiteX6" fmla="*/ 156213 w 937259"/>
                    <a:gd name="connsiteY6" fmla="*/ 989810 h 989810"/>
                    <a:gd name="connsiteX7" fmla="*/ 0 w 937259"/>
                    <a:gd name="connsiteY7" fmla="*/ 833597 h 989810"/>
                    <a:gd name="connsiteX8" fmla="*/ 121920 w 937259"/>
                    <a:gd name="connsiteY8" fmla="*/ 140973 h 989810"/>
                    <a:gd name="connsiteX0" fmla="*/ 121920 w 937259"/>
                    <a:gd name="connsiteY0" fmla="*/ 140973 h 989810"/>
                    <a:gd name="connsiteX1" fmla="*/ 300993 w 937259"/>
                    <a:gd name="connsiteY1" fmla="*/ 0 h 989810"/>
                    <a:gd name="connsiteX2" fmla="*/ 567686 w 937259"/>
                    <a:gd name="connsiteY2" fmla="*/ 0 h 989810"/>
                    <a:gd name="connsiteX3" fmla="*/ 937259 w 937259"/>
                    <a:gd name="connsiteY3" fmla="*/ 163833 h 989810"/>
                    <a:gd name="connsiteX4" fmla="*/ 937259 w 937259"/>
                    <a:gd name="connsiteY4" fmla="*/ 833597 h 989810"/>
                    <a:gd name="connsiteX5" fmla="*/ 781046 w 937259"/>
                    <a:gd name="connsiteY5" fmla="*/ 989810 h 989810"/>
                    <a:gd name="connsiteX6" fmla="*/ 156213 w 937259"/>
                    <a:gd name="connsiteY6" fmla="*/ 989810 h 989810"/>
                    <a:gd name="connsiteX7" fmla="*/ 0 w 937259"/>
                    <a:gd name="connsiteY7" fmla="*/ 833597 h 989810"/>
                    <a:gd name="connsiteX8" fmla="*/ 121920 w 937259"/>
                    <a:gd name="connsiteY8" fmla="*/ 140973 h 989810"/>
                    <a:gd name="connsiteX0" fmla="*/ 121920 w 937259"/>
                    <a:gd name="connsiteY0" fmla="*/ 140973 h 989810"/>
                    <a:gd name="connsiteX1" fmla="*/ 300993 w 937259"/>
                    <a:gd name="connsiteY1" fmla="*/ 0 h 989810"/>
                    <a:gd name="connsiteX2" fmla="*/ 567686 w 937259"/>
                    <a:gd name="connsiteY2" fmla="*/ 0 h 989810"/>
                    <a:gd name="connsiteX3" fmla="*/ 811529 w 937259"/>
                    <a:gd name="connsiteY3" fmla="*/ 194313 h 989810"/>
                    <a:gd name="connsiteX4" fmla="*/ 937259 w 937259"/>
                    <a:gd name="connsiteY4" fmla="*/ 833597 h 989810"/>
                    <a:gd name="connsiteX5" fmla="*/ 781046 w 937259"/>
                    <a:gd name="connsiteY5" fmla="*/ 989810 h 989810"/>
                    <a:gd name="connsiteX6" fmla="*/ 156213 w 937259"/>
                    <a:gd name="connsiteY6" fmla="*/ 989810 h 989810"/>
                    <a:gd name="connsiteX7" fmla="*/ 0 w 937259"/>
                    <a:gd name="connsiteY7" fmla="*/ 833597 h 989810"/>
                    <a:gd name="connsiteX8" fmla="*/ 121920 w 937259"/>
                    <a:gd name="connsiteY8" fmla="*/ 140973 h 989810"/>
                    <a:gd name="connsiteX0" fmla="*/ 121920 w 937259"/>
                    <a:gd name="connsiteY0" fmla="*/ 140973 h 989810"/>
                    <a:gd name="connsiteX1" fmla="*/ 300993 w 937259"/>
                    <a:gd name="connsiteY1" fmla="*/ 0 h 989810"/>
                    <a:gd name="connsiteX2" fmla="*/ 567686 w 937259"/>
                    <a:gd name="connsiteY2" fmla="*/ 0 h 989810"/>
                    <a:gd name="connsiteX3" fmla="*/ 819149 w 937259"/>
                    <a:gd name="connsiteY3" fmla="*/ 148593 h 989810"/>
                    <a:gd name="connsiteX4" fmla="*/ 937259 w 937259"/>
                    <a:gd name="connsiteY4" fmla="*/ 833597 h 989810"/>
                    <a:gd name="connsiteX5" fmla="*/ 781046 w 937259"/>
                    <a:gd name="connsiteY5" fmla="*/ 989810 h 989810"/>
                    <a:gd name="connsiteX6" fmla="*/ 156213 w 937259"/>
                    <a:gd name="connsiteY6" fmla="*/ 989810 h 989810"/>
                    <a:gd name="connsiteX7" fmla="*/ 0 w 937259"/>
                    <a:gd name="connsiteY7" fmla="*/ 833597 h 989810"/>
                    <a:gd name="connsiteX8" fmla="*/ 121920 w 937259"/>
                    <a:gd name="connsiteY8" fmla="*/ 140973 h 989810"/>
                    <a:gd name="connsiteX0" fmla="*/ 121920 w 937259"/>
                    <a:gd name="connsiteY0" fmla="*/ 144783 h 993620"/>
                    <a:gd name="connsiteX1" fmla="*/ 300993 w 937259"/>
                    <a:gd name="connsiteY1" fmla="*/ 3810 h 993620"/>
                    <a:gd name="connsiteX2" fmla="*/ 651506 w 937259"/>
                    <a:gd name="connsiteY2" fmla="*/ 0 h 993620"/>
                    <a:gd name="connsiteX3" fmla="*/ 819149 w 937259"/>
                    <a:gd name="connsiteY3" fmla="*/ 152403 h 993620"/>
                    <a:gd name="connsiteX4" fmla="*/ 937259 w 937259"/>
                    <a:gd name="connsiteY4" fmla="*/ 837407 h 993620"/>
                    <a:gd name="connsiteX5" fmla="*/ 781046 w 937259"/>
                    <a:gd name="connsiteY5" fmla="*/ 993620 h 993620"/>
                    <a:gd name="connsiteX6" fmla="*/ 156213 w 937259"/>
                    <a:gd name="connsiteY6" fmla="*/ 993620 h 993620"/>
                    <a:gd name="connsiteX7" fmla="*/ 0 w 937259"/>
                    <a:gd name="connsiteY7" fmla="*/ 837407 h 993620"/>
                    <a:gd name="connsiteX8" fmla="*/ 121920 w 937259"/>
                    <a:gd name="connsiteY8" fmla="*/ 144783 h 993620"/>
                    <a:gd name="connsiteX0" fmla="*/ 121920 w 937259"/>
                    <a:gd name="connsiteY0" fmla="*/ 140973 h 989810"/>
                    <a:gd name="connsiteX1" fmla="*/ 300993 w 937259"/>
                    <a:gd name="connsiteY1" fmla="*/ 0 h 989810"/>
                    <a:gd name="connsiteX2" fmla="*/ 651506 w 937259"/>
                    <a:gd name="connsiteY2" fmla="*/ 0 h 989810"/>
                    <a:gd name="connsiteX3" fmla="*/ 819149 w 937259"/>
                    <a:gd name="connsiteY3" fmla="*/ 148593 h 989810"/>
                    <a:gd name="connsiteX4" fmla="*/ 937259 w 937259"/>
                    <a:gd name="connsiteY4" fmla="*/ 833597 h 989810"/>
                    <a:gd name="connsiteX5" fmla="*/ 781046 w 937259"/>
                    <a:gd name="connsiteY5" fmla="*/ 989810 h 989810"/>
                    <a:gd name="connsiteX6" fmla="*/ 156213 w 937259"/>
                    <a:gd name="connsiteY6" fmla="*/ 989810 h 989810"/>
                    <a:gd name="connsiteX7" fmla="*/ 0 w 937259"/>
                    <a:gd name="connsiteY7" fmla="*/ 833597 h 989810"/>
                    <a:gd name="connsiteX8" fmla="*/ 121920 w 937259"/>
                    <a:gd name="connsiteY8" fmla="*/ 140973 h 98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7259" h="989810">
                      <a:moveTo>
                        <a:pt x="121920" y="140973"/>
                      </a:moveTo>
                      <a:cubicBezTo>
                        <a:pt x="121920" y="54699"/>
                        <a:pt x="214719" y="0"/>
                        <a:pt x="300993" y="0"/>
                      </a:cubicBezTo>
                      <a:lnTo>
                        <a:pt x="651506" y="0"/>
                      </a:lnTo>
                      <a:cubicBezTo>
                        <a:pt x="737780" y="0"/>
                        <a:pt x="819149" y="62319"/>
                        <a:pt x="819149" y="148593"/>
                      </a:cubicBezTo>
                      <a:lnTo>
                        <a:pt x="937259" y="833597"/>
                      </a:lnTo>
                      <a:cubicBezTo>
                        <a:pt x="937259" y="919871"/>
                        <a:pt x="867320" y="989810"/>
                        <a:pt x="781046" y="989810"/>
                      </a:cubicBezTo>
                      <a:lnTo>
                        <a:pt x="156213" y="989810"/>
                      </a:lnTo>
                      <a:cubicBezTo>
                        <a:pt x="69939" y="989810"/>
                        <a:pt x="0" y="919871"/>
                        <a:pt x="0" y="833597"/>
                      </a:cubicBezTo>
                      <a:lnTo>
                        <a:pt x="121920" y="140973"/>
                      </a:lnTo>
                      <a:close/>
                    </a:path>
                  </a:pathLst>
                </a:custGeom>
                <a:solidFill>
                  <a:schemeClr val="bg2"/>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Freeform: Shape 117">
                  <a:extLst>
                    <a:ext uri="{FF2B5EF4-FFF2-40B4-BE49-F238E27FC236}">
                      <a16:creationId xmlns:a16="http://schemas.microsoft.com/office/drawing/2014/main" id="{378B8683-0070-09F3-1685-F9E16A06B7D4}"/>
                    </a:ext>
                  </a:extLst>
                </p:cNvPr>
                <p:cNvSpPr/>
                <p:nvPr/>
              </p:nvSpPr>
              <p:spPr>
                <a:xfrm>
                  <a:off x="8950493" y="2446020"/>
                  <a:ext cx="268703" cy="402117"/>
                </a:xfrm>
                <a:custGeom>
                  <a:avLst/>
                  <a:gdLst>
                    <a:gd name="connsiteX0" fmla="*/ 68580 w 136207"/>
                    <a:gd name="connsiteY0" fmla="*/ 203835 h 203835"/>
                    <a:gd name="connsiteX1" fmla="*/ 136208 w 136207"/>
                    <a:gd name="connsiteY1" fmla="*/ 136208 h 203835"/>
                    <a:gd name="connsiteX2" fmla="*/ 68580 w 136207"/>
                    <a:gd name="connsiteY2" fmla="*/ 0 h 203835"/>
                    <a:gd name="connsiteX3" fmla="*/ 22860 w 136207"/>
                    <a:gd name="connsiteY3" fmla="*/ 90487 h 203835"/>
                    <a:gd name="connsiteX4" fmla="*/ 18098 w 136207"/>
                    <a:gd name="connsiteY4" fmla="*/ 95250 h 203835"/>
                    <a:gd name="connsiteX5" fmla="*/ 0 w 136207"/>
                    <a:gd name="connsiteY5" fmla="*/ 136208 h 203835"/>
                    <a:gd name="connsiteX6" fmla="*/ 68580 w 136207"/>
                    <a:gd name="connsiteY6" fmla="*/ 203835 h 203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207" h="203835">
                      <a:moveTo>
                        <a:pt x="68580" y="203835"/>
                      </a:moveTo>
                      <a:cubicBezTo>
                        <a:pt x="106680" y="203835"/>
                        <a:pt x="136208" y="174308"/>
                        <a:pt x="136208" y="136208"/>
                      </a:cubicBezTo>
                      <a:cubicBezTo>
                        <a:pt x="136208" y="98108"/>
                        <a:pt x="106680" y="0"/>
                        <a:pt x="68580" y="0"/>
                      </a:cubicBezTo>
                      <a:cubicBezTo>
                        <a:pt x="30480" y="0"/>
                        <a:pt x="78105" y="45720"/>
                        <a:pt x="22860" y="90487"/>
                      </a:cubicBezTo>
                      <a:cubicBezTo>
                        <a:pt x="20955" y="92393"/>
                        <a:pt x="20955" y="92393"/>
                        <a:pt x="18098" y="95250"/>
                      </a:cubicBezTo>
                      <a:cubicBezTo>
                        <a:pt x="8573" y="106680"/>
                        <a:pt x="0" y="118110"/>
                        <a:pt x="0" y="136208"/>
                      </a:cubicBezTo>
                      <a:cubicBezTo>
                        <a:pt x="953" y="174308"/>
                        <a:pt x="30480" y="203835"/>
                        <a:pt x="68580" y="203835"/>
                      </a:cubicBezTo>
                      <a:close/>
                    </a:path>
                  </a:pathLst>
                </a:custGeom>
                <a:solidFill>
                  <a:schemeClr val="tx1"/>
                </a:solidFill>
                <a:ln w="9525" cap="flat">
                  <a:noFill/>
                  <a:prstDash val="solid"/>
                  <a:miter/>
                </a:ln>
              </p:spPr>
              <p:txBody>
                <a:bodyPr rtlCol="0" anchor="ctr"/>
                <a:lstStyle/>
                <a:p>
                  <a:endParaRPr lang="en-GB"/>
                </a:p>
              </p:txBody>
            </p:sp>
            <p:sp>
              <p:nvSpPr>
                <p:cNvPr id="119" name="Rectangle: Rounded Corners 118">
                  <a:extLst>
                    <a:ext uri="{FF2B5EF4-FFF2-40B4-BE49-F238E27FC236}">
                      <a16:creationId xmlns:a16="http://schemas.microsoft.com/office/drawing/2014/main" id="{B7C383FF-A019-2475-B782-BE21C0BE45DB}"/>
                    </a:ext>
                  </a:extLst>
                </p:cNvPr>
                <p:cNvSpPr/>
                <p:nvPr/>
              </p:nvSpPr>
              <p:spPr>
                <a:xfrm>
                  <a:off x="9005793" y="2889068"/>
                  <a:ext cx="131633" cy="182060"/>
                </a:xfrm>
                <a:prstGeom prst="roundRect">
                  <a:avLst>
                    <a:gd name="adj" fmla="val 42716"/>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20" name="Rectangle: Rounded Corners 119">
                  <a:extLst>
                    <a:ext uri="{FF2B5EF4-FFF2-40B4-BE49-F238E27FC236}">
                      <a16:creationId xmlns:a16="http://schemas.microsoft.com/office/drawing/2014/main" id="{2E71A2FA-6FA7-3AF9-52BB-F96D478322C1}"/>
                    </a:ext>
                  </a:extLst>
                </p:cNvPr>
                <p:cNvSpPr/>
                <p:nvPr/>
              </p:nvSpPr>
              <p:spPr>
                <a:xfrm>
                  <a:off x="8916372" y="3031068"/>
                  <a:ext cx="310474" cy="172012"/>
                </a:xfrm>
                <a:prstGeom prst="round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21" name="Rectangle: Rounded Corners 120">
                  <a:extLst>
                    <a:ext uri="{FF2B5EF4-FFF2-40B4-BE49-F238E27FC236}">
                      <a16:creationId xmlns:a16="http://schemas.microsoft.com/office/drawing/2014/main" id="{006C2D63-5F5F-872A-64E8-9AFDDFAE1BE0}"/>
                    </a:ext>
                  </a:extLst>
                </p:cNvPr>
                <p:cNvSpPr/>
                <p:nvPr/>
              </p:nvSpPr>
              <p:spPr>
                <a:xfrm>
                  <a:off x="8851759" y="3159098"/>
                  <a:ext cx="439700" cy="172012"/>
                </a:xfrm>
                <a:prstGeom prst="round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22" name="Rectangle: Rounded Corners 121">
                  <a:extLst>
                    <a:ext uri="{FF2B5EF4-FFF2-40B4-BE49-F238E27FC236}">
                      <a16:creationId xmlns:a16="http://schemas.microsoft.com/office/drawing/2014/main" id="{3A47502F-D3E4-2294-7BAB-82BFA6F510F9}"/>
                    </a:ext>
                  </a:extLst>
                </p:cNvPr>
                <p:cNvSpPr/>
                <p:nvPr/>
              </p:nvSpPr>
              <p:spPr>
                <a:xfrm>
                  <a:off x="8650919" y="3291050"/>
                  <a:ext cx="841381" cy="256060"/>
                </a:xfrm>
                <a:prstGeom prst="round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23" name="Rectangle: Rounded Corners 122">
                  <a:extLst>
                    <a:ext uri="{FF2B5EF4-FFF2-40B4-BE49-F238E27FC236}">
                      <a16:creationId xmlns:a16="http://schemas.microsoft.com/office/drawing/2014/main" id="{93264C55-64A6-A219-D90A-A3C974B792CF}"/>
                    </a:ext>
                  </a:extLst>
                </p:cNvPr>
                <p:cNvSpPr/>
                <p:nvPr/>
              </p:nvSpPr>
              <p:spPr>
                <a:xfrm>
                  <a:off x="8602980" y="3516630"/>
                  <a:ext cx="937259" cy="142820"/>
                </a:xfrm>
                <a:prstGeom prst="round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24" name="Rectangle: Rounded Corners 123">
                  <a:extLst>
                    <a:ext uri="{FF2B5EF4-FFF2-40B4-BE49-F238E27FC236}">
                      <a16:creationId xmlns:a16="http://schemas.microsoft.com/office/drawing/2014/main" id="{6F12B017-C6D7-B61B-C647-0A39843DD806}"/>
                    </a:ext>
                  </a:extLst>
                </p:cNvPr>
                <p:cNvSpPr/>
                <p:nvPr/>
              </p:nvSpPr>
              <p:spPr>
                <a:xfrm>
                  <a:off x="8888730" y="1979206"/>
                  <a:ext cx="338117" cy="209693"/>
                </a:xfrm>
                <a:prstGeom prst="round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25" name="Rectangle: Rounded Corners 124">
                  <a:extLst>
                    <a:ext uri="{FF2B5EF4-FFF2-40B4-BE49-F238E27FC236}">
                      <a16:creationId xmlns:a16="http://schemas.microsoft.com/office/drawing/2014/main" id="{6FDC6ED7-C79A-3847-A114-4FE3C55A7487}"/>
                    </a:ext>
                  </a:extLst>
                </p:cNvPr>
                <p:cNvSpPr/>
                <p:nvPr/>
              </p:nvSpPr>
              <p:spPr>
                <a:xfrm>
                  <a:off x="8829389" y="2144017"/>
                  <a:ext cx="454613" cy="172012"/>
                </a:xfrm>
                <a:prstGeom prst="round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grpSp>
          <p:nvGrpSpPr>
            <p:cNvPr id="107" name="Group 106">
              <a:extLst>
                <a:ext uri="{FF2B5EF4-FFF2-40B4-BE49-F238E27FC236}">
                  <a16:creationId xmlns:a16="http://schemas.microsoft.com/office/drawing/2014/main" id="{91B6347C-5A0C-ED4C-25C7-48E33E829C5D}"/>
                </a:ext>
              </a:extLst>
            </p:cNvPr>
            <p:cNvGrpSpPr/>
            <p:nvPr/>
          </p:nvGrpSpPr>
          <p:grpSpPr>
            <a:xfrm>
              <a:off x="10127107" y="1735207"/>
              <a:ext cx="1764000" cy="3376371"/>
              <a:chOff x="10127107" y="1740815"/>
              <a:chExt cx="1764000" cy="3376371"/>
            </a:xfrm>
          </p:grpSpPr>
          <p:grpSp>
            <p:nvGrpSpPr>
              <p:cNvPr id="108" name="Group 107">
                <a:extLst>
                  <a:ext uri="{FF2B5EF4-FFF2-40B4-BE49-F238E27FC236}">
                    <a16:creationId xmlns:a16="http://schemas.microsoft.com/office/drawing/2014/main" id="{77326B28-6240-5674-B31A-88BD5207D3FF}"/>
                  </a:ext>
                </a:extLst>
              </p:cNvPr>
              <p:cNvGrpSpPr/>
              <p:nvPr/>
            </p:nvGrpSpPr>
            <p:grpSpPr>
              <a:xfrm>
                <a:off x="10127107" y="1740815"/>
                <a:ext cx="1764000" cy="3376371"/>
                <a:chOff x="10054760" y="1702623"/>
                <a:chExt cx="1764000" cy="3376371"/>
              </a:xfrm>
            </p:grpSpPr>
            <p:sp>
              <p:nvSpPr>
                <p:cNvPr id="110" name="Rectangle: Rounded Corners 109">
                  <a:extLst>
                    <a:ext uri="{FF2B5EF4-FFF2-40B4-BE49-F238E27FC236}">
                      <a16:creationId xmlns:a16="http://schemas.microsoft.com/office/drawing/2014/main" id="{921BC993-B669-82E4-2B34-6B462B99FF41}"/>
                    </a:ext>
                  </a:extLst>
                </p:cNvPr>
                <p:cNvSpPr/>
                <p:nvPr/>
              </p:nvSpPr>
              <p:spPr>
                <a:xfrm>
                  <a:off x="10054760" y="1702623"/>
                  <a:ext cx="1764000" cy="3376371"/>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Rectangle: Rounded Corners 110">
                  <a:extLst>
                    <a:ext uri="{FF2B5EF4-FFF2-40B4-BE49-F238E27FC236}">
                      <a16:creationId xmlns:a16="http://schemas.microsoft.com/office/drawing/2014/main" id="{F17360AD-009A-AA3A-ED63-5CD07811373E}"/>
                    </a:ext>
                  </a:extLst>
                </p:cNvPr>
                <p:cNvSpPr/>
                <p:nvPr/>
              </p:nvSpPr>
              <p:spPr>
                <a:xfrm>
                  <a:off x="10054760" y="2933678"/>
                  <a:ext cx="1764000" cy="630314"/>
                </a:xfrm>
                <a:prstGeom prst="roundRect">
                  <a:avLst/>
                </a:prstGeom>
                <a:solidFill>
                  <a:schemeClr val="accent3">
                    <a:lumMod val="40000"/>
                    <a:lumOff val="60000"/>
                  </a:schemeClr>
                </a:solidFill>
                <a:ln w="38100">
                  <a:solidFill>
                    <a:schemeClr val="tx1"/>
                  </a:solidFill>
                </a:ln>
              </p:spPr>
              <p:style>
                <a:lnRef idx="2">
                  <a:schemeClr val="dk1">
                    <a:shade val="50000"/>
                  </a:schemeClr>
                </a:lnRef>
                <a:fillRef idx="1">
                  <a:schemeClr val="dk1"/>
                </a:fillRef>
                <a:effectRef idx="0">
                  <a:schemeClr val="dk1"/>
                </a:effectRef>
                <a:fontRef idx="minor">
                  <a:schemeClr val="lt1"/>
                </a:fontRef>
              </p:style>
              <p:txBody>
                <a:bodyPr lIns="720000" rtlCol="0" anchor="ctr"/>
                <a:lstStyle/>
                <a:p>
                  <a:r>
                    <a:rPr lang="en-GB" sz="1600" dirty="0">
                      <a:solidFill>
                        <a:schemeClr val="tx1"/>
                      </a:solidFill>
                    </a:rPr>
                    <a:t>Product</a:t>
                  </a:r>
                </a:p>
              </p:txBody>
            </p:sp>
            <p:sp>
              <p:nvSpPr>
                <p:cNvPr id="112" name="Rectangle: Rounded Corners 111">
                  <a:extLst>
                    <a:ext uri="{FF2B5EF4-FFF2-40B4-BE49-F238E27FC236}">
                      <a16:creationId xmlns:a16="http://schemas.microsoft.com/office/drawing/2014/main" id="{25898F8D-BB1D-2C7C-343A-258BC0840E7A}"/>
                    </a:ext>
                  </a:extLst>
                </p:cNvPr>
                <p:cNvSpPr/>
                <p:nvPr/>
              </p:nvSpPr>
              <p:spPr>
                <a:xfrm>
                  <a:off x="10054760" y="2933678"/>
                  <a:ext cx="630000" cy="630314"/>
                </a:xfrm>
                <a:prstGeom prst="roundRect">
                  <a:avLst/>
                </a:prstGeom>
                <a:solidFill>
                  <a:schemeClr val="accent3"/>
                </a:solidFill>
                <a:ln w="38100">
                  <a:solidFill>
                    <a:schemeClr val="tx1"/>
                  </a:solidFill>
                </a:ln>
              </p:spPr>
              <p:style>
                <a:lnRef idx="2">
                  <a:schemeClr val="dk1">
                    <a:shade val="50000"/>
                  </a:schemeClr>
                </a:lnRef>
                <a:fillRef idx="1">
                  <a:schemeClr val="dk1"/>
                </a:fillRef>
                <a:effectRef idx="0">
                  <a:schemeClr val="dk1"/>
                </a:effectRef>
                <a:fontRef idx="minor">
                  <a:schemeClr val="lt1"/>
                </a:fontRef>
              </p:style>
              <p:txBody>
                <a:bodyPr lIns="72000" tIns="72000" rIns="72000" bIns="72000" rtlCol="0" anchor="ctr"/>
                <a:lstStyle/>
                <a:p>
                  <a:pPr algn="ctr"/>
                  <a:r>
                    <a:rPr lang="en-GB" sz="4000" b="1" dirty="0">
                      <a:ln w="19050">
                        <a:solidFill>
                          <a:schemeClr val="tx1"/>
                        </a:solidFill>
                      </a:ln>
                      <a:solidFill>
                        <a:schemeClr val="bg1"/>
                      </a:solidFill>
                    </a:rPr>
                    <a:t>P</a:t>
                  </a:r>
                </a:p>
              </p:txBody>
            </p:sp>
            <p:sp>
              <p:nvSpPr>
                <p:cNvPr id="113" name="Rectangle: Rounded Corners 112">
                  <a:extLst>
                    <a:ext uri="{FF2B5EF4-FFF2-40B4-BE49-F238E27FC236}">
                      <a16:creationId xmlns:a16="http://schemas.microsoft.com/office/drawing/2014/main" id="{D2A627EF-489C-4ED4-52CE-42EA52E1C104}"/>
                    </a:ext>
                  </a:extLst>
                </p:cNvPr>
                <p:cNvSpPr/>
                <p:nvPr/>
              </p:nvSpPr>
              <p:spPr>
                <a:xfrm>
                  <a:off x="10192935" y="3619225"/>
                  <a:ext cx="1487650" cy="135801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400" dirty="0">
                      <a:solidFill>
                        <a:schemeClr val="tx1"/>
                      </a:solidFill>
                    </a:rPr>
                    <a:t>Something tangible that customers can touch and feel</a:t>
                  </a:r>
                </a:p>
              </p:txBody>
            </p:sp>
          </p:grpSp>
          <p:pic>
            <p:nvPicPr>
              <p:cNvPr id="109" name="Graphic 108" descr="Lightbulb with solid fill">
                <a:extLst>
                  <a:ext uri="{FF2B5EF4-FFF2-40B4-BE49-F238E27FC236}">
                    <a16:creationId xmlns:a16="http://schemas.microsoft.com/office/drawing/2014/main" id="{8DC80FB3-F785-BDE6-57DE-391B4386E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53878" y="1896742"/>
                <a:ext cx="914400" cy="914400"/>
              </a:xfrm>
              <a:prstGeom prst="rect">
                <a:avLst/>
              </a:prstGeom>
            </p:spPr>
          </p:pic>
        </p:grpSp>
      </p:grpSp>
    </p:spTree>
    <p:extLst>
      <p:ext uri="{BB962C8B-B14F-4D97-AF65-F5344CB8AC3E}">
        <p14:creationId xmlns:p14="http://schemas.microsoft.com/office/powerpoint/2010/main" val="3731472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B8DC33-D064-3C57-DA09-08C35B191F48}"/>
              </a:ext>
            </a:extLst>
          </p:cNvPr>
          <p:cNvSpPr>
            <a:spLocks noGrp="1"/>
          </p:cNvSpPr>
          <p:nvPr>
            <p:ph idx="1"/>
          </p:nvPr>
        </p:nvSpPr>
        <p:spPr/>
        <p:txBody>
          <a:bodyPr>
            <a:normAutofit/>
          </a:bodyPr>
          <a:lstStyle/>
          <a:p>
            <a:r>
              <a:rPr lang="en-GB" dirty="0"/>
              <a:t>Consider the Prototyping methodology</a:t>
            </a:r>
          </a:p>
          <a:p>
            <a:endParaRPr lang="en-GB" dirty="0"/>
          </a:p>
          <a:p>
            <a:r>
              <a:rPr lang="en-GB" dirty="0"/>
              <a:t>Have you ever used it?</a:t>
            </a:r>
          </a:p>
          <a:p>
            <a:endParaRPr lang="en-GB" dirty="0"/>
          </a:p>
          <a:p>
            <a:r>
              <a:rPr lang="en-GB" dirty="0"/>
              <a:t>Write a short summary of it</a:t>
            </a:r>
          </a:p>
          <a:p>
            <a:endParaRPr lang="en-GB" dirty="0"/>
          </a:p>
          <a:p>
            <a:r>
              <a:rPr lang="en-GB" dirty="0"/>
              <a:t>What pitfalls may exist in this approach?</a:t>
            </a:r>
          </a:p>
          <a:p>
            <a:endParaRPr lang="en-GB" dirty="0"/>
          </a:p>
          <a:p>
            <a:r>
              <a:rPr lang="en-GB" dirty="0"/>
              <a:t>Can you think of any situations where this methodology may be used?</a:t>
            </a:r>
          </a:p>
          <a:p>
            <a:endParaRPr lang="en-GB" dirty="0"/>
          </a:p>
          <a:p>
            <a:r>
              <a:rPr lang="en-GB" dirty="0"/>
              <a:t>What advantages and disadvantages of this approach can you think of?</a:t>
            </a:r>
          </a:p>
        </p:txBody>
      </p:sp>
      <p:sp>
        <p:nvSpPr>
          <p:cNvPr id="2" name="Title 1">
            <a:extLst>
              <a:ext uri="{FF2B5EF4-FFF2-40B4-BE49-F238E27FC236}">
                <a16:creationId xmlns:a16="http://schemas.microsoft.com/office/drawing/2014/main" id="{205C68A4-C795-7D89-3CED-CC9DAB44E70A}"/>
              </a:ext>
            </a:extLst>
          </p:cNvPr>
          <p:cNvSpPr>
            <a:spLocks noGrp="1"/>
          </p:cNvSpPr>
          <p:nvPr>
            <p:ph type="title"/>
          </p:nvPr>
        </p:nvSpPr>
        <p:spPr/>
        <p:txBody>
          <a:bodyPr/>
          <a:lstStyle/>
          <a:p>
            <a:r>
              <a:rPr lang="en-GB" dirty="0"/>
              <a:t>Prototyping</a:t>
            </a:r>
          </a:p>
        </p:txBody>
      </p:sp>
      <p:sp>
        <p:nvSpPr>
          <p:cNvPr id="6" name="Text Placeholder 5">
            <a:extLst>
              <a:ext uri="{FF2B5EF4-FFF2-40B4-BE49-F238E27FC236}">
                <a16:creationId xmlns:a16="http://schemas.microsoft.com/office/drawing/2014/main" id="{1DB04403-B7EE-0368-B8E2-35F487337F41}"/>
              </a:ext>
            </a:extLst>
          </p:cNvPr>
          <p:cNvSpPr>
            <a:spLocks noGrp="1"/>
          </p:cNvSpPr>
          <p:nvPr>
            <p:ph type="body" sz="quarter" idx="10"/>
          </p:nvPr>
        </p:nvSpPr>
        <p:spPr/>
        <p:txBody>
          <a:bodyPr/>
          <a:lstStyle/>
          <a:p>
            <a:r>
              <a:rPr lang="en-GB" dirty="0"/>
              <a:t>K1, K5, S11, B9</a:t>
            </a:r>
          </a:p>
        </p:txBody>
      </p:sp>
      <p:sp>
        <p:nvSpPr>
          <p:cNvPr id="7" name="Text Placeholder 6">
            <a:extLst>
              <a:ext uri="{FF2B5EF4-FFF2-40B4-BE49-F238E27FC236}">
                <a16:creationId xmlns:a16="http://schemas.microsoft.com/office/drawing/2014/main" id="{78A38A80-1D34-794B-14D4-2D75252C431A}"/>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4668566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BCB40F7-D0C1-E9C1-101A-AA2E43DFBACC}"/>
              </a:ext>
            </a:extLst>
          </p:cNvPr>
          <p:cNvSpPr>
            <a:spLocks noGrp="1"/>
          </p:cNvSpPr>
          <p:nvPr>
            <p:ph type="body" idx="1"/>
          </p:nvPr>
        </p:nvSpPr>
        <p:spPr/>
        <p:txBody>
          <a:bodyPr/>
          <a:lstStyle/>
          <a:p>
            <a:r>
              <a:rPr lang="en-GB" dirty="0"/>
              <a:t>Advantages</a:t>
            </a:r>
          </a:p>
        </p:txBody>
      </p:sp>
      <p:sp>
        <p:nvSpPr>
          <p:cNvPr id="4" name="Content Placeholder 3">
            <a:extLst>
              <a:ext uri="{FF2B5EF4-FFF2-40B4-BE49-F238E27FC236}">
                <a16:creationId xmlns:a16="http://schemas.microsoft.com/office/drawing/2014/main" id="{34B16BCB-12DA-8993-026C-C284C9F4D56C}"/>
              </a:ext>
            </a:extLst>
          </p:cNvPr>
          <p:cNvSpPr>
            <a:spLocks noGrp="1"/>
          </p:cNvSpPr>
          <p:nvPr>
            <p:ph sz="half" idx="2"/>
          </p:nvPr>
        </p:nvSpPr>
        <p:spPr/>
        <p:txBody>
          <a:bodyPr>
            <a:normAutofit fontScale="92500" lnSpcReduction="20000"/>
          </a:bodyPr>
          <a:lstStyle/>
          <a:p>
            <a:r>
              <a:rPr lang="en-GB" dirty="0"/>
              <a:t>Quick Consent Validation</a:t>
            </a:r>
          </a:p>
          <a:p>
            <a:pPr lvl="1"/>
            <a:r>
              <a:rPr lang="en-GB" dirty="0"/>
              <a:t>Product owners can test to see if the idea is well received</a:t>
            </a:r>
          </a:p>
          <a:p>
            <a:pPr lvl="1"/>
            <a:r>
              <a:rPr lang="en-GB" dirty="0"/>
              <a:t>Product owners can see if the system has potential</a:t>
            </a:r>
          </a:p>
          <a:p>
            <a:r>
              <a:rPr lang="en-GB" dirty="0"/>
              <a:t>Users contribute early</a:t>
            </a:r>
          </a:p>
          <a:p>
            <a:pPr lvl="1"/>
            <a:r>
              <a:rPr lang="en-GB" dirty="0"/>
              <a:t>Collecting additional feedback early helps developers focus on the most notable improvements and track bugs</a:t>
            </a:r>
          </a:p>
          <a:p>
            <a:r>
              <a:rPr lang="en-GB" dirty="0"/>
              <a:t>Time and Resource Efficient</a:t>
            </a:r>
          </a:p>
          <a:p>
            <a:pPr lvl="1"/>
            <a:r>
              <a:rPr lang="en-GB" dirty="0"/>
              <a:t>Team focuses on the necessary simple functionality that isn’t expensive</a:t>
            </a:r>
          </a:p>
          <a:p>
            <a:pPr lvl="1"/>
            <a:r>
              <a:rPr lang="en-GB" dirty="0"/>
              <a:t>If feedback is bad then the project can be stopped without many resources having been spent on it</a:t>
            </a:r>
          </a:p>
        </p:txBody>
      </p:sp>
      <p:sp>
        <p:nvSpPr>
          <p:cNvPr id="5" name="Text Placeholder 4">
            <a:extLst>
              <a:ext uri="{FF2B5EF4-FFF2-40B4-BE49-F238E27FC236}">
                <a16:creationId xmlns:a16="http://schemas.microsoft.com/office/drawing/2014/main" id="{D11A15E8-4D03-EBE3-7467-1CBCEA06916D}"/>
              </a:ext>
            </a:extLst>
          </p:cNvPr>
          <p:cNvSpPr>
            <a:spLocks noGrp="1"/>
          </p:cNvSpPr>
          <p:nvPr>
            <p:ph type="body" sz="quarter" idx="3"/>
          </p:nvPr>
        </p:nvSpPr>
        <p:spPr/>
        <p:txBody>
          <a:bodyPr/>
          <a:lstStyle/>
          <a:p>
            <a:r>
              <a:rPr lang="en-GB" dirty="0"/>
              <a:t>Disadvantages</a:t>
            </a:r>
          </a:p>
        </p:txBody>
      </p:sp>
      <p:sp>
        <p:nvSpPr>
          <p:cNvPr id="6" name="Content Placeholder 5">
            <a:extLst>
              <a:ext uri="{FF2B5EF4-FFF2-40B4-BE49-F238E27FC236}">
                <a16:creationId xmlns:a16="http://schemas.microsoft.com/office/drawing/2014/main" id="{C7667E77-2FDD-7547-CFDA-F1D8362F43DA}"/>
              </a:ext>
            </a:extLst>
          </p:cNvPr>
          <p:cNvSpPr>
            <a:spLocks noGrp="1"/>
          </p:cNvSpPr>
          <p:nvPr>
            <p:ph sz="quarter" idx="4"/>
          </p:nvPr>
        </p:nvSpPr>
        <p:spPr/>
        <p:txBody>
          <a:bodyPr>
            <a:normAutofit/>
          </a:bodyPr>
          <a:lstStyle/>
          <a:p>
            <a:r>
              <a:rPr lang="en-GB" dirty="0"/>
              <a:t>Releasing potentially defective products to market</a:t>
            </a:r>
          </a:p>
          <a:p>
            <a:pPr lvl="1"/>
            <a:r>
              <a:rPr lang="en-GB" dirty="0"/>
              <a:t>Users can be disappointed by the prototype and feedback accordingly</a:t>
            </a:r>
          </a:p>
          <a:p>
            <a:pPr lvl="1"/>
            <a:r>
              <a:rPr lang="en-GB" dirty="0"/>
              <a:t>The product owner could cancel a project based on the feedback when the project was viable but the prototype was wrong</a:t>
            </a:r>
          </a:p>
          <a:p>
            <a:r>
              <a:rPr lang="en-GB" dirty="0"/>
              <a:t>Skills</a:t>
            </a:r>
          </a:p>
          <a:p>
            <a:pPr lvl="1"/>
            <a:r>
              <a:rPr lang="en-GB" dirty="0"/>
              <a:t>The team needs to have expertise in MVP development particularly in how to build and market a prototype</a:t>
            </a:r>
          </a:p>
        </p:txBody>
      </p:sp>
      <p:sp>
        <p:nvSpPr>
          <p:cNvPr id="2" name="Title 1">
            <a:extLst>
              <a:ext uri="{FF2B5EF4-FFF2-40B4-BE49-F238E27FC236}">
                <a16:creationId xmlns:a16="http://schemas.microsoft.com/office/drawing/2014/main" id="{C1E8BD01-AE3E-278B-45AD-2F4A75144087}"/>
              </a:ext>
            </a:extLst>
          </p:cNvPr>
          <p:cNvSpPr>
            <a:spLocks noGrp="1"/>
          </p:cNvSpPr>
          <p:nvPr>
            <p:ph type="title"/>
          </p:nvPr>
        </p:nvSpPr>
        <p:spPr/>
        <p:txBody>
          <a:bodyPr/>
          <a:lstStyle/>
          <a:p>
            <a:r>
              <a:rPr lang="en-GB" dirty="0"/>
              <a:t>Prototyping</a:t>
            </a:r>
          </a:p>
        </p:txBody>
      </p:sp>
      <p:sp>
        <p:nvSpPr>
          <p:cNvPr id="7" name="Text Placeholder 6">
            <a:extLst>
              <a:ext uri="{FF2B5EF4-FFF2-40B4-BE49-F238E27FC236}">
                <a16:creationId xmlns:a16="http://schemas.microsoft.com/office/drawing/2014/main" id="{A544B235-DEDB-541A-5E43-7305B3D874C7}"/>
              </a:ext>
            </a:extLst>
          </p:cNvPr>
          <p:cNvSpPr>
            <a:spLocks noGrp="1"/>
          </p:cNvSpPr>
          <p:nvPr>
            <p:ph type="body" sz="quarter" idx="10"/>
          </p:nvPr>
        </p:nvSpPr>
        <p:spPr/>
        <p:txBody>
          <a:bodyPr/>
          <a:lstStyle/>
          <a:p>
            <a:r>
              <a:rPr lang="en-GB" dirty="0"/>
              <a:t>K1, K5</a:t>
            </a:r>
          </a:p>
        </p:txBody>
      </p:sp>
      <p:sp>
        <p:nvSpPr>
          <p:cNvPr id="8" name="Text Placeholder 7">
            <a:extLst>
              <a:ext uri="{FF2B5EF4-FFF2-40B4-BE49-F238E27FC236}">
                <a16:creationId xmlns:a16="http://schemas.microsoft.com/office/drawing/2014/main" id="{16551835-8824-3F0D-D170-34B1C15CB2B0}"/>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15685277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6A45A-87CC-79F0-DEF5-D5322773C8CD}"/>
              </a:ext>
            </a:extLst>
          </p:cNvPr>
          <p:cNvSpPr>
            <a:spLocks noGrp="1"/>
          </p:cNvSpPr>
          <p:nvPr>
            <p:ph type="ctrTitle"/>
          </p:nvPr>
        </p:nvSpPr>
        <p:spPr/>
        <p:txBody>
          <a:bodyPr/>
          <a:lstStyle/>
          <a:p>
            <a:r>
              <a:rPr lang="en-GB" dirty="0"/>
              <a:t>V-Model</a:t>
            </a:r>
          </a:p>
        </p:txBody>
      </p:sp>
      <p:sp>
        <p:nvSpPr>
          <p:cNvPr id="4" name="Subtitle 3">
            <a:extLst>
              <a:ext uri="{FF2B5EF4-FFF2-40B4-BE49-F238E27FC236}">
                <a16:creationId xmlns:a16="http://schemas.microsoft.com/office/drawing/2014/main" id="{CA5A06C3-3F53-5DFA-0E14-074258F8C83B}"/>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741472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650B3F-0AC3-E86F-C852-A18DAC520CE8}"/>
              </a:ext>
            </a:extLst>
          </p:cNvPr>
          <p:cNvSpPr>
            <a:spLocks noGrp="1"/>
          </p:cNvSpPr>
          <p:nvPr>
            <p:ph idx="1"/>
          </p:nvPr>
        </p:nvSpPr>
        <p:spPr/>
        <p:txBody>
          <a:bodyPr>
            <a:normAutofit lnSpcReduction="10000"/>
          </a:bodyPr>
          <a:lstStyle/>
          <a:p>
            <a:r>
              <a:rPr lang="en-GB" dirty="0"/>
              <a:t>V model is in many ways similar to the Waterfall model</a:t>
            </a:r>
          </a:p>
          <a:p>
            <a:endParaRPr lang="en-GB" dirty="0"/>
          </a:p>
          <a:p>
            <a:r>
              <a:rPr lang="en-GB" dirty="0"/>
              <a:t>It is sequential but each stage on the way down requires a test plan to be constructed</a:t>
            </a:r>
          </a:p>
          <a:p>
            <a:endParaRPr lang="en-GB" dirty="0"/>
          </a:p>
          <a:p>
            <a:r>
              <a:rPr lang="en-GB" dirty="0"/>
              <a:t>On the way up the tests are executed if a set of tests are failed then it is possible to return to the  corresponding stage to determine what happened</a:t>
            </a:r>
          </a:p>
          <a:p>
            <a:endParaRPr lang="en-GB" dirty="0"/>
          </a:p>
          <a:p>
            <a:r>
              <a:rPr lang="en-GB" dirty="0"/>
              <a:t>The left hand side of the V is known as the Verification stages and the right hand side is known as the Validation stages</a:t>
            </a:r>
          </a:p>
        </p:txBody>
      </p:sp>
      <p:sp>
        <p:nvSpPr>
          <p:cNvPr id="22" name="Picture Placeholder 21">
            <a:extLst>
              <a:ext uri="{FF2B5EF4-FFF2-40B4-BE49-F238E27FC236}">
                <a16:creationId xmlns:a16="http://schemas.microsoft.com/office/drawing/2014/main" id="{6328CBA6-B1F5-6F25-8150-A8E1B22E835D}"/>
              </a:ext>
            </a:extLst>
          </p:cNvPr>
          <p:cNvSpPr>
            <a:spLocks noGrp="1"/>
          </p:cNvSpPr>
          <p:nvPr>
            <p:ph type="pic" sz="quarter" idx="10"/>
          </p:nvPr>
        </p:nvSpPr>
        <p:spPr/>
        <p:txBody>
          <a:bodyPr/>
          <a:lstStyle/>
          <a:p>
            <a:endParaRPr lang="en-GB"/>
          </a:p>
        </p:txBody>
      </p:sp>
      <p:sp>
        <p:nvSpPr>
          <p:cNvPr id="2" name="Title 1">
            <a:extLst>
              <a:ext uri="{FF2B5EF4-FFF2-40B4-BE49-F238E27FC236}">
                <a16:creationId xmlns:a16="http://schemas.microsoft.com/office/drawing/2014/main" id="{4DBBAA4B-7247-E97F-DC5A-31626C1D83AF}"/>
              </a:ext>
            </a:extLst>
          </p:cNvPr>
          <p:cNvSpPr>
            <a:spLocks noGrp="1"/>
          </p:cNvSpPr>
          <p:nvPr>
            <p:ph type="title"/>
          </p:nvPr>
        </p:nvSpPr>
        <p:spPr/>
        <p:txBody>
          <a:bodyPr/>
          <a:lstStyle/>
          <a:p>
            <a:r>
              <a:rPr lang="en-GB" dirty="0"/>
              <a:t>V-Model</a:t>
            </a:r>
          </a:p>
        </p:txBody>
      </p:sp>
      <p:sp>
        <p:nvSpPr>
          <p:cNvPr id="26" name="Text Placeholder 25">
            <a:extLst>
              <a:ext uri="{FF2B5EF4-FFF2-40B4-BE49-F238E27FC236}">
                <a16:creationId xmlns:a16="http://schemas.microsoft.com/office/drawing/2014/main" id="{C5F4BCA5-EB52-695A-7B21-3AB91D5D2C5A}"/>
              </a:ext>
            </a:extLst>
          </p:cNvPr>
          <p:cNvSpPr>
            <a:spLocks noGrp="1"/>
          </p:cNvSpPr>
          <p:nvPr>
            <p:ph type="body" sz="quarter" idx="11"/>
          </p:nvPr>
        </p:nvSpPr>
        <p:spPr/>
        <p:txBody>
          <a:bodyPr/>
          <a:lstStyle/>
          <a:p>
            <a:r>
              <a:rPr lang="en-GB" dirty="0"/>
              <a:t>K1, K5</a:t>
            </a:r>
          </a:p>
        </p:txBody>
      </p:sp>
      <p:sp>
        <p:nvSpPr>
          <p:cNvPr id="27" name="Text Placeholder 26">
            <a:extLst>
              <a:ext uri="{FF2B5EF4-FFF2-40B4-BE49-F238E27FC236}">
                <a16:creationId xmlns:a16="http://schemas.microsoft.com/office/drawing/2014/main" id="{774DDF13-07C0-AC72-99C0-3519B713F635}"/>
              </a:ext>
            </a:extLst>
          </p:cNvPr>
          <p:cNvSpPr>
            <a:spLocks noGrp="1"/>
          </p:cNvSpPr>
          <p:nvPr>
            <p:ph type="body" sz="quarter" idx="12"/>
          </p:nvPr>
        </p:nvSpPr>
        <p:spPr/>
        <p:txBody>
          <a:bodyPr/>
          <a:lstStyle/>
          <a:p>
            <a:endParaRPr lang="en-GB"/>
          </a:p>
        </p:txBody>
      </p:sp>
      <p:grpSp>
        <p:nvGrpSpPr>
          <p:cNvPr id="15" name="Group 14">
            <a:extLst>
              <a:ext uri="{FF2B5EF4-FFF2-40B4-BE49-F238E27FC236}">
                <a16:creationId xmlns:a16="http://schemas.microsoft.com/office/drawing/2014/main" id="{03167FA9-B9C8-00F3-3200-B2A13692A0E3}"/>
              </a:ext>
            </a:extLst>
          </p:cNvPr>
          <p:cNvGrpSpPr/>
          <p:nvPr/>
        </p:nvGrpSpPr>
        <p:grpSpPr>
          <a:xfrm>
            <a:off x="6346803" y="1479435"/>
            <a:ext cx="5519997" cy="4888964"/>
            <a:chOff x="6276003" y="1439944"/>
            <a:chExt cx="5519997" cy="4888964"/>
          </a:xfrm>
        </p:grpSpPr>
        <p:cxnSp>
          <p:nvCxnSpPr>
            <p:cNvPr id="33" name="Straight Connector 32">
              <a:extLst>
                <a:ext uri="{FF2B5EF4-FFF2-40B4-BE49-F238E27FC236}">
                  <a16:creationId xmlns:a16="http://schemas.microsoft.com/office/drawing/2014/main" id="{FC30938B-3FF5-E5F3-5D18-41481D352CD1}"/>
                </a:ext>
              </a:extLst>
            </p:cNvPr>
            <p:cNvCxnSpPr>
              <a:cxnSpLocks/>
              <a:stCxn id="5" idx="0"/>
              <a:endCxn id="8" idx="2"/>
            </p:cNvCxnSpPr>
            <p:nvPr/>
          </p:nvCxnSpPr>
          <p:spPr>
            <a:xfrm>
              <a:off x="6907202" y="1439944"/>
              <a:ext cx="2130598" cy="4888964"/>
            </a:xfrm>
            <a:prstGeom prst="line">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30C1B07-15DD-380E-AB81-D22CE4CAA22E}"/>
                </a:ext>
              </a:extLst>
            </p:cNvPr>
            <p:cNvCxnSpPr>
              <a:cxnSpLocks/>
              <a:stCxn id="11" idx="0"/>
              <a:endCxn id="8" idx="2"/>
            </p:cNvCxnSpPr>
            <p:nvPr/>
          </p:nvCxnSpPr>
          <p:spPr>
            <a:xfrm flipH="1">
              <a:off x="9037800" y="1439944"/>
              <a:ext cx="2128200" cy="4888964"/>
            </a:xfrm>
            <a:prstGeom prst="line">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Arrow: Bent-Up 12">
              <a:extLst>
                <a:ext uri="{FF2B5EF4-FFF2-40B4-BE49-F238E27FC236}">
                  <a16:creationId xmlns:a16="http://schemas.microsoft.com/office/drawing/2014/main" id="{662D4D60-D064-935F-8930-EB56832C26BE}"/>
                </a:ext>
              </a:extLst>
            </p:cNvPr>
            <p:cNvSpPr/>
            <p:nvPr/>
          </p:nvSpPr>
          <p:spPr>
            <a:xfrm rot="5400000">
              <a:off x="5960535" y="2452530"/>
              <a:ext cx="1214718" cy="583781"/>
            </a:xfrm>
            <a:prstGeom prst="bentUpArrow">
              <a:avLst>
                <a:gd name="adj1" fmla="val 42955"/>
                <a:gd name="adj2" fmla="val 34113"/>
                <a:gd name="adj3" fmla="val 48042"/>
              </a:avLst>
            </a:prstGeom>
            <a:ln w="25400" cap="rnd"/>
          </p:spPr>
          <p:style>
            <a:lnRef idx="2">
              <a:schemeClr val="dk1">
                <a:shade val="80000"/>
                <a:hueOff val="0"/>
                <a:satOff val="0"/>
                <a:lumOff val="0"/>
                <a:alphaOff val="0"/>
              </a:schemeClr>
            </a:lnRef>
            <a:fillRef idx="1">
              <a:schemeClr val="dk1">
                <a:tint val="40000"/>
                <a:hueOff val="0"/>
                <a:satOff val="0"/>
                <a:lumOff val="0"/>
                <a:alphaOff val="0"/>
              </a:schemeClr>
            </a:fillRef>
            <a:effectRef idx="0">
              <a:schemeClr val="dk1">
                <a:tint val="40000"/>
                <a:hueOff val="0"/>
                <a:satOff val="0"/>
                <a:lumOff val="0"/>
                <a:alphaOff val="0"/>
              </a:schemeClr>
            </a:effectRef>
            <a:fontRef idx="minor">
              <a:schemeClr val="lt1">
                <a:hueOff val="0"/>
                <a:satOff val="0"/>
                <a:lumOff val="0"/>
                <a:alphaOff val="0"/>
              </a:schemeClr>
            </a:fontRef>
          </p:style>
          <p:txBody>
            <a:bodyPr/>
            <a:lstStyle/>
            <a:p>
              <a:endParaRPr lang="en-GB"/>
            </a:p>
          </p:txBody>
        </p:sp>
        <p:sp>
          <p:nvSpPr>
            <p:cNvPr id="16" name="Arrow: Bent-Up 15">
              <a:extLst>
                <a:ext uri="{FF2B5EF4-FFF2-40B4-BE49-F238E27FC236}">
                  <a16:creationId xmlns:a16="http://schemas.microsoft.com/office/drawing/2014/main" id="{097C9F6A-104A-BBF1-A221-E6BFFD990360}"/>
                </a:ext>
              </a:extLst>
            </p:cNvPr>
            <p:cNvSpPr/>
            <p:nvPr/>
          </p:nvSpPr>
          <p:spPr>
            <a:xfrm rot="5400000">
              <a:off x="7298009" y="5088590"/>
              <a:ext cx="1260064" cy="956058"/>
            </a:xfrm>
            <a:prstGeom prst="bentUpArrow">
              <a:avLst>
                <a:gd name="adj1" fmla="val 26442"/>
                <a:gd name="adj2" fmla="val 19944"/>
                <a:gd name="adj3" fmla="val 28134"/>
              </a:avLst>
            </a:prstGeom>
            <a:ln w="25400" cap="rnd"/>
          </p:spPr>
          <p:style>
            <a:lnRef idx="2">
              <a:schemeClr val="dk1">
                <a:shade val="80000"/>
                <a:hueOff val="0"/>
                <a:satOff val="0"/>
                <a:lumOff val="0"/>
                <a:alphaOff val="0"/>
              </a:schemeClr>
            </a:lnRef>
            <a:fillRef idx="1">
              <a:schemeClr val="dk1">
                <a:tint val="40000"/>
                <a:hueOff val="0"/>
                <a:satOff val="0"/>
                <a:lumOff val="0"/>
                <a:alphaOff val="0"/>
              </a:schemeClr>
            </a:fillRef>
            <a:effectRef idx="0">
              <a:schemeClr val="dk1">
                <a:tint val="40000"/>
                <a:hueOff val="0"/>
                <a:satOff val="0"/>
                <a:lumOff val="0"/>
                <a:alphaOff val="0"/>
              </a:schemeClr>
            </a:effectRef>
            <a:fontRef idx="minor">
              <a:schemeClr val="lt1">
                <a:hueOff val="0"/>
                <a:satOff val="0"/>
                <a:lumOff val="0"/>
                <a:alphaOff val="0"/>
              </a:schemeClr>
            </a:fontRef>
          </p:style>
          <p:txBody>
            <a:bodyPr/>
            <a:lstStyle/>
            <a:p>
              <a:endParaRPr lang="en-GB"/>
            </a:p>
          </p:txBody>
        </p:sp>
        <p:sp>
          <p:nvSpPr>
            <p:cNvPr id="17" name="Arrow: Bent-Up 16">
              <a:extLst>
                <a:ext uri="{FF2B5EF4-FFF2-40B4-BE49-F238E27FC236}">
                  <a16:creationId xmlns:a16="http://schemas.microsoft.com/office/drawing/2014/main" id="{15F3B9E8-07FA-7A4C-0B0D-38B77BA50564}"/>
                </a:ext>
              </a:extLst>
            </p:cNvPr>
            <p:cNvSpPr/>
            <p:nvPr/>
          </p:nvSpPr>
          <p:spPr>
            <a:xfrm>
              <a:off x="9671121" y="4931460"/>
              <a:ext cx="957788" cy="1199396"/>
            </a:xfrm>
            <a:prstGeom prst="bentUpArrow">
              <a:avLst>
                <a:gd name="adj1" fmla="val 26077"/>
                <a:gd name="adj2" fmla="val 19762"/>
                <a:gd name="adj3" fmla="val 28258"/>
              </a:avLst>
            </a:prstGeom>
            <a:ln w="25400" cap="rnd"/>
          </p:spPr>
          <p:style>
            <a:lnRef idx="2">
              <a:schemeClr val="dk1">
                <a:shade val="80000"/>
                <a:hueOff val="0"/>
                <a:satOff val="0"/>
                <a:lumOff val="0"/>
                <a:alphaOff val="0"/>
              </a:schemeClr>
            </a:lnRef>
            <a:fillRef idx="1">
              <a:schemeClr val="dk1">
                <a:tint val="40000"/>
                <a:hueOff val="0"/>
                <a:satOff val="0"/>
                <a:lumOff val="0"/>
                <a:alphaOff val="0"/>
              </a:schemeClr>
            </a:fillRef>
            <a:effectRef idx="0">
              <a:schemeClr val="dk1">
                <a:tint val="40000"/>
                <a:hueOff val="0"/>
                <a:satOff val="0"/>
                <a:lumOff val="0"/>
                <a:alphaOff val="0"/>
              </a:schemeClr>
            </a:effectRef>
            <a:fontRef idx="minor">
              <a:schemeClr val="lt1">
                <a:hueOff val="0"/>
                <a:satOff val="0"/>
                <a:lumOff val="0"/>
                <a:alphaOff val="0"/>
              </a:schemeClr>
            </a:fontRef>
          </p:style>
          <p:txBody>
            <a:bodyPr/>
            <a:lstStyle/>
            <a:p>
              <a:endParaRPr lang="en-GB"/>
            </a:p>
          </p:txBody>
        </p:sp>
        <p:sp>
          <p:nvSpPr>
            <p:cNvPr id="18" name="Arrow: Bent-Up 17">
              <a:extLst>
                <a:ext uri="{FF2B5EF4-FFF2-40B4-BE49-F238E27FC236}">
                  <a16:creationId xmlns:a16="http://schemas.microsoft.com/office/drawing/2014/main" id="{9267668E-D5D0-B31C-F2F8-1EA52DA91844}"/>
                </a:ext>
              </a:extLst>
            </p:cNvPr>
            <p:cNvSpPr/>
            <p:nvPr/>
          </p:nvSpPr>
          <p:spPr>
            <a:xfrm>
              <a:off x="11211621" y="2178292"/>
              <a:ext cx="583782" cy="1132256"/>
            </a:xfrm>
            <a:prstGeom prst="bentUpArrow">
              <a:avLst>
                <a:gd name="adj1" fmla="val 42794"/>
                <a:gd name="adj2" fmla="val 32909"/>
                <a:gd name="adj3" fmla="val 46595"/>
              </a:avLst>
            </a:prstGeom>
            <a:ln w="25400" cap="rnd"/>
          </p:spPr>
          <p:style>
            <a:lnRef idx="2">
              <a:schemeClr val="dk1">
                <a:shade val="80000"/>
                <a:hueOff val="0"/>
                <a:satOff val="0"/>
                <a:lumOff val="0"/>
                <a:alphaOff val="0"/>
              </a:schemeClr>
            </a:lnRef>
            <a:fillRef idx="1">
              <a:schemeClr val="dk1">
                <a:tint val="40000"/>
                <a:hueOff val="0"/>
                <a:satOff val="0"/>
                <a:lumOff val="0"/>
                <a:alphaOff val="0"/>
              </a:schemeClr>
            </a:fillRef>
            <a:effectRef idx="0">
              <a:schemeClr val="dk1">
                <a:tint val="40000"/>
                <a:hueOff val="0"/>
                <a:satOff val="0"/>
                <a:lumOff val="0"/>
                <a:alphaOff val="0"/>
              </a:schemeClr>
            </a:effectRef>
            <a:fontRef idx="minor">
              <a:schemeClr val="lt1">
                <a:hueOff val="0"/>
                <a:satOff val="0"/>
                <a:lumOff val="0"/>
                <a:alphaOff val="0"/>
              </a:schemeClr>
            </a:fontRef>
          </p:style>
          <p:txBody>
            <a:bodyPr/>
            <a:lstStyle/>
            <a:p>
              <a:endParaRPr lang="en-GB"/>
            </a:p>
          </p:txBody>
        </p:sp>
        <p:sp>
          <p:nvSpPr>
            <p:cNvPr id="19" name="Arrow: Bent-Up 18">
              <a:extLst>
                <a:ext uri="{FF2B5EF4-FFF2-40B4-BE49-F238E27FC236}">
                  <a16:creationId xmlns:a16="http://schemas.microsoft.com/office/drawing/2014/main" id="{522D2110-D948-8646-B01D-907643495733}"/>
                </a:ext>
              </a:extLst>
            </p:cNvPr>
            <p:cNvSpPr/>
            <p:nvPr/>
          </p:nvSpPr>
          <p:spPr>
            <a:xfrm rot="5400000">
              <a:off x="6544316" y="3849647"/>
              <a:ext cx="1214718" cy="583781"/>
            </a:xfrm>
            <a:prstGeom prst="bentUpArrow">
              <a:avLst>
                <a:gd name="adj1" fmla="val 42955"/>
                <a:gd name="adj2" fmla="val 34113"/>
                <a:gd name="adj3" fmla="val 48042"/>
              </a:avLst>
            </a:prstGeom>
            <a:ln w="25400" cap="rnd"/>
          </p:spPr>
          <p:style>
            <a:lnRef idx="2">
              <a:schemeClr val="dk1">
                <a:shade val="80000"/>
                <a:hueOff val="0"/>
                <a:satOff val="0"/>
                <a:lumOff val="0"/>
                <a:alphaOff val="0"/>
              </a:schemeClr>
            </a:lnRef>
            <a:fillRef idx="1">
              <a:schemeClr val="dk1">
                <a:tint val="40000"/>
                <a:hueOff val="0"/>
                <a:satOff val="0"/>
                <a:lumOff val="0"/>
                <a:alphaOff val="0"/>
              </a:schemeClr>
            </a:fillRef>
            <a:effectRef idx="0">
              <a:schemeClr val="dk1">
                <a:tint val="40000"/>
                <a:hueOff val="0"/>
                <a:satOff val="0"/>
                <a:lumOff val="0"/>
                <a:alphaOff val="0"/>
              </a:schemeClr>
            </a:effectRef>
            <a:fontRef idx="minor">
              <a:schemeClr val="lt1">
                <a:hueOff val="0"/>
                <a:satOff val="0"/>
                <a:lumOff val="0"/>
                <a:alphaOff val="0"/>
              </a:schemeClr>
            </a:fontRef>
          </p:style>
          <p:txBody>
            <a:bodyPr/>
            <a:lstStyle/>
            <a:p>
              <a:endParaRPr lang="en-GB"/>
            </a:p>
          </p:txBody>
        </p:sp>
        <p:sp>
          <p:nvSpPr>
            <p:cNvPr id="21" name="Arrow: Bent-Up 20">
              <a:extLst>
                <a:ext uri="{FF2B5EF4-FFF2-40B4-BE49-F238E27FC236}">
                  <a16:creationId xmlns:a16="http://schemas.microsoft.com/office/drawing/2014/main" id="{11B66D40-4C3D-3F6D-E26E-A3324442CE5F}"/>
                </a:ext>
              </a:extLst>
            </p:cNvPr>
            <p:cNvSpPr/>
            <p:nvPr/>
          </p:nvSpPr>
          <p:spPr>
            <a:xfrm>
              <a:off x="10627612" y="3529420"/>
              <a:ext cx="583782" cy="1132256"/>
            </a:xfrm>
            <a:prstGeom prst="bentUpArrow">
              <a:avLst>
                <a:gd name="adj1" fmla="val 42794"/>
                <a:gd name="adj2" fmla="val 32909"/>
                <a:gd name="adj3" fmla="val 46595"/>
              </a:avLst>
            </a:prstGeom>
            <a:ln w="25400" cap="rnd"/>
          </p:spPr>
          <p:style>
            <a:lnRef idx="2">
              <a:schemeClr val="dk1">
                <a:shade val="80000"/>
                <a:hueOff val="0"/>
                <a:satOff val="0"/>
                <a:lumOff val="0"/>
                <a:alphaOff val="0"/>
              </a:schemeClr>
            </a:lnRef>
            <a:fillRef idx="1">
              <a:schemeClr val="dk1">
                <a:tint val="40000"/>
                <a:hueOff val="0"/>
                <a:satOff val="0"/>
                <a:lumOff val="0"/>
                <a:alphaOff val="0"/>
              </a:schemeClr>
            </a:fillRef>
            <a:effectRef idx="0">
              <a:schemeClr val="dk1">
                <a:tint val="40000"/>
                <a:hueOff val="0"/>
                <a:satOff val="0"/>
                <a:lumOff val="0"/>
                <a:alphaOff val="0"/>
              </a:schemeClr>
            </a:effectRef>
            <a:fontRef idx="minor">
              <a:schemeClr val="lt1">
                <a:hueOff val="0"/>
                <a:satOff val="0"/>
                <a:lumOff val="0"/>
                <a:alphaOff val="0"/>
              </a:schemeClr>
            </a:fontRef>
          </p:style>
          <p:txBody>
            <a:bodyPr/>
            <a:lstStyle/>
            <a:p>
              <a:endParaRPr lang="en-GB"/>
            </a:p>
          </p:txBody>
        </p:sp>
        <p:cxnSp>
          <p:nvCxnSpPr>
            <p:cNvPr id="23" name="Straight Arrow Connector 22">
              <a:extLst>
                <a:ext uri="{FF2B5EF4-FFF2-40B4-BE49-F238E27FC236}">
                  <a16:creationId xmlns:a16="http://schemas.microsoft.com/office/drawing/2014/main" id="{3E7E6FAD-9602-1BF5-943A-68D100C2CCC5}"/>
                </a:ext>
              </a:extLst>
            </p:cNvPr>
            <p:cNvCxnSpPr>
              <a:stCxn id="5" idx="3"/>
              <a:endCxn id="11" idx="1"/>
            </p:cNvCxnSpPr>
            <p:nvPr/>
          </p:nvCxnSpPr>
          <p:spPr>
            <a:xfrm>
              <a:off x="7537202" y="1788503"/>
              <a:ext cx="2998798" cy="0"/>
            </a:xfrm>
            <a:prstGeom prst="straightConnector1">
              <a:avLst/>
            </a:prstGeom>
            <a:ln w="38100" cap="rnd">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2FD17C6-E18C-C585-37B8-2B1D538CBF73}"/>
                </a:ext>
              </a:extLst>
            </p:cNvPr>
            <p:cNvCxnSpPr>
              <a:cxnSpLocks/>
              <a:stCxn id="6" idx="3"/>
              <a:endCxn id="10" idx="1"/>
            </p:cNvCxnSpPr>
            <p:nvPr/>
          </p:nvCxnSpPr>
          <p:spPr>
            <a:xfrm flipV="1">
              <a:off x="8120983" y="3181026"/>
              <a:ext cx="1830638" cy="4512"/>
            </a:xfrm>
            <a:prstGeom prst="straightConnector1">
              <a:avLst/>
            </a:prstGeom>
            <a:ln w="38100" cap="rnd">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73D1411-9255-3E43-D72A-FD2561F564DF}"/>
                </a:ext>
              </a:extLst>
            </p:cNvPr>
            <p:cNvCxnSpPr>
              <a:cxnSpLocks/>
              <a:stCxn id="7" idx="3"/>
              <a:endCxn id="9" idx="1"/>
            </p:cNvCxnSpPr>
            <p:nvPr/>
          </p:nvCxnSpPr>
          <p:spPr>
            <a:xfrm>
              <a:off x="8709456" y="4583066"/>
              <a:ext cx="656132" cy="0"/>
            </a:xfrm>
            <a:prstGeom prst="straightConnector1">
              <a:avLst/>
            </a:prstGeom>
            <a:ln w="38100" cap="rnd">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54647C75-3361-4A49-122F-0D98769C1857}"/>
                </a:ext>
              </a:extLst>
            </p:cNvPr>
            <p:cNvSpPr/>
            <p:nvPr/>
          </p:nvSpPr>
          <p:spPr>
            <a:xfrm>
              <a:off x="6277202" y="1439944"/>
              <a:ext cx="1260000" cy="69711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rPr>
                <a:t>Requirements</a:t>
              </a:r>
            </a:p>
          </p:txBody>
        </p:sp>
        <p:sp>
          <p:nvSpPr>
            <p:cNvPr id="6" name="Rectangle 5">
              <a:extLst>
                <a:ext uri="{FF2B5EF4-FFF2-40B4-BE49-F238E27FC236}">
                  <a16:creationId xmlns:a16="http://schemas.microsoft.com/office/drawing/2014/main" id="{B53C61CF-39A2-AC9F-FB95-54DF2138A1A7}"/>
                </a:ext>
              </a:extLst>
            </p:cNvPr>
            <p:cNvSpPr/>
            <p:nvPr/>
          </p:nvSpPr>
          <p:spPr>
            <a:xfrm>
              <a:off x="6860983" y="2836979"/>
              <a:ext cx="1260000" cy="69711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rPr>
                <a:t>High Level Design</a:t>
              </a:r>
            </a:p>
          </p:txBody>
        </p:sp>
        <p:sp>
          <p:nvSpPr>
            <p:cNvPr id="7" name="Rectangle 6">
              <a:extLst>
                <a:ext uri="{FF2B5EF4-FFF2-40B4-BE49-F238E27FC236}">
                  <a16:creationId xmlns:a16="http://schemas.microsoft.com/office/drawing/2014/main" id="{CB35FA6E-6621-B517-A8EF-785D15681949}"/>
                </a:ext>
              </a:extLst>
            </p:cNvPr>
            <p:cNvSpPr/>
            <p:nvPr/>
          </p:nvSpPr>
          <p:spPr>
            <a:xfrm>
              <a:off x="7449456" y="4234507"/>
              <a:ext cx="1260000" cy="69711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rPr>
                <a:t>Low Level Design</a:t>
              </a:r>
            </a:p>
          </p:txBody>
        </p:sp>
        <p:sp>
          <p:nvSpPr>
            <p:cNvPr id="8" name="Rectangle 7">
              <a:extLst>
                <a:ext uri="{FF2B5EF4-FFF2-40B4-BE49-F238E27FC236}">
                  <a16:creationId xmlns:a16="http://schemas.microsoft.com/office/drawing/2014/main" id="{3172AA4E-7D2D-7A35-A4B4-6F72C2860661}"/>
                </a:ext>
              </a:extLst>
            </p:cNvPr>
            <p:cNvSpPr/>
            <p:nvPr/>
          </p:nvSpPr>
          <p:spPr>
            <a:xfrm>
              <a:off x="8407800" y="5631791"/>
              <a:ext cx="1260000" cy="69711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rPr>
                <a:t>Implementation</a:t>
              </a:r>
            </a:p>
          </p:txBody>
        </p:sp>
        <p:sp>
          <p:nvSpPr>
            <p:cNvPr id="9" name="Rectangle 8">
              <a:extLst>
                <a:ext uri="{FF2B5EF4-FFF2-40B4-BE49-F238E27FC236}">
                  <a16:creationId xmlns:a16="http://schemas.microsoft.com/office/drawing/2014/main" id="{2B1B1517-002A-3A18-AEB2-84D86E389F61}"/>
                </a:ext>
              </a:extLst>
            </p:cNvPr>
            <p:cNvSpPr/>
            <p:nvPr/>
          </p:nvSpPr>
          <p:spPr>
            <a:xfrm>
              <a:off x="9365588" y="4234507"/>
              <a:ext cx="1260000" cy="69711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rPr>
                <a:t>Unit Testing</a:t>
              </a:r>
            </a:p>
          </p:txBody>
        </p:sp>
        <p:sp>
          <p:nvSpPr>
            <p:cNvPr id="10" name="Rectangle 9">
              <a:extLst>
                <a:ext uri="{FF2B5EF4-FFF2-40B4-BE49-F238E27FC236}">
                  <a16:creationId xmlns:a16="http://schemas.microsoft.com/office/drawing/2014/main" id="{7196E565-C4C2-B298-9DDB-15793CBDC171}"/>
                </a:ext>
              </a:extLst>
            </p:cNvPr>
            <p:cNvSpPr/>
            <p:nvPr/>
          </p:nvSpPr>
          <p:spPr>
            <a:xfrm>
              <a:off x="9951621" y="2832467"/>
              <a:ext cx="1260000" cy="69711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rPr>
                <a:t>Integration Testing</a:t>
              </a:r>
            </a:p>
          </p:txBody>
        </p:sp>
        <p:sp>
          <p:nvSpPr>
            <p:cNvPr id="11" name="Rectangle 10">
              <a:extLst>
                <a:ext uri="{FF2B5EF4-FFF2-40B4-BE49-F238E27FC236}">
                  <a16:creationId xmlns:a16="http://schemas.microsoft.com/office/drawing/2014/main" id="{355B6415-6337-BF3B-6D30-1A17538C20B2}"/>
                </a:ext>
              </a:extLst>
            </p:cNvPr>
            <p:cNvSpPr/>
            <p:nvPr/>
          </p:nvSpPr>
          <p:spPr>
            <a:xfrm>
              <a:off x="10536000" y="1439944"/>
              <a:ext cx="1260000" cy="69711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rPr>
                <a:t>Acceptance and System Testing</a:t>
              </a:r>
            </a:p>
          </p:txBody>
        </p:sp>
      </p:grpSp>
    </p:spTree>
    <p:extLst>
      <p:ext uri="{BB962C8B-B14F-4D97-AF65-F5344CB8AC3E}">
        <p14:creationId xmlns:p14="http://schemas.microsoft.com/office/powerpoint/2010/main" val="2011793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B8DC33-D064-3C57-DA09-08C35B191F48}"/>
              </a:ext>
            </a:extLst>
          </p:cNvPr>
          <p:cNvSpPr>
            <a:spLocks noGrp="1"/>
          </p:cNvSpPr>
          <p:nvPr>
            <p:ph idx="1"/>
          </p:nvPr>
        </p:nvSpPr>
        <p:spPr/>
        <p:txBody>
          <a:bodyPr>
            <a:normAutofit/>
          </a:bodyPr>
          <a:lstStyle/>
          <a:p>
            <a:r>
              <a:rPr lang="en-GB" dirty="0"/>
              <a:t>Consider the V-model methodology</a:t>
            </a:r>
          </a:p>
          <a:p>
            <a:endParaRPr lang="en-GB" dirty="0"/>
          </a:p>
          <a:p>
            <a:r>
              <a:rPr lang="en-GB" dirty="0"/>
              <a:t>Have you ever used it?</a:t>
            </a:r>
          </a:p>
          <a:p>
            <a:endParaRPr lang="en-GB" dirty="0"/>
          </a:p>
          <a:p>
            <a:r>
              <a:rPr lang="en-GB" dirty="0"/>
              <a:t>Write a short summary of it</a:t>
            </a:r>
          </a:p>
          <a:p>
            <a:endParaRPr lang="en-GB" dirty="0"/>
          </a:p>
          <a:p>
            <a:r>
              <a:rPr lang="en-GB" dirty="0"/>
              <a:t>What pitfalls may exist in this approach?</a:t>
            </a:r>
          </a:p>
          <a:p>
            <a:endParaRPr lang="en-GB" dirty="0"/>
          </a:p>
          <a:p>
            <a:r>
              <a:rPr lang="en-GB" dirty="0"/>
              <a:t>Can you think of any situations where this methodology may be used?</a:t>
            </a:r>
          </a:p>
          <a:p>
            <a:endParaRPr lang="en-GB" dirty="0"/>
          </a:p>
          <a:p>
            <a:r>
              <a:rPr lang="en-GB" dirty="0"/>
              <a:t>What advantages and disadvantages of this approach can you think of?</a:t>
            </a:r>
          </a:p>
        </p:txBody>
      </p:sp>
      <p:sp>
        <p:nvSpPr>
          <p:cNvPr id="2" name="Title 1">
            <a:extLst>
              <a:ext uri="{FF2B5EF4-FFF2-40B4-BE49-F238E27FC236}">
                <a16:creationId xmlns:a16="http://schemas.microsoft.com/office/drawing/2014/main" id="{205C68A4-C795-7D89-3CED-CC9DAB44E70A}"/>
              </a:ext>
            </a:extLst>
          </p:cNvPr>
          <p:cNvSpPr>
            <a:spLocks noGrp="1"/>
          </p:cNvSpPr>
          <p:nvPr>
            <p:ph type="title"/>
          </p:nvPr>
        </p:nvSpPr>
        <p:spPr/>
        <p:txBody>
          <a:bodyPr/>
          <a:lstStyle/>
          <a:p>
            <a:r>
              <a:rPr lang="en-GB" dirty="0"/>
              <a:t>V-Model</a:t>
            </a:r>
          </a:p>
        </p:txBody>
      </p:sp>
      <p:sp>
        <p:nvSpPr>
          <p:cNvPr id="6" name="Text Placeholder 5">
            <a:extLst>
              <a:ext uri="{FF2B5EF4-FFF2-40B4-BE49-F238E27FC236}">
                <a16:creationId xmlns:a16="http://schemas.microsoft.com/office/drawing/2014/main" id="{8D0C766E-CAB4-7908-D1DE-74479F9AD671}"/>
              </a:ext>
            </a:extLst>
          </p:cNvPr>
          <p:cNvSpPr>
            <a:spLocks noGrp="1"/>
          </p:cNvSpPr>
          <p:nvPr>
            <p:ph type="body" sz="quarter" idx="10"/>
          </p:nvPr>
        </p:nvSpPr>
        <p:spPr/>
        <p:txBody>
          <a:bodyPr/>
          <a:lstStyle/>
          <a:p>
            <a:r>
              <a:rPr lang="en-GB" dirty="0"/>
              <a:t>K1, K5, S11, B9</a:t>
            </a:r>
          </a:p>
        </p:txBody>
      </p:sp>
      <p:sp>
        <p:nvSpPr>
          <p:cNvPr id="7" name="Text Placeholder 6">
            <a:extLst>
              <a:ext uri="{FF2B5EF4-FFF2-40B4-BE49-F238E27FC236}">
                <a16:creationId xmlns:a16="http://schemas.microsoft.com/office/drawing/2014/main" id="{337906C2-7F3B-EE80-54B9-6FF360511077}"/>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3144821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75F9908-BD2F-4544-8B3D-627FD5301849}"/>
              </a:ext>
            </a:extLst>
          </p:cNvPr>
          <p:cNvSpPr>
            <a:spLocks noGrp="1"/>
          </p:cNvSpPr>
          <p:nvPr>
            <p:ph type="body" idx="1"/>
          </p:nvPr>
        </p:nvSpPr>
        <p:spPr/>
        <p:txBody>
          <a:bodyPr/>
          <a:lstStyle/>
          <a:p>
            <a:r>
              <a:rPr lang="en-GB" dirty="0"/>
              <a:t>Advantages</a:t>
            </a:r>
          </a:p>
        </p:txBody>
      </p:sp>
      <p:sp>
        <p:nvSpPr>
          <p:cNvPr id="4" name="Content Placeholder 3">
            <a:extLst>
              <a:ext uri="{FF2B5EF4-FFF2-40B4-BE49-F238E27FC236}">
                <a16:creationId xmlns:a16="http://schemas.microsoft.com/office/drawing/2014/main" id="{8B74F197-BD93-B750-01F1-96BA432D8F3D}"/>
              </a:ext>
            </a:extLst>
          </p:cNvPr>
          <p:cNvSpPr>
            <a:spLocks noGrp="1"/>
          </p:cNvSpPr>
          <p:nvPr>
            <p:ph sz="half" idx="2"/>
          </p:nvPr>
        </p:nvSpPr>
        <p:spPr/>
        <p:txBody>
          <a:bodyPr>
            <a:normAutofit/>
          </a:bodyPr>
          <a:lstStyle/>
          <a:p>
            <a:r>
              <a:rPr lang="en-GB" dirty="0"/>
              <a:t>Simple and Easy to use</a:t>
            </a:r>
          </a:p>
          <a:p>
            <a:r>
              <a:rPr lang="en-GB" dirty="0"/>
              <a:t>Testing activities like planning tests happen well before coding</a:t>
            </a:r>
          </a:p>
          <a:p>
            <a:r>
              <a:rPr lang="en-GB" dirty="0"/>
              <a:t>Proactive defect tracking</a:t>
            </a:r>
          </a:p>
          <a:p>
            <a:r>
              <a:rPr lang="en-GB" dirty="0"/>
              <a:t>Avoids downward flow of the defects</a:t>
            </a:r>
          </a:p>
          <a:p>
            <a:r>
              <a:rPr lang="en-GB" dirty="0"/>
              <a:t>Works well with small-projects where requirements can be easily understood</a:t>
            </a:r>
          </a:p>
        </p:txBody>
      </p:sp>
      <p:sp>
        <p:nvSpPr>
          <p:cNvPr id="5" name="Text Placeholder 4">
            <a:extLst>
              <a:ext uri="{FF2B5EF4-FFF2-40B4-BE49-F238E27FC236}">
                <a16:creationId xmlns:a16="http://schemas.microsoft.com/office/drawing/2014/main" id="{3D5E401D-0B3A-1A38-0D62-D069FC4C51B7}"/>
              </a:ext>
            </a:extLst>
          </p:cNvPr>
          <p:cNvSpPr>
            <a:spLocks noGrp="1"/>
          </p:cNvSpPr>
          <p:nvPr>
            <p:ph type="body" sz="quarter" idx="3"/>
          </p:nvPr>
        </p:nvSpPr>
        <p:spPr/>
        <p:txBody>
          <a:bodyPr/>
          <a:lstStyle/>
          <a:p>
            <a:r>
              <a:rPr lang="en-GB" dirty="0"/>
              <a:t>Disadvantages</a:t>
            </a:r>
          </a:p>
        </p:txBody>
      </p:sp>
      <p:sp>
        <p:nvSpPr>
          <p:cNvPr id="6" name="Content Placeholder 5">
            <a:extLst>
              <a:ext uri="{FF2B5EF4-FFF2-40B4-BE49-F238E27FC236}">
                <a16:creationId xmlns:a16="http://schemas.microsoft.com/office/drawing/2014/main" id="{683D97AE-A037-F980-6CF7-F82171DFF082}"/>
              </a:ext>
            </a:extLst>
          </p:cNvPr>
          <p:cNvSpPr>
            <a:spLocks noGrp="1"/>
          </p:cNvSpPr>
          <p:nvPr>
            <p:ph sz="quarter" idx="4"/>
          </p:nvPr>
        </p:nvSpPr>
        <p:spPr/>
        <p:txBody>
          <a:bodyPr>
            <a:normAutofit/>
          </a:bodyPr>
          <a:lstStyle/>
          <a:p>
            <a:r>
              <a:rPr lang="en-GB" dirty="0"/>
              <a:t>Very rigid and not flexible</a:t>
            </a:r>
          </a:p>
          <a:p>
            <a:r>
              <a:rPr lang="en-GB" dirty="0"/>
              <a:t>No early prototypes are created the only product development happens in the implementation stage</a:t>
            </a:r>
          </a:p>
          <a:p>
            <a:r>
              <a:rPr lang="en-GB" dirty="0"/>
              <a:t>If any changes are made to the requirements then the whole process needs to be restarted with requirement documents and associated testing documents being updated</a:t>
            </a:r>
          </a:p>
          <a:p>
            <a:r>
              <a:rPr lang="en-GB" dirty="0"/>
              <a:t>No consideration of deployment or maintenance in the model</a:t>
            </a:r>
          </a:p>
        </p:txBody>
      </p:sp>
      <p:sp>
        <p:nvSpPr>
          <p:cNvPr id="2" name="Title 1">
            <a:extLst>
              <a:ext uri="{FF2B5EF4-FFF2-40B4-BE49-F238E27FC236}">
                <a16:creationId xmlns:a16="http://schemas.microsoft.com/office/drawing/2014/main" id="{89F84A19-2C73-D1E2-5506-91B40D599AE4}"/>
              </a:ext>
            </a:extLst>
          </p:cNvPr>
          <p:cNvSpPr>
            <a:spLocks noGrp="1"/>
          </p:cNvSpPr>
          <p:nvPr>
            <p:ph type="title"/>
          </p:nvPr>
        </p:nvSpPr>
        <p:spPr/>
        <p:txBody>
          <a:bodyPr/>
          <a:lstStyle/>
          <a:p>
            <a:r>
              <a:rPr lang="en-GB" dirty="0"/>
              <a:t>V-Model</a:t>
            </a:r>
          </a:p>
        </p:txBody>
      </p:sp>
      <p:sp>
        <p:nvSpPr>
          <p:cNvPr id="7" name="Text Placeholder 6">
            <a:extLst>
              <a:ext uri="{FF2B5EF4-FFF2-40B4-BE49-F238E27FC236}">
                <a16:creationId xmlns:a16="http://schemas.microsoft.com/office/drawing/2014/main" id="{3C369110-2788-2293-1553-383ED4CEB5C8}"/>
              </a:ext>
            </a:extLst>
          </p:cNvPr>
          <p:cNvSpPr>
            <a:spLocks noGrp="1"/>
          </p:cNvSpPr>
          <p:nvPr>
            <p:ph type="body" sz="quarter" idx="10"/>
          </p:nvPr>
        </p:nvSpPr>
        <p:spPr/>
        <p:txBody>
          <a:bodyPr/>
          <a:lstStyle/>
          <a:p>
            <a:r>
              <a:rPr lang="en-GB" dirty="0"/>
              <a:t>K1</a:t>
            </a:r>
          </a:p>
        </p:txBody>
      </p:sp>
      <p:sp>
        <p:nvSpPr>
          <p:cNvPr id="8" name="Text Placeholder 7">
            <a:extLst>
              <a:ext uri="{FF2B5EF4-FFF2-40B4-BE49-F238E27FC236}">
                <a16:creationId xmlns:a16="http://schemas.microsoft.com/office/drawing/2014/main" id="{C5D4AEC9-7CBC-AD0A-E9BD-4D603AD13B73}"/>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15710034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C7C01-E242-205A-B9DC-0899A763812E}"/>
              </a:ext>
            </a:extLst>
          </p:cNvPr>
          <p:cNvSpPr>
            <a:spLocks noGrp="1"/>
          </p:cNvSpPr>
          <p:nvPr>
            <p:ph type="ctrTitle"/>
          </p:nvPr>
        </p:nvSpPr>
        <p:spPr/>
        <p:txBody>
          <a:bodyPr/>
          <a:lstStyle/>
          <a:p>
            <a:r>
              <a:rPr lang="en-GB" dirty="0"/>
              <a:t>RAD</a:t>
            </a:r>
          </a:p>
        </p:txBody>
      </p:sp>
      <p:sp>
        <p:nvSpPr>
          <p:cNvPr id="4" name="Subtitle 3">
            <a:extLst>
              <a:ext uri="{FF2B5EF4-FFF2-40B4-BE49-F238E27FC236}">
                <a16:creationId xmlns:a16="http://schemas.microsoft.com/office/drawing/2014/main" id="{E0F76215-0B92-41CE-D473-285FE2D17FE7}"/>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41506866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FEC58B6-9952-34A2-7843-5C3B5B2DBB7F}"/>
              </a:ext>
            </a:extLst>
          </p:cNvPr>
          <p:cNvSpPr>
            <a:spLocks noGrp="1"/>
          </p:cNvSpPr>
          <p:nvPr>
            <p:ph idx="1"/>
          </p:nvPr>
        </p:nvSpPr>
        <p:spPr/>
        <p:txBody>
          <a:bodyPr>
            <a:normAutofit/>
          </a:bodyPr>
          <a:lstStyle/>
          <a:p>
            <a:r>
              <a:rPr lang="en-GB" dirty="0"/>
              <a:t>Rapid Application Development (RAD) is similar to Agile and the Prototype models</a:t>
            </a:r>
          </a:p>
          <a:p>
            <a:endParaRPr lang="en-GB" dirty="0"/>
          </a:p>
          <a:p>
            <a:r>
              <a:rPr lang="en-GB" dirty="0"/>
              <a:t>It emphasises like them the importance of an MVP but it also prioritises speed of delivery over any other metric</a:t>
            </a:r>
          </a:p>
          <a:p>
            <a:endParaRPr lang="en-GB" dirty="0"/>
          </a:p>
          <a:p>
            <a:r>
              <a:rPr lang="en-GB" dirty="0"/>
              <a:t>Developers release new interactions of the product without worrying too much about how perfect the system is</a:t>
            </a:r>
          </a:p>
        </p:txBody>
      </p:sp>
      <p:sp>
        <p:nvSpPr>
          <p:cNvPr id="2" name="Title 1">
            <a:extLst>
              <a:ext uri="{FF2B5EF4-FFF2-40B4-BE49-F238E27FC236}">
                <a16:creationId xmlns:a16="http://schemas.microsoft.com/office/drawing/2014/main" id="{F8353314-E99C-1AA5-7549-A5E208AE55EC}"/>
              </a:ext>
            </a:extLst>
          </p:cNvPr>
          <p:cNvSpPr>
            <a:spLocks noGrp="1"/>
          </p:cNvSpPr>
          <p:nvPr>
            <p:ph type="title"/>
          </p:nvPr>
        </p:nvSpPr>
        <p:spPr/>
        <p:txBody>
          <a:bodyPr/>
          <a:lstStyle/>
          <a:p>
            <a:r>
              <a:rPr lang="en-GB" dirty="0"/>
              <a:t>RAD</a:t>
            </a:r>
          </a:p>
        </p:txBody>
      </p:sp>
      <p:sp>
        <p:nvSpPr>
          <p:cNvPr id="3" name="Text Placeholder 2">
            <a:extLst>
              <a:ext uri="{FF2B5EF4-FFF2-40B4-BE49-F238E27FC236}">
                <a16:creationId xmlns:a16="http://schemas.microsoft.com/office/drawing/2014/main" id="{F13C10C5-A566-50F9-E930-0011CA510D3F}"/>
              </a:ext>
            </a:extLst>
          </p:cNvPr>
          <p:cNvSpPr>
            <a:spLocks noGrp="1"/>
          </p:cNvSpPr>
          <p:nvPr>
            <p:ph type="body" sz="quarter" idx="10"/>
          </p:nvPr>
        </p:nvSpPr>
        <p:spPr/>
        <p:txBody>
          <a:bodyPr/>
          <a:lstStyle/>
          <a:p>
            <a:r>
              <a:rPr lang="en-GB" dirty="0"/>
              <a:t>K1, K5</a:t>
            </a:r>
          </a:p>
        </p:txBody>
      </p:sp>
      <p:sp>
        <p:nvSpPr>
          <p:cNvPr id="4" name="Text Placeholder 3">
            <a:extLst>
              <a:ext uri="{FF2B5EF4-FFF2-40B4-BE49-F238E27FC236}">
                <a16:creationId xmlns:a16="http://schemas.microsoft.com/office/drawing/2014/main" id="{41363CDE-97CC-8794-1F6D-B9171875C753}"/>
              </a:ext>
            </a:extLst>
          </p:cNvPr>
          <p:cNvSpPr>
            <a:spLocks noGrp="1"/>
          </p:cNvSpPr>
          <p:nvPr>
            <p:ph type="body" sz="quarter" idx="11"/>
          </p:nvPr>
        </p:nvSpPr>
        <p:spPr/>
        <p:txBody>
          <a:bodyPr/>
          <a:lstStyle/>
          <a:p>
            <a:endParaRPr lang="en-GB"/>
          </a:p>
        </p:txBody>
      </p:sp>
      <p:grpSp>
        <p:nvGrpSpPr>
          <p:cNvPr id="5" name="Group 4">
            <a:extLst>
              <a:ext uri="{FF2B5EF4-FFF2-40B4-BE49-F238E27FC236}">
                <a16:creationId xmlns:a16="http://schemas.microsoft.com/office/drawing/2014/main" id="{09DE1D77-00E1-0D44-ED4D-B1717777F9B5}"/>
              </a:ext>
            </a:extLst>
          </p:cNvPr>
          <p:cNvGrpSpPr/>
          <p:nvPr/>
        </p:nvGrpSpPr>
        <p:grpSpPr>
          <a:xfrm>
            <a:off x="449986" y="4375939"/>
            <a:ext cx="11292024" cy="1874027"/>
            <a:chOff x="396000" y="4611609"/>
            <a:chExt cx="11292024" cy="1874027"/>
          </a:xfrm>
        </p:grpSpPr>
        <p:graphicFrame>
          <p:nvGraphicFramePr>
            <p:cNvPr id="8" name="Diagram 7">
              <a:extLst>
                <a:ext uri="{FF2B5EF4-FFF2-40B4-BE49-F238E27FC236}">
                  <a16:creationId xmlns:a16="http://schemas.microsoft.com/office/drawing/2014/main" id="{366566DB-085D-E487-330C-53CE9A8CE0D5}"/>
                </a:ext>
              </a:extLst>
            </p:cNvPr>
            <p:cNvGraphicFramePr/>
            <p:nvPr>
              <p:extLst>
                <p:ext uri="{D42A27DB-BD31-4B8C-83A1-F6EECF244321}">
                  <p14:modId xmlns:p14="http://schemas.microsoft.com/office/powerpoint/2010/main" val="3115005518"/>
                </p:ext>
              </p:extLst>
            </p:nvPr>
          </p:nvGraphicFramePr>
          <p:xfrm>
            <a:off x="396000" y="4970352"/>
            <a:ext cx="11292024" cy="11589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41" name="Group 40">
              <a:extLst>
                <a:ext uri="{FF2B5EF4-FFF2-40B4-BE49-F238E27FC236}">
                  <a16:creationId xmlns:a16="http://schemas.microsoft.com/office/drawing/2014/main" id="{6AFB13B8-43E0-7ED2-3D6D-1115BD0689A2}"/>
                </a:ext>
              </a:extLst>
            </p:cNvPr>
            <p:cNvGrpSpPr/>
            <p:nvPr/>
          </p:nvGrpSpPr>
          <p:grpSpPr>
            <a:xfrm>
              <a:off x="3725264" y="4611609"/>
              <a:ext cx="2012179" cy="1874027"/>
              <a:chOff x="3734317" y="4611609"/>
              <a:chExt cx="2012179" cy="1874027"/>
            </a:xfrm>
          </p:grpSpPr>
          <p:grpSp>
            <p:nvGrpSpPr>
              <p:cNvPr id="39" name="Group 38">
                <a:extLst>
                  <a:ext uri="{FF2B5EF4-FFF2-40B4-BE49-F238E27FC236}">
                    <a16:creationId xmlns:a16="http://schemas.microsoft.com/office/drawing/2014/main" id="{CBB24226-D204-39B0-0F51-EE30842F4004}"/>
                  </a:ext>
                </a:extLst>
              </p:cNvPr>
              <p:cNvGrpSpPr/>
              <p:nvPr/>
            </p:nvGrpSpPr>
            <p:grpSpPr>
              <a:xfrm>
                <a:off x="3734317" y="4611609"/>
                <a:ext cx="1887908" cy="1874027"/>
                <a:chOff x="3734317" y="4611609"/>
                <a:chExt cx="1887908" cy="1874027"/>
              </a:xfrm>
            </p:grpSpPr>
            <p:sp>
              <p:nvSpPr>
                <p:cNvPr id="9" name="Oval 8">
                  <a:extLst>
                    <a:ext uri="{FF2B5EF4-FFF2-40B4-BE49-F238E27FC236}">
                      <a16:creationId xmlns:a16="http://schemas.microsoft.com/office/drawing/2014/main" id="{C378DAB7-CDEB-6011-953F-E7F90A51D099}"/>
                    </a:ext>
                  </a:extLst>
                </p:cNvPr>
                <p:cNvSpPr/>
                <p:nvPr/>
              </p:nvSpPr>
              <p:spPr>
                <a:xfrm>
                  <a:off x="3746903" y="4611609"/>
                  <a:ext cx="1874027" cy="1874027"/>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9">
                  <a:extLst>
                    <a:ext uri="{FF2B5EF4-FFF2-40B4-BE49-F238E27FC236}">
                      <a16:creationId xmlns:a16="http://schemas.microsoft.com/office/drawing/2014/main" id="{75ABBE2A-522A-499E-E292-6C256085675A}"/>
                    </a:ext>
                  </a:extLst>
                </p:cNvPr>
                <p:cNvSpPr/>
                <p:nvPr/>
              </p:nvSpPr>
              <p:spPr>
                <a:xfrm>
                  <a:off x="3734317" y="4984167"/>
                  <a:ext cx="304253" cy="11358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AFB72B91-A85A-336C-47F0-F93D9D0C707E}"/>
                    </a:ext>
                  </a:extLst>
                </p:cNvPr>
                <p:cNvSpPr/>
                <p:nvPr/>
              </p:nvSpPr>
              <p:spPr>
                <a:xfrm>
                  <a:off x="5324029" y="4987161"/>
                  <a:ext cx="295200" cy="11358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8" name="Group 37">
                  <a:extLst>
                    <a:ext uri="{FF2B5EF4-FFF2-40B4-BE49-F238E27FC236}">
                      <a16:creationId xmlns:a16="http://schemas.microsoft.com/office/drawing/2014/main" id="{43343717-158E-8FF0-4255-7927C1271C99}"/>
                    </a:ext>
                  </a:extLst>
                </p:cNvPr>
                <p:cNvGrpSpPr/>
                <p:nvPr/>
              </p:nvGrpSpPr>
              <p:grpSpPr>
                <a:xfrm>
                  <a:off x="3745137" y="4894384"/>
                  <a:ext cx="1877088" cy="1225681"/>
                  <a:chOff x="3745137" y="4980114"/>
                  <a:chExt cx="1877088" cy="1225681"/>
                </a:xfrm>
              </p:grpSpPr>
              <p:grpSp>
                <p:nvGrpSpPr>
                  <p:cNvPr id="15" name="Group 14">
                    <a:extLst>
                      <a:ext uri="{FF2B5EF4-FFF2-40B4-BE49-F238E27FC236}">
                        <a16:creationId xmlns:a16="http://schemas.microsoft.com/office/drawing/2014/main" id="{60F832A4-B581-6B20-9818-837440B18781}"/>
                      </a:ext>
                    </a:extLst>
                  </p:cNvPr>
                  <p:cNvGrpSpPr/>
                  <p:nvPr/>
                </p:nvGrpSpPr>
                <p:grpSpPr>
                  <a:xfrm>
                    <a:off x="3745137" y="4980114"/>
                    <a:ext cx="1877088" cy="1137016"/>
                    <a:chOff x="3739080" y="4966832"/>
                    <a:chExt cx="1877088" cy="1137016"/>
                  </a:xfrm>
                </p:grpSpPr>
                <p:sp>
                  <p:nvSpPr>
                    <p:cNvPr id="12" name="TextBox 11">
                      <a:extLst>
                        <a:ext uri="{FF2B5EF4-FFF2-40B4-BE49-F238E27FC236}">
                          <a16:creationId xmlns:a16="http://schemas.microsoft.com/office/drawing/2014/main" id="{CD614E8E-E612-0E65-D35B-8CE5D1BC94C4}"/>
                        </a:ext>
                      </a:extLst>
                    </p:cNvPr>
                    <p:cNvSpPr txBox="1"/>
                    <p:nvPr/>
                  </p:nvSpPr>
                  <p:spPr>
                    <a:xfrm>
                      <a:off x="3930911" y="4966832"/>
                      <a:ext cx="1505540" cy="369332"/>
                    </a:xfrm>
                    <a:prstGeom prst="rect">
                      <a:avLst/>
                    </a:prstGeom>
                    <a:noFill/>
                  </p:spPr>
                  <p:txBody>
                    <a:bodyPr wrap="none" rtlCol="0">
                      <a:spAutoFit/>
                    </a:bodyPr>
                    <a:lstStyle/>
                    <a:p>
                      <a:r>
                        <a:rPr lang="en-GB" dirty="0"/>
                        <a:t>Demonstrate</a:t>
                      </a:r>
                    </a:p>
                  </p:txBody>
                </p:sp>
                <p:sp>
                  <p:nvSpPr>
                    <p:cNvPr id="13" name="TextBox 12">
                      <a:extLst>
                        <a:ext uri="{FF2B5EF4-FFF2-40B4-BE49-F238E27FC236}">
                          <a16:creationId xmlns:a16="http://schemas.microsoft.com/office/drawing/2014/main" id="{A878122B-8A6B-61CF-8A54-3749DFD712DA}"/>
                        </a:ext>
                      </a:extLst>
                    </p:cNvPr>
                    <p:cNvSpPr txBox="1"/>
                    <p:nvPr/>
                  </p:nvSpPr>
                  <p:spPr>
                    <a:xfrm>
                      <a:off x="4764653" y="5734516"/>
                      <a:ext cx="851515" cy="369332"/>
                    </a:xfrm>
                    <a:prstGeom prst="rect">
                      <a:avLst/>
                    </a:prstGeom>
                    <a:noFill/>
                  </p:spPr>
                  <p:txBody>
                    <a:bodyPr wrap="none" rtlCol="0">
                      <a:spAutoFit/>
                    </a:bodyPr>
                    <a:lstStyle/>
                    <a:p>
                      <a:pPr algn="ctr"/>
                      <a:r>
                        <a:rPr lang="en-GB" dirty="0"/>
                        <a:t>Refine</a:t>
                      </a:r>
                    </a:p>
                  </p:txBody>
                </p:sp>
                <p:sp>
                  <p:nvSpPr>
                    <p:cNvPr id="14" name="TextBox 13">
                      <a:extLst>
                        <a:ext uri="{FF2B5EF4-FFF2-40B4-BE49-F238E27FC236}">
                          <a16:creationId xmlns:a16="http://schemas.microsoft.com/office/drawing/2014/main" id="{7DC5524D-051F-6001-CBBB-72F75CF83A2E}"/>
                        </a:ext>
                      </a:extLst>
                    </p:cNvPr>
                    <p:cNvSpPr txBox="1"/>
                    <p:nvPr/>
                  </p:nvSpPr>
                  <p:spPr>
                    <a:xfrm>
                      <a:off x="3739080" y="5732668"/>
                      <a:ext cx="697627" cy="369332"/>
                    </a:xfrm>
                    <a:prstGeom prst="rect">
                      <a:avLst/>
                    </a:prstGeom>
                    <a:noFill/>
                  </p:spPr>
                  <p:txBody>
                    <a:bodyPr wrap="none" rtlCol="0">
                      <a:spAutoFit/>
                    </a:bodyPr>
                    <a:lstStyle/>
                    <a:p>
                      <a:pPr algn="ctr"/>
                      <a:r>
                        <a:rPr lang="en-GB" dirty="0"/>
                        <a:t>Build</a:t>
                      </a:r>
                    </a:p>
                  </p:txBody>
                </p:sp>
              </p:grpSp>
              <p:sp>
                <p:nvSpPr>
                  <p:cNvPr id="19" name="Oval 18">
                    <a:extLst>
                      <a:ext uri="{FF2B5EF4-FFF2-40B4-BE49-F238E27FC236}">
                        <a16:creationId xmlns:a16="http://schemas.microsoft.com/office/drawing/2014/main" id="{B58C65BB-D4AE-ECB3-3796-4EADA7749BCB}"/>
                      </a:ext>
                    </a:extLst>
                  </p:cNvPr>
                  <p:cNvSpPr/>
                  <p:nvPr/>
                </p:nvSpPr>
                <p:spPr>
                  <a:xfrm>
                    <a:off x="4021680" y="5667093"/>
                    <a:ext cx="144539" cy="1445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64DE4DA7-2E5F-5705-E228-D2DE9E2086A3}"/>
                      </a:ext>
                    </a:extLst>
                  </p:cNvPr>
                  <p:cNvSpPr/>
                  <p:nvPr/>
                </p:nvSpPr>
                <p:spPr>
                  <a:xfrm>
                    <a:off x="4159845" y="5266528"/>
                    <a:ext cx="144539" cy="1445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a:extLst>
                      <a:ext uri="{FF2B5EF4-FFF2-40B4-BE49-F238E27FC236}">
                        <a16:creationId xmlns:a16="http://schemas.microsoft.com/office/drawing/2014/main" id="{0AFE20EB-81F7-58F4-6CE2-AD62308F40BF}"/>
                      </a:ext>
                    </a:extLst>
                  </p:cNvPr>
                  <p:cNvSpPr/>
                  <p:nvPr/>
                </p:nvSpPr>
                <p:spPr>
                  <a:xfrm>
                    <a:off x="5076672" y="5266527"/>
                    <a:ext cx="144539" cy="1445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014E6C8A-B58E-E7D5-934F-C77021D2378B}"/>
                      </a:ext>
                    </a:extLst>
                  </p:cNvPr>
                  <p:cNvSpPr/>
                  <p:nvPr/>
                </p:nvSpPr>
                <p:spPr>
                  <a:xfrm>
                    <a:off x="5221211" y="5663379"/>
                    <a:ext cx="144539" cy="1445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Oval 22">
                    <a:extLst>
                      <a:ext uri="{FF2B5EF4-FFF2-40B4-BE49-F238E27FC236}">
                        <a16:creationId xmlns:a16="http://schemas.microsoft.com/office/drawing/2014/main" id="{282E462B-AD13-E675-1824-1B7666C41B52}"/>
                      </a:ext>
                    </a:extLst>
                  </p:cNvPr>
                  <p:cNvSpPr/>
                  <p:nvPr/>
                </p:nvSpPr>
                <p:spPr>
                  <a:xfrm>
                    <a:off x="4163731" y="6061256"/>
                    <a:ext cx="144539" cy="1445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a:extLst>
                      <a:ext uri="{FF2B5EF4-FFF2-40B4-BE49-F238E27FC236}">
                        <a16:creationId xmlns:a16="http://schemas.microsoft.com/office/drawing/2014/main" id="{8CC1F933-F1DD-EAD6-5AE6-BD8D52CD7D96}"/>
                      </a:ext>
                    </a:extLst>
                  </p:cNvPr>
                  <p:cNvSpPr/>
                  <p:nvPr/>
                </p:nvSpPr>
                <p:spPr>
                  <a:xfrm>
                    <a:off x="5076671" y="6057009"/>
                    <a:ext cx="144539" cy="1445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6" name="Connector: Curved 25">
                    <a:extLst>
                      <a:ext uri="{FF2B5EF4-FFF2-40B4-BE49-F238E27FC236}">
                        <a16:creationId xmlns:a16="http://schemas.microsoft.com/office/drawing/2014/main" id="{49FAFB4B-6511-2B0F-BD96-016D1C68E696}"/>
                      </a:ext>
                    </a:extLst>
                  </p:cNvPr>
                  <p:cNvCxnSpPr>
                    <a:cxnSpLocks/>
                    <a:stCxn id="19" idx="0"/>
                    <a:endCxn id="20" idx="2"/>
                  </p:cNvCxnSpPr>
                  <p:nvPr/>
                </p:nvCxnSpPr>
                <p:spPr>
                  <a:xfrm rot="5400000" flipH="1" flipV="1">
                    <a:off x="3962750" y="5469999"/>
                    <a:ext cx="328295" cy="65895"/>
                  </a:xfrm>
                  <a:prstGeom prst="curvedConnector2">
                    <a:avLst/>
                  </a:prstGeom>
                  <a:ln w="3810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or: Curved 27">
                    <a:extLst>
                      <a:ext uri="{FF2B5EF4-FFF2-40B4-BE49-F238E27FC236}">
                        <a16:creationId xmlns:a16="http://schemas.microsoft.com/office/drawing/2014/main" id="{B28AF883-834C-72B9-AC6D-B3BCF35A611E}"/>
                      </a:ext>
                    </a:extLst>
                  </p:cNvPr>
                  <p:cNvCxnSpPr>
                    <a:cxnSpLocks/>
                    <a:stCxn id="21" idx="6"/>
                    <a:endCxn id="22" idx="0"/>
                  </p:cNvCxnSpPr>
                  <p:nvPr/>
                </p:nvCxnSpPr>
                <p:spPr>
                  <a:xfrm>
                    <a:off x="5221211" y="5338797"/>
                    <a:ext cx="72270" cy="324582"/>
                  </a:xfrm>
                  <a:prstGeom prst="curvedConnector2">
                    <a:avLst/>
                  </a:prstGeom>
                  <a:ln w="3810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63714EDA-B756-22FD-EF57-0F078181EB22}"/>
                      </a:ext>
                    </a:extLst>
                  </p:cNvPr>
                  <p:cNvCxnSpPr>
                    <a:cxnSpLocks/>
                    <a:stCxn id="24" idx="3"/>
                    <a:endCxn id="23" idx="5"/>
                  </p:cNvCxnSpPr>
                  <p:nvPr/>
                </p:nvCxnSpPr>
                <p:spPr>
                  <a:xfrm rot="5400000">
                    <a:off x="4690348" y="5777137"/>
                    <a:ext cx="4247" cy="810735"/>
                  </a:xfrm>
                  <a:prstGeom prst="curvedConnector3">
                    <a:avLst>
                      <a:gd name="adj1" fmla="val 2841158"/>
                    </a:avLst>
                  </a:prstGeom>
                  <a:ln w="3810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40" name="Rectangle 39">
                <a:extLst>
                  <a:ext uri="{FF2B5EF4-FFF2-40B4-BE49-F238E27FC236}">
                    <a16:creationId xmlns:a16="http://schemas.microsoft.com/office/drawing/2014/main" id="{28BBBE71-76B1-EAAD-FA87-E2141E2B65EC}"/>
                  </a:ext>
                </a:extLst>
              </p:cNvPr>
              <p:cNvSpPr/>
              <p:nvPr/>
            </p:nvSpPr>
            <p:spPr>
              <a:xfrm>
                <a:off x="5511100" y="5171578"/>
                <a:ext cx="235396" cy="6769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Tree>
    <p:extLst>
      <p:ext uri="{BB962C8B-B14F-4D97-AF65-F5344CB8AC3E}">
        <p14:creationId xmlns:p14="http://schemas.microsoft.com/office/powerpoint/2010/main" val="12304460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BC9971-E7EA-B402-F688-E3BFAB274202}"/>
              </a:ext>
            </a:extLst>
          </p:cNvPr>
          <p:cNvSpPr>
            <a:spLocks noGrp="1"/>
          </p:cNvSpPr>
          <p:nvPr>
            <p:ph idx="1"/>
          </p:nvPr>
        </p:nvSpPr>
        <p:spPr/>
        <p:txBody>
          <a:bodyPr/>
          <a:lstStyle/>
          <a:p>
            <a:r>
              <a:rPr lang="en-GB" dirty="0"/>
              <a:t>Similarities to Agile and Prototype are as follows:</a:t>
            </a:r>
          </a:p>
          <a:p>
            <a:pPr lvl="1"/>
            <a:r>
              <a:rPr lang="en-GB" dirty="0"/>
              <a:t>Developers are focused on creating the main functionality first, releasing that and then working on perfecting it</a:t>
            </a:r>
          </a:p>
          <a:p>
            <a:pPr lvl="1"/>
            <a:endParaRPr lang="en-GB" dirty="0"/>
          </a:p>
          <a:p>
            <a:pPr lvl="1"/>
            <a:r>
              <a:rPr lang="en-GB" dirty="0"/>
              <a:t>Testing isn’t as important early on in the project</a:t>
            </a:r>
          </a:p>
          <a:p>
            <a:pPr lvl="1"/>
            <a:endParaRPr lang="en-GB" dirty="0"/>
          </a:p>
          <a:p>
            <a:pPr lvl="1"/>
            <a:r>
              <a:rPr lang="en-GB" dirty="0"/>
              <a:t>Flexibility is prioritised over planning – as in Agile</a:t>
            </a:r>
          </a:p>
        </p:txBody>
      </p:sp>
      <p:sp>
        <p:nvSpPr>
          <p:cNvPr id="2" name="Title 1">
            <a:extLst>
              <a:ext uri="{FF2B5EF4-FFF2-40B4-BE49-F238E27FC236}">
                <a16:creationId xmlns:a16="http://schemas.microsoft.com/office/drawing/2014/main" id="{BF32B87A-9345-253F-F92D-EC14F4738316}"/>
              </a:ext>
            </a:extLst>
          </p:cNvPr>
          <p:cNvSpPr>
            <a:spLocks noGrp="1"/>
          </p:cNvSpPr>
          <p:nvPr>
            <p:ph type="title"/>
          </p:nvPr>
        </p:nvSpPr>
        <p:spPr/>
        <p:txBody>
          <a:bodyPr/>
          <a:lstStyle/>
          <a:p>
            <a:r>
              <a:rPr lang="en-GB" dirty="0"/>
              <a:t>RAD</a:t>
            </a:r>
          </a:p>
        </p:txBody>
      </p:sp>
      <p:sp>
        <p:nvSpPr>
          <p:cNvPr id="4" name="Text Placeholder 3">
            <a:extLst>
              <a:ext uri="{FF2B5EF4-FFF2-40B4-BE49-F238E27FC236}">
                <a16:creationId xmlns:a16="http://schemas.microsoft.com/office/drawing/2014/main" id="{ED5ADABE-DF5A-1F19-B8DC-943E5A167B62}"/>
              </a:ext>
            </a:extLst>
          </p:cNvPr>
          <p:cNvSpPr>
            <a:spLocks noGrp="1"/>
          </p:cNvSpPr>
          <p:nvPr>
            <p:ph type="body" sz="quarter" idx="10"/>
          </p:nvPr>
        </p:nvSpPr>
        <p:spPr/>
        <p:txBody>
          <a:bodyPr/>
          <a:lstStyle/>
          <a:p>
            <a:r>
              <a:rPr lang="en-GB" dirty="0"/>
              <a:t>K1, K5</a:t>
            </a:r>
          </a:p>
        </p:txBody>
      </p:sp>
      <p:sp>
        <p:nvSpPr>
          <p:cNvPr id="5" name="Text Placeholder 4">
            <a:extLst>
              <a:ext uri="{FF2B5EF4-FFF2-40B4-BE49-F238E27FC236}">
                <a16:creationId xmlns:a16="http://schemas.microsoft.com/office/drawing/2014/main" id="{CE182318-A2D9-28D0-A03F-4B9E152AD1DC}"/>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7609823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B8DC33-D064-3C57-DA09-08C35B191F48}"/>
              </a:ext>
            </a:extLst>
          </p:cNvPr>
          <p:cNvSpPr>
            <a:spLocks noGrp="1"/>
          </p:cNvSpPr>
          <p:nvPr>
            <p:ph idx="1"/>
          </p:nvPr>
        </p:nvSpPr>
        <p:spPr/>
        <p:txBody>
          <a:bodyPr>
            <a:normAutofit/>
          </a:bodyPr>
          <a:lstStyle/>
          <a:p>
            <a:r>
              <a:rPr lang="en-GB" dirty="0"/>
              <a:t>Consider RAD</a:t>
            </a:r>
          </a:p>
          <a:p>
            <a:endParaRPr lang="en-GB" dirty="0"/>
          </a:p>
          <a:p>
            <a:r>
              <a:rPr lang="en-GB" dirty="0"/>
              <a:t>Have you ever used it?</a:t>
            </a:r>
          </a:p>
          <a:p>
            <a:endParaRPr lang="en-GB" dirty="0"/>
          </a:p>
          <a:p>
            <a:r>
              <a:rPr lang="en-GB" dirty="0"/>
              <a:t>Write a short summary of it</a:t>
            </a:r>
          </a:p>
          <a:p>
            <a:endParaRPr lang="en-GB" dirty="0"/>
          </a:p>
          <a:p>
            <a:r>
              <a:rPr lang="en-GB" dirty="0"/>
              <a:t>What pitfalls may exist in this approach?</a:t>
            </a:r>
          </a:p>
          <a:p>
            <a:endParaRPr lang="en-GB" dirty="0"/>
          </a:p>
          <a:p>
            <a:r>
              <a:rPr lang="en-GB" dirty="0"/>
              <a:t>Can you think of any situations where this methodology may be used?</a:t>
            </a:r>
          </a:p>
          <a:p>
            <a:endParaRPr lang="en-GB" dirty="0"/>
          </a:p>
          <a:p>
            <a:r>
              <a:rPr lang="en-GB" dirty="0"/>
              <a:t>What advantages and disadvantages of this approach can you think of?</a:t>
            </a:r>
          </a:p>
        </p:txBody>
      </p:sp>
      <p:sp>
        <p:nvSpPr>
          <p:cNvPr id="2" name="Title 1">
            <a:extLst>
              <a:ext uri="{FF2B5EF4-FFF2-40B4-BE49-F238E27FC236}">
                <a16:creationId xmlns:a16="http://schemas.microsoft.com/office/drawing/2014/main" id="{205C68A4-C795-7D89-3CED-CC9DAB44E70A}"/>
              </a:ext>
            </a:extLst>
          </p:cNvPr>
          <p:cNvSpPr>
            <a:spLocks noGrp="1"/>
          </p:cNvSpPr>
          <p:nvPr>
            <p:ph type="title"/>
          </p:nvPr>
        </p:nvSpPr>
        <p:spPr/>
        <p:txBody>
          <a:bodyPr/>
          <a:lstStyle/>
          <a:p>
            <a:r>
              <a:rPr lang="en-GB" dirty="0"/>
              <a:t>RAD</a:t>
            </a:r>
          </a:p>
        </p:txBody>
      </p:sp>
      <p:sp>
        <p:nvSpPr>
          <p:cNvPr id="6" name="Text Placeholder 5">
            <a:extLst>
              <a:ext uri="{FF2B5EF4-FFF2-40B4-BE49-F238E27FC236}">
                <a16:creationId xmlns:a16="http://schemas.microsoft.com/office/drawing/2014/main" id="{4656F8A2-C7AB-CC2E-8A7D-489451159C58}"/>
              </a:ext>
            </a:extLst>
          </p:cNvPr>
          <p:cNvSpPr>
            <a:spLocks noGrp="1"/>
          </p:cNvSpPr>
          <p:nvPr>
            <p:ph type="body" sz="quarter" idx="10"/>
          </p:nvPr>
        </p:nvSpPr>
        <p:spPr/>
        <p:txBody>
          <a:bodyPr/>
          <a:lstStyle/>
          <a:p>
            <a:r>
              <a:rPr lang="en-GB" dirty="0"/>
              <a:t>K1, K5, S11, B9</a:t>
            </a:r>
          </a:p>
        </p:txBody>
      </p:sp>
      <p:sp>
        <p:nvSpPr>
          <p:cNvPr id="7" name="Text Placeholder 6">
            <a:extLst>
              <a:ext uri="{FF2B5EF4-FFF2-40B4-BE49-F238E27FC236}">
                <a16:creationId xmlns:a16="http://schemas.microsoft.com/office/drawing/2014/main" id="{7177C6C9-7BBD-03BE-DCE0-7CF2F70066CA}"/>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3637600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E91A463-EE57-BE13-5E4B-F90965AF7431}"/>
              </a:ext>
            </a:extLst>
          </p:cNvPr>
          <p:cNvSpPr>
            <a:spLocks noGrp="1"/>
          </p:cNvSpPr>
          <p:nvPr>
            <p:ph type="body" idx="1"/>
          </p:nvPr>
        </p:nvSpPr>
        <p:spPr/>
        <p:txBody>
          <a:bodyPr/>
          <a:lstStyle/>
          <a:p>
            <a:r>
              <a:rPr lang="en-GB" dirty="0"/>
              <a:t>Advantages</a:t>
            </a:r>
          </a:p>
        </p:txBody>
      </p:sp>
      <p:sp>
        <p:nvSpPr>
          <p:cNvPr id="4" name="Content Placeholder 3">
            <a:extLst>
              <a:ext uri="{FF2B5EF4-FFF2-40B4-BE49-F238E27FC236}">
                <a16:creationId xmlns:a16="http://schemas.microsoft.com/office/drawing/2014/main" id="{7D6FE204-AC07-FB30-9A3A-EB92531FAB91}"/>
              </a:ext>
            </a:extLst>
          </p:cNvPr>
          <p:cNvSpPr>
            <a:spLocks noGrp="1"/>
          </p:cNvSpPr>
          <p:nvPr>
            <p:ph sz="half" idx="2"/>
          </p:nvPr>
        </p:nvSpPr>
        <p:spPr/>
        <p:txBody>
          <a:bodyPr>
            <a:normAutofit lnSpcReduction="10000"/>
          </a:bodyPr>
          <a:lstStyle/>
          <a:p>
            <a:r>
              <a:rPr lang="en-GB" dirty="0"/>
              <a:t>Early Feedback</a:t>
            </a:r>
          </a:p>
          <a:p>
            <a:pPr lvl="1"/>
            <a:r>
              <a:rPr lang="en-GB" dirty="0"/>
              <a:t>Users and stakeholders can evaluate the prototype early on and contribute to the project with their opinions</a:t>
            </a:r>
          </a:p>
          <a:p>
            <a:r>
              <a:rPr lang="en-GB" dirty="0"/>
              <a:t>Flexibility</a:t>
            </a:r>
          </a:p>
          <a:p>
            <a:pPr lvl="1"/>
            <a:r>
              <a:rPr lang="en-GB" dirty="0"/>
              <a:t>Developers can change the product requirements and deliverables at any time</a:t>
            </a:r>
          </a:p>
          <a:p>
            <a:r>
              <a:rPr lang="en-GB" dirty="0"/>
              <a:t>Quick Results</a:t>
            </a:r>
          </a:p>
          <a:p>
            <a:pPr lvl="1"/>
            <a:r>
              <a:rPr lang="en-GB" dirty="0"/>
              <a:t>Having a done product is seen as better than aiming to release a perfect product meaning that tangible results are seen sooner</a:t>
            </a:r>
          </a:p>
        </p:txBody>
      </p:sp>
      <p:sp>
        <p:nvSpPr>
          <p:cNvPr id="5" name="Text Placeholder 4">
            <a:extLst>
              <a:ext uri="{FF2B5EF4-FFF2-40B4-BE49-F238E27FC236}">
                <a16:creationId xmlns:a16="http://schemas.microsoft.com/office/drawing/2014/main" id="{495BFE21-8A82-B6D4-E3EB-595774DD48AB}"/>
              </a:ext>
            </a:extLst>
          </p:cNvPr>
          <p:cNvSpPr>
            <a:spLocks noGrp="1"/>
          </p:cNvSpPr>
          <p:nvPr>
            <p:ph type="body" sz="quarter" idx="3"/>
          </p:nvPr>
        </p:nvSpPr>
        <p:spPr/>
        <p:txBody>
          <a:bodyPr/>
          <a:lstStyle/>
          <a:p>
            <a:r>
              <a:rPr lang="en-GB" dirty="0"/>
              <a:t>Disadvantages</a:t>
            </a:r>
          </a:p>
        </p:txBody>
      </p:sp>
      <p:sp>
        <p:nvSpPr>
          <p:cNvPr id="6" name="Content Placeholder 5">
            <a:extLst>
              <a:ext uri="{FF2B5EF4-FFF2-40B4-BE49-F238E27FC236}">
                <a16:creationId xmlns:a16="http://schemas.microsoft.com/office/drawing/2014/main" id="{69B2172A-E7CC-EA36-8389-E0F34137C99E}"/>
              </a:ext>
            </a:extLst>
          </p:cNvPr>
          <p:cNvSpPr>
            <a:spLocks noGrp="1"/>
          </p:cNvSpPr>
          <p:nvPr>
            <p:ph sz="quarter" idx="4"/>
          </p:nvPr>
        </p:nvSpPr>
        <p:spPr/>
        <p:txBody>
          <a:bodyPr>
            <a:normAutofit/>
          </a:bodyPr>
          <a:lstStyle/>
          <a:p>
            <a:r>
              <a:rPr lang="en-GB" dirty="0"/>
              <a:t>Due to the emphasis on the speed of delivery this can lead to a quick-and-dirty approach to problem-solving</a:t>
            </a:r>
          </a:p>
          <a:p>
            <a:r>
              <a:rPr lang="en-GB" dirty="0"/>
              <a:t>Management Difficulties</a:t>
            </a:r>
          </a:p>
          <a:p>
            <a:pPr lvl="1"/>
            <a:r>
              <a:rPr lang="en-GB" dirty="0"/>
              <a:t>Product managers need to continually control the process so that they can track tangible results and monitor the quality of the iterations</a:t>
            </a:r>
          </a:p>
        </p:txBody>
      </p:sp>
      <p:sp>
        <p:nvSpPr>
          <p:cNvPr id="2" name="Title 1">
            <a:extLst>
              <a:ext uri="{FF2B5EF4-FFF2-40B4-BE49-F238E27FC236}">
                <a16:creationId xmlns:a16="http://schemas.microsoft.com/office/drawing/2014/main" id="{65268EC2-4A8C-5CF1-195B-5D8A1E60E8DE}"/>
              </a:ext>
            </a:extLst>
          </p:cNvPr>
          <p:cNvSpPr>
            <a:spLocks noGrp="1"/>
          </p:cNvSpPr>
          <p:nvPr>
            <p:ph type="title"/>
          </p:nvPr>
        </p:nvSpPr>
        <p:spPr/>
        <p:txBody>
          <a:bodyPr/>
          <a:lstStyle/>
          <a:p>
            <a:r>
              <a:rPr lang="en-GB" dirty="0"/>
              <a:t>RAD</a:t>
            </a:r>
          </a:p>
        </p:txBody>
      </p:sp>
      <p:sp>
        <p:nvSpPr>
          <p:cNvPr id="7" name="Text Placeholder 6">
            <a:extLst>
              <a:ext uri="{FF2B5EF4-FFF2-40B4-BE49-F238E27FC236}">
                <a16:creationId xmlns:a16="http://schemas.microsoft.com/office/drawing/2014/main" id="{E9CF64ED-864B-3976-7F34-470679402155}"/>
              </a:ext>
            </a:extLst>
          </p:cNvPr>
          <p:cNvSpPr>
            <a:spLocks noGrp="1"/>
          </p:cNvSpPr>
          <p:nvPr>
            <p:ph type="body" sz="quarter" idx="10"/>
          </p:nvPr>
        </p:nvSpPr>
        <p:spPr/>
        <p:txBody>
          <a:bodyPr/>
          <a:lstStyle/>
          <a:p>
            <a:r>
              <a:rPr lang="en-GB" dirty="0"/>
              <a:t>K1, K5</a:t>
            </a:r>
          </a:p>
        </p:txBody>
      </p:sp>
      <p:sp>
        <p:nvSpPr>
          <p:cNvPr id="8" name="Text Placeholder 7">
            <a:extLst>
              <a:ext uri="{FF2B5EF4-FFF2-40B4-BE49-F238E27FC236}">
                <a16:creationId xmlns:a16="http://schemas.microsoft.com/office/drawing/2014/main" id="{D30E00C1-907B-424B-A437-13910333C21C}"/>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42813876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32BBC-D298-2AD6-2FC4-B196284557E6}"/>
              </a:ext>
            </a:extLst>
          </p:cNvPr>
          <p:cNvSpPr>
            <a:spLocks noGrp="1"/>
          </p:cNvSpPr>
          <p:nvPr>
            <p:ph type="ctrTitle"/>
          </p:nvPr>
        </p:nvSpPr>
        <p:spPr/>
        <p:txBody>
          <a:bodyPr/>
          <a:lstStyle/>
          <a:p>
            <a:r>
              <a:rPr lang="en-GB" dirty="0"/>
              <a:t>DSDM</a:t>
            </a:r>
          </a:p>
        </p:txBody>
      </p:sp>
      <p:sp>
        <p:nvSpPr>
          <p:cNvPr id="4" name="Subtitle 3">
            <a:extLst>
              <a:ext uri="{FF2B5EF4-FFF2-40B4-BE49-F238E27FC236}">
                <a16:creationId xmlns:a16="http://schemas.microsoft.com/office/drawing/2014/main" id="{3EB44177-6CB7-4B73-EA8A-00DDBC08709C}"/>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2284342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8854AD-AA43-F6AB-5BEB-77957169F97B}"/>
              </a:ext>
            </a:extLst>
          </p:cNvPr>
          <p:cNvSpPr>
            <a:spLocks noGrp="1"/>
          </p:cNvSpPr>
          <p:nvPr>
            <p:ph sz="half" idx="1"/>
          </p:nvPr>
        </p:nvSpPr>
        <p:spPr/>
        <p:txBody>
          <a:bodyPr/>
          <a:lstStyle/>
          <a:p>
            <a:r>
              <a:rPr lang="en-GB" dirty="0"/>
              <a:t>Dynamic System Development (DSDM) looks at the product as a complete system and not just a combination of features or code files</a:t>
            </a:r>
          </a:p>
          <a:p>
            <a:endParaRPr lang="en-GB" dirty="0"/>
          </a:p>
          <a:p>
            <a:r>
              <a:rPr lang="en-GB" dirty="0"/>
              <a:t>Every system is evaluated in terms of the tangible value it brings to the business</a:t>
            </a:r>
          </a:p>
          <a:p>
            <a:endParaRPr lang="en-GB" dirty="0"/>
          </a:p>
          <a:p>
            <a:r>
              <a:rPr lang="en-GB" dirty="0"/>
              <a:t>DSDM can be combined with the other methods, but the focus is always on the business and the value the system will bring </a:t>
            </a:r>
          </a:p>
        </p:txBody>
      </p:sp>
      <p:sp>
        <p:nvSpPr>
          <p:cNvPr id="4" name="Content Placeholder 3">
            <a:extLst>
              <a:ext uri="{FF2B5EF4-FFF2-40B4-BE49-F238E27FC236}">
                <a16:creationId xmlns:a16="http://schemas.microsoft.com/office/drawing/2014/main" id="{021FCBE7-5A83-8FCF-7769-0A2F9E5DEFEF}"/>
              </a:ext>
            </a:extLst>
          </p:cNvPr>
          <p:cNvSpPr>
            <a:spLocks noGrp="1"/>
          </p:cNvSpPr>
          <p:nvPr>
            <p:ph sz="half" idx="2"/>
          </p:nvPr>
        </p:nvSpPr>
        <p:spPr/>
        <p:txBody>
          <a:bodyPr/>
          <a:lstStyle/>
          <a:p>
            <a:endParaRPr lang="en-GB"/>
          </a:p>
        </p:txBody>
      </p:sp>
      <p:sp>
        <p:nvSpPr>
          <p:cNvPr id="2" name="Title 1">
            <a:extLst>
              <a:ext uri="{FF2B5EF4-FFF2-40B4-BE49-F238E27FC236}">
                <a16:creationId xmlns:a16="http://schemas.microsoft.com/office/drawing/2014/main" id="{8968AD4E-3F96-5019-DBD7-05DB249C7EB9}"/>
              </a:ext>
            </a:extLst>
          </p:cNvPr>
          <p:cNvSpPr>
            <a:spLocks noGrp="1"/>
          </p:cNvSpPr>
          <p:nvPr>
            <p:ph type="title"/>
          </p:nvPr>
        </p:nvSpPr>
        <p:spPr/>
        <p:txBody>
          <a:bodyPr/>
          <a:lstStyle/>
          <a:p>
            <a:r>
              <a:rPr lang="en-GB" dirty="0"/>
              <a:t>DSDM</a:t>
            </a:r>
          </a:p>
        </p:txBody>
      </p:sp>
      <p:sp>
        <p:nvSpPr>
          <p:cNvPr id="5" name="Text Placeholder 4">
            <a:extLst>
              <a:ext uri="{FF2B5EF4-FFF2-40B4-BE49-F238E27FC236}">
                <a16:creationId xmlns:a16="http://schemas.microsoft.com/office/drawing/2014/main" id="{409C563B-EAC7-7F5C-67A3-051AD70AF42D}"/>
              </a:ext>
            </a:extLst>
          </p:cNvPr>
          <p:cNvSpPr>
            <a:spLocks noGrp="1"/>
          </p:cNvSpPr>
          <p:nvPr>
            <p:ph type="body" sz="quarter" idx="10"/>
          </p:nvPr>
        </p:nvSpPr>
        <p:spPr/>
        <p:txBody>
          <a:bodyPr/>
          <a:lstStyle/>
          <a:p>
            <a:r>
              <a:rPr lang="en-GB" dirty="0"/>
              <a:t>K1, K5</a:t>
            </a:r>
          </a:p>
        </p:txBody>
      </p:sp>
      <p:sp>
        <p:nvSpPr>
          <p:cNvPr id="8" name="Text Placeholder 7">
            <a:extLst>
              <a:ext uri="{FF2B5EF4-FFF2-40B4-BE49-F238E27FC236}">
                <a16:creationId xmlns:a16="http://schemas.microsoft.com/office/drawing/2014/main" id="{7CF08A0D-B9DD-18C6-C87E-C26E02CA287B}"/>
              </a:ext>
            </a:extLst>
          </p:cNvPr>
          <p:cNvSpPr>
            <a:spLocks noGrp="1"/>
          </p:cNvSpPr>
          <p:nvPr>
            <p:ph type="body" sz="quarter" idx="11"/>
          </p:nvPr>
        </p:nvSpPr>
        <p:spPr/>
        <p:txBody>
          <a:bodyPr/>
          <a:lstStyle/>
          <a:p>
            <a:endParaRPr lang="en-GB"/>
          </a:p>
        </p:txBody>
      </p:sp>
      <p:grpSp>
        <p:nvGrpSpPr>
          <p:cNvPr id="39" name="Group 38">
            <a:extLst>
              <a:ext uri="{FF2B5EF4-FFF2-40B4-BE49-F238E27FC236}">
                <a16:creationId xmlns:a16="http://schemas.microsoft.com/office/drawing/2014/main" id="{20D2BD6D-3997-9FD9-CF7D-C125600FDD5A}"/>
              </a:ext>
            </a:extLst>
          </p:cNvPr>
          <p:cNvGrpSpPr/>
          <p:nvPr/>
        </p:nvGrpSpPr>
        <p:grpSpPr>
          <a:xfrm>
            <a:off x="6345264" y="1481400"/>
            <a:ext cx="5523075" cy="4886999"/>
            <a:chOff x="6272925" y="1441909"/>
            <a:chExt cx="5523075" cy="4886999"/>
          </a:xfrm>
        </p:grpSpPr>
        <p:sp>
          <p:nvSpPr>
            <p:cNvPr id="36" name="Oval 35">
              <a:extLst>
                <a:ext uri="{FF2B5EF4-FFF2-40B4-BE49-F238E27FC236}">
                  <a16:creationId xmlns:a16="http://schemas.microsoft.com/office/drawing/2014/main" id="{14A20D95-3607-C05E-3ACF-A31D360DE1B3}"/>
                </a:ext>
              </a:extLst>
            </p:cNvPr>
            <p:cNvSpPr/>
            <p:nvPr/>
          </p:nvSpPr>
          <p:spPr>
            <a:xfrm>
              <a:off x="8456442" y="2633811"/>
              <a:ext cx="1176245" cy="1122630"/>
            </a:xfrm>
            <a:prstGeom prst="ellipse">
              <a:avLst/>
            </a:prstGeom>
            <a:noFill/>
            <a:ln w="25400" cap="rnd">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a:extLst>
                <a:ext uri="{FF2B5EF4-FFF2-40B4-BE49-F238E27FC236}">
                  <a16:creationId xmlns:a16="http://schemas.microsoft.com/office/drawing/2014/main" id="{CC1BD7F7-C230-8E6E-D352-46AAF05E689D}"/>
                </a:ext>
              </a:extLst>
            </p:cNvPr>
            <p:cNvSpPr/>
            <p:nvPr/>
          </p:nvSpPr>
          <p:spPr>
            <a:xfrm>
              <a:off x="9655452" y="4148578"/>
              <a:ext cx="667663" cy="1122630"/>
            </a:xfrm>
            <a:prstGeom prst="ellipse">
              <a:avLst/>
            </a:prstGeom>
            <a:noFill/>
            <a:ln w="25400" cap="rnd">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val 37">
              <a:extLst>
                <a:ext uri="{FF2B5EF4-FFF2-40B4-BE49-F238E27FC236}">
                  <a16:creationId xmlns:a16="http://schemas.microsoft.com/office/drawing/2014/main" id="{69C223F3-0DEB-7DF1-74D0-5220C4DA8826}"/>
                </a:ext>
              </a:extLst>
            </p:cNvPr>
            <p:cNvSpPr/>
            <p:nvPr/>
          </p:nvSpPr>
          <p:spPr>
            <a:xfrm>
              <a:off x="7725878" y="4166942"/>
              <a:ext cx="667663" cy="1122630"/>
            </a:xfrm>
            <a:prstGeom prst="ellipse">
              <a:avLst/>
            </a:prstGeom>
            <a:noFill/>
            <a:ln w="25400" cap="rnd">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1" name="Group 30">
              <a:extLst>
                <a:ext uri="{FF2B5EF4-FFF2-40B4-BE49-F238E27FC236}">
                  <a16:creationId xmlns:a16="http://schemas.microsoft.com/office/drawing/2014/main" id="{0EFA9125-D2F1-B6C7-4AC7-6BACE8AFD94E}"/>
                </a:ext>
              </a:extLst>
            </p:cNvPr>
            <p:cNvGrpSpPr/>
            <p:nvPr/>
          </p:nvGrpSpPr>
          <p:grpSpPr>
            <a:xfrm>
              <a:off x="6272925" y="2977794"/>
              <a:ext cx="2616454" cy="1754439"/>
              <a:chOff x="9185685" y="3428752"/>
              <a:chExt cx="2616454" cy="1754439"/>
            </a:xfrm>
          </p:grpSpPr>
          <p:sp>
            <p:nvSpPr>
              <p:cNvPr id="6" name="Hexagon 5">
                <a:extLst>
                  <a:ext uri="{FF2B5EF4-FFF2-40B4-BE49-F238E27FC236}">
                    <a16:creationId xmlns:a16="http://schemas.microsoft.com/office/drawing/2014/main" id="{E4506B08-3E52-5A80-BAB1-BC4311495AB1}"/>
                  </a:ext>
                </a:extLst>
              </p:cNvPr>
              <p:cNvSpPr>
                <a:spLocks noChangeAspect="1"/>
              </p:cNvSpPr>
              <p:nvPr/>
            </p:nvSpPr>
            <p:spPr>
              <a:xfrm>
                <a:off x="9185685" y="3881639"/>
                <a:ext cx="979197" cy="856800"/>
              </a:xfrm>
              <a:prstGeom prst="hexagon">
                <a:avLst/>
              </a:prstGeom>
              <a:solidFill>
                <a:schemeClr val="accent2">
                  <a:lumMod val="20000"/>
                  <a:lumOff val="80000"/>
                </a:schemeClr>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Create functional prototype</a:t>
                </a:r>
              </a:p>
            </p:txBody>
          </p:sp>
          <p:sp>
            <p:nvSpPr>
              <p:cNvPr id="9" name="Hexagon 8">
                <a:extLst>
                  <a:ext uri="{FF2B5EF4-FFF2-40B4-BE49-F238E27FC236}">
                    <a16:creationId xmlns:a16="http://schemas.microsoft.com/office/drawing/2014/main" id="{9AE4E636-B0F2-7498-0D1B-B15442CF317D}"/>
                  </a:ext>
                </a:extLst>
              </p:cNvPr>
              <p:cNvSpPr>
                <a:spLocks noChangeAspect="1"/>
              </p:cNvSpPr>
              <p:nvPr/>
            </p:nvSpPr>
            <p:spPr>
              <a:xfrm>
                <a:off x="10822942" y="3873504"/>
                <a:ext cx="979197" cy="856800"/>
              </a:xfrm>
              <a:prstGeom prst="hexagon">
                <a:avLst/>
              </a:prstGeom>
              <a:solidFill>
                <a:schemeClr val="accent2">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Identify functional prototype</a:t>
                </a:r>
              </a:p>
            </p:txBody>
          </p:sp>
          <p:sp>
            <p:nvSpPr>
              <p:cNvPr id="7" name="Hexagon 6">
                <a:extLst>
                  <a:ext uri="{FF2B5EF4-FFF2-40B4-BE49-F238E27FC236}">
                    <a16:creationId xmlns:a16="http://schemas.microsoft.com/office/drawing/2014/main" id="{B412FBC4-3EEB-6A83-7A54-2DEE3363E223}"/>
                  </a:ext>
                </a:extLst>
              </p:cNvPr>
              <p:cNvSpPr>
                <a:spLocks noChangeAspect="1"/>
              </p:cNvSpPr>
              <p:nvPr/>
            </p:nvSpPr>
            <p:spPr>
              <a:xfrm>
                <a:off x="9995530" y="3428752"/>
                <a:ext cx="979197" cy="856800"/>
              </a:xfrm>
              <a:prstGeom prst="hexagon">
                <a:avLst/>
              </a:prstGeom>
              <a:solidFill>
                <a:schemeClr val="accent2">
                  <a:lumMod val="20000"/>
                  <a:lumOff val="80000"/>
                </a:schemeClr>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Agree plan</a:t>
                </a:r>
              </a:p>
            </p:txBody>
          </p:sp>
          <p:sp>
            <p:nvSpPr>
              <p:cNvPr id="11" name="Hexagon 10">
                <a:extLst>
                  <a:ext uri="{FF2B5EF4-FFF2-40B4-BE49-F238E27FC236}">
                    <a16:creationId xmlns:a16="http://schemas.microsoft.com/office/drawing/2014/main" id="{E718995F-6987-53A0-9CD4-6F575EBD1C93}"/>
                  </a:ext>
                </a:extLst>
              </p:cNvPr>
              <p:cNvSpPr>
                <a:spLocks noChangeAspect="1"/>
              </p:cNvSpPr>
              <p:nvPr/>
            </p:nvSpPr>
            <p:spPr>
              <a:xfrm>
                <a:off x="10010297" y="4326391"/>
                <a:ext cx="979197" cy="856800"/>
              </a:xfrm>
              <a:prstGeom prst="hexagon">
                <a:avLst/>
              </a:prstGeom>
              <a:solidFill>
                <a:schemeClr val="accent2">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Review functional prototype</a:t>
                </a:r>
              </a:p>
            </p:txBody>
          </p:sp>
        </p:grpSp>
        <p:grpSp>
          <p:nvGrpSpPr>
            <p:cNvPr id="30" name="Group 29">
              <a:extLst>
                <a:ext uri="{FF2B5EF4-FFF2-40B4-BE49-F238E27FC236}">
                  <a16:creationId xmlns:a16="http://schemas.microsoft.com/office/drawing/2014/main" id="{A638D5C8-9BE7-0CA6-F4A6-07C67F30955A}"/>
                </a:ext>
              </a:extLst>
            </p:cNvPr>
            <p:cNvGrpSpPr/>
            <p:nvPr/>
          </p:nvGrpSpPr>
          <p:grpSpPr>
            <a:xfrm>
              <a:off x="7740936" y="4573700"/>
              <a:ext cx="2593727" cy="1755208"/>
              <a:chOff x="6577580" y="1716251"/>
              <a:chExt cx="2593727" cy="1755208"/>
            </a:xfrm>
          </p:grpSpPr>
          <p:sp>
            <p:nvSpPr>
              <p:cNvPr id="16" name="Hexagon 15">
                <a:extLst>
                  <a:ext uri="{FF2B5EF4-FFF2-40B4-BE49-F238E27FC236}">
                    <a16:creationId xmlns:a16="http://schemas.microsoft.com/office/drawing/2014/main" id="{A0719BFA-40FD-6739-846D-2CDEF6035784}"/>
                  </a:ext>
                </a:extLst>
              </p:cNvPr>
              <p:cNvSpPr>
                <a:spLocks noChangeAspect="1"/>
              </p:cNvSpPr>
              <p:nvPr/>
            </p:nvSpPr>
            <p:spPr>
              <a:xfrm>
                <a:off x="6577580" y="2173507"/>
                <a:ext cx="979197" cy="856800"/>
              </a:xfrm>
              <a:prstGeom prst="hexagon">
                <a:avLst/>
              </a:prstGeom>
              <a:solidFill>
                <a:schemeClr val="accent2">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Identify design prototype</a:t>
                </a:r>
              </a:p>
            </p:txBody>
          </p:sp>
          <p:sp>
            <p:nvSpPr>
              <p:cNvPr id="17" name="Hexagon 16">
                <a:extLst>
                  <a:ext uri="{FF2B5EF4-FFF2-40B4-BE49-F238E27FC236}">
                    <a16:creationId xmlns:a16="http://schemas.microsoft.com/office/drawing/2014/main" id="{5E2BFBE6-0674-3559-D50C-D944F18F3739}"/>
                  </a:ext>
                </a:extLst>
              </p:cNvPr>
              <p:cNvSpPr>
                <a:spLocks noChangeAspect="1"/>
              </p:cNvSpPr>
              <p:nvPr/>
            </p:nvSpPr>
            <p:spPr>
              <a:xfrm>
                <a:off x="8192110" y="2167384"/>
                <a:ext cx="979197" cy="856800"/>
              </a:xfrm>
              <a:prstGeom prst="hexagon">
                <a:avLst/>
              </a:prstGeom>
              <a:solidFill>
                <a:schemeClr val="accent2">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Create design prototype</a:t>
                </a:r>
              </a:p>
            </p:txBody>
          </p:sp>
          <p:sp>
            <p:nvSpPr>
              <p:cNvPr id="18" name="Hexagon 17">
                <a:extLst>
                  <a:ext uri="{FF2B5EF4-FFF2-40B4-BE49-F238E27FC236}">
                    <a16:creationId xmlns:a16="http://schemas.microsoft.com/office/drawing/2014/main" id="{E7C3A5A8-C71D-4329-44E5-ADE9CB2906D5}"/>
                  </a:ext>
                </a:extLst>
              </p:cNvPr>
              <p:cNvSpPr>
                <a:spLocks noChangeAspect="1"/>
              </p:cNvSpPr>
              <p:nvPr/>
            </p:nvSpPr>
            <p:spPr>
              <a:xfrm>
                <a:off x="7385370" y="1716251"/>
                <a:ext cx="979197" cy="856800"/>
              </a:xfrm>
              <a:prstGeom prst="hexagon">
                <a:avLst/>
              </a:prstGeom>
              <a:solidFill>
                <a:schemeClr val="accent2">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Review design prototype</a:t>
                </a:r>
              </a:p>
            </p:txBody>
          </p:sp>
          <p:sp>
            <p:nvSpPr>
              <p:cNvPr id="19" name="Hexagon 18">
                <a:extLst>
                  <a:ext uri="{FF2B5EF4-FFF2-40B4-BE49-F238E27FC236}">
                    <a16:creationId xmlns:a16="http://schemas.microsoft.com/office/drawing/2014/main" id="{ABFAA7EE-161A-0D17-D265-BB81B66ECE3E}"/>
                  </a:ext>
                </a:extLst>
              </p:cNvPr>
              <p:cNvSpPr>
                <a:spLocks noChangeAspect="1"/>
              </p:cNvSpPr>
              <p:nvPr/>
            </p:nvSpPr>
            <p:spPr>
              <a:xfrm>
                <a:off x="7391042" y="2614659"/>
                <a:ext cx="979197" cy="856800"/>
              </a:xfrm>
              <a:prstGeom prst="hexagon">
                <a:avLst/>
              </a:prstGeom>
              <a:solidFill>
                <a:schemeClr val="accent2">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Agree plan</a:t>
                </a:r>
              </a:p>
            </p:txBody>
          </p:sp>
        </p:grpSp>
        <p:grpSp>
          <p:nvGrpSpPr>
            <p:cNvPr id="29" name="Group 28">
              <a:extLst>
                <a:ext uri="{FF2B5EF4-FFF2-40B4-BE49-F238E27FC236}">
                  <a16:creationId xmlns:a16="http://schemas.microsoft.com/office/drawing/2014/main" id="{F2A69E25-D584-B634-D4A7-0A4A55F94367}"/>
                </a:ext>
              </a:extLst>
            </p:cNvPr>
            <p:cNvGrpSpPr/>
            <p:nvPr/>
          </p:nvGrpSpPr>
          <p:grpSpPr>
            <a:xfrm>
              <a:off x="9199749" y="2974185"/>
              <a:ext cx="2596251" cy="1753521"/>
              <a:chOff x="6578630" y="1717169"/>
              <a:chExt cx="2596251" cy="1753521"/>
            </a:xfrm>
          </p:grpSpPr>
          <p:sp>
            <p:nvSpPr>
              <p:cNvPr id="21" name="Hexagon 20">
                <a:extLst>
                  <a:ext uri="{FF2B5EF4-FFF2-40B4-BE49-F238E27FC236}">
                    <a16:creationId xmlns:a16="http://schemas.microsoft.com/office/drawing/2014/main" id="{F7C28C81-1598-4FCB-B2E5-D2DD24C3F416}"/>
                  </a:ext>
                </a:extLst>
              </p:cNvPr>
              <p:cNvSpPr>
                <a:spLocks noChangeAspect="1"/>
              </p:cNvSpPr>
              <p:nvPr/>
            </p:nvSpPr>
            <p:spPr>
              <a:xfrm>
                <a:off x="6578630" y="2161921"/>
                <a:ext cx="977099" cy="854964"/>
              </a:xfrm>
              <a:prstGeom prst="hexagon">
                <a:avLst/>
              </a:prstGeom>
              <a:solidFill>
                <a:schemeClr val="accent2">
                  <a:lumMod val="20000"/>
                  <a:lumOff val="80000"/>
                </a:schemeClr>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Review business aspects</a:t>
                </a:r>
              </a:p>
            </p:txBody>
          </p:sp>
          <p:sp>
            <p:nvSpPr>
              <p:cNvPr id="22" name="Hexagon 21">
                <a:extLst>
                  <a:ext uri="{FF2B5EF4-FFF2-40B4-BE49-F238E27FC236}">
                    <a16:creationId xmlns:a16="http://schemas.microsoft.com/office/drawing/2014/main" id="{0F3A1A03-5CC9-7331-8F85-C00033CA2E4D}"/>
                  </a:ext>
                </a:extLst>
              </p:cNvPr>
              <p:cNvSpPr>
                <a:spLocks noChangeAspect="1"/>
              </p:cNvSpPr>
              <p:nvPr/>
            </p:nvSpPr>
            <p:spPr>
              <a:xfrm>
                <a:off x="8197782" y="2161921"/>
                <a:ext cx="977099" cy="854964"/>
              </a:xfrm>
              <a:prstGeom prst="hexagon">
                <a:avLst/>
              </a:prstGeom>
              <a:solidFill>
                <a:schemeClr val="accent2">
                  <a:lumMod val="20000"/>
                  <a:lumOff val="80000"/>
                </a:schemeClr>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Train users</a:t>
                </a:r>
              </a:p>
            </p:txBody>
          </p:sp>
          <p:sp>
            <p:nvSpPr>
              <p:cNvPr id="23" name="Hexagon 22">
                <a:extLst>
                  <a:ext uri="{FF2B5EF4-FFF2-40B4-BE49-F238E27FC236}">
                    <a16:creationId xmlns:a16="http://schemas.microsoft.com/office/drawing/2014/main" id="{B2C04779-52B9-518E-A614-EA357BA124A0}"/>
                  </a:ext>
                </a:extLst>
              </p:cNvPr>
              <p:cNvSpPr>
                <a:spLocks noChangeAspect="1"/>
              </p:cNvSpPr>
              <p:nvPr/>
            </p:nvSpPr>
            <p:spPr>
              <a:xfrm>
                <a:off x="7387468" y="1717169"/>
                <a:ext cx="977099" cy="854964"/>
              </a:xfrm>
              <a:prstGeom prst="hexagon">
                <a:avLst/>
              </a:prstGeom>
              <a:solidFill>
                <a:schemeClr val="accent2">
                  <a:lumMod val="20000"/>
                  <a:lumOff val="80000"/>
                </a:schemeClr>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Implement</a:t>
                </a:r>
              </a:p>
            </p:txBody>
          </p:sp>
          <p:sp>
            <p:nvSpPr>
              <p:cNvPr id="24" name="Hexagon 23">
                <a:extLst>
                  <a:ext uri="{FF2B5EF4-FFF2-40B4-BE49-F238E27FC236}">
                    <a16:creationId xmlns:a16="http://schemas.microsoft.com/office/drawing/2014/main" id="{575A7B3F-14C8-9DE9-B593-68C2C4E4F473}"/>
                  </a:ext>
                </a:extLst>
              </p:cNvPr>
              <p:cNvSpPr>
                <a:spLocks noChangeAspect="1"/>
              </p:cNvSpPr>
              <p:nvPr/>
            </p:nvSpPr>
            <p:spPr>
              <a:xfrm>
                <a:off x="7387468" y="2615726"/>
                <a:ext cx="977099" cy="854964"/>
              </a:xfrm>
              <a:prstGeom prst="hexagon">
                <a:avLst/>
              </a:prstGeom>
              <a:solidFill>
                <a:schemeClr val="accent2">
                  <a:lumMod val="20000"/>
                  <a:lumOff val="80000"/>
                </a:schemeClr>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User approval &amp; guidelines</a:t>
                </a:r>
              </a:p>
            </p:txBody>
          </p:sp>
        </p:grpSp>
        <p:sp>
          <p:nvSpPr>
            <p:cNvPr id="32" name="Isosceles Triangle 31">
              <a:extLst>
                <a:ext uri="{FF2B5EF4-FFF2-40B4-BE49-F238E27FC236}">
                  <a16:creationId xmlns:a16="http://schemas.microsoft.com/office/drawing/2014/main" id="{603EE4A8-3D35-96EE-7CAF-AC8C88A08F73}"/>
                </a:ext>
              </a:extLst>
            </p:cNvPr>
            <p:cNvSpPr/>
            <p:nvPr/>
          </p:nvSpPr>
          <p:spPr>
            <a:xfrm>
              <a:off x="8280873" y="1441909"/>
              <a:ext cx="1513854" cy="1305047"/>
            </a:xfrm>
            <a:prstGeom prst="triangl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b" anchorCtr="0"/>
            <a:lstStyle/>
            <a:p>
              <a:pPr algn="ctr"/>
              <a:r>
                <a:rPr lang="en-GB" sz="1100" dirty="0">
                  <a:solidFill>
                    <a:schemeClr val="tx1"/>
                  </a:solidFill>
                </a:rPr>
                <a:t>Feasibility Study &amp; business study</a:t>
              </a:r>
            </a:p>
          </p:txBody>
        </p:sp>
      </p:grpSp>
    </p:spTree>
    <p:extLst>
      <p:ext uri="{BB962C8B-B14F-4D97-AF65-F5344CB8AC3E}">
        <p14:creationId xmlns:p14="http://schemas.microsoft.com/office/powerpoint/2010/main" val="41295077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425266D2-0299-598C-FA0C-8636D1BA9107}"/>
              </a:ext>
            </a:extLst>
          </p:cNvPr>
          <p:cNvSpPr>
            <a:spLocks noGrp="1"/>
          </p:cNvSpPr>
          <p:nvPr>
            <p:ph idx="1"/>
          </p:nvPr>
        </p:nvSpPr>
        <p:spPr/>
        <p:txBody>
          <a:bodyPr>
            <a:normAutofit/>
          </a:bodyPr>
          <a:lstStyle/>
          <a:p>
            <a:r>
              <a:rPr lang="en-GB" dirty="0"/>
              <a:t>DSDM comprises of five key stages</a:t>
            </a:r>
          </a:p>
          <a:p>
            <a:pPr lvl="1"/>
            <a:r>
              <a:rPr lang="en-GB" dirty="0"/>
              <a:t>Feasibility Study</a:t>
            </a:r>
          </a:p>
          <a:p>
            <a:pPr lvl="1"/>
            <a:r>
              <a:rPr lang="en-GB" dirty="0"/>
              <a:t>Business Research</a:t>
            </a:r>
          </a:p>
          <a:p>
            <a:pPr lvl="1"/>
            <a:r>
              <a:rPr lang="en-GB" dirty="0"/>
              <a:t>Functional Model Ideation</a:t>
            </a:r>
          </a:p>
          <a:p>
            <a:pPr lvl="1"/>
            <a:r>
              <a:rPr lang="en-GB" dirty="0"/>
              <a:t>System Design</a:t>
            </a:r>
          </a:p>
          <a:p>
            <a:pPr lvl="1"/>
            <a:r>
              <a:rPr lang="en-GB" dirty="0"/>
              <a:t>Implementation</a:t>
            </a:r>
          </a:p>
          <a:p>
            <a:endParaRPr lang="en-GB" dirty="0"/>
          </a:p>
          <a:p>
            <a:r>
              <a:rPr lang="en-GB" dirty="0"/>
              <a:t>This means the majority of the stages focus on the first part of the SDLC</a:t>
            </a:r>
          </a:p>
          <a:p>
            <a:endParaRPr lang="en-GB" dirty="0"/>
          </a:p>
          <a:p>
            <a:r>
              <a:rPr lang="en-GB" dirty="0"/>
              <a:t>This means it can emphasise the importance of ensuring that the system brings the expected benefits to the company and the market</a:t>
            </a:r>
          </a:p>
        </p:txBody>
      </p:sp>
      <p:sp>
        <p:nvSpPr>
          <p:cNvPr id="5" name="Picture Placeholder 4">
            <a:extLst>
              <a:ext uri="{FF2B5EF4-FFF2-40B4-BE49-F238E27FC236}">
                <a16:creationId xmlns:a16="http://schemas.microsoft.com/office/drawing/2014/main" id="{15E8157E-649C-1078-D6C4-7932A1525F71}"/>
              </a:ext>
            </a:extLst>
          </p:cNvPr>
          <p:cNvSpPr>
            <a:spLocks noGrp="1"/>
          </p:cNvSpPr>
          <p:nvPr>
            <p:ph type="pic" sz="quarter" idx="10"/>
          </p:nvPr>
        </p:nvSpPr>
        <p:spPr/>
        <p:txBody>
          <a:bodyPr/>
          <a:lstStyle/>
          <a:p>
            <a:endParaRPr lang="en-GB"/>
          </a:p>
        </p:txBody>
      </p:sp>
      <p:sp>
        <p:nvSpPr>
          <p:cNvPr id="7" name="Title 6">
            <a:extLst>
              <a:ext uri="{FF2B5EF4-FFF2-40B4-BE49-F238E27FC236}">
                <a16:creationId xmlns:a16="http://schemas.microsoft.com/office/drawing/2014/main" id="{AE33E5FC-3B98-C11F-E398-CAD8ED270C98}"/>
              </a:ext>
            </a:extLst>
          </p:cNvPr>
          <p:cNvSpPr>
            <a:spLocks noGrp="1"/>
          </p:cNvSpPr>
          <p:nvPr>
            <p:ph type="title"/>
          </p:nvPr>
        </p:nvSpPr>
        <p:spPr/>
        <p:txBody>
          <a:bodyPr/>
          <a:lstStyle/>
          <a:p>
            <a:r>
              <a:rPr lang="en-GB" dirty="0"/>
              <a:t>DSDM</a:t>
            </a:r>
          </a:p>
        </p:txBody>
      </p:sp>
      <p:sp>
        <p:nvSpPr>
          <p:cNvPr id="6" name="Text Placeholder 5">
            <a:extLst>
              <a:ext uri="{FF2B5EF4-FFF2-40B4-BE49-F238E27FC236}">
                <a16:creationId xmlns:a16="http://schemas.microsoft.com/office/drawing/2014/main" id="{CEDB3481-965A-1535-1ACF-7EFB94B94DD8}"/>
              </a:ext>
            </a:extLst>
          </p:cNvPr>
          <p:cNvSpPr>
            <a:spLocks noGrp="1"/>
          </p:cNvSpPr>
          <p:nvPr>
            <p:ph type="body" sz="quarter" idx="11"/>
          </p:nvPr>
        </p:nvSpPr>
        <p:spPr/>
        <p:txBody>
          <a:bodyPr/>
          <a:lstStyle/>
          <a:p>
            <a:r>
              <a:rPr lang="en-GB" dirty="0"/>
              <a:t>K1, K5</a:t>
            </a:r>
          </a:p>
        </p:txBody>
      </p:sp>
      <p:sp>
        <p:nvSpPr>
          <p:cNvPr id="8" name="Text Placeholder 7">
            <a:extLst>
              <a:ext uri="{FF2B5EF4-FFF2-40B4-BE49-F238E27FC236}">
                <a16:creationId xmlns:a16="http://schemas.microsoft.com/office/drawing/2014/main" id="{6F234527-FA51-126D-ADBA-7925E6CBC3C9}"/>
              </a:ext>
            </a:extLst>
          </p:cNvPr>
          <p:cNvSpPr>
            <a:spLocks noGrp="1"/>
          </p:cNvSpPr>
          <p:nvPr>
            <p:ph type="body" sz="quarter" idx="12"/>
          </p:nvPr>
        </p:nvSpPr>
        <p:spPr/>
        <p:txBody>
          <a:bodyPr/>
          <a:lstStyle/>
          <a:p>
            <a:endParaRPr lang="en-GB"/>
          </a:p>
        </p:txBody>
      </p:sp>
      <p:grpSp>
        <p:nvGrpSpPr>
          <p:cNvPr id="10" name="Group 9">
            <a:extLst>
              <a:ext uri="{FF2B5EF4-FFF2-40B4-BE49-F238E27FC236}">
                <a16:creationId xmlns:a16="http://schemas.microsoft.com/office/drawing/2014/main" id="{9441F04E-C6CF-23AC-DF3B-2681449CE3AC}"/>
              </a:ext>
            </a:extLst>
          </p:cNvPr>
          <p:cNvGrpSpPr/>
          <p:nvPr/>
        </p:nvGrpSpPr>
        <p:grpSpPr>
          <a:xfrm>
            <a:off x="323662" y="1411828"/>
            <a:ext cx="5523075" cy="4886999"/>
            <a:chOff x="6272925" y="1441909"/>
            <a:chExt cx="5523075" cy="4886999"/>
          </a:xfrm>
        </p:grpSpPr>
        <p:sp>
          <p:nvSpPr>
            <p:cNvPr id="11" name="Oval 10">
              <a:extLst>
                <a:ext uri="{FF2B5EF4-FFF2-40B4-BE49-F238E27FC236}">
                  <a16:creationId xmlns:a16="http://schemas.microsoft.com/office/drawing/2014/main" id="{87FA4827-6064-0053-5C32-3E7959F0A349}"/>
                </a:ext>
              </a:extLst>
            </p:cNvPr>
            <p:cNvSpPr/>
            <p:nvPr/>
          </p:nvSpPr>
          <p:spPr>
            <a:xfrm>
              <a:off x="8456442" y="2633811"/>
              <a:ext cx="1176245" cy="1122630"/>
            </a:xfrm>
            <a:prstGeom prst="ellipse">
              <a:avLst/>
            </a:prstGeom>
            <a:noFill/>
            <a:ln w="25400" cap="rnd">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B5CA671D-98BF-DCDD-8D9A-E06F86E93524}"/>
                </a:ext>
              </a:extLst>
            </p:cNvPr>
            <p:cNvSpPr/>
            <p:nvPr/>
          </p:nvSpPr>
          <p:spPr>
            <a:xfrm>
              <a:off x="9655452" y="4148578"/>
              <a:ext cx="667663" cy="1122630"/>
            </a:xfrm>
            <a:prstGeom prst="ellipse">
              <a:avLst/>
            </a:prstGeom>
            <a:noFill/>
            <a:ln w="25400" cap="rnd">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3BADB5AD-A2E0-0B12-6834-F3E0A983ADE2}"/>
                </a:ext>
              </a:extLst>
            </p:cNvPr>
            <p:cNvSpPr/>
            <p:nvPr/>
          </p:nvSpPr>
          <p:spPr>
            <a:xfrm>
              <a:off x="7725878" y="4166942"/>
              <a:ext cx="667663" cy="1122630"/>
            </a:xfrm>
            <a:prstGeom prst="ellipse">
              <a:avLst/>
            </a:prstGeom>
            <a:noFill/>
            <a:ln w="25400" cap="rnd">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 name="Group 13">
              <a:extLst>
                <a:ext uri="{FF2B5EF4-FFF2-40B4-BE49-F238E27FC236}">
                  <a16:creationId xmlns:a16="http://schemas.microsoft.com/office/drawing/2014/main" id="{C5D3AF22-02BC-1C36-0BB6-6C7DD849BD63}"/>
                </a:ext>
              </a:extLst>
            </p:cNvPr>
            <p:cNvGrpSpPr/>
            <p:nvPr/>
          </p:nvGrpSpPr>
          <p:grpSpPr>
            <a:xfrm>
              <a:off x="6272925" y="2977794"/>
              <a:ext cx="2616454" cy="1754439"/>
              <a:chOff x="9185685" y="3428752"/>
              <a:chExt cx="2616454" cy="1754439"/>
            </a:xfrm>
          </p:grpSpPr>
          <p:sp>
            <p:nvSpPr>
              <p:cNvPr id="26" name="Hexagon 25">
                <a:extLst>
                  <a:ext uri="{FF2B5EF4-FFF2-40B4-BE49-F238E27FC236}">
                    <a16:creationId xmlns:a16="http://schemas.microsoft.com/office/drawing/2014/main" id="{94C9E282-9D34-43AD-A474-88857579536B}"/>
                  </a:ext>
                </a:extLst>
              </p:cNvPr>
              <p:cNvSpPr>
                <a:spLocks noChangeAspect="1"/>
              </p:cNvSpPr>
              <p:nvPr/>
            </p:nvSpPr>
            <p:spPr>
              <a:xfrm>
                <a:off x="9185685" y="3881639"/>
                <a:ext cx="979197" cy="856800"/>
              </a:xfrm>
              <a:prstGeom prst="hexagon">
                <a:avLst/>
              </a:prstGeom>
              <a:solidFill>
                <a:schemeClr val="accent2">
                  <a:lumMod val="20000"/>
                  <a:lumOff val="80000"/>
                </a:schemeClr>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Create functional prototype</a:t>
                </a:r>
              </a:p>
            </p:txBody>
          </p:sp>
          <p:sp>
            <p:nvSpPr>
              <p:cNvPr id="27" name="Hexagon 26">
                <a:extLst>
                  <a:ext uri="{FF2B5EF4-FFF2-40B4-BE49-F238E27FC236}">
                    <a16:creationId xmlns:a16="http://schemas.microsoft.com/office/drawing/2014/main" id="{5279C133-F505-9533-D4DF-B275443FA1B3}"/>
                  </a:ext>
                </a:extLst>
              </p:cNvPr>
              <p:cNvSpPr>
                <a:spLocks noChangeAspect="1"/>
              </p:cNvSpPr>
              <p:nvPr/>
            </p:nvSpPr>
            <p:spPr>
              <a:xfrm>
                <a:off x="10822942" y="3873504"/>
                <a:ext cx="979197" cy="856800"/>
              </a:xfrm>
              <a:prstGeom prst="hexagon">
                <a:avLst/>
              </a:prstGeom>
              <a:solidFill>
                <a:schemeClr val="accent2">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Identify functional prototype</a:t>
                </a:r>
              </a:p>
            </p:txBody>
          </p:sp>
          <p:sp>
            <p:nvSpPr>
              <p:cNvPr id="28" name="Hexagon 27">
                <a:extLst>
                  <a:ext uri="{FF2B5EF4-FFF2-40B4-BE49-F238E27FC236}">
                    <a16:creationId xmlns:a16="http://schemas.microsoft.com/office/drawing/2014/main" id="{A01FFA89-A8BA-EDB1-0B47-3066B57227B3}"/>
                  </a:ext>
                </a:extLst>
              </p:cNvPr>
              <p:cNvSpPr>
                <a:spLocks noChangeAspect="1"/>
              </p:cNvSpPr>
              <p:nvPr/>
            </p:nvSpPr>
            <p:spPr>
              <a:xfrm>
                <a:off x="9995530" y="3428752"/>
                <a:ext cx="979197" cy="856800"/>
              </a:xfrm>
              <a:prstGeom prst="hexagon">
                <a:avLst/>
              </a:prstGeom>
              <a:solidFill>
                <a:schemeClr val="accent2">
                  <a:lumMod val="20000"/>
                  <a:lumOff val="80000"/>
                </a:schemeClr>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Agree plan</a:t>
                </a:r>
              </a:p>
            </p:txBody>
          </p:sp>
          <p:sp>
            <p:nvSpPr>
              <p:cNvPr id="29" name="Hexagon 28">
                <a:extLst>
                  <a:ext uri="{FF2B5EF4-FFF2-40B4-BE49-F238E27FC236}">
                    <a16:creationId xmlns:a16="http://schemas.microsoft.com/office/drawing/2014/main" id="{ACA76396-5A80-18BF-1E44-663F16E79724}"/>
                  </a:ext>
                </a:extLst>
              </p:cNvPr>
              <p:cNvSpPr>
                <a:spLocks noChangeAspect="1"/>
              </p:cNvSpPr>
              <p:nvPr/>
            </p:nvSpPr>
            <p:spPr>
              <a:xfrm>
                <a:off x="10010297" y="4326391"/>
                <a:ext cx="979197" cy="856800"/>
              </a:xfrm>
              <a:prstGeom prst="hexagon">
                <a:avLst/>
              </a:prstGeom>
              <a:solidFill>
                <a:schemeClr val="accent2">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Review functional prototype</a:t>
                </a:r>
              </a:p>
            </p:txBody>
          </p:sp>
        </p:grpSp>
        <p:grpSp>
          <p:nvGrpSpPr>
            <p:cNvPr id="15" name="Group 14">
              <a:extLst>
                <a:ext uri="{FF2B5EF4-FFF2-40B4-BE49-F238E27FC236}">
                  <a16:creationId xmlns:a16="http://schemas.microsoft.com/office/drawing/2014/main" id="{2AD80939-5501-ED80-34A3-0560F1D23AF3}"/>
                </a:ext>
              </a:extLst>
            </p:cNvPr>
            <p:cNvGrpSpPr/>
            <p:nvPr/>
          </p:nvGrpSpPr>
          <p:grpSpPr>
            <a:xfrm>
              <a:off x="7740936" y="4573700"/>
              <a:ext cx="2593727" cy="1755208"/>
              <a:chOff x="6577580" y="1716251"/>
              <a:chExt cx="2593727" cy="1755208"/>
            </a:xfrm>
          </p:grpSpPr>
          <p:sp>
            <p:nvSpPr>
              <p:cNvPr id="22" name="Hexagon 21">
                <a:extLst>
                  <a:ext uri="{FF2B5EF4-FFF2-40B4-BE49-F238E27FC236}">
                    <a16:creationId xmlns:a16="http://schemas.microsoft.com/office/drawing/2014/main" id="{AB56A860-B705-6E45-C106-17FE7A9D9DA7}"/>
                  </a:ext>
                </a:extLst>
              </p:cNvPr>
              <p:cNvSpPr>
                <a:spLocks noChangeAspect="1"/>
              </p:cNvSpPr>
              <p:nvPr/>
            </p:nvSpPr>
            <p:spPr>
              <a:xfrm>
                <a:off x="6577580" y="2173507"/>
                <a:ext cx="979197" cy="856800"/>
              </a:xfrm>
              <a:prstGeom prst="hexagon">
                <a:avLst/>
              </a:prstGeom>
              <a:solidFill>
                <a:schemeClr val="accent2">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Identify design prototype</a:t>
                </a:r>
              </a:p>
            </p:txBody>
          </p:sp>
          <p:sp>
            <p:nvSpPr>
              <p:cNvPr id="23" name="Hexagon 22">
                <a:extLst>
                  <a:ext uri="{FF2B5EF4-FFF2-40B4-BE49-F238E27FC236}">
                    <a16:creationId xmlns:a16="http://schemas.microsoft.com/office/drawing/2014/main" id="{EC436369-26D8-7969-CEDA-1292380D07DF}"/>
                  </a:ext>
                </a:extLst>
              </p:cNvPr>
              <p:cNvSpPr>
                <a:spLocks noChangeAspect="1"/>
              </p:cNvSpPr>
              <p:nvPr/>
            </p:nvSpPr>
            <p:spPr>
              <a:xfrm>
                <a:off x="8192110" y="2167384"/>
                <a:ext cx="979197" cy="856800"/>
              </a:xfrm>
              <a:prstGeom prst="hexagon">
                <a:avLst/>
              </a:prstGeom>
              <a:solidFill>
                <a:schemeClr val="accent2">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Create design prototype</a:t>
                </a:r>
              </a:p>
            </p:txBody>
          </p:sp>
          <p:sp>
            <p:nvSpPr>
              <p:cNvPr id="24" name="Hexagon 23">
                <a:extLst>
                  <a:ext uri="{FF2B5EF4-FFF2-40B4-BE49-F238E27FC236}">
                    <a16:creationId xmlns:a16="http://schemas.microsoft.com/office/drawing/2014/main" id="{D99C82F6-B171-5DD5-BECB-8C82AC9911A6}"/>
                  </a:ext>
                </a:extLst>
              </p:cNvPr>
              <p:cNvSpPr>
                <a:spLocks noChangeAspect="1"/>
              </p:cNvSpPr>
              <p:nvPr/>
            </p:nvSpPr>
            <p:spPr>
              <a:xfrm>
                <a:off x="7385370" y="1716251"/>
                <a:ext cx="979197" cy="856800"/>
              </a:xfrm>
              <a:prstGeom prst="hexagon">
                <a:avLst/>
              </a:prstGeom>
              <a:solidFill>
                <a:schemeClr val="accent2">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Review design prototype</a:t>
                </a:r>
              </a:p>
            </p:txBody>
          </p:sp>
          <p:sp>
            <p:nvSpPr>
              <p:cNvPr id="25" name="Hexagon 24">
                <a:extLst>
                  <a:ext uri="{FF2B5EF4-FFF2-40B4-BE49-F238E27FC236}">
                    <a16:creationId xmlns:a16="http://schemas.microsoft.com/office/drawing/2014/main" id="{4E21615A-DCD1-5D58-E215-3DEE40BA11C9}"/>
                  </a:ext>
                </a:extLst>
              </p:cNvPr>
              <p:cNvSpPr>
                <a:spLocks noChangeAspect="1"/>
              </p:cNvSpPr>
              <p:nvPr/>
            </p:nvSpPr>
            <p:spPr>
              <a:xfrm>
                <a:off x="7391042" y="2614659"/>
                <a:ext cx="979197" cy="856800"/>
              </a:xfrm>
              <a:prstGeom prst="hexagon">
                <a:avLst/>
              </a:prstGeom>
              <a:solidFill>
                <a:schemeClr val="accent2">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Agree plan</a:t>
                </a:r>
              </a:p>
            </p:txBody>
          </p:sp>
        </p:grpSp>
        <p:grpSp>
          <p:nvGrpSpPr>
            <p:cNvPr id="16" name="Group 15">
              <a:extLst>
                <a:ext uri="{FF2B5EF4-FFF2-40B4-BE49-F238E27FC236}">
                  <a16:creationId xmlns:a16="http://schemas.microsoft.com/office/drawing/2014/main" id="{BFA7226A-EF8F-D763-989D-0A9808EEFEEA}"/>
                </a:ext>
              </a:extLst>
            </p:cNvPr>
            <p:cNvGrpSpPr/>
            <p:nvPr/>
          </p:nvGrpSpPr>
          <p:grpSpPr>
            <a:xfrm>
              <a:off x="9199749" y="2974185"/>
              <a:ext cx="2596251" cy="1753521"/>
              <a:chOff x="6578630" y="1717169"/>
              <a:chExt cx="2596251" cy="1753521"/>
            </a:xfrm>
          </p:grpSpPr>
          <p:sp>
            <p:nvSpPr>
              <p:cNvPr id="18" name="Hexagon 17">
                <a:extLst>
                  <a:ext uri="{FF2B5EF4-FFF2-40B4-BE49-F238E27FC236}">
                    <a16:creationId xmlns:a16="http://schemas.microsoft.com/office/drawing/2014/main" id="{AAA0D91B-7AE5-A195-A8E0-CF6640A8236C}"/>
                  </a:ext>
                </a:extLst>
              </p:cNvPr>
              <p:cNvSpPr>
                <a:spLocks noChangeAspect="1"/>
              </p:cNvSpPr>
              <p:nvPr/>
            </p:nvSpPr>
            <p:spPr>
              <a:xfrm>
                <a:off x="6578630" y="2161921"/>
                <a:ext cx="977099" cy="854964"/>
              </a:xfrm>
              <a:prstGeom prst="hexagon">
                <a:avLst/>
              </a:prstGeom>
              <a:solidFill>
                <a:schemeClr val="accent2">
                  <a:lumMod val="20000"/>
                  <a:lumOff val="80000"/>
                </a:schemeClr>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Review business aspects</a:t>
                </a:r>
              </a:p>
            </p:txBody>
          </p:sp>
          <p:sp>
            <p:nvSpPr>
              <p:cNvPr id="19" name="Hexagon 18">
                <a:extLst>
                  <a:ext uri="{FF2B5EF4-FFF2-40B4-BE49-F238E27FC236}">
                    <a16:creationId xmlns:a16="http://schemas.microsoft.com/office/drawing/2014/main" id="{DF97DF0D-5D88-AFD3-D26F-747462D4EF19}"/>
                  </a:ext>
                </a:extLst>
              </p:cNvPr>
              <p:cNvSpPr>
                <a:spLocks noChangeAspect="1"/>
              </p:cNvSpPr>
              <p:nvPr/>
            </p:nvSpPr>
            <p:spPr>
              <a:xfrm>
                <a:off x="8197782" y="2161921"/>
                <a:ext cx="977099" cy="854964"/>
              </a:xfrm>
              <a:prstGeom prst="hexagon">
                <a:avLst/>
              </a:prstGeom>
              <a:solidFill>
                <a:schemeClr val="accent2">
                  <a:lumMod val="20000"/>
                  <a:lumOff val="80000"/>
                </a:schemeClr>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Train users</a:t>
                </a:r>
              </a:p>
            </p:txBody>
          </p:sp>
          <p:sp>
            <p:nvSpPr>
              <p:cNvPr id="20" name="Hexagon 19">
                <a:extLst>
                  <a:ext uri="{FF2B5EF4-FFF2-40B4-BE49-F238E27FC236}">
                    <a16:creationId xmlns:a16="http://schemas.microsoft.com/office/drawing/2014/main" id="{E2765F65-307A-C753-33AE-EB88A301A589}"/>
                  </a:ext>
                </a:extLst>
              </p:cNvPr>
              <p:cNvSpPr>
                <a:spLocks noChangeAspect="1"/>
              </p:cNvSpPr>
              <p:nvPr/>
            </p:nvSpPr>
            <p:spPr>
              <a:xfrm>
                <a:off x="7387468" y="1717169"/>
                <a:ext cx="977099" cy="854964"/>
              </a:xfrm>
              <a:prstGeom prst="hexagon">
                <a:avLst/>
              </a:prstGeom>
              <a:solidFill>
                <a:schemeClr val="accent2">
                  <a:lumMod val="20000"/>
                  <a:lumOff val="80000"/>
                </a:schemeClr>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Implement</a:t>
                </a:r>
              </a:p>
            </p:txBody>
          </p:sp>
          <p:sp>
            <p:nvSpPr>
              <p:cNvPr id="21" name="Hexagon 20">
                <a:extLst>
                  <a:ext uri="{FF2B5EF4-FFF2-40B4-BE49-F238E27FC236}">
                    <a16:creationId xmlns:a16="http://schemas.microsoft.com/office/drawing/2014/main" id="{5BB4E0E5-D966-D5A8-6521-3B070D80784D}"/>
                  </a:ext>
                </a:extLst>
              </p:cNvPr>
              <p:cNvSpPr>
                <a:spLocks noChangeAspect="1"/>
              </p:cNvSpPr>
              <p:nvPr/>
            </p:nvSpPr>
            <p:spPr>
              <a:xfrm>
                <a:off x="7387468" y="2615726"/>
                <a:ext cx="977099" cy="854964"/>
              </a:xfrm>
              <a:prstGeom prst="hexagon">
                <a:avLst/>
              </a:prstGeom>
              <a:solidFill>
                <a:schemeClr val="accent2">
                  <a:lumMod val="20000"/>
                  <a:lumOff val="80000"/>
                </a:schemeClr>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User approval &amp; guidelines</a:t>
                </a:r>
              </a:p>
            </p:txBody>
          </p:sp>
        </p:grpSp>
        <p:sp>
          <p:nvSpPr>
            <p:cNvPr id="17" name="Isosceles Triangle 16">
              <a:extLst>
                <a:ext uri="{FF2B5EF4-FFF2-40B4-BE49-F238E27FC236}">
                  <a16:creationId xmlns:a16="http://schemas.microsoft.com/office/drawing/2014/main" id="{2C3FDFF7-1993-AC1C-C4A0-D7991469C387}"/>
                </a:ext>
              </a:extLst>
            </p:cNvPr>
            <p:cNvSpPr/>
            <p:nvPr/>
          </p:nvSpPr>
          <p:spPr>
            <a:xfrm>
              <a:off x="8280873" y="1441909"/>
              <a:ext cx="1513854" cy="1305047"/>
            </a:xfrm>
            <a:prstGeom prst="triangl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b" anchorCtr="0"/>
            <a:lstStyle/>
            <a:p>
              <a:pPr algn="ctr"/>
              <a:r>
                <a:rPr lang="en-GB" sz="1100" dirty="0">
                  <a:solidFill>
                    <a:schemeClr val="tx1"/>
                  </a:solidFill>
                </a:rPr>
                <a:t>Feasibility Study &amp; business study</a:t>
              </a:r>
            </a:p>
          </p:txBody>
        </p:sp>
      </p:grpSp>
    </p:spTree>
    <p:extLst>
      <p:ext uri="{BB962C8B-B14F-4D97-AF65-F5344CB8AC3E}">
        <p14:creationId xmlns:p14="http://schemas.microsoft.com/office/powerpoint/2010/main" val="14632330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B8DC33-D064-3C57-DA09-08C35B191F48}"/>
              </a:ext>
            </a:extLst>
          </p:cNvPr>
          <p:cNvSpPr>
            <a:spLocks noGrp="1"/>
          </p:cNvSpPr>
          <p:nvPr>
            <p:ph idx="1"/>
          </p:nvPr>
        </p:nvSpPr>
        <p:spPr/>
        <p:txBody>
          <a:bodyPr>
            <a:normAutofit/>
          </a:bodyPr>
          <a:lstStyle/>
          <a:p>
            <a:r>
              <a:rPr lang="en-GB" dirty="0"/>
              <a:t>Consider DSDM</a:t>
            </a:r>
          </a:p>
          <a:p>
            <a:endParaRPr lang="en-GB" dirty="0"/>
          </a:p>
          <a:p>
            <a:r>
              <a:rPr lang="en-GB" dirty="0"/>
              <a:t>Have you ever used it?</a:t>
            </a:r>
          </a:p>
          <a:p>
            <a:endParaRPr lang="en-GB" dirty="0"/>
          </a:p>
          <a:p>
            <a:r>
              <a:rPr lang="en-GB" dirty="0"/>
              <a:t>Write a short summary of it</a:t>
            </a:r>
          </a:p>
          <a:p>
            <a:endParaRPr lang="en-GB" dirty="0"/>
          </a:p>
          <a:p>
            <a:r>
              <a:rPr lang="en-GB" dirty="0"/>
              <a:t>What pitfalls may exist in this approach?</a:t>
            </a:r>
          </a:p>
          <a:p>
            <a:endParaRPr lang="en-GB" dirty="0"/>
          </a:p>
          <a:p>
            <a:r>
              <a:rPr lang="en-GB" dirty="0"/>
              <a:t>Can you think of any situations where this methodology may be used?</a:t>
            </a:r>
          </a:p>
          <a:p>
            <a:endParaRPr lang="en-GB" dirty="0"/>
          </a:p>
          <a:p>
            <a:r>
              <a:rPr lang="en-GB" dirty="0"/>
              <a:t>What advantages and disadvantages of this approach can you think of?</a:t>
            </a:r>
          </a:p>
        </p:txBody>
      </p:sp>
      <p:sp>
        <p:nvSpPr>
          <p:cNvPr id="2" name="Title 1">
            <a:extLst>
              <a:ext uri="{FF2B5EF4-FFF2-40B4-BE49-F238E27FC236}">
                <a16:creationId xmlns:a16="http://schemas.microsoft.com/office/drawing/2014/main" id="{205C68A4-C795-7D89-3CED-CC9DAB44E70A}"/>
              </a:ext>
            </a:extLst>
          </p:cNvPr>
          <p:cNvSpPr>
            <a:spLocks noGrp="1"/>
          </p:cNvSpPr>
          <p:nvPr>
            <p:ph type="title"/>
          </p:nvPr>
        </p:nvSpPr>
        <p:spPr/>
        <p:txBody>
          <a:bodyPr/>
          <a:lstStyle/>
          <a:p>
            <a:r>
              <a:rPr lang="en-GB" dirty="0"/>
              <a:t>DSDM</a:t>
            </a:r>
          </a:p>
        </p:txBody>
      </p:sp>
      <p:sp>
        <p:nvSpPr>
          <p:cNvPr id="6" name="Text Placeholder 5">
            <a:extLst>
              <a:ext uri="{FF2B5EF4-FFF2-40B4-BE49-F238E27FC236}">
                <a16:creationId xmlns:a16="http://schemas.microsoft.com/office/drawing/2014/main" id="{A2E4B631-80D7-0BA3-53F4-114EF434B406}"/>
              </a:ext>
            </a:extLst>
          </p:cNvPr>
          <p:cNvSpPr>
            <a:spLocks noGrp="1"/>
          </p:cNvSpPr>
          <p:nvPr>
            <p:ph type="body" sz="quarter" idx="10"/>
          </p:nvPr>
        </p:nvSpPr>
        <p:spPr/>
        <p:txBody>
          <a:bodyPr/>
          <a:lstStyle/>
          <a:p>
            <a:r>
              <a:rPr lang="en-GB" dirty="0"/>
              <a:t>K1, K5, S11, B9</a:t>
            </a:r>
          </a:p>
        </p:txBody>
      </p:sp>
      <p:sp>
        <p:nvSpPr>
          <p:cNvPr id="7" name="Text Placeholder 6">
            <a:extLst>
              <a:ext uri="{FF2B5EF4-FFF2-40B4-BE49-F238E27FC236}">
                <a16:creationId xmlns:a16="http://schemas.microsoft.com/office/drawing/2014/main" id="{DC2CA297-3956-CD84-4575-48C3BC644C8B}"/>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32006150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8939CA8-2F7C-6656-7EB1-86F9950A123C}"/>
              </a:ext>
            </a:extLst>
          </p:cNvPr>
          <p:cNvSpPr>
            <a:spLocks noGrp="1"/>
          </p:cNvSpPr>
          <p:nvPr>
            <p:ph type="body" idx="1"/>
          </p:nvPr>
        </p:nvSpPr>
        <p:spPr/>
        <p:txBody>
          <a:bodyPr/>
          <a:lstStyle/>
          <a:p>
            <a:r>
              <a:rPr lang="en-GB" dirty="0"/>
              <a:t>Advantages</a:t>
            </a:r>
          </a:p>
        </p:txBody>
      </p:sp>
      <p:sp>
        <p:nvSpPr>
          <p:cNvPr id="4" name="Content Placeholder 3">
            <a:extLst>
              <a:ext uri="{FF2B5EF4-FFF2-40B4-BE49-F238E27FC236}">
                <a16:creationId xmlns:a16="http://schemas.microsoft.com/office/drawing/2014/main" id="{74E94A2C-5FBF-1041-D960-0DA1937315F9}"/>
              </a:ext>
            </a:extLst>
          </p:cNvPr>
          <p:cNvSpPr>
            <a:spLocks noGrp="1"/>
          </p:cNvSpPr>
          <p:nvPr>
            <p:ph sz="half" idx="2"/>
          </p:nvPr>
        </p:nvSpPr>
        <p:spPr/>
        <p:txBody>
          <a:bodyPr>
            <a:normAutofit fontScale="92500" lnSpcReduction="10000"/>
          </a:bodyPr>
          <a:lstStyle/>
          <a:p>
            <a:r>
              <a:rPr lang="en-GB" dirty="0"/>
              <a:t>The first stages do not involve any in-depth knowledge of software development</a:t>
            </a:r>
          </a:p>
          <a:p>
            <a:r>
              <a:rPr lang="en-GB" dirty="0"/>
              <a:t>Provides product owners and software developers with strategic information that will be essential during the development, marketing and support stages</a:t>
            </a:r>
          </a:p>
          <a:p>
            <a:r>
              <a:rPr lang="en-GB" dirty="0"/>
              <a:t>Cost-efficient</a:t>
            </a:r>
          </a:p>
          <a:p>
            <a:pPr lvl="1"/>
            <a:r>
              <a:rPr lang="en-GB" dirty="0"/>
              <a:t>Research and analysis isn’t as expensive as development</a:t>
            </a:r>
          </a:p>
          <a:p>
            <a:r>
              <a:rPr lang="en-GB" dirty="0"/>
              <a:t>Time-efficient</a:t>
            </a:r>
          </a:p>
          <a:p>
            <a:pPr lvl="1"/>
            <a:r>
              <a:rPr lang="en-GB" dirty="0"/>
              <a:t>Product Owners can eliminate some concepts early on and avoid wasting time and resources on those concepts</a:t>
            </a:r>
          </a:p>
        </p:txBody>
      </p:sp>
      <p:sp>
        <p:nvSpPr>
          <p:cNvPr id="5" name="Text Placeholder 4">
            <a:extLst>
              <a:ext uri="{FF2B5EF4-FFF2-40B4-BE49-F238E27FC236}">
                <a16:creationId xmlns:a16="http://schemas.microsoft.com/office/drawing/2014/main" id="{07D31724-5ED0-126C-B55B-A84E2267FEEA}"/>
              </a:ext>
            </a:extLst>
          </p:cNvPr>
          <p:cNvSpPr>
            <a:spLocks noGrp="1"/>
          </p:cNvSpPr>
          <p:nvPr>
            <p:ph type="body" sz="quarter" idx="3"/>
          </p:nvPr>
        </p:nvSpPr>
        <p:spPr/>
        <p:txBody>
          <a:bodyPr/>
          <a:lstStyle/>
          <a:p>
            <a:r>
              <a:rPr lang="en-GB" dirty="0"/>
              <a:t>Disadvantages</a:t>
            </a:r>
          </a:p>
        </p:txBody>
      </p:sp>
      <p:sp>
        <p:nvSpPr>
          <p:cNvPr id="6" name="Content Placeholder 5">
            <a:extLst>
              <a:ext uri="{FF2B5EF4-FFF2-40B4-BE49-F238E27FC236}">
                <a16:creationId xmlns:a16="http://schemas.microsoft.com/office/drawing/2014/main" id="{4D98EDC6-8E9D-E234-620E-E498507B21E1}"/>
              </a:ext>
            </a:extLst>
          </p:cNvPr>
          <p:cNvSpPr>
            <a:spLocks noGrp="1"/>
          </p:cNvSpPr>
          <p:nvPr>
            <p:ph sz="quarter" idx="4"/>
          </p:nvPr>
        </p:nvSpPr>
        <p:spPr/>
        <p:txBody>
          <a:bodyPr>
            <a:normAutofit/>
          </a:bodyPr>
          <a:lstStyle/>
          <a:p>
            <a:r>
              <a:rPr lang="en-GB" dirty="0"/>
              <a:t>Time-consuming initial stages</a:t>
            </a:r>
          </a:p>
          <a:p>
            <a:pPr lvl="1"/>
            <a:r>
              <a:rPr lang="en-GB" dirty="0"/>
              <a:t>The first research stage takes a lot of time</a:t>
            </a:r>
          </a:p>
          <a:p>
            <a:r>
              <a:rPr lang="en-GB" dirty="0"/>
              <a:t>Documentation</a:t>
            </a:r>
          </a:p>
          <a:p>
            <a:pPr lvl="1"/>
            <a:r>
              <a:rPr lang="en-GB" dirty="0"/>
              <a:t>Product owners will need to be presented with multiple reports and research documents</a:t>
            </a:r>
          </a:p>
          <a:p>
            <a:r>
              <a:rPr lang="en-GB" dirty="0"/>
              <a:t>Difficult to manage</a:t>
            </a:r>
          </a:p>
          <a:p>
            <a:pPr lvl="1"/>
            <a:r>
              <a:rPr lang="en-GB" dirty="0"/>
              <a:t>Development teams need to know how to analyse concepts and be efficient at performing such analytical activities</a:t>
            </a:r>
          </a:p>
        </p:txBody>
      </p:sp>
      <p:sp>
        <p:nvSpPr>
          <p:cNvPr id="2" name="Title 1">
            <a:extLst>
              <a:ext uri="{FF2B5EF4-FFF2-40B4-BE49-F238E27FC236}">
                <a16:creationId xmlns:a16="http://schemas.microsoft.com/office/drawing/2014/main" id="{D8BFB2D2-6A68-0A01-F7A4-1A36649FF543}"/>
              </a:ext>
            </a:extLst>
          </p:cNvPr>
          <p:cNvSpPr>
            <a:spLocks noGrp="1"/>
          </p:cNvSpPr>
          <p:nvPr>
            <p:ph type="title"/>
          </p:nvPr>
        </p:nvSpPr>
        <p:spPr/>
        <p:txBody>
          <a:bodyPr/>
          <a:lstStyle/>
          <a:p>
            <a:r>
              <a:rPr lang="en-GB" dirty="0"/>
              <a:t>DSDM</a:t>
            </a:r>
          </a:p>
        </p:txBody>
      </p:sp>
      <p:sp>
        <p:nvSpPr>
          <p:cNvPr id="7" name="Text Placeholder 6">
            <a:extLst>
              <a:ext uri="{FF2B5EF4-FFF2-40B4-BE49-F238E27FC236}">
                <a16:creationId xmlns:a16="http://schemas.microsoft.com/office/drawing/2014/main" id="{6CEBE176-9C0A-2B50-B323-7AD3E29A6BC7}"/>
              </a:ext>
            </a:extLst>
          </p:cNvPr>
          <p:cNvSpPr>
            <a:spLocks noGrp="1"/>
          </p:cNvSpPr>
          <p:nvPr>
            <p:ph type="body" sz="quarter" idx="10"/>
          </p:nvPr>
        </p:nvSpPr>
        <p:spPr/>
        <p:txBody>
          <a:bodyPr/>
          <a:lstStyle/>
          <a:p>
            <a:r>
              <a:rPr lang="en-GB" dirty="0"/>
              <a:t>K1, K5</a:t>
            </a:r>
          </a:p>
        </p:txBody>
      </p:sp>
      <p:sp>
        <p:nvSpPr>
          <p:cNvPr id="8" name="Text Placeholder 7">
            <a:extLst>
              <a:ext uri="{FF2B5EF4-FFF2-40B4-BE49-F238E27FC236}">
                <a16:creationId xmlns:a16="http://schemas.microsoft.com/office/drawing/2014/main" id="{C65AF514-A1C5-26A9-C1EF-C9A219547370}"/>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453298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A5E54-598F-8B50-9A26-90794EE8885B}"/>
              </a:ext>
            </a:extLst>
          </p:cNvPr>
          <p:cNvSpPr>
            <a:spLocks noGrp="1"/>
          </p:cNvSpPr>
          <p:nvPr>
            <p:ph type="ctrTitle"/>
          </p:nvPr>
        </p:nvSpPr>
        <p:spPr/>
        <p:txBody>
          <a:bodyPr/>
          <a:lstStyle/>
          <a:p>
            <a:r>
              <a:rPr lang="en-GB" dirty="0"/>
              <a:t>XP</a:t>
            </a:r>
          </a:p>
        </p:txBody>
      </p:sp>
      <p:sp>
        <p:nvSpPr>
          <p:cNvPr id="4" name="Subtitle 3">
            <a:extLst>
              <a:ext uri="{FF2B5EF4-FFF2-40B4-BE49-F238E27FC236}">
                <a16:creationId xmlns:a16="http://schemas.microsoft.com/office/drawing/2014/main" id="{C7EFD263-C787-B3C3-6F41-61805D55CDBE}"/>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42267753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5AC633D-FBF2-C0E7-18F0-13B24A620395}"/>
              </a:ext>
            </a:extLst>
          </p:cNvPr>
          <p:cNvSpPr>
            <a:spLocks noGrp="1"/>
          </p:cNvSpPr>
          <p:nvPr>
            <p:ph idx="1"/>
          </p:nvPr>
        </p:nvSpPr>
        <p:spPr>
          <a:xfrm>
            <a:off x="142128" y="1679521"/>
            <a:ext cx="11907740" cy="2236238"/>
          </a:xfrm>
        </p:spPr>
        <p:txBody>
          <a:bodyPr>
            <a:normAutofit fontScale="85000" lnSpcReduction="20000"/>
          </a:bodyPr>
          <a:lstStyle/>
          <a:p>
            <a:r>
              <a:rPr lang="en-GB" dirty="0"/>
              <a:t>Extreme Programming (XP) is a test-driven software methodology</a:t>
            </a:r>
          </a:p>
          <a:p>
            <a:endParaRPr lang="en-GB" dirty="0"/>
          </a:p>
          <a:p>
            <a:r>
              <a:rPr lang="en-GB" dirty="0"/>
              <a:t>If the team hasn’t ran all the tests of the system modules then the code isn’t perfect</a:t>
            </a:r>
          </a:p>
          <a:p>
            <a:endParaRPr lang="en-GB" dirty="0"/>
          </a:p>
          <a:p>
            <a:r>
              <a:rPr lang="en-GB" dirty="0"/>
              <a:t>Every piece of code is tested as it is developed and so the system relies heavily on unit testing</a:t>
            </a:r>
          </a:p>
          <a:p>
            <a:endParaRPr lang="en-GB" dirty="0"/>
          </a:p>
          <a:p>
            <a:r>
              <a:rPr lang="en-GB" dirty="0"/>
              <a:t>Automated testing is also used heavily as thousands of tests need to be ran on a daily basis</a:t>
            </a:r>
          </a:p>
        </p:txBody>
      </p:sp>
      <p:sp>
        <p:nvSpPr>
          <p:cNvPr id="2" name="Title 1">
            <a:extLst>
              <a:ext uri="{FF2B5EF4-FFF2-40B4-BE49-F238E27FC236}">
                <a16:creationId xmlns:a16="http://schemas.microsoft.com/office/drawing/2014/main" id="{30CBFBDB-72FB-4C2D-9007-B679B551919E}"/>
              </a:ext>
            </a:extLst>
          </p:cNvPr>
          <p:cNvSpPr>
            <a:spLocks noGrp="1"/>
          </p:cNvSpPr>
          <p:nvPr>
            <p:ph type="title"/>
          </p:nvPr>
        </p:nvSpPr>
        <p:spPr/>
        <p:txBody>
          <a:bodyPr/>
          <a:lstStyle/>
          <a:p>
            <a:r>
              <a:rPr lang="en-GB" dirty="0"/>
              <a:t>XP</a:t>
            </a:r>
          </a:p>
        </p:txBody>
      </p:sp>
      <p:sp>
        <p:nvSpPr>
          <p:cNvPr id="3" name="Text Placeholder 2">
            <a:extLst>
              <a:ext uri="{FF2B5EF4-FFF2-40B4-BE49-F238E27FC236}">
                <a16:creationId xmlns:a16="http://schemas.microsoft.com/office/drawing/2014/main" id="{F9F9B760-DFE8-8380-7C82-0E873259E4DE}"/>
              </a:ext>
            </a:extLst>
          </p:cNvPr>
          <p:cNvSpPr>
            <a:spLocks noGrp="1"/>
          </p:cNvSpPr>
          <p:nvPr>
            <p:ph type="body" sz="quarter" idx="10"/>
          </p:nvPr>
        </p:nvSpPr>
        <p:spPr/>
        <p:txBody>
          <a:bodyPr/>
          <a:lstStyle/>
          <a:p>
            <a:r>
              <a:rPr lang="en-GB" dirty="0"/>
              <a:t>K1, K5</a:t>
            </a:r>
          </a:p>
        </p:txBody>
      </p:sp>
      <p:sp>
        <p:nvSpPr>
          <p:cNvPr id="4" name="Text Placeholder 3">
            <a:extLst>
              <a:ext uri="{FF2B5EF4-FFF2-40B4-BE49-F238E27FC236}">
                <a16:creationId xmlns:a16="http://schemas.microsoft.com/office/drawing/2014/main" id="{22F8D2D7-CAB3-8277-4975-513B98DDDA75}"/>
              </a:ext>
            </a:extLst>
          </p:cNvPr>
          <p:cNvSpPr>
            <a:spLocks noGrp="1"/>
          </p:cNvSpPr>
          <p:nvPr>
            <p:ph type="body" sz="quarter" idx="11"/>
          </p:nvPr>
        </p:nvSpPr>
        <p:spPr/>
        <p:txBody>
          <a:bodyPr/>
          <a:lstStyle/>
          <a:p>
            <a:endParaRPr lang="en-GB"/>
          </a:p>
        </p:txBody>
      </p:sp>
      <p:grpSp>
        <p:nvGrpSpPr>
          <p:cNvPr id="93" name="Group 92">
            <a:extLst>
              <a:ext uri="{FF2B5EF4-FFF2-40B4-BE49-F238E27FC236}">
                <a16:creationId xmlns:a16="http://schemas.microsoft.com/office/drawing/2014/main" id="{0041BBF9-2DAB-7EF8-5FA2-A1FB6B318B15}"/>
              </a:ext>
            </a:extLst>
          </p:cNvPr>
          <p:cNvGrpSpPr/>
          <p:nvPr/>
        </p:nvGrpSpPr>
        <p:grpSpPr>
          <a:xfrm>
            <a:off x="1573768" y="3915759"/>
            <a:ext cx="9044460" cy="2242274"/>
            <a:chOff x="1574043" y="4338844"/>
            <a:chExt cx="9044460" cy="2242274"/>
          </a:xfrm>
        </p:grpSpPr>
        <p:sp>
          <p:nvSpPr>
            <p:cNvPr id="6" name="Rectangle: Rounded Corners 5">
              <a:extLst>
                <a:ext uri="{FF2B5EF4-FFF2-40B4-BE49-F238E27FC236}">
                  <a16:creationId xmlns:a16="http://schemas.microsoft.com/office/drawing/2014/main" id="{C757403A-97BC-7849-B72C-5BC5D1DC5762}"/>
                </a:ext>
              </a:extLst>
            </p:cNvPr>
            <p:cNvSpPr/>
            <p:nvPr/>
          </p:nvSpPr>
          <p:spPr>
            <a:xfrm>
              <a:off x="1587528" y="4944763"/>
              <a:ext cx="1141938" cy="680771"/>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Stories</a:t>
              </a:r>
            </a:p>
          </p:txBody>
        </p:sp>
        <p:sp>
          <p:nvSpPr>
            <p:cNvPr id="7" name="Rectangle: Rounded Corners 6">
              <a:extLst>
                <a:ext uri="{FF2B5EF4-FFF2-40B4-BE49-F238E27FC236}">
                  <a16:creationId xmlns:a16="http://schemas.microsoft.com/office/drawing/2014/main" id="{283DECE2-683B-F09A-EE50-51F2A516D9AE}"/>
                </a:ext>
              </a:extLst>
            </p:cNvPr>
            <p:cNvSpPr/>
            <p:nvPr/>
          </p:nvSpPr>
          <p:spPr>
            <a:xfrm>
              <a:off x="3388332" y="4944763"/>
              <a:ext cx="1141938" cy="680771"/>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Stories</a:t>
              </a:r>
            </a:p>
          </p:txBody>
        </p:sp>
        <p:sp>
          <p:nvSpPr>
            <p:cNvPr id="9" name="Rectangle: Rounded Corners 8">
              <a:extLst>
                <a:ext uri="{FF2B5EF4-FFF2-40B4-BE49-F238E27FC236}">
                  <a16:creationId xmlns:a16="http://schemas.microsoft.com/office/drawing/2014/main" id="{F1ADC876-252E-E21E-9DF9-70D8FECAEEF4}"/>
                </a:ext>
              </a:extLst>
            </p:cNvPr>
            <p:cNvSpPr/>
            <p:nvPr/>
          </p:nvSpPr>
          <p:spPr>
            <a:xfrm>
              <a:off x="9462534" y="4944761"/>
              <a:ext cx="1141938" cy="680771"/>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Release</a:t>
              </a:r>
            </a:p>
          </p:txBody>
        </p:sp>
        <p:sp>
          <p:nvSpPr>
            <p:cNvPr id="51" name="TextBox 50">
              <a:extLst>
                <a:ext uri="{FF2B5EF4-FFF2-40B4-BE49-F238E27FC236}">
                  <a16:creationId xmlns:a16="http://schemas.microsoft.com/office/drawing/2014/main" id="{5FE21D90-BBDC-A12D-C12B-DB4A13F9446A}"/>
                </a:ext>
              </a:extLst>
            </p:cNvPr>
            <p:cNvSpPr txBox="1"/>
            <p:nvPr/>
          </p:nvSpPr>
          <p:spPr>
            <a:xfrm>
              <a:off x="7661732" y="5023475"/>
              <a:ext cx="1141937" cy="523220"/>
            </a:xfrm>
            <a:prstGeom prst="rect">
              <a:avLst/>
            </a:prstGeom>
            <a:noFill/>
          </p:spPr>
          <p:txBody>
            <a:bodyPr wrap="square" rtlCol="0">
              <a:spAutoFit/>
            </a:bodyPr>
            <a:lstStyle/>
            <a:p>
              <a:pPr algn="ctr"/>
              <a:r>
                <a:rPr lang="en-GB" sz="1400" dirty="0"/>
                <a:t>Acceptance Tests</a:t>
              </a:r>
            </a:p>
          </p:txBody>
        </p:sp>
        <p:cxnSp>
          <p:nvCxnSpPr>
            <p:cNvPr id="60" name="Straight Connector 59">
              <a:extLst>
                <a:ext uri="{FF2B5EF4-FFF2-40B4-BE49-F238E27FC236}">
                  <a16:creationId xmlns:a16="http://schemas.microsoft.com/office/drawing/2014/main" id="{66B23049-F5F6-9A8D-2B2B-2F95DE56C038}"/>
                </a:ext>
              </a:extLst>
            </p:cNvPr>
            <p:cNvCxnSpPr>
              <a:cxnSpLocks/>
            </p:cNvCxnSpPr>
            <p:nvPr/>
          </p:nvCxnSpPr>
          <p:spPr>
            <a:xfrm>
              <a:off x="3058899" y="4385268"/>
              <a:ext cx="0" cy="2018922"/>
            </a:xfrm>
            <a:prstGeom prst="line">
              <a:avLst/>
            </a:prstGeom>
            <a:ln w="25400" cap="rnd">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254D599-A6FB-7285-B15C-552A68FEACD7}"/>
                </a:ext>
              </a:extLst>
            </p:cNvPr>
            <p:cNvCxnSpPr>
              <a:cxnSpLocks/>
            </p:cNvCxnSpPr>
            <p:nvPr/>
          </p:nvCxnSpPr>
          <p:spPr>
            <a:xfrm>
              <a:off x="4859703" y="4414928"/>
              <a:ext cx="0" cy="2018922"/>
            </a:xfrm>
            <a:prstGeom prst="line">
              <a:avLst/>
            </a:prstGeom>
            <a:ln w="25400" cap="rnd">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3F41EA5-CCCB-C2E4-DE10-7429B35942C3}"/>
                </a:ext>
              </a:extLst>
            </p:cNvPr>
            <p:cNvCxnSpPr>
              <a:cxnSpLocks/>
            </p:cNvCxnSpPr>
            <p:nvPr/>
          </p:nvCxnSpPr>
          <p:spPr>
            <a:xfrm>
              <a:off x="9133102" y="4385268"/>
              <a:ext cx="0" cy="2018922"/>
            </a:xfrm>
            <a:prstGeom prst="line">
              <a:avLst/>
            </a:prstGeom>
            <a:ln w="25400" cap="rnd">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AF028F36-0CAC-E844-CC8C-D9C0FAF8A7FC}"/>
                </a:ext>
              </a:extLst>
            </p:cNvPr>
            <p:cNvSpPr txBox="1"/>
            <p:nvPr/>
          </p:nvSpPr>
          <p:spPr>
            <a:xfrm>
              <a:off x="1574043" y="4338845"/>
              <a:ext cx="1168910" cy="307777"/>
            </a:xfrm>
            <a:prstGeom prst="rect">
              <a:avLst/>
            </a:prstGeom>
            <a:noFill/>
          </p:spPr>
          <p:txBody>
            <a:bodyPr wrap="none" rtlCol="0">
              <a:spAutoFit/>
            </a:bodyPr>
            <a:lstStyle/>
            <a:p>
              <a:r>
                <a:rPr lang="en-GB" sz="1400" b="1" dirty="0"/>
                <a:t>Exploration</a:t>
              </a:r>
            </a:p>
          </p:txBody>
        </p:sp>
        <p:sp>
          <p:nvSpPr>
            <p:cNvPr id="69" name="TextBox 68">
              <a:extLst>
                <a:ext uri="{FF2B5EF4-FFF2-40B4-BE49-F238E27FC236}">
                  <a16:creationId xmlns:a16="http://schemas.microsoft.com/office/drawing/2014/main" id="{4D4D058B-9E5B-B001-7CDF-5CF06EDD7830}"/>
                </a:ext>
              </a:extLst>
            </p:cNvPr>
            <p:cNvSpPr txBox="1"/>
            <p:nvPr/>
          </p:nvSpPr>
          <p:spPr>
            <a:xfrm>
              <a:off x="3374845" y="4338844"/>
              <a:ext cx="1170000" cy="523220"/>
            </a:xfrm>
            <a:prstGeom prst="rect">
              <a:avLst/>
            </a:prstGeom>
            <a:noFill/>
          </p:spPr>
          <p:txBody>
            <a:bodyPr wrap="square" rtlCol="0">
              <a:spAutoFit/>
            </a:bodyPr>
            <a:lstStyle/>
            <a:p>
              <a:pPr algn="ctr"/>
              <a:r>
                <a:rPr lang="en-GB" sz="1400" b="1" dirty="0"/>
                <a:t>Iteration Planning</a:t>
              </a:r>
            </a:p>
          </p:txBody>
        </p:sp>
        <p:sp>
          <p:nvSpPr>
            <p:cNvPr id="70" name="TextBox 69">
              <a:extLst>
                <a:ext uri="{FF2B5EF4-FFF2-40B4-BE49-F238E27FC236}">
                  <a16:creationId xmlns:a16="http://schemas.microsoft.com/office/drawing/2014/main" id="{B7FB4871-4325-C16F-07EB-F5ACC40DD872}"/>
                </a:ext>
              </a:extLst>
            </p:cNvPr>
            <p:cNvSpPr txBox="1"/>
            <p:nvPr/>
          </p:nvSpPr>
          <p:spPr>
            <a:xfrm>
              <a:off x="5763640" y="4338844"/>
              <a:ext cx="1170000" cy="307777"/>
            </a:xfrm>
            <a:prstGeom prst="rect">
              <a:avLst/>
            </a:prstGeom>
            <a:noFill/>
          </p:spPr>
          <p:txBody>
            <a:bodyPr wrap="square" rtlCol="0">
              <a:spAutoFit/>
            </a:bodyPr>
            <a:lstStyle/>
            <a:p>
              <a:pPr algn="ctr"/>
              <a:r>
                <a:rPr lang="en-GB" sz="1400" b="1" dirty="0"/>
                <a:t>Iteration</a:t>
              </a:r>
            </a:p>
          </p:txBody>
        </p:sp>
        <p:sp>
          <p:nvSpPr>
            <p:cNvPr id="71" name="TextBox 70">
              <a:extLst>
                <a:ext uri="{FF2B5EF4-FFF2-40B4-BE49-F238E27FC236}">
                  <a16:creationId xmlns:a16="http://schemas.microsoft.com/office/drawing/2014/main" id="{16C5FA63-7622-9733-8A2A-52A0F34A01E7}"/>
                </a:ext>
              </a:extLst>
            </p:cNvPr>
            <p:cNvSpPr txBox="1"/>
            <p:nvPr/>
          </p:nvSpPr>
          <p:spPr>
            <a:xfrm>
              <a:off x="9448503" y="4338844"/>
              <a:ext cx="1170000" cy="523220"/>
            </a:xfrm>
            <a:prstGeom prst="rect">
              <a:avLst/>
            </a:prstGeom>
            <a:noFill/>
          </p:spPr>
          <p:txBody>
            <a:bodyPr wrap="square" rtlCol="0">
              <a:spAutoFit/>
            </a:bodyPr>
            <a:lstStyle/>
            <a:p>
              <a:pPr algn="ctr"/>
              <a:r>
                <a:rPr lang="en-GB" sz="1400" b="1" dirty="0"/>
                <a:t>Small Releases</a:t>
              </a:r>
            </a:p>
          </p:txBody>
        </p:sp>
        <p:grpSp>
          <p:nvGrpSpPr>
            <p:cNvPr id="91" name="Group 90">
              <a:extLst>
                <a:ext uri="{FF2B5EF4-FFF2-40B4-BE49-F238E27FC236}">
                  <a16:creationId xmlns:a16="http://schemas.microsoft.com/office/drawing/2014/main" id="{67FA8D34-AD60-12EC-0649-E5D625F07EDD}"/>
                </a:ext>
              </a:extLst>
            </p:cNvPr>
            <p:cNvGrpSpPr/>
            <p:nvPr/>
          </p:nvGrpSpPr>
          <p:grpSpPr>
            <a:xfrm>
              <a:off x="5189136" y="4385268"/>
              <a:ext cx="3614533" cy="2195850"/>
              <a:chOff x="5189136" y="4385268"/>
              <a:chExt cx="3614533" cy="2195850"/>
            </a:xfrm>
          </p:grpSpPr>
          <p:sp>
            <p:nvSpPr>
              <p:cNvPr id="73" name="Rectangle: Rounded Corners 72">
                <a:extLst>
                  <a:ext uri="{FF2B5EF4-FFF2-40B4-BE49-F238E27FC236}">
                    <a16:creationId xmlns:a16="http://schemas.microsoft.com/office/drawing/2014/main" id="{40432047-BA4B-81E9-DFD5-6FFE39A25663}"/>
                  </a:ext>
                </a:extLst>
              </p:cNvPr>
              <p:cNvSpPr/>
              <p:nvPr/>
            </p:nvSpPr>
            <p:spPr>
              <a:xfrm>
                <a:off x="6368069" y="6181554"/>
                <a:ext cx="1049587" cy="399564"/>
              </a:xfrm>
              <a:prstGeom prst="roundRect">
                <a:avLst/>
              </a:prstGeom>
              <a:solidFill>
                <a:schemeClr val="accent1">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Collective Codebase</a:t>
                </a:r>
              </a:p>
            </p:txBody>
          </p:sp>
          <p:sp>
            <p:nvSpPr>
              <p:cNvPr id="17" name="Oval 16">
                <a:extLst>
                  <a:ext uri="{FF2B5EF4-FFF2-40B4-BE49-F238E27FC236}">
                    <a16:creationId xmlns:a16="http://schemas.microsoft.com/office/drawing/2014/main" id="{02CB2305-27C2-5991-11E3-F77D94942467}"/>
                  </a:ext>
                </a:extLst>
              </p:cNvPr>
              <p:cNvSpPr/>
              <p:nvPr/>
            </p:nvSpPr>
            <p:spPr>
              <a:xfrm>
                <a:off x="5720146" y="5520460"/>
                <a:ext cx="144539" cy="1445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2E8084FC-A089-A66E-52A0-EC299E458B6C}"/>
                  </a:ext>
                </a:extLst>
              </p:cNvPr>
              <p:cNvSpPr/>
              <p:nvPr/>
            </p:nvSpPr>
            <p:spPr>
              <a:xfrm>
                <a:off x="6820593" y="5520460"/>
                <a:ext cx="144539" cy="1445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09D52CF0-E391-140A-D1F9-9AD7C848F39F}"/>
                  </a:ext>
                </a:extLst>
              </p:cNvPr>
              <p:cNvSpPr/>
              <p:nvPr/>
            </p:nvSpPr>
            <p:spPr>
              <a:xfrm>
                <a:off x="5189136" y="4944700"/>
                <a:ext cx="2293237" cy="680771"/>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GB" sz="1400" dirty="0">
                    <a:solidFill>
                      <a:schemeClr val="tx1"/>
                    </a:solidFill>
                  </a:rPr>
                  <a:t>Pair Programming</a:t>
                </a:r>
              </a:p>
            </p:txBody>
          </p:sp>
          <p:grpSp>
            <p:nvGrpSpPr>
              <p:cNvPr id="90" name="Group 89">
                <a:extLst>
                  <a:ext uri="{FF2B5EF4-FFF2-40B4-BE49-F238E27FC236}">
                    <a16:creationId xmlns:a16="http://schemas.microsoft.com/office/drawing/2014/main" id="{CC2020CE-BEFC-5F0B-4C76-49C6E1711E68}"/>
                  </a:ext>
                </a:extLst>
              </p:cNvPr>
              <p:cNvGrpSpPr/>
              <p:nvPr/>
            </p:nvGrpSpPr>
            <p:grpSpPr>
              <a:xfrm>
                <a:off x="5267623" y="5255080"/>
                <a:ext cx="2150033" cy="316810"/>
                <a:chOff x="5267623" y="5255080"/>
                <a:chExt cx="2150033" cy="316810"/>
              </a:xfrm>
            </p:grpSpPr>
            <p:sp>
              <p:nvSpPr>
                <p:cNvPr id="10" name="Rectangle: Rounded Corners 9">
                  <a:extLst>
                    <a:ext uri="{FF2B5EF4-FFF2-40B4-BE49-F238E27FC236}">
                      <a16:creationId xmlns:a16="http://schemas.microsoft.com/office/drawing/2014/main" id="{9E5ACBF3-3261-6AA1-E4B2-E641D2E4F010}"/>
                    </a:ext>
                  </a:extLst>
                </p:cNvPr>
                <p:cNvSpPr/>
                <p:nvPr/>
              </p:nvSpPr>
              <p:spPr>
                <a:xfrm>
                  <a:off x="5267623" y="5255080"/>
                  <a:ext cx="1049587" cy="316810"/>
                </a:xfrm>
                <a:prstGeom prst="roundRect">
                  <a:avLst/>
                </a:prstGeom>
                <a:solidFill>
                  <a:schemeClr val="accent1">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Development</a:t>
                  </a:r>
                </a:p>
              </p:txBody>
            </p:sp>
            <p:sp>
              <p:nvSpPr>
                <p:cNvPr id="11" name="Rectangle: Rounded Corners 10">
                  <a:extLst>
                    <a:ext uri="{FF2B5EF4-FFF2-40B4-BE49-F238E27FC236}">
                      <a16:creationId xmlns:a16="http://schemas.microsoft.com/office/drawing/2014/main" id="{0B4A60F1-17AC-36E3-3AED-BEDFF1482740}"/>
                    </a:ext>
                  </a:extLst>
                </p:cNvPr>
                <p:cNvSpPr/>
                <p:nvPr/>
              </p:nvSpPr>
              <p:spPr>
                <a:xfrm>
                  <a:off x="6368069" y="5255080"/>
                  <a:ext cx="1049587" cy="316810"/>
                </a:xfrm>
                <a:prstGeom prst="roundRect">
                  <a:avLst/>
                </a:prstGeom>
                <a:solidFill>
                  <a:schemeClr val="accent1">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Build</a:t>
                  </a:r>
                </a:p>
              </p:txBody>
            </p:sp>
          </p:grpSp>
          <p:sp>
            <p:nvSpPr>
              <p:cNvPr id="15" name="Rectangle: Rounded Corners 14">
                <a:extLst>
                  <a:ext uri="{FF2B5EF4-FFF2-40B4-BE49-F238E27FC236}">
                    <a16:creationId xmlns:a16="http://schemas.microsoft.com/office/drawing/2014/main" id="{360E24B8-18E9-8B53-0DE8-BD42910BCF54}"/>
                  </a:ext>
                </a:extLst>
              </p:cNvPr>
              <p:cNvSpPr/>
              <p:nvPr/>
            </p:nvSpPr>
            <p:spPr>
              <a:xfrm>
                <a:off x="5267623" y="6222931"/>
                <a:ext cx="1049587" cy="316810"/>
              </a:xfrm>
              <a:prstGeom prst="roundRect">
                <a:avLst/>
              </a:prstGeom>
              <a:solidFill>
                <a:schemeClr val="accent1">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Test</a:t>
                </a:r>
              </a:p>
            </p:txBody>
          </p:sp>
          <p:cxnSp>
            <p:nvCxnSpPr>
              <p:cNvPr id="23" name="Straight Arrow Connector 22">
                <a:extLst>
                  <a:ext uri="{FF2B5EF4-FFF2-40B4-BE49-F238E27FC236}">
                    <a16:creationId xmlns:a16="http://schemas.microsoft.com/office/drawing/2014/main" id="{FD53E37B-1EFB-6170-CF6B-72D8E111AECA}"/>
                  </a:ext>
                </a:extLst>
              </p:cNvPr>
              <p:cNvCxnSpPr>
                <a:cxnSpLocks/>
                <a:stCxn id="18" idx="4"/>
                <a:endCxn id="85" idx="0"/>
              </p:cNvCxnSpPr>
              <p:nvPr/>
            </p:nvCxnSpPr>
            <p:spPr>
              <a:xfrm flipH="1">
                <a:off x="6892862" y="5664999"/>
                <a:ext cx="1" cy="153875"/>
              </a:xfrm>
              <a:prstGeom prst="straightConnector1">
                <a:avLst/>
              </a:prstGeom>
              <a:ln w="25400" cap="rnd">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07C278F-4682-C2AF-3FFD-38D24DD0687F}"/>
                  </a:ext>
                </a:extLst>
              </p:cNvPr>
              <p:cNvCxnSpPr>
                <a:cxnSpLocks/>
                <a:stCxn id="85" idx="2"/>
                <a:endCxn id="73" idx="0"/>
              </p:cNvCxnSpPr>
              <p:nvPr/>
            </p:nvCxnSpPr>
            <p:spPr>
              <a:xfrm>
                <a:off x="6892862" y="5988151"/>
                <a:ext cx="1" cy="193403"/>
              </a:xfrm>
              <a:prstGeom prst="straightConnector1">
                <a:avLst/>
              </a:prstGeom>
              <a:ln w="25400" cap="rnd">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0A1AF05-F4E2-41D1-B9CE-258583BF0362}"/>
                  </a:ext>
                </a:extLst>
              </p:cNvPr>
              <p:cNvCxnSpPr>
                <a:cxnSpLocks/>
                <a:stCxn id="15" idx="0"/>
                <a:endCxn id="17" idx="4"/>
              </p:cNvCxnSpPr>
              <p:nvPr/>
            </p:nvCxnSpPr>
            <p:spPr>
              <a:xfrm flipH="1" flipV="1">
                <a:off x="5792416" y="5664999"/>
                <a:ext cx="1" cy="557932"/>
              </a:xfrm>
              <a:prstGeom prst="straightConnector1">
                <a:avLst/>
              </a:prstGeom>
              <a:ln w="25400" cap="rnd">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7" name="Connector: Curved 36">
                <a:extLst>
                  <a:ext uri="{FF2B5EF4-FFF2-40B4-BE49-F238E27FC236}">
                    <a16:creationId xmlns:a16="http://schemas.microsoft.com/office/drawing/2014/main" id="{A4BA5EC1-6D33-F0ED-C280-6A3FE3074357}"/>
                  </a:ext>
                </a:extLst>
              </p:cNvPr>
              <p:cNvCxnSpPr>
                <a:cxnSpLocks/>
                <a:stCxn id="73" idx="2"/>
                <a:endCxn id="15" idx="2"/>
              </p:cNvCxnSpPr>
              <p:nvPr/>
            </p:nvCxnSpPr>
            <p:spPr>
              <a:xfrm rot="5400000" flipH="1">
                <a:off x="6321951" y="6010207"/>
                <a:ext cx="41377" cy="1100446"/>
              </a:xfrm>
              <a:prstGeom prst="curvedConnector3">
                <a:avLst>
                  <a:gd name="adj1" fmla="val -322280"/>
                </a:avLst>
              </a:prstGeom>
              <a:ln w="25400" cap="rnd">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71A64FC1-99C6-81A3-EC1C-D4663A2A6B5F}"/>
                  </a:ext>
                </a:extLst>
              </p:cNvPr>
              <p:cNvCxnSpPr>
                <a:cxnSpLocks/>
                <a:stCxn id="8" idx="3"/>
                <a:endCxn id="51" idx="1"/>
              </p:cNvCxnSpPr>
              <p:nvPr/>
            </p:nvCxnSpPr>
            <p:spPr>
              <a:xfrm flipV="1">
                <a:off x="7482373" y="5285085"/>
                <a:ext cx="179359" cy="1"/>
              </a:xfrm>
              <a:prstGeom prst="straightConnector1">
                <a:avLst/>
              </a:prstGeom>
              <a:ln w="25400" cap="rnd">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0D2B694F-3F76-BDE3-D63B-BC6832BE1251}"/>
                  </a:ext>
                </a:extLst>
              </p:cNvPr>
              <p:cNvSpPr txBox="1"/>
              <p:nvPr/>
            </p:nvSpPr>
            <p:spPr>
              <a:xfrm>
                <a:off x="7661732" y="4385268"/>
                <a:ext cx="1141937" cy="523220"/>
              </a:xfrm>
              <a:prstGeom prst="rect">
                <a:avLst/>
              </a:prstGeom>
              <a:noFill/>
            </p:spPr>
            <p:txBody>
              <a:bodyPr wrap="square" rtlCol="0">
                <a:spAutoFit/>
              </a:bodyPr>
              <a:lstStyle/>
              <a:p>
                <a:pPr algn="ctr"/>
                <a:r>
                  <a:rPr lang="en-GB" sz="1400" dirty="0"/>
                  <a:t>Customer Approval</a:t>
                </a:r>
              </a:p>
            </p:txBody>
          </p:sp>
          <p:cxnSp>
            <p:nvCxnSpPr>
              <p:cNvPr id="55" name="Straight Arrow Connector 54">
                <a:extLst>
                  <a:ext uri="{FF2B5EF4-FFF2-40B4-BE49-F238E27FC236}">
                    <a16:creationId xmlns:a16="http://schemas.microsoft.com/office/drawing/2014/main" id="{AE66FAE3-4E9F-5FF3-B07E-1DE3E44DEBEE}"/>
                  </a:ext>
                </a:extLst>
              </p:cNvPr>
              <p:cNvCxnSpPr>
                <a:cxnSpLocks/>
                <a:stCxn id="54" idx="2"/>
                <a:endCxn id="51" idx="0"/>
              </p:cNvCxnSpPr>
              <p:nvPr/>
            </p:nvCxnSpPr>
            <p:spPr>
              <a:xfrm>
                <a:off x="8232701" y="4908488"/>
                <a:ext cx="0" cy="114987"/>
              </a:xfrm>
              <a:prstGeom prst="straightConnector1">
                <a:avLst/>
              </a:prstGeom>
              <a:ln w="25400" cap="rnd">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0F5BAB3B-F892-973D-A30B-209A6B571F62}"/>
                  </a:ext>
                </a:extLst>
              </p:cNvPr>
              <p:cNvSpPr txBox="1"/>
              <p:nvPr/>
            </p:nvSpPr>
            <p:spPr>
              <a:xfrm>
                <a:off x="6082579" y="5818874"/>
                <a:ext cx="1620566" cy="169277"/>
              </a:xfrm>
              <a:prstGeom prst="rect">
                <a:avLst/>
              </a:prstGeom>
              <a:noFill/>
            </p:spPr>
            <p:txBody>
              <a:bodyPr wrap="square" lIns="0" tIns="0" rIns="0" bIns="0">
                <a:spAutoFit/>
              </a:bodyPr>
              <a:lstStyle/>
              <a:p>
                <a:pPr algn="ctr"/>
                <a:r>
                  <a:rPr lang="en-GB" sz="1100" dirty="0">
                    <a:solidFill>
                      <a:schemeClr val="tx1"/>
                    </a:solidFill>
                  </a:rPr>
                  <a:t>Continuous Integration</a:t>
                </a:r>
              </a:p>
            </p:txBody>
          </p:sp>
        </p:grpSp>
      </p:grpSp>
      <p:cxnSp>
        <p:nvCxnSpPr>
          <p:cNvPr id="94" name="Straight Arrow Connector 93">
            <a:extLst>
              <a:ext uri="{FF2B5EF4-FFF2-40B4-BE49-F238E27FC236}">
                <a16:creationId xmlns:a16="http://schemas.microsoft.com/office/drawing/2014/main" id="{E42BFB50-877C-AB76-1235-18F5A826A214}"/>
              </a:ext>
            </a:extLst>
          </p:cNvPr>
          <p:cNvCxnSpPr>
            <a:cxnSpLocks/>
            <a:stCxn id="6" idx="3"/>
            <a:endCxn id="7" idx="1"/>
          </p:cNvCxnSpPr>
          <p:nvPr/>
        </p:nvCxnSpPr>
        <p:spPr>
          <a:xfrm>
            <a:off x="2729191" y="4862064"/>
            <a:ext cx="658866" cy="0"/>
          </a:xfrm>
          <a:prstGeom prst="straightConnector1">
            <a:avLst/>
          </a:prstGeom>
          <a:ln w="25400" cap="rnd">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F00F7FC2-555A-F91B-3E23-656978946A72}"/>
              </a:ext>
            </a:extLst>
          </p:cNvPr>
          <p:cNvCxnSpPr>
            <a:cxnSpLocks/>
            <a:stCxn id="7" idx="3"/>
            <a:endCxn id="8" idx="1"/>
          </p:cNvCxnSpPr>
          <p:nvPr/>
        </p:nvCxnSpPr>
        <p:spPr>
          <a:xfrm flipV="1">
            <a:off x="4529995" y="4862001"/>
            <a:ext cx="658866" cy="63"/>
          </a:xfrm>
          <a:prstGeom prst="straightConnector1">
            <a:avLst/>
          </a:prstGeom>
          <a:ln w="25400" cap="rnd">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29251FD2-0B03-A272-9CF7-4A47B631800E}"/>
              </a:ext>
            </a:extLst>
          </p:cNvPr>
          <p:cNvCxnSpPr>
            <a:cxnSpLocks/>
            <a:stCxn id="51" idx="3"/>
            <a:endCxn id="9" idx="1"/>
          </p:cNvCxnSpPr>
          <p:nvPr/>
        </p:nvCxnSpPr>
        <p:spPr>
          <a:xfrm>
            <a:off x="8803394" y="4862000"/>
            <a:ext cx="658865" cy="62"/>
          </a:xfrm>
          <a:prstGeom prst="straightConnector1">
            <a:avLst/>
          </a:prstGeom>
          <a:ln w="25400" cap="rnd">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93119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B8DC33-D064-3C57-DA09-08C35B191F48}"/>
              </a:ext>
            </a:extLst>
          </p:cNvPr>
          <p:cNvSpPr>
            <a:spLocks noGrp="1"/>
          </p:cNvSpPr>
          <p:nvPr>
            <p:ph idx="1"/>
          </p:nvPr>
        </p:nvSpPr>
        <p:spPr/>
        <p:txBody>
          <a:bodyPr>
            <a:normAutofit/>
          </a:bodyPr>
          <a:lstStyle/>
          <a:p>
            <a:r>
              <a:rPr lang="en-GB" dirty="0"/>
              <a:t>Consider XP</a:t>
            </a:r>
          </a:p>
          <a:p>
            <a:endParaRPr lang="en-GB" dirty="0"/>
          </a:p>
          <a:p>
            <a:r>
              <a:rPr lang="en-GB" dirty="0"/>
              <a:t>Have you ever used it?</a:t>
            </a:r>
          </a:p>
          <a:p>
            <a:endParaRPr lang="en-GB" dirty="0"/>
          </a:p>
          <a:p>
            <a:r>
              <a:rPr lang="en-GB" dirty="0"/>
              <a:t>Write a short summary of it</a:t>
            </a:r>
          </a:p>
          <a:p>
            <a:endParaRPr lang="en-GB" dirty="0"/>
          </a:p>
          <a:p>
            <a:r>
              <a:rPr lang="en-GB" dirty="0"/>
              <a:t>What pitfalls may exist in this approach?</a:t>
            </a:r>
          </a:p>
          <a:p>
            <a:endParaRPr lang="en-GB" dirty="0"/>
          </a:p>
          <a:p>
            <a:r>
              <a:rPr lang="en-GB" dirty="0"/>
              <a:t>Can you think of any situations where this methodology may still be used?</a:t>
            </a:r>
          </a:p>
          <a:p>
            <a:endParaRPr lang="en-GB" dirty="0"/>
          </a:p>
          <a:p>
            <a:r>
              <a:rPr lang="en-GB" dirty="0"/>
              <a:t>What advantages and disadvantages of this approach can you think of?</a:t>
            </a:r>
          </a:p>
        </p:txBody>
      </p:sp>
      <p:sp>
        <p:nvSpPr>
          <p:cNvPr id="2" name="Title 1">
            <a:extLst>
              <a:ext uri="{FF2B5EF4-FFF2-40B4-BE49-F238E27FC236}">
                <a16:creationId xmlns:a16="http://schemas.microsoft.com/office/drawing/2014/main" id="{205C68A4-C795-7D89-3CED-CC9DAB44E70A}"/>
              </a:ext>
            </a:extLst>
          </p:cNvPr>
          <p:cNvSpPr>
            <a:spLocks noGrp="1"/>
          </p:cNvSpPr>
          <p:nvPr>
            <p:ph type="title"/>
          </p:nvPr>
        </p:nvSpPr>
        <p:spPr/>
        <p:txBody>
          <a:bodyPr/>
          <a:lstStyle/>
          <a:p>
            <a:r>
              <a:rPr lang="en-GB" dirty="0"/>
              <a:t>XP</a:t>
            </a:r>
          </a:p>
        </p:txBody>
      </p:sp>
      <p:sp>
        <p:nvSpPr>
          <p:cNvPr id="6" name="Text Placeholder 5">
            <a:extLst>
              <a:ext uri="{FF2B5EF4-FFF2-40B4-BE49-F238E27FC236}">
                <a16:creationId xmlns:a16="http://schemas.microsoft.com/office/drawing/2014/main" id="{03AA9D9A-8A58-AE97-C83A-4290809EAA1E}"/>
              </a:ext>
            </a:extLst>
          </p:cNvPr>
          <p:cNvSpPr>
            <a:spLocks noGrp="1"/>
          </p:cNvSpPr>
          <p:nvPr>
            <p:ph type="body" sz="quarter" idx="10"/>
          </p:nvPr>
        </p:nvSpPr>
        <p:spPr/>
        <p:txBody>
          <a:bodyPr/>
          <a:lstStyle/>
          <a:p>
            <a:r>
              <a:rPr lang="en-GB" dirty="0"/>
              <a:t>K1, K5, S11, B9</a:t>
            </a:r>
          </a:p>
        </p:txBody>
      </p:sp>
      <p:sp>
        <p:nvSpPr>
          <p:cNvPr id="7" name="Text Placeholder 6">
            <a:extLst>
              <a:ext uri="{FF2B5EF4-FFF2-40B4-BE49-F238E27FC236}">
                <a16:creationId xmlns:a16="http://schemas.microsoft.com/office/drawing/2014/main" id="{6DE42684-8DB3-B126-56FA-43E125E68CF3}"/>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38294270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28C9400-7D92-6F34-DB4B-ECFFFCADB740}"/>
              </a:ext>
            </a:extLst>
          </p:cNvPr>
          <p:cNvSpPr>
            <a:spLocks noGrp="1"/>
          </p:cNvSpPr>
          <p:nvPr>
            <p:ph type="body" idx="1"/>
          </p:nvPr>
        </p:nvSpPr>
        <p:spPr/>
        <p:txBody>
          <a:bodyPr/>
          <a:lstStyle/>
          <a:p>
            <a:r>
              <a:rPr lang="en-GB" dirty="0"/>
              <a:t>Advantages</a:t>
            </a:r>
          </a:p>
        </p:txBody>
      </p:sp>
      <p:sp>
        <p:nvSpPr>
          <p:cNvPr id="4" name="Content Placeholder 3">
            <a:extLst>
              <a:ext uri="{FF2B5EF4-FFF2-40B4-BE49-F238E27FC236}">
                <a16:creationId xmlns:a16="http://schemas.microsoft.com/office/drawing/2014/main" id="{A5735201-32D7-A2C4-70B6-D409F0452CA1}"/>
              </a:ext>
            </a:extLst>
          </p:cNvPr>
          <p:cNvSpPr>
            <a:spLocks noGrp="1"/>
          </p:cNvSpPr>
          <p:nvPr>
            <p:ph sz="half" idx="2"/>
          </p:nvPr>
        </p:nvSpPr>
        <p:spPr/>
        <p:txBody>
          <a:bodyPr>
            <a:normAutofit lnSpcReduction="10000"/>
          </a:bodyPr>
          <a:lstStyle/>
          <a:p>
            <a:r>
              <a:rPr lang="en-GB" dirty="0"/>
              <a:t>Time and cost-efficient</a:t>
            </a:r>
          </a:p>
          <a:p>
            <a:pPr lvl="1"/>
            <a:r>
              <a:rPr lang="en-GB" dirty="0"/>
              <a:t>Time is not wasted on rewriting functionality, eliminating bugs or on technical debt</a:t>
            </a:r>
          </a:p>
          <a:p>
            <a:r>
              <a:rPr lang="en-GB" dirty="0"/>
              <a:t>No need to refactor</a:t>
            </a:r>
          </a:p>
          <a:p>
            <a:pPr lvl="1"/>
            <a:r>
              <a:rPr lang="en-GB" dirty="0"/>
              <a:t>Code is evaluated and refactored as it is being written</a:t>
            </a:r>
          </a:p>
          <a:p>
            <a:r>
              <a:rPr lang="en-GB" dirty="0"/>
              <a:t>Better performance</a:t>
            </a:r>
          </a:p>
          <a:p>
            <a:pPr lvl="1"/>
            <a:r>
              <a:rPr lang="en-GB" dirty="0"/>
              <a:t>Users do not see functionality or interface bugs in the presented project</a:t>
            </a:r>
          </a:p>
          <a:p>
            <a:r>
              <a:rPr lang="en-GB" dirty="0"/>
              <a:t>Reduced risks</a:t>
            </a:r>
          </a:p>
          <a:p>
            <a:pPr lvl="1"/>
            <a:r>
              <a:rPr lang="en-GB" dirty="0"/>
              <a:t>As there is consistent monitoring there is a minimised risk of sudden system failures</a:t>
            </a:r>
          </a:p>
        </p:txBody>
      </p:sp>
      <p:sp>
        <p:nvSpPr>
          <p:cNvPr id="5" name="Text Placeholder 4">
            <a:extLst>
              <a:ext uri="{FF2B5EF4-FFF2-40B4-BE49-F238E27FC236}">
                <a16:creationId xmlns:a16="http://schemas.microsoft.com/office/drawing/2014/main" id="{31BF0EDD-DD4A-15D6-D941-11DB531DAE04}"/>
              </a:ext>
            </a:extLst>
          </p:cNvPr>
          <p:cNvSpPr>
            <a:spLocks noGrp="1"/>
          </p:cNvSpPr>
          <p:nvPr>
            <p:ph type="body" sz="quarter" idx="3"/>
          </p:nvPr>
        </p:nvSpPr>
        <p:spPr/>
        <p:txBody>
          <a:bodyPr/>
          <a:lstStyle/>
          <a:p>
            <a:r>
              <a:rPr lang="en-GB" dirty="0"/>
              <a:t>Disadvantages</a:t>
            </a:r>
          </a:p>
        </p:txBody>
      </p:sp>
      <p:sp>
        <p:nvSpPr>
          <p:cNvPr id="6" name="Content Placeholder 5">
            <a:extLst>
              <a:ext uri="{FF2B5EF4-FFF2-40B4-BE49-F238E27FC236}">
                <a16:creationId xmlns:a16="http://schemas.microsoft.com/office/drawing/2014/main" id="{6CE84400-EC3E-CC96-74FB-23ED02C81060}"/>
              </a:ext>
            </a:extLst>
          </p:cNvPr>
          <p:cNvSpPr>
            <a:spLocks noGrp="1"/>
          </p:cNvSpPr>
          <p:nvPr>
            <p:ph sz="quarter" idx="4"/>
          </p:nvPr>
        </p:nvSpPr>
        <p:spPr/>
        <p:txBody>
          <a:bodyPr>
            <a:normAutofit/>
          </a:bodyPr>
          <a:lstStyle/>
          <a:p>
            <a:r>
              <a:rPr lang="en-GB" dirty="0"/>
              <a:t>Lack of creativity</a:t>
            </a:r>
          </a:p>
          <a:p>
            <a:pPr lvl="1"/>
            <a:r>
              <a:rPr lang="en-GB" dirty="0"/>
              <a:t>By having a strict approach to quality there can be a limit placed on the developers’ creativity, making them focus more on producing error free systems and less on innovative solutions</a:t>
            </a:r>
          </a:p>
          <a:p>
            <a:r>
              <a:rPr lang="en-GB" dirty="0"/>
              <a:t>Investment in testing</a:t>
            </a:r>
          </a:p>
          <a:p>
            <a:pPr lvl="1"/>
            <a:r>
              <a:rPr lang="en-GB" dirty="0"/>
              <a:t>The Product Owners and Stakeholders need to be ready to invest more resources and budget into testing and the management of that testing</a:t>
            </a:r>
          </a:p>
        </p:txBody>
      </p:sp>
      <p:sp>
        <p:nvSpPr>
          <p:cNvPr id="2" name="Title 1">
            <a:extLst>
              <a:ext uri="{FF2B5EF4-FFF2-40B4-BE49-F238E27FC236}">
                <a16:creationId xmlns:a16="http://schemas.microsoft.com/office/drawing/2014/main" id="{9029710B-3617-3307-0E82-6D7684BA867B}"/>
              </a:ext>
            </a:extLst>
          </p:cNvPr>
          <p:cNvSpPr>
            <a:spLocks noGrp="1"/>
          </p:cNvSpPr>
          <p:nvPr>
            <p:ph type="title"/>
          </p:nvPr>
        </p:nvSpPr>
        <p:spPr/>
        <p:txBody>
          <a:bodyPr/>
          <a:lstStyle/>
          <a:p>
            <a:r>
              <a:rPr lang="en-GB" dirty="0"/>
              <a:t>XP</a:t>
            </a:r>
          </a:p>
        </p:txBody>
      </p:sp>
      <p:sp>
        <p:nvSpPr>
          <p:cNvPr id="7" name="Text Placeholder 6">
            <a:extLst>
              <a:ext uri="{FF2B5EF4-FFF2-40B4-BE49-F238E27FC236}">
                <a16:creationId xmlns:a16="http://schemas.microsoft.com/office/drawing/2014/main" id="{1997B64A-68A2-E333-A566-902FF92C591B}"/>
              </a:ext>
            </a:extLst>
          </p:cNvPr>
          <p:cNvSpPr>
            <a:spLocks noGrp="1"/>
          </p:cNvSpPr>
          <p:nvPr>
            <p:ph type="body" sz="quarter" idx="10"/>
          </p:nvPr>
        </p:nvSpPr>
        <p:spPr/>
        <p:txBody>
          <a:bodyPr/>
          <a:lstStyle/>
          <a:p>
            <a:r>
              <a:rPr lang="en-GB" dirty="0"/>
              <a:t>K1, K5</a:t>
            </a:r>
          </a:p>
        </p:txBody>
      </p:sp>
      <p:sp>
        <p:nvSpPr>
          <p:cNvPr id="8" name="Text Placeholder 7">
            <a:extLst>
              <a:ext uri="{FF2B5EF4-FFF2-40B4-BE49-F238E27FC236}">
                <a16:creationId xmlns:a16="http://schemas.microsoft.com/office/drawing/2014/main" id="{23D1402C-422E-462F-14E0-6951D160695B}"/>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18216442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05476-ACA3-1662-9B50-06281EC36AFB}"/>
              </a:ext>
            </a:extLst>
          </p:cNvPr>
          <p:cNvSpPr>
            <a:spLocks noGrp="1"/>
          </p:cNvSpPr>
          <p:nvPr>
            <p:ph type="ctrTitle"/>
          </p:nvPr>
        </p:nvSpPr>
        <p:spPr/>
        <p:txBody>
          <a:bodyPr/>
          <a:lstStyle/>
          <a:p>
            <a:r>
              <a:rPr lang="en-GB" dirty="0"/>
              <a:t>Summary</a:t>
            </a:r>
          </a:p>
        </p:txBody>
      </p:sp>
      <p:sp>
        <p:nvSpPr>
          <p:cNvPr id="4" name="Subtitle 3">
            <a:extLst>
              <a:ext uri="{FF2B5EF4-FFF2-40B4-BE49-F238E27FC236}">
                <a16:creationId xmlns:a16="http://schemas.microsoft.com/office/drawing/2014/main" id="{DE716267-10E8-3DEF-8FEC-4D955EE419F2}"/>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3910273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3882F-78FD-6A9E-9FC7-D8256C8049F2}"/>
              </a:ext>
            </a:extLst>
          </p:cNvPr>
          <p:cNvSpPr>
            <a:spLocks noGrp="1"/>
          </p:cNvSpPr>
          <p:nvPr>
            <p:ph type="title"/>
          </p:nvPr>
        </p:nvSpPr>
        <p:spPr/>
        <p:txBody>
          <a:bodyPr/>
          <a:lstStyle/>
          <a:p>
            <a:r>
              <a:rPr lang="en-GB" dirty="0"/>
              <a:t>Achieving Learning Aim and Objectives</a:t>
            </a:r>
          </a:p>
        </p:txBody>
      </p:sp>
      <p:sp>
        <p:nvSpPr>
          <p:cNvPr id="8" name="Content Placeholder 7">
            <a:extLst>
              <a:ext uri="{FF2B5EF4-FFF2-40B4-BE49-F238E27FC236}">
                <a16:creationId xmlns:a16="http://schemas.microsoft.com/office/drawing/2014/main" id="{542BCA84-A954-2C61-A88D-253467BB33B0}"/>
              </a:ext>
            </a:extLst>
          </p:cNvPr>
          <p:cNvSpPr>
            <a:spLocks noGrp="1"/>
          </p:cNvSpPr>
          <p:nvPr>
            <p:ph idx="1"/>
          </p:nvPr>
        </p:nvSpPr>
        <p:spPr/>
        <p:txBody>
          <a:bodyPr>
            <a:normAutofit fontScale="70000" lnSpcReduction="20000"/>
          </a:bodyPr>
          <a:lstStyle/>
          <a:p>
            <a:pPr marL="0" indent="0">
              <a:buNone/>
            </a:pPr>
            <a:r>
              <a:rPr lang="en-GB" b="1" dirty="0"/>
              <a:t>Session Aim</a:t>
            </a:r>
          </a:p>
          <a:p>
            <a:r>
              <a:rPr lang="en-GB" dirty="0"/>
              <a:t>Understand that there are different types of methodologies in use within Software Development (D2, D3, D4, D11, D21)</a:t>
            </a:r>
          </a:p>
          <a:p>
            <a:pPr marL="0" indent="0">
              <a:buNone/>
            </a:pPr>
            <a:endParaRPr lang="en-GB" dirty="0"/>
          </a:p>
          <a:p>
            <a:pPr marL="0" indent="0">
              <a:buNone/>
            </a:pPr>
            <a:r>
              <a:rPr lang="en-GB" b="1" dirty="0"/>
              <a:t>Objectives</a:t>
            </a:r>
          </a:p>
        </p:txBody>
      </p:sp>
      <p:graphicFrame>
        <p:nvGraphicFramePr>
          <p:cNvPr id="10" name="Content Placeholder 9">
            <a:extLst>
              <a:ext uri="{FF2B5EF4-FFF2-40B4-BE49-F238E27FC236}">
                <a16:creationId xmlns:a16="http://schemas.microsoft.com/office/drawing/2014/main" id="{60AD5100-C69B-A180-700D-ADB2C80E18C3}"/>
              </a:ext>
            </a:extLst>
          </p:cNvPr>
          <p:cNvGraphicFramePr>
            <a:graphicFrameLocks noGrp="1"/>
          </p:cNvGraphicFramePr>
          <p:nvPr>
            <p:ph sz="quarter" idx="11"/>
            <p:extLst>
              <p:ext uri="{D42A27DB-BD31-4B8C-83A1-F6EECF244321}">
                <p14:modId xmlns:p14="http://schemas.microsoft.com/office/powerpoint/2010/main" val="147548847"/>
              </p:ext>
            </p:extLst>
          </p:nvPr>
        </p:nvGraphicFramePr>
        <p:xfrm>
          <a:off x="2251075" y="3038475"/>
          <a:ext cx="9801225" cy="36449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560121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98F4D-F15E-5E6A-4663-3FCF1C2FAC5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710E655-DCB0-10A1-13D4-04701371E584}"/>
              </a:ext>
            </a:extLst>
          </p:cNvPr>
          <p:cNvSpPr>
            <a:spLocks noGrp="1"/>
          </p:cNvSpPr>
          <p:nvPr>
            <p:ph type="title"/>
          </p:nvPr>
        </p:nvSpPr>
        <p:spPr/>
        <p:txBody>
          <a:bodyPr>
            <a:normAutofit/>
          </a:bodyPr>
          <a:lstStyle/>
          <a:p>
            <a:r>
              <a:rPr lang="en-GB" dirty="0"/>
              <a:t>Competencies and Coverage</a:t>
            </a:r>
          </a:p>
        </p:txBody>
      </p:sp>
      <p:graphicFrame>
        <p:nvGraphicFramePr>
          <p:cNvPr id="2" name="Table 4">
            <a:extLst>
              <a:ext uri="{FF2B5EF4-FFF2-40B4-BE49-F238E27FC236}">
                <a16:creationId xmlns:a16="http://schemas.microsoft.com/office/drawing/2014/main" id="{783503FD-3BDA-4022-A3FD-72E3F0AFAF89}"/>
              </a:ext>
            </a:extLst>
          </p:cNvPr>
          <p:cNvGraphicFramePr>
            <a:graphicFrameLocks noGrp="1"/>
          </p:cNvGraphicFramePr>
          <p:nvPr/>
        </p:nvGraphicFramePr>
        <p:xfrm>
          <a:off x="264883" y="2498799"/>
          <a:ext cx="8127999" cy="1371600"/>
        </p:xfrm>
        <a:graphic>
          <a:graphicData uri="http://schemas.openxmlformats.org/drawingml/2006/table">
            <a:tbl>
              <a:tblPr firstRow="1" bandRow="1">
                <a:tableStyleId>{69012ECD-51FC-41F1-AA8D-1B2483CD663E}</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238094">
                <a:tc gridSpan="3">
                  <a:txBody>
                    <a:bodyPr/>
                    <a:lstStyle/>
                    <a:p>
                      <a:pPr algn="ctr"/>
                      <a:r>
                        <a:rPr lang="en-GB" dirty="0"/>
                        <a:t>Professional Discussion underpinned by Portfolio</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238094">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515930">
                <a:tc>
                  <a:txBody>
                    <a:bodyPr/>
                    <a:lstStyle/>
                    <a:p>
                      <a:pPr algn="ctr"/>
                      <a:r>
                        <a:rPr lang="en-GB" b="1" dirty="0">
                          <a:solidFill>
                            <a:schemeClr val="tx1"/>
                          </a:solidFill>
                        </a:rPr>
                        <a:t>K1</a:t>
                      </a:r>
                      <a:r>
                        <a:rPr lang="en-GB" dirty="0">
                          <a:solidFill>
                            <a:schemeClr val="bg1">
                              <a:lumMod val="75000"/>
                            </a:schemeClr>
                          </a:solidFill>
                        </a:rPr>
                        <a:t>, </a:t>
                      </a:r>
                      <a:r>
                        <a:rPr lang="en-GB" sz="1800" kern="1200" dirty="0">
                          <a:solidFill>
                            <a:schemeClr val="bg1">
                              <a:lumMod val="75000"/>
                            </a:schemeClr>
                          </a:solidFill>
                          <a:latin typeface="+mn-lt"/>
                          <a:ea typeface="+mn-ea"/>
                          <a:cs typeface="+mn-cs"/>
                        </a:rPr>
                        <a:t>K3</a:t>
                      </a:r>
                      <a:r>
                        <a:rPr lang="en-GB" dirty="0">
                          <a:solidFill>
                            <a:schemeClr val="bg1">
                              <a:lumMod val="75000"/>
                            </a:schemeClr>
                          </a:solidFill>
                        </a:rPr>
                        <a:t>, K4, </a:t>
                      </a:r>
                      <a:r>
                        <a:rPr lang="en-GB" sz="1800" b="1" kern="1200" dirty="0">
                          <a:solidFill>
                            <a:schemeClr val="tx1"/>
                          </a:solidFill>
                          <a:latin typeface="+mn-lt"/>
                          <a:ea typeface="+mn-ea"/>
                          <a:cs typeface="+mn-cs"/>
                        </a:rPr>
                        <a:t>K5</a:t>
                      </a:r>
                      <a:r>
                        <a:rPr lang="en-GB" dirty="0">
                          <a:solidFill>
                            <a:schemeClr val="bg1">
                              <a:lumMod val="75000"/>
                            </a:schemeClr>
                          </a:solidFill>
                        </a:rPr>
                        <a:t>, K7, K8, K10, K12</a:t>
                      </a:r>
                    </a:p>
                  </a:txBody>
                  <a:tcPr/>
                </a:tc>
                <a:tc>
                  <a:txBody>
                    <a:bodyPr/>
                    <a:lstStyle/>
                    <a:p>
                      <a:pPr algn="ctr"/>
                      <a:r>
                        <a:rPr lang="en-GB" dirty="0">
                          <a:solidFill>
                            <a:schemeClr val="bg1">
                              <a:lumMod val="75000"/>
                            </a:schemeClr>
                          </a:solidFill>
                        </a:rPr>
                        <a:t>S2, S3, S5, S8, S9, S13, S14, </a:t>
                      </a:r>
                      <a:r>
                        <a:rPr lang="en-GB" sz="1800" kern="1200" dirty="0">
                          <a:solidFill>
                            <a:schemeClr val="bg1">
                              <a:lumMod val="75000"/>
                            </a:schemeClr>
                          </a:solidFill>
                          <a:latin typeface="+mn-lt"/>
                          <a:ea typeface="+mn-ea"/>
                          <a:cs typeface="+mn-cs"/>
                        </a:rPr>
                        <a:t>S15, S</a:t>
                      </a:r>
                      <a:r>
                        <a:rPr lang="en-GB" dirty="0">
                          <a:solidFill>
                            <a:schemeClr val="bg1">
                              <a:lumMod val="75000"/>
                            </a:schemeClr>
                          </a:solidFill>
                        </a:rPr>
                        <a:t>17</a:t>
                      </a:r>
                    </a:p>
                  </a:txBody>
                  <a:tcPr/>
                </a:tc>
                <a:tc>
                  <a:txBody>
                    <a:bodyPr/>
                    <a:lstStyle/>
                    <a:p>
                      <a:pPr algn="ctr"/>
                      <a:r>
                        <a:rPr lang="en-GB" sz="1800" kern="1200" dirty="0">
                          <a:solidFill>
                            <a:schemeClr val="bg1">
                              <a:lumMod val="75000"/>
                            </a:schemeClr>
                          </a:solidFill>
                          <a:latin typeface="+mn-lt"/>
                          <a:ea typeface="+mn-ea"/>
                          <a:cs typeface="+mn-cs"/>
                        </a:rPr>
                        <a:t>B1, B4, B5, B6, B7, B8, </a:t>
                      </a:r>
                      <a:r>
                        <a:rPr lang="en-GB" sz="1800" b="1" kern="1200" dirty="0">
                          <a:solidFill>
                            <a:schemeClr val="tx1"/>
                          </a:solidFill>
                          <a:latin typeface="+mn-lt"/>
                          <a:ea typeface="+mn-ea"/>
                          <a:cs typeface="+mn-cs"/>
                        </a:rPr>
                        <a:t>B9</a:t>
                      </a:r>
                    </a:p>
                  </a:txBody>
                  <a:tcPr/>
                </a:tc>
                <a:extLst>
                  <a:ext uri="{0D108BD9-81ED-4DB2-BD59-A6C34878D82A}">
                    <a16:rowId xmlns:a16="http://schemas.microsoft.com/office/drawing/2014/main" val="2058850495"/>
                  </a:ext>
                </a:extLst>
              </a:tr>
            </a:tbl>
          </a:graphicData>
        </a:graphic>
      </p:graphicFrame>
      <p:graphicFrame>
        <p:nvGraphicFramePr>
          <p:cNvPr id="5" name="Table 4">
            <a:extLst>
              <a:ext uri="{FF2B5EF4-FFF2-40B4-BE49-F238E27FC236}">
                <a16:creationId xmlns:a16="http://schemas.microsoft.com/office/drawing/2014/main" id="{1C944ACC-28B3-6F1E-1627-2673C257CE53}"/>
              </a:ext>
            </a:extLst>
          </p:cNvPr>
          <p:cNvGraphicFramePr>
            <a:graphicFrameLocks noGrp="1"/>
          </p:cNvGraphicFramePr>
          <p:nvPr/>
        </p:nvGraphicFramePr>
        <p:xfrm>
          <a:off x="3799118" y="4327941"/>
          <a:ext cx="8127999" cy="1371600"/>
        </p:xfrm>
        <a:graphic>
          <a:graphicData uri="http://schemas.openxmlformats.org/drawingml/2006/table">
            <a:tbl>
              <a:tblPr firstRow="1" bandRow="1">
                <a:tableStyleId>{72833802-FEF1-4C79-8D5D-14CF1EAF98D9}</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186663">
                <a:tc gridSpan="3">
                  <a:txBody>
                    <a:bodyPr/>
                    <a:lstStyle/>
                    <a:p>
                      <a:pPr algn="ctr"/>
                      <a:r>
                        <a:rPr lang="en-GB" dirty="0"/>
                        <a:t>Work-based Project with Questioning</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186663">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388410">
                <a:tc>
                  <a:txBody>
                    <a:bodyPr/>
                    <a:lstStyle/>
                    <a:p>
                      <a:pPr algn="ctr"/>
                      <a:r>
                        <a:rPr lang="en-GB" sz="1800" kern="1200" dirty="0">
                          <a:solidFill>
                            <a:schemeClr val="bg1">
                              <a:lumMod val="75000"/>
                            </a:schemeClr>
                          </a:solidFill>
                          <a:latin typeface="+mn-lt"/>
                          <a:ea typeface="+mn-ea"/>
                          <a:cs typeface="+mn-cs"/>
                        </a:rPr>
                        <a:t>K2,</a:t>
                      </a:r>
                      <a:r>
                        <a:rPr lang="en-GB" dirty="0">
                          <a:solidFill>
                            <a:schemeClr val="bg1">
                              <a:lumMod val="75000"/>
                            </a:schemeClr>
                          </a:solidFill>
                        </a:rPr>
                        <a:t> K6, K9, K11</a:t>
                      </a:r>
                      <a:endParaRPr lang="en-GB" b="1" dirty="0">
                        <a:solidFill>
                          <a:schemeClr val="tx1"/>
                        </a:solidFill>
                      </a:endParaRPr>
                    </a:p>
                  </a:txBody>
                  <a:tcPr/>
                </a:tc>
                <a:tc>
                  <a:txBody>
                    <a:bodyPr/>
                    <a:lstStyle/>
                    <a:p>
                      <a:pPr algn="ctr"/>
                      <a:r>
                        <a:rPr lang="en-GB" dirty="0">
                          <a:solidFill>
                            <a:schemeClr val="bg1">
                              <a:lumMod val="75000"/>
                            </a:schemeClr>
                          </a:solidFill>
                        </a:rPr>
                        <a:t>S1, S4, S6, S7, S10, </a:t>
                      </a:r>
                      <a:r>
                        <a:rPr lang="en-GB" b="1" dirty="0">
                          <a:solidFill>
                            <a:schemeClr val="tx1"/>
                          </a:solidFill>
                        </a:rPr>
                        <a:t>S11</a:t>
                      </a:r>
                      <a:r>
                        <a:rPr lang="en-GB" dirty="0">
                          <a:solidFill>
                            <a:schemeClr val="bg1">
                              <a:lumMod val="75000"/>
                            </a:schemeClr>
                          </a:solidFill>
                        </a:rPr>
                        <a:t>, S12, S16</a:t>
                      </a:r>
                    </a:p>
                  </a:txBody>
                  <a:tcPr/>
                </a:tc>
                <a:tc>
                  <a:txBody>
                    <a:bodyPr/>
                    <a:lstStyle/>
                    <a:p>
                      <a:pPr algn="ctr"/>
                      <a:r>
                        <a:rPr lang="en-GB" sz="1800" kern="1200" dirty="0">
                          <a:solidFill>
                            <a:schemeClr val="bg1">
                              <a:lumMod val="75000"/>
                            </a:schemeClr>
                          </a:solidFill>
                          <a:latin typeface="+mn-lt"/>
                          <a:ea typeface="+mn-ea"/>
                          <a:cs typeface="+mn-cs"/>
                        </a:rPr>
                        <a:t>B2, B3</a:t>
                      </a:r>
                    </a:p>
                  </a:txBody>
                  <a:tcPr/>
                </a:tc>
                <a:extLst>
                  <a:ext uri="{0D108BD9-81ED-4DB2-BD59-A6C34878D82A}">
                    <a16:rowId xmlns:a16="http://schemas.microsoft.com/office/drawing/2014/main" val="2058850495"/>
                  </a:ext>
                </a:extLst>
              </a:tr>
            </a:tbl>
          </a:graphicData>
        </a:graphic>
      </p:graphicFrame>
    </p:spTree>
    <p:custDataLst>
      <p:tags r:id="rId1"/>
    </p:custDataLst>
    <p:extLst>
      <p:ext uri="{BB962C8B-B14F-4D97-AF65-F5344CB8AC3E}">
        <p14:creationId xmlns:p14="http://schemas.microsoft.com/office/powerpoint/2010/main" val="31539667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EC5BB-3BD1-753A-26B8-16E4125F89D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C961644-DA05-F609-42A6-A0557FEA703C}"/>
              </a:ext>
            </a:extLst>
          </p:cNvPr>
          <p:cNvSpPr>
            <a:spLocks noGrp="1"/>
          </p:cNvSpPr>
          <p:nvPr>
            <p:ph type="body" sz="quarter" idx="10"/>
          </p:nvPr>
        </p:nvSpPr>
        <p:spPr/>
        <p:txBody>
          <a:bodyPr/>
          <a:lstStyle/>
          <a:p>
            <a:endParaRPr lang="en-GB"/>
          </a:p>
        </p:txBody>
      </p:sp>
      <p:sp>
        <p:nvSpPr>
          <p:cNvPr id="3" name="Title 2">
            <a:extLst>
              <a:ext uri="{FF2B5EF4-FFF2-40B4-BE49-F238E27FC236}">
                <a16:creationId xmlns:a16="http://schemas.microsoft.com/office/drawing/2014/main" id="{85A1FEE8-0A18-4A9A-D6AE-0071592FFEC0}"/>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34175433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7B93C-29BD-AC5A-84D3-4F993CDAE023}"/>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6E8222FC-1AD2-587A-EC32-2281A3657FD3}"/>
              </a:ext>
            </a:extLst>
          </p:cNvPr>
          <p:cNvSpPr>
            <a:spLocks noGrp="1"/>
          </p:cNvSpPr>
          <p:nvPr>
            <p:ph type="title"/>
          </p:nvPr>
        </p:nvSpPr>
        <p:spPr/>
        <p:txBody>
          <a:bodyPr/>
          <a:lstStyle/>
          <a:p>
            <a:r>
              <a:rPr lang="en-US" dirty="0"/>
              <a:t>Methodologies</a:t>
            </a:r>
            <a:endParaRPr lang="en-GB" dirty="0"/>
          </a:p>
        </p:txBody>
      </p:sp>
      <p:sp>
        <p:nvSpPr>
          <p:cNvPr id="5" name="Subtitle 4">
            <a:extLst>
              <a:ext uri="{FF2B5EF4-FFF2-40B4-BE49-F238E27FC236}">
                <a16:creationId xmlns:a16="http://schemas.microsoft.com/office/drawing/2014/main" id="{092CF243-C839-50C2-B16A-2D10C4CFD3B5}"/>
              </a:ext>
            </a:extLst>
          </p:cNvPr>
          <p:cNvSpPr>
            <a:spLocks noGrp="1"/>
          </p:cNvSpPr>
          <p:nvPr>
            <p:ph type="subTitle" idx="1"/>
          </p:nvPr>
        </p:nvSpPr>
        <p:spPr/>
        <p:txBody>
          <a:bodyPr/>
          <a:lstStyle/>
          <a:p>
            <a:r>
              <a:rPr lang="en-GB" dirty="0"/>
              <a:t>Introduction to Software Development</a:t>
            </a:r>
          </a:p>
        </p:txBody>
      </p:sp>
    </p:spTree>
    <p:extLst>
      <p:ext uri="{BB962C8B-B14F-4D97-AF65-F5344CB8AC3E}">
        <p14:creationId xmlns:p14="http://schemas.microsoft.com/office/powerpoint/2010/main" val="22974444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phic 9" descr="Radio microphone with solid fill">
            <a:extLst>
              <a:ext uri="{FF2B5EF4-FFF2-40B4-BE49-F238E27FC236}">
                <a16:creationId xmlns:a16="http://schemas.microsoft.com/office/drawing/2014/main" id="{50196963-2D98-2543-D9F6-8436ED3026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7741" y="694800"/>
            <a:ext cx="6089458" cy="6089458"/>
          </a:xfrm>
          <a:prstGeom prst="rect">
            <a:avLst/>
          </a:prstGeom>
        </p:spPr>
      </p:pic>
      <p:graphicFrame>
        <p:nvGraphicFramePr>
          <p:cNvPr id="3" name="Content Placeholder 2">
            <a:extLst>
              <a:ext uri="{FF2B5EF4-FFF2-40B4-BE49-F238E27FC236}">
                <a16:creationId xmlns:a16="http://schemas.microsoft.com/office/drawing/2014/main" id="{03E09615-9405-8842-E2E7-749094E4D0FC}"/>
              </a:ext>
            </a:extLst>
          </p:cNvPr>
          <p:cNvGraphicFramePr>
            <a:graphicFrameLocks noGrp="1"/>
          </p:cNvGraphicFramePr>
          <p:nvPr>
            <p:ph idx="1"/>
          </p:nvPr>
        </p:nvGraphicFramePr>
        <p:xfrm>
          <a:off x="154864" y="914400"/>
          <a:ext cx="11883535" cy="503470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Title 1">
            <a:extLst>
              <a:ext uri="{FF2B5EF4-FFF2-40B4-BE49-F238E27FC236}">
                <a16:creationId xmlns:a16="http://schemas.microsoft.com/office/drawing/2014/main" id="{DFCA83C4-4338-7CED-D0F1-2220F5DD86A5}"/>
              </a:ext>
            </a:extLst>
          </p:cNvPr>
          <p:cNvSpPr>
            <a:spLocks noGrp="1"/>
          </p:cNvSpPr>
          <p:nvPr/>
        </p:nvSpPr>
        <p:spPr>
          <a:xfrm>
            <a:off x="154864" y="118800"/>
            <a:ext cx="11883535" cy="576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Session Recording &amp; Professional Expectations</a:t>
            </a:r>
          </a:p>
        </p:txBody>
      </p:sp>
    </p:spTree>
    <p:extLst>
      <p:ext uri="{BB962C8B-B14F-4D97-AF65-F5344CB8AC3E}">
        <p14:creationId xmlns:p14="http://schemas.microsoft.com/office/powerpoint/2010/main" val="13297774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3AF6C-564A-65E2-7EAE-1A035D744146}"/>
            </a:ext>
          </a:extLst>
        </p:cNvPr>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5742F79B-558A-4ED7-F3B0-E2DB354638F8}"/>
              </a:ext>
            </a:extLst>
          </p:cNvPr>
          <p:cNvGraphicFramePr/>
          <p:nvPr/>
        </p:nvGraphicFramePr>
        <p:xfrm>
          <a:off x="364096" y="858275"/>
          <a:ext cx="11747455" cy="45485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B569487B-82E0-D20A-D91F-1204A991C3D4}"/>
              </a:ext>
            </a:extLst>
          </p:cNvPr>
          <p:cNvSpPr txBox="1"/>
          <p:nvPr/>
        </p:nvSpPr>
        <p:spPr>
          <a:xfrm>
            <a:off x="290945" y="5153890"/>
            <a:ext cx="8656410" cy="1323439"/>
          </a:xfrm>
          <a:prstGeom prst="rect">
            <a:avLst/>
          </a:prstGeom>
          <a:solidFill>
            <a:schemeClr val="bg1">
              <a:lumMod val="65000"/>
              <a:alpha val="19000"/>
            </a:schemeClr>
          </a:solidFill>
          <a:ln w="19050">
            <a:solidFill>
              <a:schemeClr val="tx1"/>
            </a:solidFill>
          </a:ln>
          <a:effectLst/>
        </p:spPr>
        <p:txBody>
          <a:bodyPr wrap="square" rtlCol="0">
            <a:spAutoFit/>
          </a:bodyPr>
          <a:lstStyle/>
          <a:p>
            <a:r>
              <a:rPr lang="en-US" sz="1600" b="1" dirty="0"/>
              <a:t>As we go through today’s session, consider:</a:t>
            </a:r>
          </a:p>
          <a:p>
            <a:r>
              <a:rPr lang="en-US" sz="1600" dirty="0"/>
              <a:t>How today’s topic connects to British Values</a:t>
            </a:r>
            <a:br>
              <a:rPr lang="en-US" sz="1600" dirty="0"/>
            </a:br>
            <a:r>
              <a:rPr lang="en-US" sz="1600" dirty="0"/>
              <a:t>Whether there are any Prevent or digital safety themes</a:t>
            </a:r>
            <a:br>
              <a:rPr lang="en-US" sz="1600" dirty="0"/>
            </a:br>
            <a:r>
              <a:rPr lang="en-US" sz="1600" dirty="0"/>
              <a:t>How this learning supports your professional and career development</a:t>
            </a:r>
          </a:p>
          <a:p>
            <a:r>
              <a:rPr lang="en-US" sz="1600" dirty="0"/>
              <a:t>Your tutor will guide discussion and help you make these connections.</a:t>
            </a:r>
          </a:p>
        </p:txBody>
      </p:sp>
      <p:sp>
        <p:nvSpPr>
          <p:cNvPr id="8" name="Title 1">
            <a:extLst>
              <a:ext uri="{FF2B5EF4-FFF2-40B4-BE49-F238E27FC236}">
                <a16:creationId xmlns:a16="http://schemas.microsoft.com/office/drawing/2014/main" id="{33BDD559-9A09-1091-6218-03E18F909B1B}"/>
              </a:ext>
            </a:extLst>
          </p:cNvPr>
          <p:cNvSpPr>
            <a:spLocks noGrp="1"/>
          </p:cNvSpPr>
          <p:nvPr/>
        </p:nvSpPr>
        <p:spPr>
          <a:xfrm>
            <a:off x="593145" y="380671"/>
            <a:ext cx="11883535" cy="576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Safeguarding, British Values &amp; Wider Learning</a:t>
            </a:r>
            <a:endParaRPr lang="en-GB" dirty="0"/>
          </a:p>
        </p:txBody>
      </p:sp>
    </p:spTree>
    <p:custDataLst>
      <p:tags r:id="rId1"/>
    </p:custDataLst>
    <p:extLst>
      <p:ext uri="{BB962C8B-B14F-4D97-AF65-F5344CB8AC3E}">
        <p14:creationId xmlns:p14="http://schemas.microsoft.com/office/powerpoint/2010/main" val="27771913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A7F4D-0ECC-7010-E20B-1DFD1AE71B34}"/>
              </a:ext>
            </a:extLst>
          </p:cNvPr>
          <p:cNvSpPr>
            <a:spLocks noGrp="1"/>
          </p:cNvSpPr>
          <p:nvPr>
            <p:ph type="ctrTitle"/>
          </p:nvPr>
        </p:nvSpPr>
        <p:spPr/>
        <p:txBody>
          <a:bodyPr>
            <a:normAutofit/>
          </a:bodyPr>
          <a:lstStyle/>
          <a:p>
            <a:r>
              <a:rPr lang="en-GB" dirty="0"/>
              <a:t>Methodologies</a:t>
            </a:r>
          </a:p>
        </p:txBody>
      </p:sp>
      <p:sp>
        <p:nvSpPr>
          <p:cNvPr id="3" name="Subtitle 2">
            <a:extLst>
              <a:ext uri="{FF2B5EF4-FFF2-40B4-BE49-F238E27FC236}">
                <a16:creationId xmlns:a16="http://schemas.microsoft.com/office/drawing/2014/main" id="{1D618AFF-B706-D4B6-7419-AE036596C324}"/>
              </a:ext>
            </a:extLst>
          </p:cNvPr>
          <p:cNvSpPr>
            <a:spLocks noGrp="1"/>
          </p:cNvSpPr>
          <p:nvPr>
            <p:ph type="subTitle" idx="1"/>
          </p:nvPr>
        </p:nvSpPr>
        <p:spPr/>
        <p:txBody>
          <a:bodyPr vert="horz" lIns="91440" tIns="45720" rIns="91440" bIns="45720" rtlCol="0" anchor="t">
            <a:normAutofit/>
          </a:bodyPr>
          <a:lstStyle/>
          <a:p>
            <a:endParaRPr lang="en-GB" dirty="0"/>
          </a:p>
        </p:txBody>
      </p:sp>
    </p:spTree>
    <p:extLst>
      <p:ext uri="{BB962C8B-B14F-4D97-AF65-F5344CB8AC3E}">
        <p14:creationId xmlns:p14="http://schemas.microsoft.com/office/powerpoint/2010/main" val="42185181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3882F-78FD-6A9E-9FC7-D8256C8049F2}"/>
              </a:ext>
            </a:extLst>
          </p:cNvPr>
          <p:cNvSpPr>
            <a:spLocks noGrp="1"/>
          </p:cNvSpPr>
          <p:nvPr>
            <p:ph type="title"/>
          </p:nvPr>
        </p:nvSpPr>
        <p:spPr/>
        <p:txBody>
          <a:bodyPr/>
          <a:lstStyle/>
          <a:p>
            <a:r>
              <a:rPr lang="en-GB" dirty="0"/>
              <a:t>Learning Aim and Objectives</a:t>
            </a:r>
          </a:p>
        </p:txBody>
      </p:sp>
      <p:sp>
        <p:nvSpPr>
          <p:cNvPr id="8" name="Content Placeholder 7">
            <a:extLst>
              <a:ext uri="{FF2B5EF4-FFF2-40B4-BE49-F238E27FC236}">
                <a16:creationId xmlns:a16="http://schemas.microsoft.com/office/drawing/2014/main" id="{542BCA84-A954-2C61-A88D-253467BB33B0}"/>
              </a:ext>
            </a:extLst>
          </p:cNvPr>
          <p:cNvSpPr>
            <a:spLocks noGrp="1"/>
          </p:cNvSpPr>
          <p:nvPr>
            <p:ph idx="1"/>
          </p:nvPr>
        </p:nvSpPr>
        <p:spPr/>
        <p:txBody>
          <a:bodyPr>
            <a:normAutofit fontScale="70000" lnSpcReduction="20000"/>
          </a:bodyPr>
          <a:lstStyle/>
          <a:p>
            <a:pPr marL="0" indent="0">
              <a:buNone/>
            </a:pPr>
            <a:r>
              <a:rPr lang="en-GB" b="1" dirty="0"/>
              <a:t>Session Aim</a:t>
            </a:r>
          </a:p>
          <a:p>
            <a:r>
              <a:rPr lang="en-GB" dirty="0"/>
              <a:t>Understand that there are different types of methodologies in use within Software Development (D2, D3, D4, D11, D21)</a:t>
            </a:r>
          </a:p>
          <a:p>
            <a:pPr marL="0" indent="0">
              <a:buNone/>
            </a:pPr>
            <a:endParaRPr lang="en-GB" dirty="0"/>
          </a:p>
          <a:p>
            <a:pPr marL="0" indent="0">
              <a:buNone/>
            </a:pPr>
            <a:r>
              <a:rPr lang="en-GB" b="1" dirty="0"/>
              <a:t>Objectives</a:t>
            </a:r>
          </a:p>
        </p:txBody>
      </p:sp>
      <p:graphicFrame>
        <p:nvGraphicFramePr>
          <p:cNvPr id="10" name="Content Placeholder 9">
            <a:extLst>
              <a:ext uri="{FF2B5EF4-FFF2-40B4-BE49-F238E27FC236}">
                <a16:creationId xmlns:a16="http://schemas.microsoft.com/office/drawing/2014/main" id="{60AD5100-C69B-A180-700D-ADB2C80E18C3}"/>
              </a:ext>
            </a:extLst>
          </p:cNvPr>
          <p:cNvGraphicFramePr>
            <a:graphicFrameLocks noGrp="1"/>
          </p:cNvGraphicFramePr>
          <p:nvPr>
            <p:ph sz="quarter" idx="11"/>
            <p:extLst>
              <p:ext uri="{D42A27DB-BD31-4B8C-83A1-F6EECF244321}">
                <p14:modId xmlns:p14="http://schemas.microsoft.com/office/powerpoint/2010/main" val="1137032958"/>
              </p:ext>
            </p:extLst>
          </p:nvPr>
        </p:nvGraphicFramePr>
        <p:xfrm>
          <a:off x="2251075" y="3038475"/>
          <a:ext cx="9801225" cy="36449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799944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A560C-9CEA-2A04-9E59-6AC7314BF93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BA1733-740C-0C39-EBA2-421AA261FD70}"/>
              </a:ext>
            </a:extLst>
          </p:cNvPr>
          <p:cNvSpPr>
            <a:spLocks noGrp="1"/>
          </p:cNvSpPr>
          <p:nvPr>
            <p:ph type="title"/>
          </p:nvPr>
        </p:nvSpPr>
        <p:spPr/>
        <p:txBody>
          <a:bodyPr>
            <a:normAutofit/>
          </a:bodyPr>
          <a:lstStyle/>
          <a:p>
            <a:r>
              <a:rPr lang="en-GB" dirty="0"/>
              <a:t>Competencies and Coverage</a:t>
            </a:r>
          </a:p>
        </p:txBody>
      </p:sp>
      <p:graphicFrame>
        <p:nvGraphicFramePr>
          <p:cNvPr id="2" name="Table 4">
            <a:extLst>
              <a:ext uri="{FF2B5EF4-FFF2-40B4-BE49-F238E27FC236}">
                <a16:creationId xmlns:a16="http://schemas.microsoft.com/office/drawing/2014/main" id="{BBBB3BB3-8870-A572-A068-79C701BC58FC}"/>
              </a:ext>
            </a:extLst>
          </p:cNvPr>
          <p:cNvGraphicFramePr>
            <a:graphicFrameLocks noGrp="1"/>
          </p:cNvGraphicFramePr>
          <p:nvPr>
            <p:extLst>
              <p:ext uri="{D42A27DB-BD31-4B8C-83A1-F6EECF244321}">
                <p14:modId xmlns:p14="http://schemas.microsoft.com/office/powerpoint/2010/main" val="3210938605"/>
              </p:ext>
            </p:extLst>
          </p:nvPr>
        </p:nvGraphicFramePr>
        <p:xfrm>
          <a:off x="264883" y="2498799"/>
          <a:ext cx="8127999" cy="1371600"/>
        </p:xfrm>
        <a:graphic>
          <a:graphicData uri="http://schemas.openxmlformats.org/drawingml/2006/table">
            <a:tbl>
              <a:tblPr firstRow="1" bandRow="1">
                <a:tableStyleId>{69012ECD-51FC-41F1-AA8D-1B2483CD663E}</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238094">
                <a:tc gridSpan="3">
                  <a:txBody>
                    <a:bodyPr/>
                    <a:lstStyle/>
                    <a:p>
                      <a:pPr algn="ctr"/>
                      <a:r>
                        <a:rPr lang="en-GB" dirty="0"/>
                        <a:t>Professional Discussion underpinned by Portfolio</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238094">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515930">
                <a:tc>
                  <a:txBody>
                    <a:bodyPr/>
                    <a:lstStyle/>
                    <a:p>
                      <a:pPr algn="ctr"/>
                      <a:r>
                        <a:rPr lang="en-GB" b="1" dirty="0">
                          <a:solidFill>
                            <a:schemeClr val="tx1"/>
                          </a:solidFill>
                        </a:rPr>
                        <a:t>K1</a:t>
                      </a:r>
                      <a:r>
                        <a:rPr lang="en-GB" dirty="0">
                          <a:solidFill>
                            <a:schemeClr val="bg1">
                              <a:lumMod val="75000"/>
                            </a:schemeClr>
                          </a:solidFill>
                        </a:rPr>
                        <a:t>, </a:t>
                      </a:r>
                      <a:r>
                        <a:rPr lang="en-GB" sz="1800" b="1" kern="1200" dirty="0">
                          <a:solidFill>
                            <a:schemeClr val="tx1"/>
                          </a:solidFill>
                          <a:latin typeface="+mn-lt"/>
                          <a:ea typeface="+mn-ea"/>
                          <a:cs typeface="+mn-cs"/>
                        </a:rPr>
                        <a:t>K3</a:t>
                      </a:r>
                      <a:r>
                        <a:rPr lang="en-GB" dirty="0">
                          <a:solidFill>
                            <a:schemeClr val="bg1">
                              <a:lumMod val="75000"/>
                            </a:schemeClr>
                          </a:solidFill>
                        </a:rPr>
                        <a:t>, </a:t>
                      </a:r>
                      <a:r>
                        <a:rPr lang="en-GB" b="1" dirty="0">
                          <a:solidFill>
                            <a:schemeClr val="tx1"/>
                          </a:solidFill>
                        </a:rPr>
                        <a:t>K4</a:t>
                      </a:r>
                      <a:r>
                        <a:rPr lang="en-GB" dirty="0">
                          <a:solidFill>
                            <a:schemeClr val="bg1">
                              <a:lumMod val="75000"/>
                            </a:schemeClr>
                          </a:solidFill>
                        </a:rPr>
                        <a:t>, </a:t>
                      </a:r>
                      <a:r>
                        <a:rPr lang="en-GB" sz="1800" b="1" kern="1200" dirty="0">
                          <a:solidFill>
                            <a:schemeClr val="tx1"/>
                          </a:solidFill>
                          <a:latin typeface="+mn-lt"/>
                          <a:ea typeface="+mn-ea"/>
                          <a:cs typeface="+mn-cs"/>
                        </a:rPr>
                        <a:t>K5</a:t>
                      </a:r>
                      <a:r>
                        <a:rPr lang="en-GB" dirty="0">
                          <a:solidFill>
                            <a:schemeClr val="bg1">
                              <a:lumMod val="75000"/>
                            </a:schemeClr>
                          </a:solidFill>
                        </a:rPr>
                        <a:t>, K7, K8, K10, K12</a:t>
                      </a:r>
                    </a:p>
                  </a:txBody>
                  <a:tcPr/>
                </a:tc>
                <a:tc>
                  <a:txBody>
                    <a:bodyPr/>
                    <a:lstStyle/>
                    <a:p>
                      <a:pPr algn="ctr"/>
                      <a:r>
                        <a:rPr lang="en-GB" dirty="0">
                          <a:solidFill>
                            <a:schemeClr val="bg1">
                              <a:lumMod val="75000"/>
                            </a:schemeClr>
                          </a:solidFill>
                        </a:rPr>
                        <a:t>S2, S3, S5, S8, S9, S13, S14, </a:t>
                      </a:r>
                      <a:r>
                        <a:rPr lang="en-GB" sz="1800" b="1" kern="1200" dirty="0">
                          <a:solidFill>
                            <a:schemeClr val="tx1"/>
                          </a:solidFill>
                          <a:latin typeface="+mn-lt"/>
                          <a:ea typeface="+mn-ea"/>
                          <a:cs typeface="+mn-cs"/>
                        </a:rPr>
                        <a:t>S15</a:t>
                      </a:r>
                      <a:r>
                        <a:rPr lang="en-GB" sz="1800" kern="1200" dirty="0">
                          <a:solidFill>
                            <a:schemeClr val="bg1">
                              <a:lumMod val="75000"/>
                            </a:schemeClr>
                          </a:solidFill>
                          <a:latin typeface="+mn-lt"/>
                          <a:ea typeface="+mn-ea"/>
                          <a:cs typeface="+mn-cs"/>
                        </a:rPr>
                        <a:t>, S</a:t>
                      </a:r>
                      <a:r>
                        <a:rPr lang="en-GB" dirty="0">
                          <a:solidFill>
                            <a:schemeClr val="bg1">
                              <a:lumMod val="75000"/>
                            </a:schemeClr>
                          </a:solidFill>
                        </a:rPr>
                        <a:t>17</a:t>
                      </a:r>
                    </a:p>
                  </a:txBody>
                  <a:tcPr/>
                </a:tc>
                <a:tc>
                  <a:txBody>
                    <a:bodyPr/>
                    <a:lstStyle/>
                    <a:p>
                      <a:pPr algn="ctr"/>
                      <a:r>
                        <a:rPr lang="en-GB" sz="1800" b="1" kern="1200" dirty="0">
                          <a:solidFill>
                            <a:schemeClr val="tx1"/>
                          </a:solidFill>
                          <a:latin typeface="+mn-lt"/>
                          <a:ea typeface="+mn-ea"/>
                          <a:cs typeface="+mn-cs"/>
                        </a:rPr>
                        <a:t>B1</a:t>
                      </a:r>
                      <a:r>
                        <a:rPr lang="en-GB" sz="1800" kern="1200" dirty="0">
                          <a:solidFill>
                            <a:schemeClr val="bg1">
                              <a:lumMod val="75000"/>
                            </a:schemeClr>
                          </a:solidFill>
                          <a:latin typeface="+mn-lt"/>
                          <a:ea typeface="+mn-ea"/>
                          <a:cs typeface="+mn-cs"/>
                        </a:rPr>
                        <a:t>, </a:t>
                      </a:r>
                      <a:r>
                        <a:rPr lang="en-GB" sz="1800" b="1" kern="1200" dirty="0">
                          <a:solidFill>
                            <a:schemeClr val="tx1"/>
                          </a:solidFill>
                          <a:latin typeface="+mn-lt"/>
                          <a:ea typeface="+mn-ea"/>
                          <a:cs typeface="+mn-cs"/>
                        </a:rPr>
                        <a:t>B4</a:t>
                      </a:r>
                      <a:r>
                        <a:rPr lang="en-GB" sz="1800" kern="1200" dirty="0">
                          <a:solidFill>
                            <a:schemeClr val="bg1">
                              <a:lumMod val="75000"/>
                            </a:schemeClr>
                          </a:solidFill>
                          <a:latin typeface="+mn-lt"/>
                          <a:ea typeface="+mn-ea"/>
                          <a:cs typeface="+mn-cs"/>
                        </a:rPr>
                        <a:t>, B5, B6, </a:t>
                      </a:r>
                      <a:r>
                        <a:rPr lang="en-GB" sz="1800" b="1" kern="1200" dirty="0">
                          <a:solidFill>
                            <a:schemeClr val="tx1"/>
                          </a:solidFill>
                          <a:latin typeface="+mn-lt"/>
                          <a:ea typeface="+mn-ea"/>
                          <a:cs typeface="+mn-cs"/>
                        </a:rPr>
                        <a:t>B7</a:t>
                      </a:r>
                      <a:r>
                        <a:rPr lang="en-GB" sz="1800" kern="1200" dirty="0">
                          <a:solidFill>
                            <a:schemeClr val="bg1">
                              <a:lumMod val="75000"/>
                            </a:schemeClr>
                          </a:solidFill>
                          <a:latin typeface="+mn-lt"/>
                          <a:ea typeface="+mn-ea"/>
                          <a:cs typeface="+mn-cs"/>
                        </a:rPr>
                        <a:t>, </a:t>
                      </a:r>
                      <a:r>
                        <a:rPr lang="en-GB" sz="1800" b="1" kern="1200" dirty="0">
                          <a:solidFill>
                            <a:schemeClr val="tx1"/>
                          </a:solidFill>
                          <a:latin typeface="+mn-lt"/>
                          <a:ea typeface="+mn-ea"/>
                          <a:cs typeface="+mn-cs"/>
                        </a:rPr>
                        <a:t>B8</a:t>
                      </a:r>
                      <a:r>
                        <a:rPr lang="en-GB" sz="1800" kern="1200" dirty="0">
                          <a:solidFill>
                            <a:schemeClr val="bg1">
                              <a:lumMod val="75000"/>
                            </a:schemeClr>
                          </a:solidFill>
                          <a:latin typeface="+mn-lt"/>
                          <a:ea typeface="+mn-ea"/>
                          <a:cs typeface="+mn-cs"/>
                        </a:rPr>
                        <a:t>, </a:t>
                      </a:r>
                      <a:r>
                        <a:rPr lang="en-GB" sz="1800" b="1" kern="1200" dirty="0">
                          <a:solidFill>
                            <a:schemeClr val="tx1"/>
                          </a:solidFill>
                          <a:latin typeface="+mn-lt"/>
                          <a:ea typeface="+mn-ea"/>
                          <a:cs typeface="+mn-cs"/>
                        </a:rPr>
                        <a:t>B9</a:t>
                      </a:r>
                    </a:p>
                  </a:txBody>
                  <a:tcPr/>
                </a:tc>
                <a:extLst>
                  <a:ext uri="{0D108BD9-81ED-4DB2-BD59-A6C34878D82A}">
                    <a16:rowId xmlns:a16="http://schemas.microsoft.com/office/drawing/2014/main" val="2058850495"/>
                  </a:ext>
                </a:extLst>
              </a:tr>
            </a:tbl>
          </a:graphicData>
        </a:graphic>
      </p:graphicFrame>
      <p:graphicFrame>
        <p:nvGraphicFramePr>
          <p:cNvPr id="5" name="Table 4">
            <a:extLst>
              <a:ext uri="{FF2B5EF4-FFF2-40B4-BE49-F238E27FC236}">
                <a16:creationId xmlns:a16="http://schemas.microsoft.com/office/drawing/2014/main" id="{D5B1931E-E8C1-97B1-7F0D-444B45092793}"/>
              </a:ext>
            </a:extLst>
          </p:cNvPr>
          <p:cNvGraphicFramePr>
            <a:graphicFrameLocks noGrp="1"/>
          </p:cNvGraphicFramePr>
          <p:nvPr>
            <p:extLst>
              <p:ext uri="{D42A27DB-BD31-4B8C-83A1-F6EECF244321}">
                <p14:modId xmlns:p14="http://schemas.microsoft.com/office/powerpoint/2010/main" val="1317331359"/>
              </p:ext>
            </p:extLst>
          </p:nvPr>
        </p:nvGraphicFramePr>
        <p:xfrm>
          <a:off x="3799118" y="4327941"/>
          <a:ext cx="8127999" cy="1371600"/>
        </p:xfrm>
        <a:graphic>
          <a:graphicData uri="http://schemas.openxmlformats.org/drawingml/2006/table">
            <a:tbl>
              <a:tblPr firstRow="1" bandRow="1">
                <a:tableStyleId>{72833802-FEF1-4C79-8D5D-14CF1EAF98D9}</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186663">
                <a:tc gridSpan="3">
                  <a:txBody>
                    <a:bodyPr/>
                    <a:lstStyle/>
                    <a:p>
                      <a:pPr algn="ctr"/>
                      <a:r>
                        <a:rPr lang="en-GB" dirty="0"/>
                        <a:t>Work-based Project with Questioning</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186663">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388410">
                <a:tc>
                  <a:txBody>
                    <a:bodyPr/>
                    <a:lstStyle/>
                    <a:p>
                      <a:pPr algn="ctr"/>
                      <a:r>
                        <a:rPr lang="en-GB" sz="1800" b="1" kern="1200" dirty="0">
                          <a:solidFill>
                            <a:schemeClr val="tx1"/>
                          </a:solidFill>
                          <a:latin typeface="+mn-lt"/>
                          <a:ea typeface="+mn-ea"/>
                          <a:cs typeface="+mn-cs"/>
                        </a:rPr>
                        <a:t>K2</a:t>
                      </a:r>
                      <a:r>
                        <a:rPr lang="en-GB" sz="1800" kern="1200" dirty="0">
                          <a:solidFill>
                            <a:schemeClr val="bg1">
                              <a:lumMod val="75000"/>
                            </a:schemeClr>
                          </a:solidFill>
                          <a:latin typeface="+mn-lt"/>
                          <a:ea typeface="+mn-ea"/>
                          <a:cs typeface="+mn-cs"/>
                        </a:rPr>
                        <a:t>,</a:t>
                      </a:r>
                      <a:r>
                        <a:rPr lang="en-GB" dirty="0">
                          <a:solidFill>
                            <a:schemeClr val="bg1">
                              <a:lumMod val="75000"/>
                            </a:schemeClr>
                          </a:solidFill>
                        </a:rPr>
                        <a:t> </a:t>
                      </a:r>
                      <a:r>
                        <a:rPr lang="en-GB" b="1" dirty="0">
                          <a:solidFill>
                            <a:schemeClr val="tx1"/>
                          </a:solidFill>
                        </a:rPr>
                        <a:t>K6</a:t>
                      </a:r>
                      <a:r>
                        <a:rPr lang="en-GB" dirty="0">
                          <a:solidFill>
                            <a:schemeClr val="bg1">
                              <a:lumMod val="75000"/>
                            </a:schemeClr>
                          </a:solidFill>
                        </a:rPr>
                        <a:t>, K9, K11</a:t>
                      </a:r>
                      <a:endParaRPr lang="en-GB" b="1" dirty="0">
                        <a:solidFill>
                          <a:schemeClr val="tx1"/>
                        </a:solidFill>
                      </a:endParaRPr>
                    </a:p>
                  </a:txBody>
                  <a:tcPr/>
                </a:tc>
                <a:tc>
                  <a:txBody>
                    <a:bodyPr/>
                    <a:lstStyle/>
                    <a:p>
                      <a:pPr algn="ctr"/>
                      <a:r>
                        <a:rPr lang="en-GB" dirty="0">
                          <a:solidFill>
                            <a:schemeClr val="bg1">
                              <a:lumMod val="75000"/>
                            </a:schemeClr>
                          </a:solidFill>
                        </a:rPr>
                        <a:t>S1, S4, S6, S7, S10, </a:t>
                      </a:r>
                      <a:r>
                        <a:rPr lang="en-GB" b="1" dirty="0">
                          <a:solidFill>
                            <a:schemeClr val="tx1"/>
                          </a:solidFill>
                        </a:rPr>
                        <a:t>S11</a:t>
                      </a:r>
                      <a:r>
                        <a:rPr lang="en-GB" dirty="0">
                          <a:solidFill>
                            <a:schemeClr val="bg1">
                              <a:lumMod val="75000"/>
                            </a:schemeClr>
                          </a:solidFill>
                        </a:rPr>
                        <a:t>, S12, S16</a:t>
                      </a:r>
                    </a:p>
                  </a:txBody>
                  <a:tcPr/>
                </a:tc>
                <a:tc>
                  <a:txBody>
                    <a:bodyPr/>
                    <a:lstStyle/>
                    <a:p>
                      <a:pPr algn="ctr"/>
                      <a:r>
                        <a:rPr lang="en-GB" sz="1800" b="1" kern="1200" dirty="0">
                          <a:solidFill>
                            <a:schemeClr val="tx1"/>
                          </a:solidFill>
                          <a:latin typeface="+mn-lt"/>
                          <a:ea typeface="+mn-ea"/>
                          <a:cs typeface="+mn-cs"/>
                        </a:rPr>
                        <a:t>B2</a:t>
                      </a:r>
                      <a:r>
                        <a:rPr lang="en-GB" sz="1800" kern="1200" dirty="0">
                          <a:solidFill>
                            <a:schemeClr val="bg1">
                              <a:lumMod val="75000"/>
                            </a:schemeClr>
                          </a:solidFill>
                          <a:latin typeface="+mn-lt"/>
                          <a:ea typeface="+mn-ea"/>
                          <a:cs typeface="+mn-cs"/>
                        </a:rPr>
                        <a:t>, B3</a:t>
                      </a:r>
                    </a:p>
                  </a:txBody>
                  <a:tcPr/>
                </a:tc>
                <a:extLst>
                  <a:ext uri="{0D108BD9-81ED-4DB2-BD59-A6C34878D82A}">
                    <a16:rowId xmlns:a16="http://schemas.microsoft.com/office/drawing/2014/main" val="2058850495"/>
                  </a:ext>
                </a:extLst>
              </a:tr>
            </a:tbl>
          </a:graphicData>
        </a:graphic>
      </p:graphicFrame>
    </p:spTree>
    <p:custDataLst>
      <p:tags r:id="rId1"/>
    </p:custDataLst>
    <p:extLst>
      <p:ext uri="{BB962C8B-B14F-4D97-AF65-F5344CB8AC3E}">
        <p14:creationId xmlns:p14="http://schemas.microsoft.com/office/powerpoint/2010/main" val="19805483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D528FD7E-31FF-659B-8E37-76A71ED0E9DB}"/>
              </a:ext>
            </a:extLst>
          </p:cNvPr>
          <p:cNvSpPr>
            <a:spLocks noGrp="1"/>
          </p:cNvSpPr>
          <p:nvPr>
            <p:ph type="ctrTitle"/>
          </p:nvPr>
        </p:nvSpPr>
        <p:spPr/>
        <p:txBody>
          <a:bodyPr/>
          <a:lstStyle/>
          <a:p>
            <a:r>
              <a:rPr lang="en-GB" dirty="0"/>
              <a:t>Review</a:t>
            </a:r>
          </a:p>
        </p:txBody>
      </p:sp>
      <p:sp>
        <p:nvSpPr>
          <p:cNvPr id="2" name="Subtitle 1">
            <a:extLst>
              <a:ext uri="{FF2B5EF4-FFF2-40B4-BE49-F238E27FC236}">
                <a16:creationId xmlns:a16="http://schemas.microsoft.com/office/drawing/2014/main" id="{26BDC346-77C1-B488-0F53-D80A6EAE4D30}"/>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0745712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2384CB-AD5B-0387-7365-93E9EAB6D37A}"/>
              </a:ext>
            </a:extLst>
          </p:cNvPr>
          <p:cNvSpPr>
            <a:spLocks noGrp="1"/>
          </p:cNvSpPr>
          <p:nvPr>
            <p:ph idx="1"/>
          </p:nvPr>
        </p:nvSpPr>
        <p:spPr/>
        <p:txBody>
          <a:bodyPr>
            <a:normAutofit/>
          </a:bodyPr>
          <a:lstStyle/>
          <a:p>
            <a:r>
              <a:rPr lang="en-GB" dirty="0"/>
              <a:t>Before we look at Agile consider the methodologies we have reviewed.</a:t>
            </a:r>
          </a:p>
          <a:p>
            <a:endParaRPr lang="en-GB" dirty="0"/>
          </a:p>
          <a:p>
            <a:endParaRPr lang="en-GB" dirty="0"/>
          </a:p>
          <a:p>
            <a:r>
              <a:rPr lang="en-GB" dirty="0"/>
              <a:t>Critically analyse them</a:t>
            </a:r>
            <a:endParaRPr lang="en-GB" sz="1800" dirty="0"/>
          </a:p>
          <a:p>
            <a:r>
              <a:rPr lang="en-GB" sz="1800" dirty="0"/>
              <a:t>(perhaps by conducting further research)</a:t>
            </a:r>
          </a:p>
          <a:p>
            <a:endParaRPr lang="en-GB" dirty="0"/>
          </a:p>
          <a:p>
            <a:r>
              <a:rPr lang="en-GB" dirty="0"/>
              <a:t>What in your opinion is good about them, why?</a:t>
            </a:r>
          </a:p>
          <a:p>
            <a:r>
              <a:rPr lang="en-GB" dirty="0"/>
              <a:t>What in your opinion are their shortcomings, why?</a:t>
            </a:r>
          </a:p>
          <a:p>
            <a:r>
              <a:rPr lang="en-GB" dirty="0"/>
              <a:t>Which is the best methodology in your opinion? Why?</a:t>
            </a:r>
          </a:p>
          <a:p>
            <a:r>
              <a:rPr lang="en-GB" sz="1400" dirty="0"/>
              <a:t>Try to think and reason beyond the advantages and disadvantages I have provided you with</a:t>
            </a:r>
          </a:p>
        </p:txBody>
      </p:sp>
      <p:sp>
        <p:nvSpPr>
          <p:cNvPr id="2" name="Title 1">
            <a:extLst>
              <a:ext uri="{FF2B5EF4-FFF2-40B4-BE49-F238E27FC236}">
                <a16:creationId xmlns:a16="http://schemas.microsoft.com/office/drawing/2014/main" id="{C7D8A570-CEC4-9A5B-1186-6ADC0367EEA6}"/>
              </a:ext>
            </a:extLst>
          </p:cNvPr>
          <p:cNvSpPr>
            <a:spLocks noGrp="1"/>
          </p:cNvSpPr>
          <p:nvPr>
            <p:ph type="title"/>
          </p:nvPr>
        </p:nvSpPr>
        <p:spPr/>
        <p:txBody>
          <a:bodyPr/>
          <a:lstStyle/>
          <a:p>
            <a:r>
              <a:rPr lang="en-GB" dirty="0"/>
              <a:t>Reviewing models</a:t>
            </a:r>
          </a:p>
        </p:txBody>
      </p:sp>
      <p:sp>
        <p:nvSpPr>
          <p:cNvPr id="5" name="Text Placeholder 4">
            <a:extLst>
              <a:ext uri="{FF2B5EF4-FFF2-40B4-BE49-F238E27FC236}">
                <a16:creationId xmlns:a16="http://schemas.microsoft.com/office/drawing/2014/main" id="{FAB8F7BA-7239-18FF-853F-7D325167D07B}"/>
              </a:ext>
            </a:extLst>
          </p:cNvPr>
          <p:cNvSpPr>
            <a:spLocks noGrp="1"/>
          </p:cNvSpPr>
          <p:nvPr>
            <p:ph type="body" sz="quarter" idx="10"/>
          </p:nvPr>
        </p:nvSpPr>
        <p:spPr/>
        <p:txBody>
          <a:bodyPr/>
          <a:lstStyle/>
          <a:p>
            <a:r>
              <a:rPr lang="en-GB" dirty="0"/>
              <a:t>K1, K5, S11, B9</a:t>
            </a:r>
          </a:p>
        </p:txBody>
      </p:sp>
      <p:sp>
        <p:nvSpPr>
          <p:cNvPr id="6" name="Text Placeholder 5">
            <a:extLst>
              <a:ext uri="{FF2B5EF4-FFF2-40B4-BE49-F238E27FC236}">
                <a16:creationId xmlns:a16="http://schemas.microsoft.com/office/drawing/2014/main" id="{8C2C293D-2AE6-5C0B-D175-8C62FD3A6D62}"/>
              </a:ext>
            </a:extLst>
          </p:cNvPr>
          <p:cNvSpPr>
            <a:spLocks noGrp="1"/>
          </p:cNvSpPr>
          <p:nvPr>
            <p:ph type="body" sz="quarter" idx="11"/>
          </p:nvPr>
        </p:nvSpPr>
        <p:spPr/>
        <p:txBody>
          <a:bodyPr/>
          <a:lstStyle/>
          <a:p>
            <a:endParaRPr lang="en-GB"/>
          </a:p>
        </p:txBody>
      </p:sp>
      <p:graphicFrame>
        <p:nvGraphicFramePr>
          <p:cNvPr id="4" name="Diagram 3">
            <a:extLst>
              <a:ext uri="{FF2B5EF4-FFF2-40B4-BE49-F238E27FC236}">
                <a16:creationId xmlns:a16="http://schemas.microsoft.com/office/drawing/2014/main" id="{A300A60D-E029-579F-A410-E8A307708251}"/>
              </a:ext>
            </a:extLst>
          </p:cNvPr>
          <p:cNvGraphicFramePr/>
          <p:nvPr>
            <p:extLst>
              <p:ext uri="{D42A27DB-BD31-4B8C-83A1-F6EECF244321}">
                <p14:modId xmlns:p14="http://schemas.microsoft.com/office/powerpoint/2010/main" val="433279684"/>
              </p:ext>
            </p:extLst>
          </p:nvPr>
        </p:nvGraphicFramePr>
        <p:xfrm>
          <a:off x="1917974" y="2422857"/>
          <a:ext cx="8356051" cy="919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00152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B9E53-2A1A-68BF-B053-EDD3B860620C}"/>
              </a:ext>
            </a:extLst>
          </p:cNvPr>
          <p:cNvSpPr>
            <a:spLocks noGrp="1"/>
          </p:cNvSpPr>
          <p:nvPr>
            <p:ph type="ctrTitle"/>
          </p:nvPr>
        </p:nvSpPr>
        <p:spPr/>
        <p:txBody>
          <a:bodyPr/>
          <a:lstStyle/>
          <a:p>
            <a:r>
              <a:rPr lang="en-GB" dirty="0"/>
              <a:t>Agile</a:t>
            </a:r>
          </a:p>
        </p:txBody>
      </p:sp>
      <p:sp>
        <p:nvSpPr>
          <p:cNvPr id="3" name="Subtitle 2">
            <a:extLst>
              <a:ext uri="{FF2B5EF4-FFF2-40B4-BE49-F238E27FC236}">
                <a16:creationId xmlns:a16="http://schemas.microsoft.com/office/drawing/2014/main" id="{EAA3237F-D9B2-5BAC-D474-217FE76F61D7}"/>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4596037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D61530-314F-DCBA-A767-39D9F0A142CF}"/>
              </a:ext>
            </a:extLst>
          </p:cNvPr>
          <p:cNvSpPr>
            <a:spLocks noGrp="1"/>
          </p:cNvSpPr>
          <p:nvPr>
            <p:ph idx="1"/>
          </p:nvPr>
        </p:nvSpPr>
        <p:spPr/>
        <p:txBody>
          <a:bodyPr>
            <a:normAutofit/>
          </a:bodyPr>
          <a:lstStyle/>
          <a:p>
            <a:r>
              <a:rPr lang="en-GB" dirty="0"/>
              <a:t>Agile is a catch-all description for a number of methodologies</a:t>
            </a:r>
          </a:p>
          <a:p>
            <a:endParaRPr lang="en-GB" dirty="0"/>
          </a:p>
          <a:p>
            <a:r>
              <a:rPr lang="en-GB" dirty="0"/>
              <a:t>It is based on a manifesto that is defined by 4 values</a:t>
            </a:r>
          </a:p>
          <a:p>
            <a:endParaRPr lang="en-GB" dirty="0"/>
          </a:p>
          <a:p>
            <a:endParaRPr lang="en-GB" dirty="0"/>
          </a:p>
          <a:p>
            <a:endParaRPr lang="en-GB" dirty="0"/>
          </a:p>
          <a:p>
            <a:endParaRPr lang="en-GB" dirty="0"/>
          </a:p>
          <a:p>
            <a:endParaRPr lang="en-GB" dirty="0"/>
          </a:p>
          <a:p>
            <a:endParaRPr lang="en-GB" dirty="0"/>
          </a:p>
          <a:p>
            <a:endParaRPr lang="en-GB" dirty="0"/>
          </a:p>
          <a:p>
            <a:r>
              <a:rPr lang="en-GB" dirty="0"/>
              <a:t>All Agile methodologies follow these principles</a:t>
            </a:r>
          </a:p>
        </p:txBody>
      </p:sp>
      <p:sp>
        <p:nvSpPr>
          <p:cNvPr id="2" name="Title 1">
            <a:extLst>
              <a:ext uri="{FF2B5EF4-FFF2-40B4-BE49-F238E27FC236}">
                <a16:creationId xmlns:a16="http://schemas.microsoft.com/office/drawing/2014/main" id="{44096408-8757-FAEA-A461-5984FBEC9D1E}"/>
              </a:ext>
            </a:extLst>
          </p:cNvPr>
          <p:cNvSpPr>
            <a:spLocks noGrp="1"/>
          </p:cNvSpPr>
          <p:nvPr>
            <p:ph type="title"/>
          </p:nvPr>
        </p:nvSpPr>
        <p:spPr/>
        <p:txBody>
          <a:bodyPr/>
          <a:lstStyle/>
          <a:p>
            <a:r>
              <a:rPr lang="en-GB" dirty="0"/>
              <a:t>Agile</a:t>
            </a:r>
          </a:p>
        </p:txBody>
      </p:sp>
      <p:sp>
        <p:nvSpPr>
          <p:cNvPr id="4" name="Text Placeholder 3">
            <a:extLst>
              <a:ext uri="{FF2B5EF4-FFF2-40B4-BE49-F238E27FC236}">
                <a16:creationId xmlns:a16="http://schemas.microsoft.com/office/drawing/2014/main" id="{0215BC1A-CB95-CDB2-3914-694DECBF3D17}"/>
              </a:ext>
            </a:extLst>
          </p:cNvPr>
          <p:cNvSpPr>
            <a:spLocks noGrp="1"/>
          </p:cNvSpPr>
          <p:nvPr>
            <p:ph type="body" sz="quarter" idx="10"/>
          </p:nvPr>
        </p:nvSpPr>
        <p:spPr/>
        <p:txBody>
          <a:bodyPr/>
          <a:lstStyle/>
          <a:p>
            <a:r>
              <a:rPr lang="en-GB" dirty="0"/>
              <a:t>K1, K5</a:t>
            </a:r>
          </a:p>
        </p:txBody>
      </p:sp>
      <p:sp>
        <p:nvSpPr>
          <p:cNvPr id="5" name="Text Placeholder 4">
            <a:extLst>
              <a:ext uri="{FF2B5EF4-FFF2-40B4-BE49-F238E27FC236}">
                <a16:creationId xmlns:a16="http://schemas.microsoft.com/office/drawing/2014/main" id="{7C45E54A-1C77-45C0-C807-9926D627FE3A}"/>
              </a:ext>
            </a:extLst>
          </p:cNvPr>
          <p:cNvSpPr>
            <a:spLocks noGrp="1"/>
          </p:cNvSpPr>
          <p:nvPr>
            <p:ph type="body" sz="quarter" idx="11"/>
          </p:nvPr>
        </p:nvSpPr>
        <p:spPr/>
        <p:txBody>
          <a:bodyPr/>
          <a:lstStyle/>
          <a:p>
            <a:endParaRPr lang="en-GB"/>
          </a:p>
        </p:txBody>
      </p:sp>
      <p:sp>
        <p:nvSpPr>
          <p:cNvPr id="6" name="Rectangle: Rounded Corners 5">
            <a:extLst>
              <a:ext uri="{FF2B5EF4-FFF2-40B4-BE49-F238E27FC236}">
                <a16:creationId xmlns:a16="http://schemas.microsoft.com/office/drawing/2014/main" id="{48B891C7-842D-CC33-8D5A-67EC031575C4}"/>
              </a:ext>
            </a:extLst>
          </p:cNvPr>
          <p:cNvSpPr/>
          <p:nvPr/>
        </p:nvSpPr>
        <p:spPr>
          <a:xfrm>
            <a:off x="2253064" y="3040112"/>
            <a:ext cx="7685868" cy="2479613"/>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252000" tIns="90000" rIns="252000" bIns="180000" rtlCol="0" anchor="ctr">
            <a:spAutoFit/>
          </a:bodyPr>
          <a:lstStyle/>
          <a:p>
            <a:pPr algn="ctr">
              <a:lnSpc>
                <a:spcPct val="150000"/>
              </a:lnSpc>
            </a:pPr>
            <a:r>
              <a:rPr lang="en-US" sz="2200" b="1" dirty="0">
                <a:solidFill>
                  <a:schemeClr val="tx1"/>
                </a:solidFill>
              </a:rPr>
              <a:t>Individuals and interactions</a:t>
            </a:r>
            <a:r>
              <a:rPr lang="en-US" sz="2200" dirty="0">
                <a:solidFill>
                  <a:schemeClr val="tx1"/>
                </a:solidFill>
              </a:rPr>
              <a:t> over processes and tools</a:t>
            </a:r>
            <a:br>
              <a:rPr lang="en-US" sz="2200" dirty="0">
                <a:solidFill>
                  <a:schemeClr val="tx1"/>
                </a:solidFill>
              </a:rPr>
            </a:br>
            <a:r>
              <a:rPr lang="en-US" sz="2200" b="1" dirty="0">
                <a:solidFill>
                  <a:schemeClr val="tx1"/>
                </a:solidFill>
              </a:rPr>
              <a:t>Working software</a:t>
            </a:r>
            <a:r>
              <a:rPr lang="en-US" sz="2200" dirty="0">
                <a:solidFill>
                  <a:schemeClr val="tx1"/>
                </a:solidFill>
              </a:rPr>
              <a:t> over comprehensive documentation</a:t>
            </a:r>
            <a:br>
              <a:rPr lang="en-US" sz="2200" dirty="0">
                <a:solidFill>
                  <a:schemeClr val="tx1"/>
                </a:solidFill>
              </a:rPr>
            </a:br>
            <a:r>
              <a:rPr lang="en-US" sz="2200" b="1" dirty="0">
                <a:solidFill>
                  <a:schemeClr val="tx1"/>
                </a:solidFill>
              </a:rPr>
              <a:t>Customer collaboration </a:t>
            </a:r>
            <a:r>
              <a:rPr lang="en-US" sz="2200" dirty="0">
                <a:solidFill>
                  <a:schemeClr val="tx1"/>
                </a:solidFill>
              </a:rPr>
              <a:t>over contract negotiation</a:t>
            </a:r>
            <a:br>
              <a:rPr lang="en-US" sz="2200" dirty="0">
                <a:solidFill>
                  <a:schemeClr val="tx1"/>
                </a:solidFill>
              </a:rPr>
            </a:br>
            <a:r>
              <a:rPr lang="en-US" sz="2200" b="1" dirty="0">
                <a:solidFill>
                  <a:schemeClr val="tx1"/>
                </a:solidFill>
              </a:rPr>
              <a:t>Responding to change </a:t>
            </a:r>
            <a:r>
              <a:rPr lang="en-US" sz="2200" dirty="0">
                <a:solidFill>
                  <a:schemeClr val="tx1"/>
                </a:solidFill>
              </a:rPr>
              <a:t>over following a plan</a:t>
            </a:r>
            <a:endParaRPr lang="en-GB" sz="2200" dirty="0">
              <a:solidFill>
                <a:schemeClr val="tx1"/>
              </a:solidFill>
            </a:endParaRPr>
          </a:p>
        </p:txBody>
      </p:sp>
    </p:spTree>
    <p:extLst>
      <p:ext uri="{BB962C8B-B14F-4D97-AF65-F5344CB8AC3E}">
        <p14:creationId xmlns:p14="http://schemas.microsoft.com/office/powerpoint/2010/main" val="2628099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DDF2680-F2F4-ED52-3E8F-974453D5C718}"/>
              </a:ext>
            </a:extLst>
          </p:cNvPr>
          <p:cNvSpPr>
            <a:spLocks noGrp="1"/>
          </p:cNvSpPr>
          <p:nvPr>
            <p:ph idx="1"/>
          </p:nvPr>
        </p:nvSpPr>
        <p:spPr/>
        <p:txBody>
          <a:bodyPr/>
          <a:lstStyle/>
          <a:p>
            <a:r>
              <a:rPr lang="en-GB" dirty="0"/>
              <a:t>The agile manifesto was written in 2001 by 17 software developers who met in Snowbird, Utah</a:t>
            </a:r>
          </a:p>
          <a:p>
            <a:endParaRPr lang="en-GB" dirty="0"/>
          </a:p>
          <a:p>
            <a:r>
              <a:rPr lang="en-GB" dirty="0"/>
              <a:t>The manifesto means;</a:t>
            </a:r>
          </a:p>
          <a:p>
            <a:pPr lvl="1"/>
            <a:r>
              <a:rPr lang="en-GB" dirty="0"/>
              <a:t>Whilst tools and processes are important it is more important to have competent people working together effectively</a:t>
            </a:r>
          </a:p>
          <a:p>
            <a:pPr lvl="1"/>
            <a:r>
              <a:rPr lang="en-GB" dirty="0"/>
              <a:t>Good, comprehensive documentation is important to help people understand the software and how it is built, but the purpose of a software project is the software not the documentation</a:t>
            </a:r>
          </a:p>
          <a:p>
            <a:pPr lvl="1"/>
            <a:r>
              <a:rPr lang="en-GB" dirty="0"/>
              <a:t>Contracts are important, but it is not a substitute to working closely with the clients to discover what they need</a:t>
            </a:r>
          </a:p>
          <a:p>
            <a:pPr lvl="1"/>
            <a:r>
              <a:rPr lang="en-GB" dirty="0"/>
              <a:t>Plans are important, but they need to be flexible enough to accommodate changes in technology, the environment, the client’s priorities and people’s understanding of the problem and how to solve it</a:t>
            </a:r>
          </a:p>
          <a:p>
            <a:endParaRPr lang="en-GB" dirty="0"/>
          </a:p>
        </p:txBody>
      </p:sp>
      <p:sp>
        <p:nvSpPr>
          <p:cNvPr id="2" name="Title 1">
            <a:extLst>
              <a:ext uri="{FF2B5EF4-FFF2-40B4-BE49-F238E27FC236}">
                <a16:creationId xmlns:a16="http://schemas.microsoft.com/office/drawing/2014/main" id="{8EB752BF-84F2-421D-A407-7800A0650D44}"/>
              </a:ext>
            </a:extLst>
          </p:cNvPr>
          <p:cNvSpPr>
            <a:spLocks noGrp="1"/>
          </p:cNvSpPr>
          <p:nvPr>
            <p:ph type="title"/>
          </p:nvPr>
        </p:nvSpPr>
        <p:spPr/>
        <p:txBody>
          <a:bodyPr/>
          <a:lstStyle/>
          <a:p>
            <a:r>
              <a:rPr lang="en-GB" dirty="0"/>
              <a:t>Agile History</a:t>
            </a:r>
          </a:p>
        </p:txBody>
      </p:sp>
      <p:sp>
        <p:nvSpPr>
          <p:cNvPr id="3" name="Text Placeholder 2">
            <a:extLst>
              <a:ext uri="{FF2B5EF4-FFF2-40B4-BE49-F238E27FC236}">
                <a16:creationId xmlns:a16="http://schemas.microsoft.com/office/drawing/2014/main" id="{EE813D54-A382-D586-1BAF-E91F59BB9C57}"/>
              </a:ext>
            </a:extLst>
          </p:cNvPr>
          <p:cNvSpPr>
            <a:spLocks noGrp="1"/>
          </p:cNvSpPr>
          <p:nvPr>
            <p:ph type="body" sz="quarter" idx="10"/>
          </p:nvPr>
        </p:nvSpPr>
        <p:spPr/>
        <p:txBody>
          <a:bodyPr/>
          <a:lstStyle/>
          <a:p>
            <a:r>
              <a:rPr lang="en-GB" dirty="0"/>
              <a:t>K1, K5</a:t>
            </a:r>
          </a:p>
        </p:txBody>
      </p:sp>
      <p:sp>
        <p:nvSpPr>
          <p:cNvPr id="4" name="Text Placeholder 3">
            <a:extLst>
              <a:ext uri="{FF2B5EF4-FFF2-40B4-BE49-F238E27FC236}">
                <a16:creationId xmlns:a16="http://schemas.microsoft.com/office/drawing/2014/main" id="{75926F58-12F2-D36F-C62E-A2F3DA049737}"/>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19339316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2BD3EB-AE0F-5E20-89EF-0316E081F0D3}"/>
              </a:ext>
            </a:extLst>
          </p:cNvPr>
          <p:cNvSpPr>
            <a:spLocks noGrp="1"/>
          </p:cNvSpPr>
          <p:nvPr>
            <p:ph idx="1"/>
          </p:nvPr>
        </p:nvSpPr>
        <p:spPr/>
        <p:txBody>
          <a:bodyPr>
            <a:normAutofit fontScale="92500" lnSpcReduction="20000"/>
          </a:bodyPr>
          <a:lstStyle/>
          <a:p>
            <a:r>
              <a:rPr lang="en-GB" dirty="0"/>
              <a:t>The manifesto is based on 12 principles</a:t>
            </a:r>
          </a:p>
          <a:p>
            <a:pPr marL="914400" lvl="1" indent="-457200">
              <a:buFont typeface="+mj-lt"/>
              <a:buAutoNum type="arabicPeriod"/>
            </a:pPr>
            <a:r>
              <a:rPr lang="en-US" dirty="0"/>
              <a:t>Customer satisfaction by early and continuous delivery of valuable software.</a:t>
            </a:r>
          </a:p>
          <a:p>
            <a:pPr marL="914400" lvl="1" indent="-457200">
              <a:buFont typeface="+mj-lt"/>
              <a:buAutoNum type="arabicPeriod"/>
            </a:pPr>
            <a:r>
              <a:rPr lang="en-US" dirty="0"/>
              <a:t>Welcome changing requirements, even in late development.</a:t>
            </a:r>
          </a:p>
          <a:p>
            <a:pPr marL="914400" lvl="1" indent="-457200">
              <a:buFont typeface="+mj-lt"/>
              <a:buAutoNum type="arabicPeriod"/>
            </a:pPr>
            <a:r>
              <a:rPr lang="en-US" dirty="0"/>
              <a:t>Deliver working software frequently (weeks rather than months).</a:t>
            </a:r>
          </a:p>
          <a:p>
            <a:pPr marL="914400" lvl="1" indent="-457200">
              <a:buFont typeface="+mj-lt"/>
              <a:buAutoNum type="arabicPeriod"/>
            </a:pPr>
            <a:r>
              <a:rPr lang="en-US" dirty="0"/>
              <a:t>Close, daily cooperation between business people and developers.</a:t>
            </a:r>
          </a:p>
          <a:p>
            <a:pPr marL="914400" lvl="1" indent="-457200">
              <a:buFont typeface="+mj-lt"/>
              <a:buAutoNum type="arabicPeriod"/>
            </a:pPr>
            <a:r>
              <a:rPr lang="en-US" dirty="0"/>
              <a:t>Projects are built around motivated individuals, who should be trusted.</a:t>
            </a:r>
          </a:p>
          <a:p>
            <a:pPr marL="914400" lvl="1" indent="-457200">
              <a:buFont typeface="+mj-lt"/>
              <a:buAutoNum type="arabicPeriod"/>
            </a:pPr>
            <a:r>
              <a:rPr lang="en-US" dirty="0"/>
              <a:t>Face-to-face conversation is the best form of communication (co-location).</a:t>
            </a:r>
          </a:p>
          <a:p>
            <a:pPr marL="914400" lvl="1" indent="-457200">
              <a:buFont typeface="+mj-lt"/>
              <a:buAutoNum type="arabicPeriod"/>
            </a:pPr>
            <a:r>
              <a:rPr lang="en-US" dirty="0"/>
              <a:t>Working software is the primary measure of progress.</a:t>
            </a:r>
          </a:p>
          <a:p>
            <a:pPr marL="914400" lvl="1" indent="-457200">
              <a:buFont typeface="+mj-lt"/>
              <a:buAutoNum type="arabicPeriod"/>
            </a:pPr>
            <a:r>
              <a:rPr lang="en-US" dirty="0"/>
              <a:t>Sustainable development, able to maintain a constant pace.</a:t>
            </a:r>
          </a:p>
          <a:p>
            <a:pPr marL="914400" lvl="1" indent="-457200">
              <a:buFont typeface="+mj-lt"/>
              <a:buAutoNum type="arabicPeriod"/>
            </a:pPr>
            <a:r>
              <a:rPr lang="en-US" dirty="0"/>
              <a:t>Continuous attention to technical excellence and good design.</a:t>
            </a:r>
          </a:p>
          <a:p>
            <a:pPr marL="914400" lvl="1" indent="-457200">
              <a:buFont typeface="+mj-lt"/>
              <a:buAutoNum type="arabicPeriod"/>
            </a:pPr>
            <a:r>
              <a:rPr lang="en-US" dirty="0"/>
              <a:t>Simplicity—the art of maximizing the amount of work not done—is essential.</a:t>
            </a:r>
          </a:p>
          <a:p>
            <a:pPr marL="914400" lvl="1" indent="-457200">
              <a:buFont typeface="+mj-lt"/>
              <a:buAutoNum type="arabicPeriod"/>
            </a:pPr>
            <a:r>
              <a:rPr lang="en-US" dirty="0"/>
              <a:t>Best architectures, requirements, and designs emerge from self-organizing teams.</a:t>
            </a:r>
          </a:p>
          <a:p>
            <a:pPr marL="914400" lvl="1" indent="-457200">
              <a:buFont typeface="+mj-lt"/>
              <a:buAutoNum type="arabicPeriod"/>
            </a:pPr>
            <a:r>
              <a:rPr lang="en-US" dirty="0"/>
              <a:t>Regularly, the team reflects on how to become more effective, and adjusts accordingly.</a:t>
            </a:r>
          </a:p>
          <a:p>
            <a:endParaRPr lang="en-US" dirty="0"/>
          </a:p>
          <a:p>
            <a:r>
              <a:rPr lang="en-US" dirty="0"/>
              <a:t>There is currently some discussion about whether these need to be reviewed as the manifesto and principles are now over 20 years old.</a:t>
            </a:r>
            <a:endParaRPr lang="en-GB" dirty="0"/>
          </a:p>
        </p:txBody>
      </p:sp>
      <p:sp>
        <p:nvSpPr>
          <p:cNvPr id="2" name="Title 1">
            <a:extLst>
              <a:ext uri="{FF2B5EF4-FFF2-40B4-BE49-F238E27FC236}">
                <a16:creationId xmlns:a16="http://schemas.microsoft.com/office/drawing/2014/main" id="{0F5AA8AC-3B38-8737-E159-76041914D22C}"/>
              </a:ext>
            </a:extLst>
          </p:cNvPr>
          <p:cNvSpPr>
            <a:spLocks noGrp="1"/>
          </p:cNvSpPr>
          <p:nvPr>
            <p:ph type="title"/>
          </p:nvPr>
        </p:nvSpPr>
        <p:spPr/>
        <p:txBody>
          <a:bodyPr/>
          <a:lstStyle/>
          <a:p>
            <a:r>
              <a:rPr lang="en-GB" dirty="0"/>
              <a:t>Agile History</a:t>
            </a:r>
          </a:p>
        </p:txBody>
      </p:sp>
      <p:sp>
        <p:nvSpPr>
          <p:cNvPr id="4" name="Text Placeholder 3">
            <a:extLst>
              <a:ext uri="{FF2B5EF4-FFF2-40B4-BE49-F238E27FC236}">
                <a16:creationId xmlns:a16="http://schemas.microsoft.com/office/drawing/2014/main" id="{FE7317B8-5F43-6F7A-FF8D-83E8C90B77F0}"/>
              </a:ext>
            </a:extLst>
          </p:cNvPr>
          <p:cNvSpPr>
            <a:spLocks noGrp="1"/>
          </p:cNvSpPr>
          <p:nvPr>
            <p:ph type="body" sz="quarter" idx="10"/>
          </p:nvPr>
        </p:nvSpPr>
        <p:spPr/>
        <p:txBody>
          <a:bodyPr/>
          <a:lstStyle/>
          <a:p>
            <a:endParaRPr lang="en-GB"/>
          </a:p>
        </p:txBody>
      </p:sp>
      <p:sp>
        <p:nvSpPr>
          <p:cNvPr id="5" name="Text Placeholder 4">
            <a:extLst>
              <a:ext uri="{FF2B5EF4-FFF2-40B4-BE49-F238E27FC236}">
                <a16:creationId xmlns:a16="http://schemas.microsoft.com/office/drawing/2014/main" id="{37F40610-D9F6-4272-A7F0-B0830B046BA9}"/>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3355146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6ACAAF0-E40B-FAFD-8DBB-99E5F16621FD}"/>
              </a:ext>
            </a:extLst>
          </p:cNvPr>
          <p:cNvSpPr>
            <a:spLocks noGrp="1"/>
          </p:cNvSpPr>
          <p:nvPr>
            <p:ph type="body" idx="1"/>
          </p:nvPr>
        </p:nvSpPr>
        <p:spPr/>
        <p:txBody>
          <a:bodyPr/>
          <a:lstStyle/>
          <a:p>
            <a:r>
              <a:rPr lang="en-GB" dirty="0"/>
              <a:t>Advantages</a:t>
            </a:r>
          </a:p>
        </p:txBody>
      </p:sp>
      <p:sp>
        <p:nvSpPr>
          <p:cNvPr id="6" name="Content Placeholder 5">
            <a:extLst>
              <a:ext uri="{FF2B5EF4-FFF2-40B4-BE49-F238E27FC236}">
                <a16:creationId xmlns:a16="http://schemas.microsoft.com/office/drawing/2014/main" id="{60EBDE91-2EE3-A805-C6E4-3C23E42EA4C8}"/>
              </a:ext>
            </a:extLst>
          </p:cNvPr>
          <p:cNvSpPr>
            <a:spLocks noGrp="1"/>
          </p:cNvSpPr>
          <p:nvPr>
            <p:ph sz="half" idx="2"/>
          </p:nvPr>
        </p:nvSpPr>
        <p:spPr/>
        <p:txBody>
          <a:bodyPr>
            <a:normAutofit/>
          </a:bodyPr>
          <a:lstStyle/>
          <a:p>
            <a:r>
              <a:rPr lang="en-GB" sz="2000" dirty="0"/>
              <a:t>Flexibility</a:t>
            </a:r>
          </a:p>
          <a:p>
            <a:pPr lvl="1"/>
            <a:r>
              <a:rPr lang="en-GB" sz="1800" dirty="0"/>
              <a:t>If there is a mistake in the project requirements it can be fixed at any stage</a:t>
            </a:r>
          </a:p>
          <a:p>
            <a:r>
              <a:rPr lang="en-GB" sz="2000" dirty="0"/>
              <a:t>Multiple product operations</a:t>
            </a:r>
          </a:p>
          <a:p>
            <a:pPr lvl="1"/>
            <a:r>
              <a:rPr lang="en-GB" sz="1800" dirty="0"/>
              <a:t>The software is released often but only with small changes</a:t>
            </a:r>
          </a:p>
        </p:txBody>
      </p:sp>
      <p:sp>
        <p:nvSpPr>
          <p:cNvPr id="7" name="Text Placeholder 6">
            <a:extLst>
              <a:ext uri="{FF2B5EF4-FFF2-40B4-BE49-F238E27FC236}">
                <a16:creationId xmlns:a16="http://schemas.microsoft.com/office/drawing/2014/main" id="{B8BC87CD-9F2B-4CB1-D1C6-CA214719FDCC}"/>
              </a:ext>
            </a:extLst>
          </p:cNvPr>
          <p:cNvSpPr>
            <a:spLocks noGrp="1"/>
          </p:cNvSpPr>
          <p:nvPr>
            <p:ph type="body" sz="quarter" idx="3"/>
          </p:nvPr>
        </p:nvSpPr>
        <p:spPr/>
        <p:txBody>
          <a:bodyPr/>
          <a:lstStyle/>
          <a:p>
            <a:r>
              <a:rPr lang="en-GB" dirty="0"/>
              <a:t>Disadvantages</a:t>
            </a:r>
          </a:p>
        </p:txBody>
      </p:sp>
      <p:sp>
        <p:nvSpPr>
          <p:cNvPr id="8" name="Content Placeholder 7">
            <a:extLst>
              <a:ext uri="{FF2B5EF4-FFF2-40B4-BE49-F238E27FC236}">
                <a16:creationId xmlns:a16="http://schemas.microsoft.com/office/drawing/2014/main" id="{0A8DED7F-9C7C-C33F-AE4C-74A301124459}"/>
              </a:ext>
            </a:extLst>
          </p:cNvPr>
          <p:cNvSpPr>
            <a:spLocks noGrp="1"/>
          </p:cNvSpPr>
          <p:nvPr>
            <p:ph sz="quarter" idx="4"/>
          </p:nvPr>
        </p:nvSpPr>
        <p:spPr/>
        <p:txBody>
          <a:bodyPr>
            <a:normAutofit/>
          </a:bodyPr>
          <a:lstStyle/>
          <a:p>
            <a:r>
              <a:rPr lang="en-GB" sz="2000" dirty="0"/>
              <a:t>Less control</a:t>
            </a:r>
          </a:p>
          <a:p>
            <a:pPr lvl="1"/>
            <a:r>
              <a:rPr lang="en-GB" sz="1800" dirty="0"/>
              <a:t>The project cost cannot be estimated early on.</a:t>
            </a:r>
          </a:p>
          <a:p>
            <a:pPr lvl="1"/>
            <a:r>
              <a:rPr lang="en-GB" sz="1800" dirty="0"/>
              <a:t>Negotiations with product owners and stakeholders become more complicated because a precise estimate can’t be created and budget guarantees can’t be provided</a:t>
            </a:r>
          </a:p>
          <a:p>
            <a:r>
              <a:rPr lang="en-GB" sz="2000" dirty="0"/>
              <a:t>More commitment from the team</a:t>
            </a:r>
          </a:p>
          <a:p>
            <a:pPr lvl="1"/>
            <a:r>
              <a:rPr lang="en-GB" sz="1800" dirty="0"/>
              <a:t>Developers, testers and designers need to communicate with each other and also with management</a:t>
            </a:r>
          </a:p>
        </p:txBody>
      </p:sp>
      <p:sp>
        <p:nvSpPr>
          <p:cNvPr id="4" name="Title 3">
            <a:extLst>
              <a:ext uri="{FF2B5EF4-FFF2-40B4-BE49-F238E27FC236}">
                <a16:creationId xmlns:a16="http://schemas.microsoft.com/office/drawing/2014/main" id="{593BAC4A-F7A3-1570-5098-067B8B0CF444}"/>
              </a:ext>
            </a:extLst>
          </p:cNvPr>
          <p:cNvSpPr>
            <a:spLocks noGrp="1"/>
          </p:cNvSpPr>
          <p:nvPr>
            <p:ph type="title"/>
          </p:nvPr>
        </p:nvSpPr>
        <p:spPr/>
        <p:txBody>
          <a:bodyPr/>
          <a:lstStyle/>
          <a:p>
            <a:r>
              <a:rPr lang="en-GB" dirty="0"/>
              <a:t>Agile (in general)</a:t>
            </a:r>
          </a:p>
        </p:txBody>
      </p:sp>
      <p:sp>
        <p:nvSpPr>
          <p:cNvPr id="2" name="Text Placeholder 1">
            <a:extLst>
              <a:ext uri="{FF2B5EF4-FFF2-40B4-BE49-F238E27FC236}">
                <a16:creationId xmlns:a16="http://schemas.microsoft.com/office/drawing/2014/main" id="{8EDC16AA-384D-3668-8A2F-1F06049074A7}"/>
              </a:ext>
            </a:extLst>
          </p:cNvPr>
          <p:cNvSpPr>
            <a:spLocks noGrp="1"/>
          </p:cNvSpPr>
          <p:nvPr>
            <p:ph type="body" sz="quarter" idx="10"/>
          </p:nvPr>
        </p:nvSpPr>
        <p:spPr/>
        <p:txBody>
          <a:bodyPr/>
          <a:lstStyle/>
          <a:p>
            <a:r>
              <a:rPr lang="en-GB" dirty="0"/>
              <a:t>K1, K5</a:t>
            </a:r>
          </a:p>
        </p:txBody>
      </p:sp>
      <p:sp>
        <p:nvSpPr>
          <p:cNvPr id="3" name="Text Placeholder 2">
            <a:extLst>
              <a:ext uri="{FF2B5EF4-FFF2-40B4-BE49-F238E27FC236}">
                <a16:creationId xmlns:a16="http://schemas.microsoft.com/office/drawing/2014/main" id="{41D5D12C-8395-625F-9A48-614809A98204}"/>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42298940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0618C45-38CB-EA27-52C1-18E5CEAECE20}"/>
              </a:ext>
            </a:extLst>
          </p:cNvPr>
          <p:cNvSpPr>
            <a:spLocks noGrp="1"/>
          </p:cNvSpPr>
          <p:nvPr>
            <p:ph idx="1"/>
          </p:nvPr>
        </p:nvSpPr>
        <p:spPr>
          <a:xfrm>
            <a:off x="1417294" y="1679710"/>
            <a:ext cx="9357413" cy="4023506"/>
          </a:xfrm>
        </p:spPr>
        <p:txBody>
          <a:bodyPr/>
          <a:lstStyle/>
          <a:p>
            <a:r>
              <a:rPr lang="en-GB" dirty="0"/>
              <a:t>Agile is not a methodology on its own it is a set of principles and values that various methodologies have adopted</a:t>
            </a:r>
          </a:p>
          <a:p>
            <a:endParaRPr lang="en-GB" dirty="0"/>
          </a:p>
          <a:p>
            <a:r>
              <a:rPr lang="en-GB" dirty="0"/>
              <a:t>In a small group research the following one of the following 2 methodologies and prepare a presentation</a:t>
            </a:r>
          </a:p>
          <a:p>
            <a:endParaRPr lang="en-GB" dirty="0"/>
          </a:p>
          <a:p>
            <a:endParaRPr lang="en-GB" dirty="0"/>
          </a:p>
          <a:p>
            <a:r>
              <a:rPr lang="en-GB" dirty="0"/>
              <a:t>The presentation must cover the following elements</a:t>
            </a:r>
          </a:p>
        </p:txBody>
      </p:sp>
      <p:sp>
        <p:nvSpPr>
          <p:cNvPr id="4" name="Title 3">
            <a:extLst>
              <a:ext uri="{FF2B5EF4-FFF2-40B4-BE49-F238E27FC236}">
                <a16:creationId xmlns:a16="http://schemas.microsoft.com/office/drawing/2014/main" id="{C9373A67-707E-5AA7-E975-33CC8BD4FB0C}"/>
              </a:ext>
            </a:extLst>
          </p:cNvPr>
          <p:cNvSpPr>
            <a:spLocks noGrp="1"/>
          </p:cNvSpPr>
          <p:nvPr>
            <p:ph type="title"/>
          </p:nvPr>
        </p:nvSpPr>
        <p:spPr/>
        <p:txBody>
          <a:bodyPr/>
          <a:lstStyle/>
          <a:p>
            <a:r>
              <a:rPr lang="en-GB" dirty="0"/>
              <a:t>Methodologies</a:t>
            </a:r>
          </a:p>
        </p:txBody>
      </p:sp>
      <p:sp>
        <p:nvSpPr>
          <p:cNvPr id="2" name="Text Placeholder 1">
            <a:extLst>
              <a:ext uri="{FF2B5EF4-FFF2-40B4-BE49-F238E27FC236}">
                <a16:creationId xmlns:a16="http://schemas.microsoft.com/office/drawing/2014/main" id="{826F3137-7F01-1B05-5482-7B25E5BD33DE}"/>
              </a:ext>
            </a:extLst>
          </p:cNvPr>
          <p:cNvSpPr>
            <a:spLocks noGrp="1"/>
          </p:cNvSpPr>
          <p:nvPr>
            <p:ph type="body" sz="quarter" idx="10"/>
          </p:nvPr>
        </p:nvSpPr>
        <p:spPr/>
        <p:txBody>
          <a:bodyPr/>
          <a:lstStyle/>
          <a:p>
            <a:r>
              <a:rPr lang="en-GB" dirty="0"/>
              <a:t>K1, K2, K3, K4, K5, K6, S15, B4, B7, B9</a:t>
            </a:r>
          </a:p>
        </p:txBody>
      </p:sp>
      <p:sp>
        <p:nvSpPr>
          <p:cNvPr id="3" name="Text Placeholder 2">
            <a:extLst>
              <a:ext uri="{FF2B5EF4-FFF2-40B4-BE49-F238E27FC236}">
                <a16:creationId xmlns:a16="http://schemas.microsoft.com/office/drawing/2014/main" id="{03A30227-D12D-61F2-9BB4-621FD6E0DCD9}"/>
              </a:ext>
            </a:extLst>
          </p:cNvPr>
          <p:cNvSpPr>
            <a:spLocks noGrp="1"/>
          </p:cNvSpPr>
          <p:nvPr>
            <p:ph type="body" sz="quarter" idx="11"/>
          </p:nvPr>
        </p:nvSpPr>
        <p:spPr/>
        <p:txBody>
          <a:bodyPr/>
          <a:lstStyle/>
          <a:p>
            <a:endParaRPr lang="en-GB"/>
          </a:p>
        </p:txBody>
      </p:sp>
      <p:graphicFrame>
        <p:nvGraphicFramePr>
          <p:cNvPr id="6" name="Diagram 5">
            <a:extLst>
              <a:ext uri="{FF2B5EF4-FFF2-40B4-BE49-F238E27FC236}">
                <a16:creationId xmlns:a16="http://schemas.microsoft.com/office/drawing/2014/main" id="{1C336D83-02D3-87DA-883F-06C086AFD119}"/>
              </a:ext>
            </a:extLst>
          </p:cNvPr>
          <p:cNvGraphicFramePr/>
          <p:nvPr>
            <p:extLst>
              <p:ext uri="{D42A27DB-BD31-4B8C-83A1-F6EECF244321}">
                <p14:modId xmlns:p14="http://schemas.microsoft.com/office/powerpoint/2010/main" val="318055596"/>
              </p:ext>
            </p:extLst>
          </p:nvPr>
        </p:nvGraphicFramePr>
        <p:xfrm>
          <a:off x="4606924" y="3978045"/>
          <a:ext cx="2978150" cy="7566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 6">
            <a:extLst>
              <a:ext uri="{FF2B5EF4-FFF2-40B4-BE49-F238E27FC236}">
                <a16:creationId xmlns:a16="http://schemas.microsoft.com/office/drawing/2014/main" id="{91AC57BB-80D8-2002-0C47-751840E15EEF}"/>
              </a:ext>
            </a:extLst>
          </p:cNvPr>
          <p:cNvGraphicFramePr/>
          <p:nvPr>
            <p:extLst>
              <p:ext uri="{D42A27DB-BD31-4B8C-83A1-F6EECF244321}">
                <p14:modId xmlns:p14="http://schemas.microsoft.com/office/powerpoint/2010/main" val="2997449141"/>
              </p:ext>
            </p:extLst>
          </p:nvPr>
        </p:nvGraphicFramePr>
        <p:xfrm>
          <a:off x="1317423" y="5218961"/>
          <a:ext cx="9557151" cy="96850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2342277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5101A-451E-1389-90CC-65443DBB91DF}"/>
              </a:ext>
            </a:extLst>
          </p:cNvPr>
          <p:cNvSpPr>
            <a:spLocks noGrp="1"/>
          </p:cNvSpPr>
          <p:nvPr>
            <p:ph type="ctrTitle"/>
          </p:nvPr>
        </p:nvSpPr>
        <p:spPr/>
        <p:txBody>
          <a:bodyPr/>
          <a:lstStyle/>
          <a:p>
            <a:r>
              <a:rPr lang="en-GB" dirty="0"/>
              <a:t>Scrum</a:t>
            </a:r>
          </a:p>
        </p:txBody>
      </p:sp>
      <p:sp>
        <p:nvSpPr>
          <p:cNvPr id="4" name="Subtitle 3">
            <a:extLst>
              <a:ext uri="{FF2B5EF4-FFF2-40B4-BE49-F238E27FC236}">
                <a16:creationId xmlns:a16="http://schemas.microsoft.com/office/drawing/2014/main" id="{59BB053A-1688-76A6-869C-29AC4A507045}"/>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8679248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D2FB6B2-41C9-EA20-A0ED-0A0CE757C090}"/>
              </a:ext>
            </a:extLst>
          </p:cNvPr>
          <p:cNvSpPr>
            <a:spLocks noGrp="1"/>
          </p:cNvSpPr>
          <p:nvPr>
            <p:ph idx="1"/>
          </p:nvPr>
        </p:nvSpPr>
        <p:spPr/>
        <p:txBody>
          <a:bodyPr/>
          <a:lstStyle/>
          <a:p>
            <a:r>
              <a:rPr lang="en-GB" dirty="0"/>
              <a:t>Scrum is an agile framework</a:t>
            </a:r>
          </a:p>
          <a:p>
            <a:endParaRPr lang="en-GB" dirty="0"/>
          </a:p>
          <a:p>
            <a:r>
              <a:rPr lang="en-GB" dirty="0"/>
              <a:t>In the framework are a series of processes and techniques</a:t>
            </a:r>
          </a:p>
          <a:p>
            <a:endParaRPr lang="en-GB" dirty="0"/>
          </a:p>
          <a:p>
            <a:r>
              <a:rPr lang="en-GB" dirty="0"/>
              <a:t>It is mostly used to develop products within a Software Development environment however it is not specific to that sector and can be adapted for use in other environments</a:t>
            </a:r>
          </a:p>
          <a:p>
            <a:endParaRPr lang="en-GB" dirty="0"/>
          </a:p>
          <a:p>
            <a:r>
              <a:rPr lang="en-GB" dirty="0"/>
              <a:t>A Scrum team usually consists of between 3 to 9 members who work together</a:t>
            </a:r>
          </a:p>
          <a:p>
            <a:endParaRPr lang="en-GB" dirty="0"/>
          </a:p>
          <a:p>
            <a:r>
              <a:rPr lang="en-GB" dirty="0"/>
              <a:t>In Scrum there is no need for a task manager, team lead or product manager</a:t>
            </a:r>
          </a:p>
        </p:txBody>
      </p:sp>
      <p:sp>
        <p:nvSpPr>
          <p:cNvPr id="4" name="Title 3">
            <a:extLst>
              <a:ext uri="{FF2B5EF4-FFF2-40B4-BE49-F238E27FC236}">
                <a16:creationId xmlns:a16="http://schemas.microsoft.com/office/drawing/2014/main" id="{E69ECD20-E8F6-1BDC-D5CE-6F692E611FF7}"/>
              </a:ext>
            </a:extLst>
          </p:cNvPr>
          <p:cNvSpPr>
            <a:spLocks noGrp="1"/>
          </p:cNvSpPr>
          <p:nvPr>
            <p:ph type="title"/>
          </p:nvPr>
        </p:nvSpPr>
        <p:spPr/>
        <p:txBody>
          <a:bodyPr/>
          <a:lstStyle/>
          <a:p>
            <a:r>
              <a:rPr lang="en-GB" dirty="0"/>
              <a:t>Scrum – Overview</a:t>
            </a:r>
          </a:p>
        </p:txBody>
      </p:sp>
      <p:sp>
        <p:nvSpPr>
          <p:cNvPr id="2" name="Text Placeholder 1">
            <a:extLst>
              <a:ext uri="{FF2B5EF4-FFF2-40B4-BE49-F238E27FC236}">
                <a16:creationId xmlns:a16="http://schemas.microsoft.com/office/drawing/2014/main" id="{7469FC29-60AE-D484-3905-D267129C4196}"/>
              </a:ext>
            </a:extLst>
          </p:cNvPr>
          <p:cNvSpPr>
            <a:spLocks noGrp="1"/>
          </p:cNvSpPr>
          <p:nvPr>
            <p:ph type="body" sz="quarter" idx="10"/>
          </p:nvPr>
        </p:nvSpPr>
        <p:spPr/>
        <p:txBody>
          <a:bodyPr/>
          <a:lstStyle/>
          <a:p>
            <a:r>
              <a:rPr lang="en-GB" dirty="0"/>
              <a:t>K1, K5</a:t>
            </a:r>
          </a:p>
        </p:txBody>
      </p:sp>
      <p:sp>
        <p:nvSpPr>
          <p:cNvPr id="3" name="Text Placeholder 2">
            <a:extLst>
              <a:ext uri="{FF2B5EF4-FFF2-40B4-BE49-F238E27FC236}">
                <a16:creationId xmlns:a16="http://schemas.microsoft.com/office/drawing/2014/main" id="{4396C0CC-5D62-1BDF-D570-D1BC9F43CC5B}"/>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9245880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2A8913-2A81-080F-6912-2199EFC23B0B}"/>
              </a:ext>
            </a:extLst>
          </p:cNvPr>
          <p:cNvSpPr>
            <a:spLocks noGrp="1"/>
          </p:cNvSpPr>
          <p:nvPr>
            <p:ph idx="1"/>
          </p:nvPr>
        </p:nvSpPr>
        <p:spPr/>
        <p:txBody>
          <a:bodyPr>
            <a:normAutofit fontScale="92500" lnSpcReduction="20000"/>
          </a:bodyPr>
          <a:lstStyle/>
          <a:p>
            <a:r>
              <a:rPr lang="en-GB" dirty="0"/>
              <a:t>Scrum is built on 3 pillars which are bound together by a single characteristic</a:t>
            </a:r>
          </a:p>
          <a:p>
            <a:endParaRPr lang="en-GB" dirty="0"/>
          </a:p>
          <a:p>
            <a:r>
              <a:rPr lang="en-GB" dirty="0"/>
              <a:t>The pillars are:</a:t>
            </a:r>
          </a:p>
          <a:p>
            <a:pPr lvl="1"/>
            <a:r>
              <a:rPr lang="en-GB" dirty="0"/>
              <a:t>Transparency</a:t>
            </a:r>
          </a:p>
          <a:p>
            <a:pPr lvl="1"/>
            <a:r>
              <a:rPr lang="en-GB" dirty="0"/>
              <a:t>Inspection</a:t>
            </a:r>
          </a:p>
          <a:p>
            <a:pPr lvl="1"/>
            <a:r>
              <a:rPr lang="en-GB" dirty="0"/>
              <a:t>Adaptation</a:t>
            </a:r>
          </a:p>
          <a:p>
            <a:endParaRPr lang="en-GB" dirty="0"/>
          </a:p>
          <a:p>
            <a:r>
              <a:rPr lang="en-GB" dirty="0"/>
              <a:t>The characteristic is Trust</a:t>
            </a:r>
          </a:p>
          <a:p>
            <a:endParaRPr lang="en-GB" dirty="0"/>
          </a:p>
          <a:p>
            <a:r>
              <a:rPr lang="en-GB" dirty="0"/>
              <a:t>There are then the Scrum Values</a:t>
            </a:r>
          </a:p>
          <a:p>
            <a:pPr lvl="1"/>
            <a:r>
              <a:rPr lang="en-GB" dirty="0"/>
              <a:t>Courage</a:t>
            </a:r>
          </a:p>
          <a:p>
            <a:pPr lvl="1"/>
            <a:r>
              <a:rPr lang="en-GB" dirty="0"/>
              <a:t>Focus</a:t>
            </a:r>
          </a:p>
          <a:p>
            <a:pPr lvl="1"/>
            <a:r>
              <a:rPr lang="en-GB" dirty="0"/>
              <a:t>Commitment</a:t>
            </a:r>
          </a:p>
          <a:p>
            <a:pPr lvl="1"/>
            <a:r>
              <a:rPr lang="en-GB" dirty="0"/>
              <a:t>Respect</a:t>
            </a:r>
          </a:p>
          <a:p>
            <a:pPr lvl="1"/>
            <a:r>
              <a:rPr lang="en-GB" dirty="0"/>
              <a:t>Openness</a:t>
            </a:r>
          </a:p>
        </p:txBody>
      </p:sp>
      <p:sp>
        <p:nvSpPr>
          <p:cNvPr id="14" name="Picture Placeholder 13">
            <a:extLst>
              <a:ext uri="{FF2B5EF4-FFF2-40B4-BE49-F238E27FC236}">
                <a16:creationId xmlns:a16="http://schemas.microsoft.com/office/drawing/2014/main" id="{FC530B8C-94E8-99AB-8A8E-E3216DF06B32}"/>
              </a:ext>
            </a:extLst>
          </p:cNvPr>
          <p:cNvSpPr>
            <a:spLocks noGrp="1"/>
          </p:cNvSpPr>
          <p:nvPr>
            <p:ph type="pic" sz="quarter" idx="10"/>
          </p:nvPr>
        </p:nvSpPr>
        <p:spPr/>
        <p:txBody>
          <a:bodyPr/>
          <a:lstStyle/>
          <a:p>
            <a:endParaRPr lang="en-GB"/>
          </a:p>
        </p:txBody>
      </p:sp>
      <p:sp>
        <p:nvSpPr>
          <p:cNvPr id="2" name="Title 1">
            <a:extLst>
              <a:ext uri="{FF2B5EF4-FFF2-40B4-BE49-F238E27FC236}">
                <a16:creationId xmlns:a16="http://schemas.microsoft.com/office/drawing/2014/main" id="{1ABCE8D2-CC9E-A879-1429-4D3676CB6B03}"/>
              </a:ext>
            </a:extLst>
          </p:cNvPr>
          <p:cNvSpPr>
            <a:spLocks noGrp="1"/>
          </p:cNvSpPr>
          <p:nvPr>
            <p:ph type="title"/>
          </p:nvPr>
        </p:nvSpPr>
        <p:spPr/>
        <p:txBody>
          <a:bodyPr/>
          <a:lstStyle/>
          <a:p>
            <a:r>
              <a:rPr lang="en-GB" dirty="0"/>
              <a:t>Scrum Overview</a:t>
            </a:r>
          </a:p>
        </p:txBody>
      </p:sp>
      <p:sp>
        <p:nvSpPr>
          <p:cNvPr id="15" name="Text Placeholder 14">
            <a:extLst>
              <a:ext uri="{FF2B5EF4-FFF2-40B4-BE49-F238E27FC236}">
                <a16:creationId xmlns:a16="http://schemas.microsoft.com/office/drawing/2014/main" id="{296C7EC4-2D26-103E-9D68-DAC1664DD0EC}"/>
              </a:ext>
            </a:extLst>
          </p:cNvPr>
          <p:cNvSpPr>
            <a:spLocks noGrp="1"/>
          </p:cNvSpPr>
          <p:nvPr>
            <p:ph type="body" sz="quarter" idx="11"/>
          </p:nvPr>
        </p:nvSpPr>
        <p:spPr/>
        <p:txBody>
          <a:bodyPr/>
          <a:lstStyle/>
          <a:p>
            <a:r>
              <a:rPr lang="en-GB" dirty="0"/>
              <a:t>K1, K5</a:t>
            </a:r>
          </a:p>
        </p:txBody>
      </p:sp>
      <p:sp>
        <p:nvSpPr>
          <p:cNvPr id="16" name="Text Placeholder 15">
            <a:extLst>
              <a:ext uri="{FF2B5EF4-FFF2-40B4-BE49-F238E27FC236}">
                <a16:creationId xmlns:a16="http://schemas.microsoft.com/office/drawing/2014/main" id="{35FFC75F-CEE8-E66A-FC5D-83CB5056D320}"/>
              </a:ext>
            </a:extLst>
          </p:cNvPr>
          <p:cNvSpPr>
            <a:spLocks noGrp="1"/>
          </p:cNvSpPr>
          <p:nvPr>
            <p:ph type="body" sz="quarter" idx="12"/>
          </p:nvPr>
        </p:nvSpPr>
        <p:spPr/>
        <p:txBody>
          <a:bodyPr/>
          <a:lstStyle/>
          <a:p>
            <a:endParaRPr lang="en-GB"/>
          </a:p>
        </p:txBody>
      </p:sp>
      <p:grpSp>
        <p:nvGrpSpPr>
          <p:cNvPr id="34" name="Group 33">
            <a:extLst>
              <a:ext uri="{FF2B5EF4-FFF2-40B4-BE49-F238E27FC236}">
                <a16:creationId xmlns:a16="http://schemas.microsoft.com/office/drawing/2014/main" id="{8455A696-A38E-ED36-5424-0EDCC9E17679}"/>
              </a:ext>
            </a:extLst>
          </p:cNvPr>
          <p:cNvGrpSpPr/>
          <p:nvPr/>
        </p:nvGrpSpPr>
        <p:grpSpPr>
          <a:xfrm>
            <a:off x="5839571" y="923911"/>
            <a:ext cx="6210300" cy="5457027"/>
            <a:chOff x="5222486" y="642945"/>
            <a:chExt cx="6649200" cy="5842691"/>
          </a:xfrm>
        </p:grpSpPr>
        <p:grpSp>
          <p:nvGrpSpPr>
            <p:cNvPr id="27" name="Group 26">
              <a:extLst>
                <a:ext uri="{FF2B5EF4-FFF2-40B4-BE49-F238E27FC236}">
                  <a16:creationId xmlns:a16="http://schemas.microsoft.com/office/drawing/2014/main" id="{29E92A63-EC7E-9F91-EF57-26A9814E6193}"/>
                </a:ext>
              </a:extLst>
            </p:cNvPr>
            <p:cNvGrpSpPr/>
            <p:nvPr/>
          </p:nvGrpSpPr>
          <p:grpSpPr>
            <a:xfrm>
              <a:off x="6827824" y="642945"/>
              <a:ext cx="3438525" cy="3332654"/>
              <a:chOff x="6057900" y="2163047"/>
              <a:chExt cx="3438525" cy="3332654"/>
            </a:xfrm>
          </p:grpSpPr>
          <p:grpSp>
            <p:nvGrpSpPr>
              <p:cNvPr id="11" name="Group 10">
                <a:extLst>
                  <a:ext uri="{FF2B5EF4-FFF2-40B4-BE49-F238E27FC236}">
                    <a16:creationId xmlns:a16="http://schemas.microsoft.com/office/drawing/2014/main" id="{965E901E-FEB9-3209-D6D8-D9137097D907}"/>
                  </a:ext>
                </a:extLst>
              </p:cNvPr>
              <p:cNvGrpSpPr/>
              <p:nvPr/>
            </p:nvGrpSpPr>
            <p:grpSpPr>
              <a:xfrm>
                <a:off x="6381750" y="3219226"/>
                <a:ext cx="2790825" cy="1781175"/>
                <a:chOff x="7829550" y="3114675"/>
                <a:chExt cx="2790825" cy="1781175"/>
              </a:xfrm>
              <a:solidFill>
                <a:schemeClr val="bg2"/>
              </a:solidFill>
            </p:grpSpPr>
            <p:sp>
              <p:nvSpPr>
                <p:cNvPr id="6" name="Rectangle: Rounded Corners 5">
                  <a:extLst>
                    <a:ext uri="{FF2B5EF4-FFF2-40B4-BE49-F238E27FC236}">
                      <a16:creationId xmlns:a16="http://schemas.microsoft.com/office/drawing/2014/main" id="{3EAA6034-8D97-F972-D28D-07F49E30263C}"/>
                    </a:ext>
                  </a:extLst>
                </p:cNvPr>
                <p:cNvSpPr/>
                <p:nvPr/>
              </p:nvSpPr>
              <p:spPr>
                <a:xfrm>
                  <a:off x="7829550" y="3114675"/>
                  <a:ext cx="590550" cy="1781175"/>
                </a:xfrm>
                <a:prstGeom prst="roundRect">
                  <a:avLst/>
                </a:prstGeom>
                <a:solidFill>
                  <a:schemeClr val="accent1">
                    <a:lumMod val="20000"/>
                    <a:lumOff val="80000"/>
                  </a:schemeClr>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sz="1600" b="1" dirty="0">
                      <a:solidFill>
                        <a:schemeClr val="tx1"/>
                      </a:solidFill>
                    </a:rPr>
                    <a:t>Transparency</a:t>
                  </a:r>
                </a:p>
              </p:txBody>
            </p:sp>
            <p:sp>
              <p:nvSpPr>
                <p:cNvPr id="7" name="Rectangle: Rounded Corners 6">
                  <a:extLst>
                    <a:ext uri="{FF2B5EF4-FFF2-40B4-BE49-F238E27FC236}">
                      <a16:creationId xmlns:a16="http://schemas.microsoft.com/office/drawing/2014/main" id="{50A339C1-5357-E3AB-A1BD-E89BFE560470}"/>
                    </a:ext>
                  </a:extLst>
                </p:cNvPr>
                <p:cNvSpPr/>
                <p:nvPr/>
              </p:nvSpPr>
              <p:spPr>
                <a:xfrm>
                  <a:off x="10029825" y="3114675"/>
                  <a:ext cx="590550" cy="1781175"/>
                </a:xfrm>
                <a:prstGeom prst="roundRect">
                  <a:avLst/>
                </a:prstGeom>
                <a:solidFill>
                  <a:schemeClr val="accent1">
                    <a:lumMod val="20000"/>
                    <a:lumOff val="80000"/>
                  </a:schemeClr>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sz="1600" b="1" dirty="0">
                      <a:solidFill>
                        <a:schemeClr val="tx1"/>
                      </a:solidFill>
                    </a:rPr>
                    <a:t>Adaptation</a:t>
                  </a:r>
                </a:p>
              </p:txBody>
            </p:sp>
            <p:sp>
              <p:nvSpPr>
                <p:cNvPr id="8" name="Rectangle: Rounded Corners 7">
                  <a:extLst>
                    <a:ext uri="{FF2B5EF4-FFF2-40B4-BE49-F238E27FC236}">
                      <a16:creationId xmlns:a16="http://schemas.microsoft.com/office/drawing/2014/main" id="{22BDAB7F-797F-E45F-D133-D86D5E8462A2}"/>
                    </a:ext>
                  </a:extLst>
                </p:cNvPr>
                <p:cNvSpPr/>
                <p:nvPr/>
              </p:nvSpPr>
              <p:spPr>
                <a:xfrm>
                  <a:off x="8929687" y="3114675"/>
                  <a:ext cx="590550" cy="1781175"/>
                </a:xfrm>
                <a:prstGeom prst="roundRect">
                  <a:avLst/>
                </a:prstGeom>
                <a:solidFill>
                  <a:schemeClr val="accent1">
                    <a:lumMod val="20000"/>
                    <a:lumOff val="80000"/>
                  </a:schemeClr>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sz="1600" b="1" dirty="0">
                      <a:solidFill>
                        <a:schemeClr val="tx1"/>
                      </a:solidFill>
                    </a:rPr>
                    <a:t>Inspection</a:t>
                  </a:r>
                </a:p>
              </p:txBody>
            </p:sp>
          </p:grpSp>
          <p:sp>
            <p:nvSpPr>
              <p:cNvPr id="21" name="Rectangle: Rounded Corners 20">
                <a:extLst>
                  <a:ext uri="{FF2B5EF4-FFF2-40B4-BE49-F238E27FC236}">
                    <a16:creationId xmlns:a16="http://schemas.microsoft.com/office/drawing/2014/main" id="{9A4F7BF3-2FBA-F5E1-2E33-40997CE938D9}"/>
                  </a:ext>
                </a:extLst>
              </p:cNvPr>
              <p:cNvSpPr/>
              <p:nvPr/>
            </p:nvSpPr>
            <p:spPr>
              <a:xfrm>
                <a:off x="6238875" y="4919822"/>
                <a:ext cx="3076575" cy="140807"/>
              </a:xfrm>
              <a:prstGeom prst="roundRect">
                <a:avLst/>
              </a:prstGeom>
              <a:solidFill>
                <a:schemeClr val="tx1"/>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dirty="0">
                  <a:solidFill>
                    <a:schemeClr val="tx1"/>
                  </a:solidFill>
                </a:endParaRPr>
              </a:p>
            </p:txBody>
          </p:sp>
          <p:sp>
            <p:nvSpPr>
              <p:cNvPr id="5" name="Rectangle: Rounded Corners 4">
                <a:extLst>
                  <a:ext uri="{FF2B5EF4-FFF2-40B4-BE49-F238E27FC236}">
                    <a16:creationId xmlns:a16="http://schemas.microsoft.com/office/drawing/2014/main" id="{2596EE0A-5848-DDCD-2470-3ACF402DBD10}"/>
                  </a:ext>
                </a:extLst>
              </p:cNvPr>
              <p:cNvSpPr/>
              <p:nvPr/>
            </p:nvSpPr>
            <p:spPr>
              <a:xfrm>
                <a:off x="6076950" y="5048026"/>
                <a:ext cx="3400425" cy="447675"/>
              </a:xfrm>
              <a:prstGeom prst="roundRect">
                <a:avLst/>
              </a:prstGeom>
              <a:solidFill>
                <a:schemeClr val="accent1">
                  <a:lumMod val="20000"/>
                  <a:lumOff val="80000"/>
                </a:schemeClr>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TRUST</a:t>
                </a:r>
              </a:p>
            </p:txBody>
          </p:sp>
          <p:grpSp>
            <p:nvGrpSpPr>
              <p:cNvPr id="26" name="Group 25">
                <a:extLst>
                  <a:ext uri="{FF2B5EF4-FFF2-40B4-BE49-F238E27FC236}">
                    <a16:creationId xmlns:a16="http://schemas.microsoft.com/office/drawing/2014/main" id="{95B1AB02-E9AF-2D96-145D-D0EAE1C2EEC8}"/>
                  </a:ext>
                </a:extLst>
              </p:cNvPr>
              <p:cNvGrpSpPr/>
              <p:nvPr/>
            </p:nvGrpSpPr>
            <p:grpSpPr>
              <a:xfrm>
                <a:off x="6105352" y="2163047"/>
                <a:ext cx="3343620" cy="898845"/>
                <a:chOff x="6105352" y="2258297"/>
                <a:chExt cx="3343620" cy="898845"/>
              </a:xfrm>
            </p:grpSpPr>
            <p:sp>
              <p:nvSpPr>
                <p:cNvPr id="25" name="Isosceles Triangle 24">
                  <a:extLst>
                    <a:ext uri="{FF2B5EF4-FFF2-40B4-BE49-F238E27FC236}">
                      <a16:creationId xmlns:a16="http://schemas.microsoft.com/office/drawing/2014/main" id="{01C961FC-BF65-D5B5-9F45-E08047ED0EFD}"/>
                    </a:ext>
                  </a:extLst>
                </p:cNvPr>
                <p:cNvSpPr/>
                <p:nvPr/>
              </p:nvSpPr>
              <p:spPr>
                <a:xfrm>
                  <a:off x="6105352" y="2258297"/>
                  <a:ext cx="3343620" cy="898845"/>
                </a:xfrm>
                <a:prstGeom prst="triangle">
                  <a:avLst>
                    <a:gd name="adj" fmla="val 50000"/>
                  </a:avLst>
                </a:prstGeom>
                <a:solidFill>
                  <a:schemeClr val="tx1"/>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rtlCol="0" anchor="ctr"/>
                <a:lstStyle/>
                <a:p>
                  <a:pPr algn="ctr"/>
                  <a:endParaRPr lang="en-GB" sz="2400" b="1" dirty="0">
                    <a:solidFill>
                      <a:schemeClr val="tx1"/>
                    </a:solidFill>
                  </a:endParaRPr>
                </a:p>
              </p:txBody>
            </p:sp>
            <p:sp>
              <p:nvSpPr>
                <p:cNvPr id="22" name="Isosceles Triangle 21">
                  <a:extLst>
                    <a:ext uri="{FF2B5EF4-FFF2-40B4-BE49-F238E27FC236}">
                      <a16:creationId xmlns:a16="http://schemas.microsoft.com/office/drawing/2014/main" id="{1490E1F0-303A-ED23-1136-FE65EFD5C143}"/>
                    </a:ext>
                  </a:extLst>
                </p:cNvPr>
                <p:cNvSpPr/>
                <p:nvPr/>
              </p:nvSpPr>
              <p:spPr>
                <a:xfrm>
                  <a:off x="6360318" y="2326949"/>
                  <a:ext cx="2833688" cy="761763"/>
                </a:xfrm>
                <a:prstGeom prst="triangle">
                  <a:avLst>
                    <a:gd name="adj" fmla="val 50000"/>
                  </a:avLst>
                </a:prstGeom>
                <a:solidFill>
                  <a:schemeClr val="accent1">
                    <a:lumMod val="20000"/>
                    <a:lumOff val="80000"/>
                  </a:schemeClr>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144000" rtlCol="0" anchor="ctr"/>
                <a:lstStyle/>
                <a:p>
                  <a:pPr algn="ctr"/>
                  <a:r>
                    <a:rPr lang="en-GB" sz="2400" b="1" dirty="0">
                      <a:solidFill>
                        <a:schemeClr val="tx1"/>
                      </a:solidFill>
                    </a:rPr>
                    <a:t>SCRUM</a:t>
                  </a:r>
                </a:p>
              </p:txBody>
            </p:sp>
          </p:grpSp>
          <p:sp>
            <p:nvSpPr>
              <p:cNvPr id="24" name="Rectangle: Rounded Corners 23">
                <a:extLst>
                  <a:ext uri="{FF2B5EF4-FFF2-40B4-BE49-F238E27FC236}">
                    <a16:creationId xmlns:a16="http://schemas.microsoft.com/office/drawing/2014/main" id="{E8242E6D-8ABE-20AF-45D0-1B40B250DB35}"/>
                  </a:ext>
                </a:extLst>
              </p:cNvPr>
              <p:cNvSpPr/>
              <p:nvPr/>
            </p:nvSpPr>
            <p:spPr>
              <a:xfrm>
                <a:off x="6057900" y="3071417"/>
                <a:ext cx="3438525" cy="223909"/>
              </a:xfrm>
              <a:prstGeom prst="roundRect">
                <a:avLst/>
              </a:prstGeom>
              <a:solidFill>
                <a:schemeClr val="tx1"/>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dirty="0">
                  <a:solidFill>
                    <a:schemeClr val="tx1"/>
                  </a:solidFill>
                </a:endParaRPr>
              </a:p>
            </p:txBody>
          </p:sp>
        </p:grpSp>
        <p:grpSp>
          <p:nvGrpSpPr>
            <p:cNvPr id="32" name="Group 31">
              <a:extLst>
                <a:ext uri="{FF2B5EF4-FFF2-40B4-BE49-F238E27FC236}">
                  <a16:creationId xmlns:a16="http://schemas.microsoft.com/office/drawing/2014/main" id="{43ADB68F-572D-AA23-170F-4BD4BADF9174}"/>
                </a:ext>
              </a:extLst>
            </p:cNvPr>
            <p:cNvGrpSpPr/>
            <p:nvPr/>
          </p:nvGrpSpPr>
          <p:grpSpPr>
            <a:xfrm>
              <a:off x="5222486" y="4100817"/>
              <a:ext cx="6649200" cy="2384819"/>
              <a:chOff x="4024500" y="4100817"/>
              <a:chExt cx="6649200" cy="2384819"/>
            </a:xfrm>
          </p:grpSpPr>
          <p:grpSp>
            <p:nvGrpSpPr>
              <p:cNvPr id="30" name="Group 29">
                <a:extLst>
                  <a:ext uri="{FF2B5EF4-FFF2-40B4-BE49-F238E27FC236}">
                    <a16:creationId xmlns:a16="http://schemas.microsoft.com/office/drawing/2014/main" id="{063CB19E-DBFB-B709-111C-00B6566A10F0}"/>
                  </a:ext>
                </a:extLst>
              </p:cNvPr>
              <p:cNvGrpSpPr/>
              <p:nvPr/>
            </p:nvGrpSpPr>
            <p:grpSpPr>
              <a:xfrm>
                <a:off x="5146800" y="4100817"/>
                <a:ext cx="4404600" cy="1155600"/>
                <a:chOff x="5146800" y="4100817"/>
                <a:chExt cx="4404600" cy="1155600"/>
              </a:xfrm>
            </p:grpSpPr>
            <p:sp>
              <p:nvSpPr>
                <p:cNvPr id="4" name="Rectangle: Rounded Corners 3">
                  <a:extLst>
                    <a:ext uri="{FF2B5EF4-FFF2-40B4-BE49-F238E27FC236}">
                      <a16:creationId xmlns:a16="http://schemas.microsoft.com/office/drawing/2014/main" id="{92900E80-6F79-F401-12B0-22119067D559}"/>
                    </a:ext>
                  </a:extLst>
                </p:cNvPr>
                <p:cNvSpPr/>
                <p:nvPr/>
              </p:nvSpPr>
              <p:spPr>
                <a:xfrm>
                  <a:off x="5146800" y="4100817"/>
                  <a:ext cx="2160000" cy="1155600"/>
                </a:xfrm>
                <a:prstGeom prst="roundRect">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3C3C3B"/>
                      </a:solidFill>
                      <a:effectLst/>
                      <a:uLnTx/>
                      <a:uFillTx/>
                      <a:latin typeface="Arial" panose="020B0604020202020204"/>
                      <a:ea typeface="+mn-ea"/>
                      <a:cs typeface="+mn-cs"/>
                    </a:rPr>
                    <a:t>COURAGE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srgbClr val="3C3C3B"/>
                      </a:solidFill>
                      <a:effectLst/>
                      <a:uLnTx/>
                      <a:uFillTx/>
                      <a:latin typeface="Arial" panose="020B0604020202020204"/>
                      <a:ea typeface="+mn-ea"/>
                      <a:cs typeface="+mn-cs"/>
                    </a:rPr>
                    <a:t>Scrum Team members have the courage to do the right thing and work through tough problems</a:t>
                  </a:r>
                </a:p>
              </p:txBody>
            </p:sp>
            <p:sp>
              <p:nvSpPr>
                <p:cNvPr id="9" name="Rectangle: Rounded Corners 8">
                  <a:extLst>
                    <a:ext uri="{FF2B5EF4-FFF2-40B4-BE49-F238E27FC236}">
                      <a16:creationId xmlns:a16="http://schemas.microsoft.com/office/drawing/2014/main" id="{E2CBE66B-24F3-2782-4D23-86A33414FCE6}"/>
                    </a:ext>
                  </a:extLst>
                </p:cNvPr>
                <p:cNvSpPr/>
                <p:nvPr/>
              </p:nvSpPr>
              <p:spPr>
                <a:xfrm>
                  <a:off x="7391400" y="4100817"/>
                  <a:ext cx="2160000" cy="1155600"/>
                </a:xfrm>
                <a:prstGeom prst="roundRect">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3C3C3B"/>
                      </a:solidFill>
                      <a:effectLst/>
                      <a:uLnTx/>
                      <a:uFillTx/>
                      <a:latin typeface="Arial" panose="020B0604020202020204"/>
                      <a:ea typeface="+mn-ea"/>
                      <a:cs typeface="+mn-cs"/>
                    </a:rPr>
                    <a:t>FOCUS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srgbClr val="3C3C3B"/>
                      </a:solidFill>
                      <a:effectLst/>
                      <a:uLnTx/>
                      <a:uFillTx/>
                      <a:latin typeface="Arial" panose="020B0604020202020204"/>
                      <a:ea typeface="+mn-ea"/>
                      <a:cs typeface="+mn-cs"/>
                    </a:rPr>
                    <a:t>Scrum Team members focus on the Sprint and the goals of the Team</a:t>
                  </a:r>
                </a:p>
              </p:txBody>
            </p:sp>
          </p:grpSp>
          <p:grpSp>
            <p:nvGrpSpPr>
              <p:cNvPr id="31" name="Group 30">
                <a:extLst>
                  <a:ext uri="{FF2B5EF4-FFF2-40B4-BE49-F238E27FC236}">
                    <a16:creationId xmlns:a16="http://schemas.microsoft.com/office/drawing/2014/main" id="{637D6CA2-6130-B0C3-2DCE-BC9AFAA49108}"/>
                  </a:ext>
                </a:extLst>
              </p:cNvPr>
              <p:cNvGrpSpPr/>
              <p:nvPr/>
            </p:nvGrpSpPr>
            <p:grpSpPr>
              <a:xfrm>
                <a:off x="4024500" y="5330036"/>
                <a:ext cx="6649200" cy="1155600"/>
                <a:chOff x="4024500" y="5330036"/>
                <a:chExt cx="6649200" cy="1155600"/>
              </a:xfrm>
            </p:grpSpPr>
            <p:sp>
              <p:nvSpPr>
                <p:cNvPr id="10" name="Rectangle: Rounded Corners 9">
                  <a:extLst>
                    <a:ext uri="{FF2B5EF4-FFF2-40B4-BE49-F238E27FC236}">
                      <a16:creationId xmlns:a16="http://schemas.microsoft.com/office/drawing/2014/main" id="{95FF59B9-625F-5E07-C14D-FBC0FFD5F377}"/>
                    </a:ext>
                  </a:extLst>
                </p:cNvPr>
                <p:cNvSpPr/>
                <p:nvPr/>
              </p:nvSpPr>
              <p:spPr>
                <a:xfrm>
                  <a:off x="4024500" y="5330036"/>
                  <a:ext cx="2160000" cy="1155600"/>
                </a:xfrm>
                <a:prstGeom prst="roundRect">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3C3C3B"/>
                      </a:solidFill>
                      <a:effectLst/>
                      <a:uLnTx/>
                      <a:uFillTx/>
                      <a:latin typeface="Arial" panose="020B0604020202020204"/>
                      <a:ea typeface="+mn-ea"/>
                      <a:cs typeface="+mn-cs"/>
                    </a:rPr>
                    <a:t>COMMITMENT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srgbClr val="3C3C3B"/>
                      </a:solidFill>
                      <a:effectLst/>
                      <a:uLnTx/>
                      <a:uFillTx/>
                      <a:latin typeface="Arial" panose="020B0604020202020204"/>
                      <a:ea typeface="+mn-ea"/>
                      <a:cs typeface="+mn-cs"/>
                    </a:rPr>
                    <a:t>Scrum Team members personally commit to achieving the goal of the Team</a:t>
                  </a:r>
                </a:p>
              </p:txBody>
            </p:sp>
            <p:sp>
              <p:nvSpPr>
                <p:cNvPr id="12" name="Rectangle: Rounded Corners 11">
                  <a:extLst>
                    <a:ext uri="{FF2B5EF4-FFF2-40B4-BE49-F238E27FC236}">
                      <a16:creationId xmlns:a16="http://schemas.microsoft.com/office/drawing/2014/main" id="{CBE09BB0-720D-01DE-7D39-EF63E9CACA2E}"/>
                    </a:ext>
                  </a:extLst>
                </p:cNvPr>
                <p:cNvSpPr/>
                <p:nvPr/>
              </p:nvSpPr>
              <p:spPr>
                <a:xfrm>
                  <a:off x="6269100" y="5330036"/>
                  <a:ext cx="2160000" cy="1155600"/>
                </a:xfrm>
                <a:prstGeom prst="roundRect">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3C3C3B"/>
                      </a:solidFill>
                      <a:effectLst/>
                      <a:uLnTx/>
                      <a:uFillTx/>
                      <a:latin typeface="Arial" panose="020B0604020202020204"/>
                      <a:ea typeface="+mn-ea"/>
                      <a:cs typeface="+mn-cs"/>
                    </a:rPr>
                    <a:t>RESPECT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srgbClr val="3C3C3B"/>
                      </a:solidFill>
                      <a:effectLst/>
                      <a:uLnTx/>
                      <a:uFillTx/>
                      <a:latin typeface="Arial" panose="020B0604020202020204"/>
                      <a:ea typeface="+mn-ea"/>
                      <a:cs typeface="+mn-cs"/>
                    </a:rPr>
                    <a:t>Scrum Team members respect each other to be capable, independent people</a:t>
                  </a:r>
                </a:p>
              </p:txBody>
            </p:sp>
            <p:sp>
              <p:nvSpPr>
                <p:cNvPr id="19" name="Rectangle: Rounded Corners 18">
                  <a:extLst>
                    <a:ext uri="{FF2B5EF4-FFF2-40B4-BE49-F238E27FC236}">
                      <a16:creationId xmlns:a16="http://schemas.microsoft.com/office/drawing/2014/main" id="{00E82C99-70BE-13CE-060F-7E89675C8A1C}"/>
                    </a:ext>
                  </a:extLst>
                </p:cNvPr>
                <p:cNvSpPr/>
                <p:nvPr/>
              </p:nvSpPr>
              <p:spPr>
                <a:xfrm>
                  <a:off x="8513700" y="5330036"/>
                  <a:ext cx="2160000" cy="1155600"/>
                </a:xfrm>
                <a:prstGeom prst="roundRect">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3C3C3B"/>
                      </a:solidFill>
                      <a:effectLst/>
                      <a:uLnTx/>
                      <a:uFillTx/>
                      <a:latin typeface="Arial" panose="020B0604020202020204"/>
                      <a:ea typeface="+mn-ea"/>
                      <a:cs typeface="+mn-cs"/>
                    </a:rPr>
                    <a:t>OPENNESS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srgbClr val="3C3C3B"/>
                      </a:solidFill>
                      <a:effectLst/>
                      <a:uLnTx/>
                      <a:uFillTx/>
                      <a:latin typeface="Arial" panose="020B0604020202020204"/>
                      <a:ea typeface="+mn-ea"/>
                      <a:cs typeface="+mn-cs"/>
                    </a:rPr>
                    <a:t>Scrum Team members and the Stakeholders agree to be open about all the work and the challenges that arise whilst performing the work</a:t>
                  </a:r>
                </a:p>
              </p:txBody>
            </p:sp>
          </p:grpSp>
        </p:grpSp>
      </p:grpSp>
    </p:spTree>
    <p:extLst>
      <p:ext uri="{BB962C8B-B14F-4D97-AF65-F5344CB8AC3E}">
        <p14:creationId xmlns:p14="http://schemas.microsoft.com/office/powerpoint/2010/main" val="18335604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37E770-3EB6-0410-2DFF-886D8747E6D3}"/>
              </a:ext>
            </a:extLst>
          </p:cNvPr>
          <p:cNvSpPr>
            <a:spLocks noGrp="1"/>
          </p:cNvSpPr>
          <p:nvPr>
            <p:ph idx="1"/>
          </p:nvPr>
        </p:nvSpPr>
        <p:spPr/>
        <p:txBody>
          <a:bodyPr>
            <a:normAutofit/>
          </a:bodyPr>
          <a:lstStyle/>
          <a:p>
            <a:r>
              <a:rPr lang="en-GB" dirty="0"/>
              <a:t>Scrum was initial implemented by Jeff Sutherland, Jon </a:t>
            </a:r>
            <a:r>
              <a:rPr lang="en-GB" dirty="0" err="1"/>
              <a:t>Scumniotales</a:t>
            </a:r>
            <a:r>
              <a:rPr lang="en-GB" dirty="0"/>
              <a:t> and Jeff McKenna at the Easel Corporation in 1993</a:t>
            </a:r>
          </a:p>
          <a:p>
            <a:endParaRPr lang="en-GB" dirty="0"/>
          </a:p>
          <a:p>
            <a:r>
              <a:rPr lang="en-GB" dirty="0"/>
              <a:t>They drew inspiration from an article written by </a:t>
            </a:r>
            <a:r>
              <a:rPr lang="en-GB" dirty="0" err="1"/>
              <a:t>Hirotaka</a:t>
            </a:r>
            <a:r>
              <a:rPr lang="en-GB" dirty="0"/>
              <a:t> Takeuchi and </a:t>
            </a:r>
            <a:r>
              <a:rPr lang="en-GB" dirty="0" err="1"/>
              <a:t>Ikujiro</a:t>
            </a:r>
            <a:r>
              <a:rPr lang="en-GB" dirty="0"/>
              <a:t> Nonaka published in the Harvard Business Review in 1986</a:t>
            </a:r>
          </a:p>
          <a:p>
            <a:endParaRPr lang="en-GB" dirty="0"/>
          </a:p>
          <a:p>
            <a:r>
              <a:rPr lang="en-GB" dirty="0"/>
              <a:t>In 1995 Jeff Sutherland and Ken </a:t>
            </a:r>
            <a:r>
              <a:rPr lang="en-GB" dirty="0" err="1"/>
              <a:t>Schwaber</a:t>
            </a:r>
            <a:r>
              <a:rPr lang="en-GB" dirty="0"/>
              <a:t> presented a paper called “The SCRUM Development Process”</a:t>
            </a:r>
          </a:p>
          <a:p>
            <a:endParaRPr lang="en-GB" dirty="0"/>
          </a:p>
          <a:p>
            <a:r>
              <a:rPr lang="en-GB" dirty="0"/>
              <a:t>In 2001 Sutherland and </a:t>
            </a:r>
            <a:r>
              <a:rPr lang="en-GB" dirty="0" err="1"/>
              <a:t>Schwaber</a:t>
            </a:r>
            <a:r>
              <a:rPr lang="en-GB" dirty="0"/>
              <a:t> were present at the drafting of the Agile Manifesto</a:t>
            </a:r>
          </a:p>
          <a:p>
            <a:endParaRPr lang="en-GB" dirty="0"/>
          </a:p>
          <a:p>
            <a:r>
              <a:rPr lang="en-GB" dirty="0"/>
              <a:t>The first Scrum Guide was published in 2010 by Sutherland and </a:t>
            </a:r>
            <a:r>
              <a:rPr lang="en-GB" dirty="0" err="1"/>
              <a:t>Schwaber</a:t>
            </a:r>
            <a:r>
              <a:rPr lang="en-GB" dirty="0"/>
              <a:t> as a way of clarifying what Scrum is</a:t>
            </a:r>
          </a:p>
        </p:txBody>
      </p:sp>
      <p:sp>
        <p:nvSpPr>
          <p:cNvPr id="2" name="Title 1">
            <a:extLst>
              <a:ext uri="{FF2B5EF4-FFF2-40B4-BE49-F238E27FC236}">
                <a16:creationId xmlns:a16="http://schemas.microsoft.com/office/drawing/2014/main" id="{D6AF5F72-712F-48D2-7065-4089FBC9B307}"/>
              </a:ext>
            </a:extLst>
          </p:cNvPr>
          <p:cNvSpPr>
            <a:spLocks noGrp="1"/>
          </p:cNvSpPr>
          <p:nvPr>
            <p:ph type="title"/>
          </p:nvPr>
        </p:nvSpPr>
        <p:spPr/>
        <p:txBody>
          <a:bodyPr/>
          <a:lstStyle/>
          <a:p>
            <a:r>
              <a:rPr lang="en-GB" dirty="0"/>
              <a:t>Scrum – History</a:t>
            </a:r>
          </a:p>
        </p:txBody>
      </p:sp>
      <p:sp>
        <p:nvSpPr>
          <p:cNvPr id="4" name="Text Placeholder 3">
            <a:extLst>
              <a:ext uri="{FF2B5EF4-FFF2-40B4-BE49-F238E27FC236}">
                <a16:creationId xmlns:a16="http://schemas.microsoft.com/office/drawing/2014/main" id="{81E1E875-7A55-22EC-5F68-6BB1D2ED4F77}"/>
              </a:ext>
            </a:extLst>
          </p:cNvPr>
          <p:cNvSpPr>
            <a:spLocks noGrp="1"/>
          </p:cNvSpPr>
          <p:nvPr>
            <p:ph type="body" sz="quarter" idx="10"/>
          </p:nvPr>
        </p:nvSpPr>
        <p:spPr/>
        <p:txBody>
          <a:bodyPr/>
          <a:lstStyle/>
          <a:p>
            <a:r>
              <a:rPr lang="en-GB" dirty="0"/>
              <a:t>K1, K5</a:t>
            </a:r>
          </a:p>
        </p:txBody>
      </p:sp>
      <p:sp>
        <p:nvSpPr>
          <p:cNvPr id="5" name="Text Placeholder 4">
            <a:extLst>
              <a:ext uri="{FF2B5EF4-FFF2-40B4-BE49-F238E27FC236}">
                <a16:creationId xmlns:a16="http://schemas.microsoft.com/office/drawing/2014/main" id="{7446602B-A222-8C0F-AF70-7DA2A2820145}"/>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15710244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CF650F29-4084-CDC0-D495-C7F2F0E72DF4}"/>
              </a:ext>
            </a:extLst>
          </p:cNvPr>
          <p:cNvGraphicFramePr>
            <a:graphicFrameLocks noGrp="1"/>
          </p:cNvGraphicFramePr>
          <p:nvPr>
            <p:ph idx="1"/>
            <p:extLst>
              <p:ext uri="{D42A27DB-BD31-4B8C-83A1-F6EECF244321}">
                <p14:modId xmlns:p14="http://schemas.microsoft.com/office/powerpoint/2010/main" val="2294781981"/>
              </p:ext>
            </p:extLst>
          </p:nvPr>
        </p:nvGraphicFramePr>
        <p:xfrm>
          <a:off x="142875" y="1679575"/>
          <a:ext cx="11906250" cy="468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3">
            <a:extLst>
              <a:ext uri="{FF2B5EF4-FFF2-40B4-BE49-F238E27FC236}">
                <a16:creationId xmlns:a16="http://schemas.microsoft.com/office/drawing/2014/main" id="{F6B6D7BC-DEDF-7A4B-21FE-22F75B1F2891}"/>
              </a:ext>
            </a:extLst>
          </p:cNvPr>
          <p:cNvSpPr>
            <a:spLocks noGrp="1"/>
          </p:cNvSpPr>
          <p:nvPr>
            <p:ph type="title"/>
          </p:nvPr>
        </p:nvSpPr>
        <p:spPr/>
        <p:txBody>
          <a:bodyPr/>
          <a:lstStyle/>
          <a:p>
            <a:r>
              <a:rPr lang="en-GB" dirty="0"/>
              <a:t>Scrum – Roles &amp; Responsibilities</a:t>
            </a:r>
          </a:p>
        </p:txBody>
      </p:sp>
      <p:sp>
        <p:nvSpPr>
          <p:cNvPr id="2" name="Text Placeholder 1">
            <a:extLst>
              <a:ext uri="{FF2B5EF4-FFF2-40B4-BE49-F238E27FC236}">
                <a16:creationId xmlns:a16="http://schemas.microsoft.com/office/drawing/2014/main" id="{4D64380B-7CDB-37C2-1D68-4D328DBE2849}"/>
              </a:ext>
            </a:extLst>
          </p:cNvPr>
          <p:cNvSpPr>
            <a:spLocks noGrp="1"/>
          </p:cNvSpPr>
          <p:nvPr>
            <p:ph type="body" sz="quarter" idx="10"/>
          </p:nvPr>
        </p:nvSpPr>
        <p:spPr/>
        <p:txBody>
          <a:bodyPr/>
          <a:lstStyle/>
          <a:p>
            <a:r>
              <a:rPr lang="en-GB" dirty="0"/>
              <a:t>K1, K2, K3, K5, K6, </a:t>
            </a:r>
          </a:p>
        </p:txBody>
      </p:sp>
      <p:sp>
        <p:nvSpPr>
          <p:cNvPr id="3" name="Text Placeholder 2">
            <a:extLst>
              <a:ext uri="{FF2B5EF4-FFF2-40B4-BE49-F238E27FC236}">
                <a16:creationId xmlns:a16="http://schemas.microsoft.com/office/drawing/2014/main" id="{68DE4609-8CB1-3D40-7484-5F6A719C2F24}"/>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3594975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990968D8-AAC3-739B-775F-477A133414B7}"/>
              </a:ext>
            </a:extLst>
          </p:cNvPr>
          <p:cNvGraphicFramePr>
            <a:graphicFrameLocks noGrp="1"/>
          </p:cNvGraphicFramePr>
          <p:nvPr>
            <p:ph idx="1"/>
            <p:extLst>
              <p:ext uri="{D42A27DB-BD31-4B8C-83A1-F6EECF244321}">
                <p14:modId xmlns:p14="http://schemas.microsoft.com/office/powerpoint/2010/main" val="2595675308"/>
              </p:ext>
            </p:extLst>
          </p:nvPr>
        </p:nvGraphicFramePr>
        <p:xfrm>
          <a:off x="142875" y="1679575"/>
          <a:ext cx="11906250" cy="36559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912FC0BC-8DD8-CE96-D7BC-E94CA6C5EBD8}"/>
              </a:ext>
            </a:extLst>
          </p:cNvPr>
          <p:cNvSpPr>
            <a:spLocks noGrp="1"/>
          </p:cNvSpPr>
          <p:nvPr>
            <p:ph type="title"/>
          </p:nvPr>
        </p:nvSpPr>
        <p:spPr/>
        <p:txBody>
          <a:bodyPr/>
          <a:lstStyle/>
          <a:p>
            <a:r>
              <a:rPr lang="en-GB" dirty="0"/>
              <a:t>Scrum – Events</a:t>
            </a:r>
          </a:p>
        </p:txBody>
      </p:sp>
      <p:sp>
        <p:nvSpPr>
          <p:cNvPr id="3" name="Text Placeholder 2">
            <a:extLst>
              <a:ext uri="{FF2B5EF4-FFF2-40B4-BE49-F238E27FC236}">
                <a16:creationId xmlns:a16="http://schemas.microsoft.com/office/drawing/2014/main" id="{E46C20E5-CEA3-54E6-0708-59CF18E28E81}"/>
              </a:ext>
            </a:extLst>
          </p:cNvPr>
          <p:cNvSpPr>
            <a:spLocks noGrp="1"/>
          </p:cNvSpPr>
          <p:nvPr>
            <p:ph type="body" sz="quarter" idx="10"/>
          </p:nvPr>
        </p:nvSpPr>
        <p:spPr/>
        <p:txBody>
          <a:bodyPr/>
          <a:lstStyle/>
          <a:p>
            <a:r>
              <a:rPr lang="en-GB" dirty="0"/>
              <a:t>K1, K5, K6</a:t>
            </a:r>
          </a:p>
        </p:txBody>
      </p:sp>
      <p:sp>
        <p:nvSpPr>
          <p:cNvPr id="5" name="Text Placeholder 4">
            <a:extLst>
              <a:ext uri="{FF2B5EF4-FFF2-40B4-BE49-F238E27FC236}">
                <a16:creationId xmlns:a16="http://schemas.microsoft.com/office/drawing/2014/main" id="{27883A61-AD7C-1C45-6687-F47B6D195546}"/>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5557313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990968D8-AAC3-739B-775F-477A133414B7}"/>
              </a:ext>
            </a:extLst>
          </p:cNvPr>
          <p:cNvGraphicFramePr>
            <a:graphicFrameLocks noGrp="1"/>
          </p:cNvGraphicFramePr>
          <p:nvPr>
            <p:ph idx="1"/>
            <p:extLst>
              <p:ext uri="{D42A27DB-BD31-4B8C-83A1-F6EECF244321}">
                <p14:modId xmlns:p14="http://schemas.microsoft.com/office/powerpoint/2010/main" val="3868461935"/>
              </p:ext>
            </p:extLst>
          </p:nvPr>
        </p:nvGraphicFramePr>
        <p:xfrm>
          <a:off x="142875" y="1679575"/>
          <a:ext cx="11906250" cy="26379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912FC0BC-8DD8-CE96-D7BC-E94CA6C5EBD8}"/>
              </a:ext>
            </a:extLst>
          </p:cNvPr>
          <p:cNvSpPr>
            <a:spLocks noGrp="1"/>
          </p:cNvSpPr>
          <p:nvPr>
            <p:ph type="title"/>
          </p:nvPr>
        </p:nvSpPr>
        <p:spPr/>
        <p:txBody>
          <a:bodyPr/>
          <a:lstStyle/>
          <a:p>
            <a:r>
              <a:rPr lang="en-GB" dirty="0"/>
              <a:t>Scrum – Events</a:t>
            </a:r>
          </a:p>
        </p:txBody>
      </p:sp>
      <p:sp>
        <p:nvSpPr>
          <p:cNvPr id="3" name="Text Placeholder 2">
            <a:extLst>
              <a:ext uri="{FF2B5EF4-FFF2-40B4-BE49-F238E27FC236}">
                <a16:creationId xmlns:a16="http://schemas.microsoft.com/office/drawing/2014/main" id="{AF6C025A-827B-A9F7-728D-E63BDF2AECB3}"/>
              </a:ext>
            </a:extLst>
          </p:cNvPr>
          <p:cNvSpPr>
            <a:spLocks noGrp="1"/>
          </p:cNvSpPr>
          <p:nvPr>
            <p:ph type="body" sz="quarter" idx="10"/>
          </p:nvPr>
        </p:nvSpPr>
        <p:spPr/>
        <p:txBody>
          <a:bodyPr/>
          <a:lstStyle/>
          <a:p>
            <a:r>
              <a:rPr lang="en-GB" dirty="0"/>
              <a:t>K1, K5, K6</a:t>
            </a:r>
          </a:p>
        </p:txBody>
      </p:sp>
      <p:sp>
        <p:nvSpPr>
          <p:cNvPr id="5" name="Text Placeholder 4">
            <a:extLst>
              <a:ext uri="{FF2B5EF4-FFF2-40B4-BE49-F238E27FC236}">
                <a16:creationId xmlns:a16="http://schemas.microsoft.com/office/drawing/2014/main" id="{3135C84C-AED3-F684-2804-54D0612A7A5A}"/>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8849297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AFA5D164-6A30-5104-38C6-D58D5F24EE47}"/>
              </a:ext>
            </a:extLst>
          </p:cNvPr>
          <p:cNvGraphicFramePr>
            <a:graphicFrameLocks noGrp="1"/>
          </p:cNvGraphicFramePr>
          <p:nvPr>
            <p:ph idx="1"/>
            <p:extLst>
              <p:ext uri="{D42A27DB-BD31-4B8C-83A1-F6EECF244321}">
                <p14:modId xmlns:p14="http://schemas.microsoft.com/office/powerpoint/2010/main" val="279663006"/>
              </p:ext>
            </p:extLst>
          </p:nvPr>
        </p:nvGraphicFramePr>
        <p:xfrm>
          <a:off x="142875" y="1679575"/>
          <a:ext cx="11906250" cy="468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A5045226-B548-2315-9CCA-BE799095F1A1}"/>
              </a:ext>
            </a:extLst>
          </p:cNvPr>
          <p:cNvSpPr>
            <a:spLocks noGrp="1"/>
          </p:cNvSpPr>
          <p:nvPr>
            <p:ph type="title"/>
          </p:nvPr>
        </p:nvSpPr>
        <p:spPr/>
        <p:txBody>
          <a:bodyPr/>
          <a:lstStyle/>
          <a:p>
            <a:r>
              <a:rPr lang="en-GB" dirty="0"/>
              <a:t>Scrum – Artifacts</a:t>
            </a:r>
          </a:p>
        </p:txBody>
      </p:sp>
      <p:sp>
        <p:nvSpPr>
          <p:cNvPr id="3" name="Text Placeholder 2">
            <a:extLst>
              <a:ext uri="{FF2B5EF4-FFF2-40B4-BE49-F238E27FC236}">
                <a16:creationId xmlns:a16="http://schemas.microsoft.com/office/drawing/2014/main" id="{FF3E06B0-72C0-4F15-3698-F2EBF4DD59AC}"/>
              </a:ext>
            </a:extLst>
          </p:cNvPr>
          <p:cNvSpPr>
            <a:spLocks noGrp="1"/>
          </p:cNvSpPr>
          <p:nvPr>
            <p:ph type="body" sz="quarter" idx="10"/>
          </p:nvPr>
        </p:nvSpPr>
        <p:spPr/>
        <p:txBody>
          <a:bodyPr/>
          <a:lstStyle/>
          <a:p>
            <a:r>
              <a:rPr lang="en-GB" dirty="0"/>
              <a:t>K1, K5, K6</a:t>
            </a:r>
          </a:p>
        </p:txBody>
      </p:sp>
      <p:sp>
        <p:nvSpPr>
          <p:cNvPr id="4" name="Text Placeholder 3">
            <a:extLst>
              <a:ext uri="{FF2B5EF4-FFF2-40B4-BE49-F238E27FC236}">
                <a16:creationId xmlns:a16="http://schemas.microsoft.com/office/drawing/2014/main" id="{F102555E-B86F-D9DA-39E0-4AA55D2A7110}"/>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1128746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22C15-9E7D-A76E-47E8-301640489C99}"/>
              </a:ext>
            </a:extLst>
          </p:cNvPr>
          <p:cNvSpPr>
            <a:spLocks noGrp="1"/>
          </p:cNvSpPr>
          <p:nvPr>
            <p:ph type="title"/>
          </p:nvPr>
        </p:nvSpPr>
        <p:spPr/>
        <p:txBody>
          <a:bodyPr/>
          <a:lstStyle/>
          <a:p>
            <a:r>
              <a:rPr lang="en-GB" dirty="0"/>
              <a:t>Scrum – Process</a:t>
            </a:r>
          </a:p>
        </p:txBody>
      </p:sp>
      <p:sp>
        <p:nvSpPr>
          <p:cNvPr id="6" name="Text Placeholder 5">
            <a:extLst>
              <a:ext uri="{FF2B5EF4-FFF2-40B4-BE49-F238E27FC236}">
                <a16:creationId xmlns:a16="http://schemas.microsoft.com/office/drawing/2014/main" id="{73DC2793-E820-1835-8D03-BC71645529F1}"/>
              </a:ext>
            </a:extLst>
          </p:cNvPr>
          <p:cNvSpPr>
            <a:spLocks noGrp="1"/>
          </p:cNvSpPr>
          <p:nvPr>
            <p:ph type="body" sz="quarter" idx="11"/>
          </p:nvPr>
        </p:nvSpPr>
        <p:spPr/>
        <p:txBody>
          <a:bodyPr/>
          <a:lstStyle/>
          <a:p>
            <a:r>
              <a:rPr lang="en-GB" dirty="0"/>
              <a:t>K1, K5, K6</a:t>
            </a:r>
          </a:p>
        </p:txBody>
      </p:sp>
      <p:sp>
        <p:nvSpPr>
          <p:cNvPr id="3" name="Text Placeholder 2">
            <a:extLst>
              <a:ext uri="{FF2B5EF4-FFF2-40B4-BE49-F238E27FC236}">
                <a16:creationId xmlns:a16="http://schemas.microsoft.com/office/drawing/2014/main" id="{8496B401-03A8-AB64-7C35-12DA1DA43E68}"/>
              </a:ext>
            </a:extLst>
          </p:cNvPr>
          <p:cNvSpPr>
            <a:spLocks noGrp="1"/>
          </p:cNvSpPr>
          <p:nvPr>
            <p:ph type="body" sz="quarter" idx="12"/>
          </p:nvPr>
        </p:nvSpPr>
        <p:spPr/>
        <p:txBody>
          <a:bodyPr/>
          <a:lstStyle/>
          <a:p>
            <a:endParaRPr lang="en-GB"/>
          </a:p>
        </p:txBody>
      </p:sp>
      <p:grpSp>
        <p:nvGrpSpPr>
          <p:cNvPr id="95" name="Group 94">
            <a:extLst>
              <a:ext uri="{FF2B5EF4-FFF2-40B4-BE49-F238E27FC236}">
                <a16:creationId xmlns:a16="http://schemas.microsoft.com/office/drawing/2014/main" id="{6B70F8F9-0911-D9A3-6DE0-3535A05859A1}"/>
              </a:ext>
            </a:extLst>
          </p:cNvPr>
          <p:cNvGrpSpPr/>
          <p:nvPr/>
        </p:nvGrpSpPr>
        <p:grpSpPr>
          <a:xfrm>
            <a:off x="193746" y="1196201"/>
            <a:ext cx="11804503" cy="5025976"/>
            <a:chOff x="208497" y="1582700"/>
            <a:chExt cx="11804503" cy="5025976"/>
          </a:xfrm>
        </p:grpSpPr>
        <p:grpSp>
          <p:nvGrpSpPr>
            <p:cNvPr id="12" name="Group 11">
              <a:extLst>
                <a:ext uri="{FF2B5EF4-FFF2-40B4-BE49-F238E27FC236}">
                  <a16:creationId xmlns:a16="http://schemas.microsoft.com/office/drawing/2014/main" id="{3E3E914B-65E2-19A0-9A8F-FC394E33C0DE}"/>
                </a:ext>
              </a:extLst>
            </p:cNvPr>
            <p:cNvGrpSpPr>
              <a:grpSpLocks noChangeAspect="1"/>
            </p:cNvGrpSpPr>
            <p:nvPr/>
          </p:nvGrpSpPr>
          <p:grpSpPr>
            <a:xfrm>
              <a:off x="639929" y="3379239"/>
              <a:ext cx="1250031" cy="1382400"/>
              <a:chOff x="1014884" y="1708220"/>
              <a:chExt cx="1718268" cy="1900219"/>
            </a:xfrm>
          </p:grpSpPr>
          <p:sp>
            <p:nvSpPr>
              <p:cNvPr id="4" name="Rectangle: Rounded Corners 3">
                <a:extLst>
                  <a:ext uri="{FF2B5EF4-FFF2-40B4-BE49-F238E27FC236}">
                    <a16:creationId xmlns:a16="http://schemas.microsoft.com/office/drawing/2014/main" id="{C18A5089-E5C4-8523-0283-46179C22A948}"/>
                  </a:ext>
                </a:extLst>
              </p:cNvPr>
              <p:cNvSpPr/>
              <p:nvPr/>
            </p:nvSpPr>
            <p:spPr>
              <a:xfrm>
                <a:off x="1014884" y="1708220"/>
                <a:ext cx="1718268" cy="1900219"/>
              </a:xfrm>
              <a:prstGeom prst="roundRect">
                <a:avLst/>
              </a:prstGeom>
              <a:solidFill>
                <a:schemeClr val="bg2"/>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Rounded Corners 4">
                <a:extLst>
                  <a:ext uri="{FF2B5EF4-FFF2-40B4-BE49-F238E27FC236}">
                    <a16:creationId xmlns:a16="http://schemas.microsoft.com/office/drawing/2014/main" id="{BE786136-EEE3-5D48-2E68-448144300164}"/>
                  </a:ext>
                </a:extLst>
              </p:cNvPr>
              <p:cNvSpPr/>
              <p:nvPr/>
            </p:nvSpPr>
            <p:spPr>
              <a:xfrm>
                <a:off x="1161179" y="1793090"/>
                <a:ext cx="1425677" cy="698091"/>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000" dirty="0"/>
                  <a:t>Product Backlog</a:t>
                </a:r>
              </a:p>
            </p:txBody>
          </p:sp>
          <p:pic>
            <p:nvPicPr>
              <p:cNvPr id="7" name="Graphic 6" descr="List with solid fill">
                <a:extLst>
                  <a:ext uri="{FF2B5EF4-FFF2-40B4-BE49-F238E27FC236}">
                    <a16:creationId xmlns:a16="http://schemas.microsoft.com/office/drawing/2014/main" id="{F279439F-827B-F16A-EC3F-C36A111CA47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57823" y="2491181"/>
                <a:ext cx="1032387" cy="1032387"/>
              </a:xfrm>
              <a:prstGeom prst="rect">
                <a:avLst/>
              </a:prstGeom>
            </p:spPr>
          </p:pic>
        </p:grpSp>
        <p:grpSp>
          <p:nvGrpSpPr>
            <p:cNvPr id="25" name="Group 24">
              <a:extLst>
                <a:ext uri="{FF2B5EF4-FFF2-40B4-BE49-F238E27FC236}">
                  <a16:creationId xmlns:a16="http://schemas.microsoft.com/office/drawing/2014/main" id="{D2FACC89-F0B8-F5DB-F490-06E17DB45D0F}"/>
                </a:ext>
              </a:extLst>
            </p:cNvPr>
            <p:cNvGrpSpPr>
              <a:grpSpLocks noChangeAspect="1"/>
            </p:cNvGrpSpPr>
            <p:nvPr/>
          </p:nvGrpSpPr>
          <p:grpSpPr>
            <a:xfrm>
              <a:off x="2590551" y="3379239"/>
              <a:ext cx="1250031" cy="1382400"/>
              <a:chOff x="3057023" y="1708220"/>
              <a:chExt cx="1718268" cy="1900219"/>
            </a:xfrm>
          </p:grpSpPr>
          <p:sp>
            <p:nvSpPr>
              <p:cNvPr id="8" name="Rectangle: Rounded Corners 7">
                <a:extLst>
                  <a:ext uri="{FF2B5EF4-FFF2-40B4-BE49-F238E27FC236}">
                    <a16:creationId xmlns:a16="http://schemas.microsoft.com/office/drawing/2014/main" id="{75C5C0CB-3951-4BE1-9559-3FD8BA25CD6E}"/>
                  </a:ext>
                </a:extLst>
              </p:cNvPr>
              <p:cNvSpPr/>
              <p:nvPr/>
            </p:nvSpPr>
            <p:spPr>
              <a:xfrm>
                <a:off x="3057023" y="1708220"/>
                <a:ext cx="1718268" cy="1900219"/>
              </a:xfrm>
              <a:prstGeom prst="roundRect">
                <a:avLst/>
              </a:prstGeom>
              <a:solidFill>
                <a:schemeClr val="accent2">
                  <a:lumMod val="60000"/>
                  <a:lumOff val="40000"/>
                </a:schemeClr>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Rounded Corners 8">
                <a:extLst>
                  <a:ext uri="{FF2B5EF4-FFF2-40B4-BE49-F238E27FC236}">
                    <a16:creationId xmlns:a16="http://schemas.microsoft.com/office/drawing/2014/main" id="{CE27FA0E-F46A-C7A2-E58F-9F1A46222E55}"/>
                  </a:ext>
                </a:extLst>
              </p:cNvPr>
              <p:cNvSpPr/>
              <p:nvPr/>
            </p:nvSpPr>
            <p:spPr>
              <a:xfrm>
                <a:off x="3203318" y="1793090"/>
                <a:ext cx="1425677" cy="698091"/>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Sprint Planning</a:t>
                </a:r>
              </a:p>
            </p:txBody>
          </p:sp>
          <p:pic>
            <p:nvPicPr>
              <p:cNvPr id="11" name="Graphic 10" descr="Meeting with solid fill">
                <a:extLst>
                  <a:ext uri="{FF2B5EF4-FFF2-40B4-BE49-F238E27FC236}">
                    <a16:creationId xmlns:a16="http://schemas.microsoft.com/office/drawing/2014/main" id="{6032603C-5D9E-54A9-7920-9F8BA92584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58956" y="2550174"/>
                <a:ext cx="914400" cy="914400"/>
              </a:xfrm>
              <a:prstGeom prst="rect">
                <a:avLst/>
              </a:prstGeom>
            </p:spPr>
          </p:pic>
        </p:grpSp>
        <p:grpSp>
          <p:nvGrpSpPr>
            <p:cNvPr id="13" name="Group 12">
              <a:extLst>
                <a:ext uri="{FF2B5EF4-FFF2-40B4-BE49-F238E27FC236}">
                  <a16:creationId xmlns:a16="http://schemas.microsoft.com/office/drawing/2014/main" id="{AD501ACE-E8C4-C5D9-F805-EB392DB67589}"/>
                </a:ext>
              </a:extLst>
            </p:cNvPr>
            <p:cNvGrpSpPr>
              <a:grpSpLocks noChangeAspect="1"/>
            </p:cNvGrpSpPr>
            <p:nvPr/>
          </p:nvGrpSpPr>
          <p:grpSpPr>
            <a:xfrm>
              <a:off x="4544160" y="3379239"/>
              <a:ext cx="1250031" cy="1382400"/>
              <a:chOff x="1014884" y="1708220"/>
              <a:chExt cx="1718268" cy="1900219"/>
            </a:xfrm>
          </p:grpSpPr>
          <p:sp>
            <p:nvSpPr>
              <p:cNvPr id="14" name="Rectangle: Rounded Corners 13">
                <a:extLst>
                  <a:ext uri="{FF2B5EF4-FFF2-40B4-BE49-F238E27FC236}">
                    <a16:creationId xmlns:a16="http://schemas.microsoft.com/office/drawing/2014/main" id="{A5F2DA9B-07FB-8F33-51B4-C806E633CEA0}"/>
                  </a:ext>
                </a:extLst>
              </p:cNvPr>
              <p:cNvSpPr/>
              <p:nvPr/>
            </p:nvSpPr>
            <p:spPr>
              <a:xfrm>
                <a:off x="1014884" y="1708220"/>
                <a:ext cx="1718268" cy="1900219"/>
              </a:xfrm>
              <a:prstGeom prst="roundRect">
                <a:avLst/>
              </a:prstGeom>
              <a:solidFill>
                <a:schemeClr val="bg2"/>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a:p>
            </p:txBody>
          </p:sp>
          <p:sp>
            <p:nvSpPr>
              <p:cNvPr id="15" name="Rectangle: Rounded Corners 14">
                <a:extLst>
                  <a:ext uri="{FF2B5EF4-FFF2-40B4-BE49-F238E27FC236}">
                    <a16:creationId xmlns:a16="http://schemas.microsoft.com/office/drawing/2014/main" id="{455CAABF-A786-4232-CE2E-0C50602243EC}"/>
                  </a:ext>
                </a:extLst>
              </p:cNvPr>
              <p:cNvSpPr/>
              <p:nvPr/>
            </p:nvSpPr>
            <p:spPr>
              <a:xfrm>
                <a:off x="1161179" y="1793090"/>
                <a:ext cx="1425677" cy="698091"/>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000" dirty="0"/>
                  <a:t>Sprint Backlog</a:t>
                </a:r>
              </a:p>
            </p:txBody>
          </p:sp>
          <p:pic>
            <p:nvPicPr>
              <p:cNvPr id="16" name="Graphic 15" descr="List with solid fill">
                <a:extLst>
                  <a:ext uri="{FF2B5EF4-FFF2-40B4-BE49-F238E27FC236}">
                    <a16:creationId xmlns:a16="http://schemas.microsoft.com/office/drawing/2014/main" id="{BBF5B930-705C-8F69-9C70-2C8ADC4F143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57823" y="2491181"/>
                <a:ext cx="1032387" cy="1032387"/>
              </a:xfrm>
              <a:prstGeom prst="rect">
                <a:avLst/>
              </a:prstGeom>
            </p:spPr>
          </p:pic>
        </p:grpSp>
        <p:grpSp>
          <p:nvGrpSpPr>
            <p:cNvPr id="39" name="Group 38">
              <a:extLst>
                <a:ext uri="{FF2B5EF4-FFF2-40B4-BE49-F238E27FC236}">
                  <a16:creationId xmlns:a16="http://schemas.microsoft.com/office/drawing/2014/main" id="{927E3C5D-4B6A-DED7-D17F-309881BFD142}"/>
                </a:ext>
              </a:extLst>
            </p:cNvPr>
            <p:cNvGrpSpPr>
              <a:grpSpLocks noChangeAspect="1"/>
            </p:cNvGrpSpPr>
            <p:nvPr/>
          </p:nvGrpSpPr>
          <p:grpSpPr>
            <a:xfrm>
              <a:off x="6496431" y="2480882"/>
              <a:ext cx="1250031" cy="1382400"/>
              <a:chOff x="5510171" y="2847465"/>
              <a:chExt cx="1718268" cy="1900219"/>
            </a:xfrm>
          </p:grpSpPr>
          <p:sp>
            <p:nvSpPr>
              <p:cNvPr id="17" name="Rectangle: Rounded Corners 16">
                <a:extLst>
                  <a:ext uri="{FF2B5EF4-FFF2-40B4-BE49-F238E27FC236}">
                    <a16:creationId xmlns:a16="http://schemas.microsoft.com/office/drawing/2014/main" id="{22A13FF5-F01D-AE9B-17D0-291BBA52CED0}"/>
                  </a:ext>
                </a:extLst>
              </p:cNvPr>
              <p:cNvSpPr/>
              <p:nvPr/>
            </p:nvSpPr>
            <p:spPr>
              <a:xfrm>
                <a:off x="5510171" y="2847465"/>
                <a:ext cx="1718268" cy="1900219"/>
              </a:xfrm>
              <a:prstGeom prst="roundRect">
                <a:avLst/>
              </a:prstGeom>
              <a:solidFill>
                <a:schemeClr val="accent2">
                  <a:lumMod val="60000"/>
                  <a:lumOff val="40000"/>
                </a:schemeClr>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a:p>
            </p:txBody>
          </p:sp>
          <p:sp>
            <p:nvSpPr>
              <p:cNvPr id="18" name="Rectangle: Rounded Corners 17">
                <a:extLst>
                  <a:ext uri="{FF2B5EF4-FFF2-40B4-BE49-F238E27FC236}">
                    <a16:creationId xmlns:a16="http://schemas.microsoft.com/office/drawing/2014/main" id="{244EA3CF-F98F-1424-7724-103931D65ED1}"/>
                  </a:ext>
                </a:extLst>
              </p:cNvPr>
              <p:cNvSpPr/>
              <p:nvPr/>
            </p:nvSpPr>
            <p:spPr>
              <a:xfrm>
                <a:off x="5656466" y="2932335"/>
                <a:ext cx="1425677" cy="698091"/>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000" dirty="0"/>
                  <a:t>Sprint</a:t>
                </a:r>
              </a:p>
            </p:txBody>
          </p:sp>
          <p:pic>
            <p:nvPicPr>
              <p:cNvPr id="21" name="Graphic 20" descr="Tools with solid fill">
                <a:extLst>
                  <a:ext uri="{FF2B5EF4-FFF2-40B4-BE49-F238E27FC236}">
                    <a16:creationId xmlns:a16="http://schemas.microsoft.com/office/drawing/2014/main" id="{68FFC51A-BE2D-BD9E-A968-86B8B9C8A93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12104" y="3630426"/>
                <a:ext cx="914400" cy="914400"/>
              </a:xfrm>
              <a:prstGeom prst="rect">
                <a:avLst/>
              </a:prstGeom>
            </p:spPr>
          </p:pic>
        </p:grpSp>
        <p:grpSp>
          <p:nvGrpSpPr>
            <p:cNvPr id="26" name="Group 25">
              <a:extLst>
                <a:ext uri="{FF2B5EF4-FFF2-40B4-BE49-F238E27FC236}">
                  <a16:creationId xmlns:a16="http://schemas.microsoft.com/office/drawing/2014/main" id="{FDDA1D7D-A37D-17C5-0218-D32BE32EF501}"/>
                </a:ext>
              </a:extLst>
            </p:cNvPr>
            <p:cNvGrpSpPr>
              <a:grpSpLocks noChangeAspect="1"/>
            </p:cNvGrpSpPr>
            <p:nvPr/>
          </p:nvGrpSpPr>
          <p:grpSpPr>
            <a:xfrm>
              <a:off x="6279569" y="4630816"/>
              <a:ext cx="1250031" cy="1382400"/>
              <a:chOff x="7643772" y="1271209"/>
              <a:chExt cx="1718268" cy="1900219"/>
            </a:xfrm>
          </p:grpSpPr>
          <p:sp>
            <p:nvSpPr>
              <p:cNvPr id="22" name="Rectangle: Rounded Corners 21">
                <a:extLst>
                  <a:ext uri="{FF2B5EF4-FFF2-40B4-BE49-F238E27FC236}">
                    <a16:creationId xmlns:a16="http://schemas.microsoft.com/office/drawing/2014/main" id="{11ADCEF8-5C4E-5483-DDE6-403305D2AFCC}"/>
                  </a:ext>
                </a:extLst>
              </p:cNvPr>
              <p:cNvSpPr/>
              <p:nvPr/>
            </p:nvSpPr>
            <p:spPr>
              <a:xfrm>
                <a:off x="7643772" y="1271209"/>
                <a:ext cx="1718268" cy="1900219"/>
              </a:xfrm>
              <a:prstGeom prst="roundRect">
                <a:avLst/>
              </a:prstGeom>
              <a:solidFill>
                <a:schemeClr val="accent2">
                  <a:lumMod val="60000"/>
                  <a:lumOff val="40000"/>
                </a:schemeClr>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a:p>
            </p:txBody>
          </p:sp>
          <p:sp>
            <p:nvSpPr>
              <p:cNvPr id="23" name="Rectangle: Rounded Corners 22">
                <a:extLst>
                  <a:ext uri="{FF2B5EF4-FFF2-40B4-BE49-F238E27FC236}">
                    <a16:creationId xmlns:a16="http://schemas.microsoft.com/office/drawing/2014/main" id="{FBB8756E-FACE-6889-2538-2BAC3CB5F5E5}"/>
                  </a:ext>
                </a:extLst>
              </p:cNvPr>
              <p:cNvSpPr/>
              <p:nvPr/>
            </p:nvSpPr>
            <p:spPr>
              <a:xfrm>
                <a:off x="7790067" y="1356079"/>
                <a:ext cx="1425677" cy="698091"/>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Daily </a:t>
                </a:r>
              </a:p>
              <a:p>
                <a:pPr algn="ctr"/>
                <a:r>
                  <a:rPr lang="en-GB" sz="1000" dirty="0"/>
                  <a:t>Stand-up</a:t>
                </a:r>
              </a:p>
            </p:txBody>
          </p:sp>
          <p:pic>
            <p:nvPicPr>
              <p:cNvPr id="24" name="Graphic 23" descr="Meeting with solid fill">
                <a:extLst>
                  <a:ext uri="{FF2B5EF4-FFF2-40B4-BE49-F238E27FC236}">
                    <a16:creationId xmlns:a16="http://schemas.microsoft.com/office/drawing/2014/main" id="{F4866D09-6BBF-3427-0DC1-50A2BD30A4B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45705" y="2113163"/>
                <a:ext cx="914400" cy="914400"/>
              </a:xfrm>
              <a:prstGeom prst="rect">
                <a:avLst/>
              </a:prstGeom>
            </p:spPr>
          </p:pic>
        </p:grpSp>
        <p:grpSp>
          <p:nvGrpSpPr>
            <p:cNvPr id="30" name="Group 29">
              <a:extLst>
                <a:ext uri="{FF2B5EF4-FFF2-40B4-BE49-F238E27FC236}">
                  <a16:creationId xmlns:a16="http://schemas.microsoft.com/office/drawing/2014/main" id="{8A3151F5-4883-06A1-156E-4F11AB9889DB}"/>
                </a:ext>
              </a:extLst>
            </p:cNvPr>
            <p:cNvGrpSpPr>
              <a:grpSpLocks noChangeAspect="1"/>
            </p:cNvGrpSpPr>
            <p:nvPr/>
          </p:nvGrpSpPr>
          <p:grpSpPr>
            <a:xfrm>
              <a:off x="4524781" y="1582700"/>
              <a:ext cx="1250031" cy="1382400"/>
              <a:chOff x="8800295" y="3891505"/>
              <a:chExt cx="1718268" cy="1900219"/>
            </a:xfrm>
          </p:grpSpPr>
          <p:sp>
            <p:nvSpPr>
              <p:cNvPr id="27" name="Rectangle: Rounded Corners 26">
                <a:extLst>
                  <a:ext uri="{FF2B5EF4-FFF2-40B4-BE49-F238E27FC236}">
                    <a16:creationId xmlns:a16="http://schemas.microsoft.com/office/drawing/2014/main" id="{04B1CDD3-0D61-53EC-15FE-B4AD2B0DD356}"/>
                  </a:ext>
                </a:extLst>
              </p:cNvPr>
              <p:cNvSpPr/>
              <p:nvPr/>
            </p:nvSpPr>
            <p:spPr>
              <a:xfrm>
                <a:off x="8800295" y="3891505"/>
                <a:ext cx="1718268" cy="1900219"/>
              </a:xfrm>
              <a:prstGeom prst="roundRect">
                <a:avLst/>
              </a:prstGeom>
              <a:solidFill>
                <a:schemeClr val="accent2">
                  <a:lumMod val="60000"/>
                  <a:lumOff val="40000"/>
                </a:schemeClr>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a:p>
            </p:txBody>
          </p:sp>
          <p:sp>
            <p:nvSpPr>
              <p:cNvPr id="28" name="Rectangle: Rounded Corners 27">
                <a:extLst>
                  <a:ext uri="{FF2B5EF4-FFF2-40B4-BE49-F238E27FC236}">
                    <a16:creationId xmlns:a16="http://schemas.microsoft.com/office/drawing/2014/main" id="{198C25A2-F457-A485-EF09-7D9D9554E465}"/>
                  </a:ext>
                </a:extLst>
              </p:cNvPr>
              <p:cNvSpPr/>
              <p:nvPr/>
            </p:nvSpPr>
            <p:spPr>
              <a:xfrm>
                <a:off x="8946590" y="3976376"/>
                <a:ext cx="1425678" cy="698091"/>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Sprint Review</a:t>
                </a:r>
              </a:p>
            </p:txBody>
          </p:sp>
          <p:pic>
            <p:nvPicPr>
              <p:cNvPr id="29" name="Graphic 28" descr="Meeting with solid fill">
                <a:extLst>
                  <a:ext uri="{FF2B5EF4-FFF2-40B4-BE49-F238E27FC236}">
                    <a16:creationId xmlns:a16="http://schemas.microsoft.com/office/drawing/2014/main" id="{24010E6A-50B7-B9A4-CB9D-18BE6F75C06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02228" y="4733458"/>
                <a:ext cx="914400" cy="914401"/>
              </a:xfrm>
              <a:prstGeom prst="rect">
                <a:avLst/>
              </a:prstGeom>
            </p:spPr>
          </p:pic>
        </p:grpSp>
        <p:grpSp>
          <p:nvGrpSpPr>
            <p:cNvPr id="31" name="Group 30">
              <a:extLst>
                <a:ext uri="{FF2B5EF4-FFF2-40B4-BE49-F238E27FC236}">
                  <a16:creationId xmlns:a16="http://schemas.microsoft.com/office/drawing/2014/main" id="{9F64EDC5-3021-48B5-EAB2-E979AAC98A2D}"/>
                </a:ext>
              </a:extLst>
            </p:cNvPr>
            <p:cNvGrpSpPr>
              <a:grpSpLocks noChangeAspect="1"/>
            </p:cNvGrpSpPr>
            <p:nvPr/>
          </p:nvGrpSpPr>
          <p:grpSpPr>
            <a:xfrm>
              <a:off x="2606593" y="1582700"/>
              <a:ext cx="1250031" cy="1382400"/>
              <a:chOff x="8800295" y="3891505"/>
              <a:chExt cx="1718268" cy="1900219"/>
            </a:xfrm>
          </p:grpSpPr>
          <p:sp>
            <p:nvSpPr>
              <p:cNvPr id="32" name="Rectangle: Rounded Corners 31">
                <a:extLst>
                  <a:ext uri="{FF2B5EF4-FFF2-40B4-BE49-F238E27FC236}">
                    <a16:creationId xmlns:a16="http://schemas.microsoft.com/office/drawing/2014/main" id="{3D3459BD-97E2-F8DD-CB3F-FC0F7A9152B9}"/>
                  </a:ext>
                </a:extLst>
              </p:cNvPr>
              <p:cNvSpPr/>
              <p:nvPr/>
            </p:nvSpPr>
            <p:spPr>
              <a:xfrm>
                <a:off x="8800295" y="3891505"/>
                <a:ext cx="1718268" cy="1900219"/>
              </a:xfrm>
              <a:prstGeom prst="roundRect">
                <a:avLst/>
              </a:prstGeom>
              <a:solidFill>
                <a:schemeClr val="accent2">
                  <a:lumMod val="60000"/>
                  <a:lumOff val="40000"/>
                </a:schemeClr>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Rounded Corners 32">
                <a:extLst>
                  <a:ext uri="{FF2B5EF4-FFF2-40B4-BE49-F238E27FC236}">
                    <a16:creationId xmlns:a16="http://schemas.microsoft.com/office/drawing/2014/main" id="{71A396A9-2860-E147-D5E9-BA58446E6E83}"/>
                  </a:ext>
                </a:extLst>
              </p:cNvPr>
              <p:cNvSpPr/>
              <p:nvPr/>
            </p:nvSpPr>
            <p:spPr>
              <a:xfrm>
                <a:off x="8946590" y="3976376"/>
                <a:ext cx="1425678" cy="698091"/>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Sprint Retrospective</a:t>
                </a:r>
              </a:p>
            </p:txBody>
          </p:sp>
          <p:pic>
            <p:nvPicPr>
              <p:cNvPr id="34" name="Graphic 33" descr="Meeting with solid fill">
                <a:extLst>
                  <a:ext uri="{FF2B5EF4-FFF2-40B4-BE49-F238E27FC236}">
                    <a16:creationId xmlns:a16="http://schemas.microsoft.com/office/drawing/2014/main" id="{3FBEA3D8-4245-463D-A973-853F8FCB621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02228" y="4733458"/>
                <a:ext cx="914400" cy="914401"/>
              </a:xfrm>
              <a:prstGeom prst="rect">
                <a:avLst/>
              </a:prstGeom>
            </p:spPr>
          </p:pic>
        </p:grpSp>
        <p:grpSp>
          <p:nvGrpSpPr>
            <p:cNvPr id="35" name="Group 34">
              <a:extLst>
                <a:ext uri="{FF2B5EF4-FFF2-40B4-BE49-F238E27FC236}">
                  <a16:creationId xmlns:a16="http://schemas.microsoft.com/office/drawing/2014/main" id="{6C231161-7DD3-F013-04AA-B0EC67FA0A8B}"/>
                </a:ext>
              </a:extLst>
            </p:cNvPr>
            <p:cNvGrpSpPr>
              <a:grpSpLocks noChangeAspect="1"/>
            </p:cNvGrpSpPr>
            <p:nvPr/>
          </p:nvGrpSpPr>
          <p:grpSpPr>
            <a:xfrm>
              <a:off x="8819134" y="3379239"/>
              <a:ext cx="1250031" cy="1382400"/>
              <a:chOff x="8813810" y="3891505"/>
              <a:chExt cx="1718268" cy="1900219"/>
            </a:xfrm>
          </p:grpSpPr>
          <p:sp>
            <p:nvSpPr>
              <p:cNvPr id="36" name="Rectangle: Rounded Corners 35">
                <a:extLst>
                  <a:ext uri="{FF2B5EF4-FFF2-40B4-BE49-F238E27FC236}">
                    <a16:creationId xmlns:a16="http://schemas.microsoft.com/office/drawing/2014/main" id="{EA51128D-97E8-5DF8-F4BD-966E65C90F66}"/>
                  </a:ext>
                </a:extLst>
              </p:cNvPr>
              <p:cNvSpPr/>
              <p:nvPr/>
            </p:nvSpPr>
            <p:spPr>
              <a:xfrm>
                <a:off x="8813810" y="3891505"/>
                <a:ext cx="1718268" cy="1900219"/>
              </a:xfrm>
              <a:prstGeom prst="roundRect">
                <a:avLst/>
              </a:prstGeom>
              <a:solidFill>
                <a:schemeClr val="bg2"/>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a:p>
            </p:txBody>
          </p:sp>
          <p:sp>
            <p:nvSpPr>
              <p:cNvPr id="37" name="Rectangle: Rounded Corners 36">
                <a:extLst>
                  <a:ext uri="{FF2B5EF4-FFF2-40B4-BE49-F238E27FC236}">
                    <a16:creationId xmlns:a16="http://schemas.microsoft.com/office/drawing/2014/main" id="{B2E27F0D-ACA0-4621-7186-3DE1A21AF712}"/>
                  </a:ext>
                </a:extLst>
              </p:cNvPr>
              <p:cNvSpPr/>
              <p:nvPr/>
            </p:nvSpPr>
            <p:spPr>
              <a:xfrm>
                <a:off x="8960105" y="3976375"/>
                <a:ext cx="1425677" cy="698091"/>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000" dirty="0"/>
                  <a:t>Increment</a:t>
                </a:r>
              </a:p>
            </p:txBody>
          </p:sp>
          <p:pic>
            <p:nvPicPr>
              <p:cNvPr id="38" name="Graphic 37" descr="Meeting with solid fill">
                <a:extLst>
                  <a:ext uri="{FF2B5EF4-FFF2-40B4-BE49-F238E27FC236}">
                    <a16:creationId xmlns:a16="http://schemas.microsoft.com/office/drawing/2014/main" id="{AF56E00B-D1C9-25B0-1DB0-C9EDB7D5041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15743" y="4733459"/>
                <a:ext cx="914400" cy="914400"/>
              </a:xfrm>
              <a:prstGeom prst="rect">
                <a:avLst/>
              </a:prstGeom>
            </p:spPr>
          </p:pic>
        </p:grpSp>
        <p:grpSp>
          <p:nvGrpSpPr>
            <p:cNvPr id="40" name="Group 39">
              <a:extLst>
                <a:ext uri="{FF2B5EF4-FFF2-40B4-BE49-F238E27FC236}">
                  <a16:creationId xmlns:a16="http://schemas.microsoft.com/office/drawing/2014/main" id="{2DE6590D-98FA-8A07-3AAD-A7671428169B}"/>
                </a:ext>
              </a:extLst>
            </p:cNvPr>
            <p:cNvGrpSpPr>
              <a:grpSpLocks noChangeAspect="1"/>
            </p:cNvGrpSpPr>
            <p:nvPr/>
          </p:nvGrpSpPr>
          <p:grpSpPr>
            <a:xfrm>
              <a:off x="650949" y="5226276"/>
              <a:ext cx="1250031" cy="1382400"/>
              <a:chOff x="1014884" y="1708220"/>
              <a:chExt cx="1718268" cy="1900219"/>
            </a:xfrm>
          </p:grpSpPr>
          <p:sp>
            <p:nvSpPr>
              <p:cNvPr id="41" name="Rectangle: Rounded Corners 40">
                <a:extLst>
                  <a:ext uri="{FF2B5EF4-FFF2-40B4-BE49-F238E27FC236}">
                    <a16:creationId xmlns:a16="http://schemas.microsoft.com/office/drawing/2014/main" id="{30AED566-D4AC-C0AC-831E-5C9D981ECACF}"/>
                  </a:ext>
                </a:extLst>
              </p:cNvPr>
              <p:cNvSpPr/>
              <p:nvPr/>
            </p:nvSpPr>
            <p:spPr>
              <a:xfrm>
                <a:off x="1014884" y="1708220"/>
                <a:ext cx="1718268" cy="1900219"/>
              </a:xfrm>
              <a:prstGeom prst="roundRect">
                <a:avLst/>
              </a:prstGeom>
              <a:solidFill>
                <a:schemeClr val="accent3">
                  <a:lumMod val="60000"/>
                  <a:lumOff val="40000"/>
                </a:schemeClr>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a:p>
            </p:txBody>
          </p:sp>
          <p:sp>
            <p:nvSpPr>
              <p:cNvPr id="42" name="Rectangle: Rounded Corners 41">
                <a:extLst>
                  <a:ext uri="{FF2B5EF4-FFF2-40B4-BE49-F238E27FC236}">
                    <a16:creationId xmlns:a16="http://schemas.microsoft.com/office/drawing/2014/main" id="{FB92B96B-15D9-C3E5-BBFB-B832612E6A7C}"/>
                  </a:ext>
                </a:extLst>
              </p:cNvPr>
              <p:cNvSpPr/>
              <p:nvPr/>
            </p:nvSpPr>
            <p:spPr>
              <a:xfrm>
                <a:off x="1161179" y="1793090"/>
                <a:ext cx="1425677" cy="698091"/>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000" dirty="0"/>
                  <a:t>Refinement</a:t>
                </a:r>
              </a:p>
            </p:txBody>
          </p:sp>
          <p:pic>
            <p:nvPicPr>
              <p:cNvPr id="43" name="Graphic 42" descr="List with solid fill">
                <a:extLst>
                  <a:ext uri="{FF2B5EF4-FFF2-40B4-BE49-F238E27FC236}">
                    <a16:creationId xmlns:a16="http://schemas.microsoft.com/office/drawing/2014/main" id="{ACFC5C4F-A3F4-7FD3-ED52-E7C8E7023EE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57823" y="2491181"/>
                <a:ext cx="1032387" cy="1032387"/>
              </a:xfrm>
              <a:prstGeom prst="rect">
                <a:avLst/>
              </a:prstGeom>
            </p:spPr>
          </p:pic>
        </p:grpSp>
        <p:sp>
          <p:nvSpPr>
            <p:cNvPr id="64" name="Freeform: Shape 63">
              <a:extLst>
                <a:ext uri="{FF2B5EF4-FFF2-40B4-BE49-F238E27FC236}">
                  <a16:creationId xmlns:a16="http://schemas.microsoft.com/office/drawing/2014/main" id="{125A9B13-B3BA-7BDE-11A0-D1241335E43F}"/>
                </a:ext>
              </a:extLst>
            </p:cNvPr>
            <p:cNvSpPr/>
            <p:nvPr/>
          </p:nvSpPr>
          <p:spPr>
            <a:xfrm rot="16200000" flipH="1">
              <a:off x="6201269" y="1690230"/>
              <a:ext cx="2176344" cy="3000394"/>
            </a:xfrm>
            <a:custGeom>
              <a:avLst/>
              <a:gdLst>
                <a:gd name="connsiteX0" fmla="*/ 0 w 2267025"/>
                <a:gd name="connsiteY0" fmla="*/ 234761 h 3125410"/>
                <a:gd name="connsiteX1" fmla="*/ 68780 w 2267025"/>
                <a:gd name="connsiteY1" fmla="*/ 234760 h 3125410"/>
                <a:gd name="connsiteX2" fmla="*/ 68781 w 2267025"/>
                <a:gd name="connsiteY2" fmla="*/ 1706669 h 3125410"/>
                <a:gd name="connsiteX3" fmla="*/ 1013567 w 2267025"/>
                <a:gd name="connsiteY3" fmla="*/ 2651455 h 3125410"/>
                <a:gd name="connsiteX4" fmla="*/ 1214726 w 2267025"/>
                <a:gd name="connsiteY4" fmla="*/ 2651455 h 3125410"/>
                <a:gd name="connsiteX5" fmla="*/ 1882790 w 2267025"/>
                <a:gd name="connsiteY5" fmla="*/ 2374733 h 3125410"/>
                <a:gd name="connsiteX6" fmla="*/ 1926932 w 2267025"/>
                <a:gd name="connsiteY6" fmla="*/ 2321233 h 3125410"/>
                <a:gd name="connsiteX7" fmla="*/ 1926932 w 2267025"/>
                <a:gd name="connsiteY7" fmla="*/ 2888959 h 3125410"/>
                <a:gd name="connsiteX8" fmla="*/ 1814436 w 2267025"/>
                <a:gd name="connsiteY8" fmla="*/ 2888959 h 3125410"/>
                <a:gd name="connsiteX9" fmla="*/ 2040731 w 2267025"/>
                <a:gd name="connsiteY9" fmla="*/ 3125410 h 3125410"/>
                <a:gd name="connsiteX10" fmla="*/ 2267025 w 2267025"/>
                <a:gd name="connsiteY10" fmla="*/ 2888959 h 3125410"/>
                <a:gd name="connsiteX11" fmla="*/ 2154529 w 2267025"/>
                <a:gd name="connsiteY11" fmla="*/ 2888959 h 3125410"/>
                <a:gd name="connsiteX12" fmla="*/ 2154529 w 2267025"/>
                <a:gd name="connsiteY12" fmla="*/ 1803953 h 3125410"/>
                <a:gd name="connsiteX13" fmla="*/ 2154634 w 2267025"/>
                <a:gd name="connsiteY13" fmla="*/ 1803268 h 3125410"/>
                <a:gd name="connsiteX14" fmla="*/ 2159512 w 2267025"/>
                <a:gd name="connsiteY14" fmla="*/ 1706669 h 3125410"/>
                <a:gd name="connsiteX15" fmla="*/ 2159512 w 2267025"/>
                <a:gd name="connsiteY15" fmla="*/ 0 h 3125410"/>
                <a:gd name="connsiteX16" fmla="*/ 1923607 w 2267025"/>
                <a:gd name="connsiteY16" fmla="*/ 0 h 3125410"/>
                <a:gd name="connsiteX17" fmla="*/ 1923607 w 2267025"/>
                <a:gd name="connsiteY17" fmla="*/ 1706669 h 3125410"/>
                <a:gd name="connsiteX18" fmla="*/ 1214726 w 2267025"/>
                <a:gd name="connsiteY18" fmla="*/ 2415550 h 3125410"/>
                <a:gd name="connsiteX19" fmla="*/ 1013567 w 2267025"/>
                <a:gd name="connsiteY19" fmla="*/ 2415550 h 3125410"/>
                <a:gd name="connsiteX20" fmla="*/ 304686 w 2267025"/>
                <a:gd name="connsiteY20" fmla="*/ 1706669 h 3125410"/>
                <a:gd name="connsiteX21" fmla="*/ 304686 w 2267025"/>
                <a:gd name="connsiteY21" fmla="*/ 891521 h 3125410"/>
                <a:gd name="connsiteX22" fmla="*/ 310227 w 2267025"/>
                <a:gd name="connsiteY22" fmla="*/ 836556 h 3125410"/>
                <a:gd name="connsiteX23" fmla="*/ 647654 w 2267025"/>
                <a:gd name="connsiteY23" fmla="*/ 561544 h 3125410"/>
                <a:gd name="connsiteX24" fmla="*/ 1223858 w 2267025"/>
                <a:gd name="connsiteY24" fmla="*/ 561544 h 3125410"/>
                <a:gd name="connsiteX25" fmla="*/ 1223858 w 2267025"/>
                <a:gd name="connsiteY25" fmla="*/ 632729 h 3125410"/>
                <a:gd name="connsiteX26" fmla="*/ 1509293 w 2267025"/>
                <a:gd name="connsiteY26" fmla="*/ 444575 h 3125410"/>
                <a:gd name="connsiteX27" fmla="*/ 1223858 w 2267025"/>
                <a:gd name="connsiteY27" fmla="*/ 256422 h 3125410"/>
                <a:gd name="connsiteX28" fmla="*/ 1223858 w 2267025"/>
                <a:gd name="connsiteY28" fmla="*/ 327607 h 3125410"/>
                <a:gd name="connsiteX29" fmla="*/ 647654 w 2267025"/>
                <a:gd name="connsiteY29" fmla="*/ 327607 h 3125410"/>
                <a:gd name="connsiteX30" fmla="*/ 324286 w 2267025"/>
                <a:gd name="connsiteY30" fmla="*/ 426382 h 3125410"/>
                <a:gd name="connsiteX31" fmla="*/ 304686 w 2267025"/>
                <a:gd name="connsiteY31" fmla="*/ 442554 h 3125410"/>
                <a:gd name="connsiteX32" fmla="*/ 304686 w 2267025"/>
                <a:gd name="connsiteY32" fmla="*/ 234760 h 3125410"/>
                <a:gd name="connsiteX33" fmla="*/ 373467 w 2267025"/>
                <a:gd name="connsiteY33" fmla="*/ 234760 h 3125410"/>
                <a:gd name="connsiteX34" fmla="*/ 186734 w 2267025"/>
                <a:gd name="connsiteY34" fmla="*/ 0 h 3125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67025" h="3125410">
                  <a:moveTo>
                    <a:pt x="0" y="234761"/>
                  </a:moveTo>
                  <a:lnTo>
                    <a:pt x="68780" y="234760"/>
                  </a:lnTo>
                  <a:lnTo>
                    <a:pt x="68781" y="1706669"/>
                  </a:lnTo>
                  <a:cubicBezTo>
                    <a:pt x="68781" y="2228460"/>
                    <a:pt x="491776" y="2651455"/>
                    <a:pt x="1013567" y="2651455"/>
                  </a:cubicBezTo>
                  <a:lnTo>
                    <a:pt x="1214726" y="2651455"/>
                  </a:lnTo>
                  <a:cubicBezTo>
                    <a:pt x="1475621" y="2651455"/>
                    <a:pt x="1711818" y="2545706"/>
                    <a:pt x="1882790" y="2374733"/>
                  </a:cubicBezTo>
                  <a:lnTo>
                    <a:pt x="1926932" y="2321233"/>
                  </a:lnTo>
                  <a:lnTo>
                    <a:pt x="1926932" y="2888959"/>
                  </a:lnTo>
                  <a:lnTo>
                    <a:pt x="1814436" y="2888959"/>
                  </a:lnTo>
                  <a:lnTo>
                    <a:pt x="2040731" y="3125410"/>
                  </a:lnTo>
                  <a:lnTo>
                    <a:pt x="2267025" y="2888959"/>
                  </a:lnTo>
                  <a:lnTo>
                    <a:pt x="2154529" y="2888959"/>
                  </a:lnTo>
                  <a:lnTo>
                    <a:pt x="2154529" y="1803953"/>
                  </a:lnTo>
                  <a:lnTo>
                    <a:pt x="2154634" y="1803268"/>
                  </a:lnTo>
                  <a:cubicBezTo>
                    <a:pt x="2157859" y="1771507"/>
                    <a:pt x="2159512" y="1739281"/>
                    <a:pt x="2159512" y="1706669"/>
                  </a:cubicBezTo>
                  <a:lnTo>
                    <a:pt x="2159512" y="0"/>
                  </a:lnTo>
                  <a:lnTo>
                    <a:pt x="1923607" y="0"/>
                  </a:lnTo>
                  <a:lnTo>
                    <a:pt x="1923607" y="1706669"/>
                  </a:lnTo>
                  <a:cubicBezTo>
                    <a:pt x="1923607" y="2098173"/>
                    <a:pt x="1606230" y="2415550"/>
                    <a:pt x="1214726" y="2415550"/>
                  </a:cubicBezTo>
                  <a:lnTo>
                    <a:pt x="1013567" y="2415550"/>
                  </a:lnTo>
                  <a:cubicBezTo>
                    <a:pt x="622063" y="2415550"/>
                    <a:pt x="304686" y="2098173"/>
                    <a:pt x="304686" y="1706669"/>
                  </a:cubicBezTo>
                  <a:lnTo>
                    <a:pt x="304686" y="891521"/>
                  </a:lnTo>
                  <a:lnTo>
                    <a:pt x="310227" y="836556"/>
                  </a:lnTo>
                  <a:cubicBezTo>
                    <a:pt x="342343" y="679607"/>
                    <a:pt x="481211" y="561544"/>
                    <a:pt x="647654" y="561544"/>
                  </a:cubicBezTo>
                  <a:lnTo>
                    <a:pt x="1223858" y="561544"/>
                  </a:lnTo>
                  <a:lnTo>
                    <a:pt x="1223858" y="632729"/>
                  </a:lnTo>
                  <a:lnTo>
                    <a:pt x="1509293" y="444575"/>
                  </a:lnTo>
                  <a:lnTo>
                    <a:pt x="1223858" y="256422"/>
                  </a:lnTo>
                  <a:lnTo>
                    <a:pt x="1223858" y="327607"/>
                  </a:lnTo>
                  <a:lnTo>
                    <a:pt x="647654" y="327607"/>
                  </a:lnTo>
                  <a:cubicBezTo>
                    <a:pt x="527871" y="327607"/>
                    <a:pt x="416593" y="364021"/>
                    <a:pt x="324286" y="426382"/>
                  </a:cubicBezTo>
                  <a:lnTo>
                    <a:pt x="304686" y="442554"/>
                  </a:lnTo>
                  <a:lnTo>
                    <a:pt x="304686" y="234760"/>
                  </a:lnTo>
                  <a:lnTo>
                    <a:pt x="373467" y="234760"/>
                  </a:lnTo>
                  <a:lnTo>
                    <a:pt x="186734" y="0"/>
                  </a:lnTo>
                  <a:close/>
                </a:path>
              </a:pathLst>
            </a:custGeom>
            <a:solidFill>
              <a:schemeClr val="tx2"/>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50" name="Arrow: Bent 49">
              <a:extLst>
                <a:ext uri="{FF2B5EF4-FFF2-40B4-BE49-F238E27FC236}">
                  <a16:creationId xmlns:a16="http://schemas.microsoft.com/office/drawing/2014/main" id="{467C2B04-4857-70F8-53B9-80270AC222B3}"/>
                </a:ext>
              </a:extLst>
            </p:cNvPr>
            <p:cNvSpPr/>
            <p:nvPr/>
          </p:nvSpPr>
          <p:spPr>
            <a:xfrm flipH="1">
              <a:off x="8079632" y="2066490"/>
              <a:ext cx="1473738" cy="1315480"/>
            </a:xfrm>
            <a:prstGeom prst="bentArrow">
              <a:avLst>
                <a:gd name="adj1" fmla="val 19091"/>
                <a:gd name="adj2" fmla="val 13820"/>
                <a:gd name="adj3" fmla="val 19545"/>
                <a:gd name="adj4" fmla="val 61533"/>
              </a:avLst>
            </a:prstGeom>
            <a:solidFill>
              <a:schemeClr val="tx2"/>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1" name="Arrow: Right 50">
              <a:extLst>
                <a:ext uri="{FF2B5EF4-FFF2-40B4-BE49-F238E27FC236}">
                  <a16:creationId xmlns:a16="http://schemas.microsoft.com/office/drawing/2014/main" id="{B778D51C-F17A-F9BF-C5C3-7133F4C82D67}"/>
                </a:ext>
              </a:extLst>
            </p:cNvPr>
            <p:cNvSpPr/>
            <p:nvPr/>
          </p:nvSpPr>
          <p:spPr>
            <a:xfrm>
              <a:off x="10072325" y="3853197"/>
              <a:ext cx="665714" cy="434485"/>
            </a:xfrm>
            <a:prstGeom prst="rightArrow">
              <a:avLst>
                <a:gd name="adj1" fmla="val 50288"/>
                <a:gd name="adj2" fmla="val 52244"/>
              </a:avLst>
            </a:prstGeom>
            <a:solidFill>
              <a:schemeClr val="tx2"/>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Arrow: Right 51">
              <a:extLst>
                <a:ext uri="{FF2B5EF4-FFF2-40B4-BE49-F238E27FC236}">
                  <a16:creationId xmlns:a16="http://schemas.microsoft.com/office/drawing/2014/main" id="{DBEFD6C2-6C92-D78D-9819-DA2590331749}"/>
                </a:ext>
              </a:extLst>
            </p:cNvPr>
            <p:cNvSpPr/>
            <p:nvPr/>
          </p:nvSpPr>
          <p:spPr>
            <a:xfrm>
              <a:off x="1883672" y="3853197"/>
              <a:ext cx="665714" cy="434485"/>
            </a:xfrm>
            <a:prstGeom prst="rightArrow">
              <a:avLst>
                <a:gd name="adj1" fmla="val 50288"/>
                <a:gd name="adj2" fmla="val 52244"/>
              </a:avLst>
            </a:prstGeom>
            <a:solidFill>
              <a:schemeClr val="tx2"/>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Arrow: Right 52">
              <a:extLst>
                <a:ext uri="{FF2B5EF4-FFF2-40B4-BE49-F238E27FC236}">
                  <a16:creationId xmlns:a16="http://schemas.microsoft.com/office/drawing/2014/main" id="{F32D3FB6-DABD-224D-2768-09DFEEE70304}"/>
                </a:ext>
              </a:extLst>
            </p:cNvPr>
            <p:cNvSpPr/>
            <p:nvPr/>
          </p:nvSpPr>
          <p:spPr>
            <a:xfrm rot="16200000">
              <a:off x="6684656" y="4201015"/>
              <a:ext cx="434484" cy="434485"/>
            </a:xfrm>
            <a:prstGeom prst="rightArrow">
              <a:avLst>
                <a:gd name="adj1" fmla="val 50288"/>
                <a:gd name="adj2" fmla="val 52244"/>
              </a:avLst>
            </a:prstGeom>
            <a:solidFill>
              <a:schemeClr val="tx2"/>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Arrow: Right 53">
              <a:extLst>
                <a:ext uri="{FF2B5EF4-FFF2-40B4-BE49-F238E27FC236}">
                  <a16:creationId xmlns:a16="http://schemas.microsoft.com/office/drawing/2014/main" id="{B3A76E0E-D431-E003-B0D0-DAB9DCA997A7}"/>
                </a:ext>
              </a:extLst>
            </p:cNvPr>
            <p:cNvSpPr/>
            <p:nvPr/>
          </p:nvSpPr>
          <p:spPr>
            <a:xfrm flipH="1">
              <a:off x="3859067" y="2066490"/>
              <a:ext cx="665714" cy="434485"/>
            </a:xfrm>
            <a:prstGeom prst="rightArrow">
              <a:avLst>
                <a:gd name="adj1" fmla="val 50288"/>
                <a:gd name="adj2" fmla="val 52244"/>
              </a:avLst>
            </a:prstGeom>
            <a:solidFill>
              <a:schemeClr val="tx2"/>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Arrow: Right 54">
              <a:extLst>
                <a:ext uri="{FF2B5EF4-FFF2-40B4-BE49-F238E27FC236}">
                  <a16:creationId xmlns:a16="http://schemas.microsoft.com/office/drawing/2014/main" id="{C976FEE7-29AB-B3AD-D774-02AA84CA0505}"/>
                </a:ext>
              </a:extLst>
            </p:cNvPr>
            <p:cNvSpPr/>
            <p:nvPr/>
          </p:nvSpPr>
          <p:spPr>
            <a:xfrm>
              <a:off x="3842135" y="3853197"/>
              <a:ext cx="665714" cy="434485"/>
            </a:xfrm>
            <a:prstGeom prst="rightArrow">
              <a:avLst>
                <a:gd name="adj1" fmla="val 50288"/>
                <a:gd name="adj2" fmla="val 52244"/>
              </a:avLst>
            </a:prstGeom>
            <a:solidFill>
              <a:schemeClr val="tx2"/>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Arrow: Right 55">
              <a:extLst>
                <a:ext uri="{FF2B5EF4-FFF2-40B4-BE49-F238E27FC236}">
                  <a16:creationId xmlns:a16="http://schemas.microsoft.com/office/drawing/2014/main" id="{CCEE082C-C018-BEA9-C54B-A1E45134B5BD}"/>
                </a:ext>
              </a:extLst>
            </p:cNvPr>
            <p:cNvSpPr/>
            <p:nvPr/>
          </p:nvSpPr>
          <p:spPr>
            <a:xfrm rot="16200000">
              <a:off x="1037868" y="4791791"/>
              <a:ext cx="434484" cy="434485"/>
            </a:xfrm>
            <a:prstGeom prst="rightArrow">
              <a:avLst>
                <a:gd name="adj1" fmla="val 50288"/>
                <a:gd name="adj2" fmla="val 52244"/>
              </a:avLst>
            </a:prstGeom>
            <a:solidFill>
              <a:schemeClr val="tx2"/>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3" name="Group 62">
              <a:extLst>
                <a:ext uri="{FF2B5EF4-FFF2-40B4-BE49-F238E27FC236}">
                  <a16:creationId xmlns:a16="http://schemas.microsoft.com/office/drawing/2014/main" id="{C2CED885-2405-3CEF-5731-36CF90F5D84C}"/>
                </a:ext>
              </a:extLst>
            </p:cNvPr>
            <p:cNvGrpSpPr/>
            <p:nvPr/>
          </p:nvGrpSpPr>
          <p:grpSpPr>
            <a:xfrm>
              <a:off x="10762969" y="3379239"/>
              <a:ext cx="1250031" cy="1382400"/>
              <a:chOff x="10321403" y="3788624"/>
              <a:chExt cx="1302116" cy="1440000"/>
            </a:xfrm>
          </p:grpSpPr>
          <p:grpSp>
            <p:nvGrpSpPr>
              <p:cNvPr id="57" name="Group 56">
                <a:extLst>
                  <a:ext uri="{FF2B5EF4-FFF2-40B4-BE49-F238E27FC236}">
                    <a16:creationId xmlns:a16="http://schemas.microsoft.com/office/drawing/2014/main" id="{C776D755-86F5-6E5B-9668-BEEC7D179DC3}"/>
                  </a:ext>
                </a:extLst>
              </p:cNvPr>
              <p:cNvGrpSpPr>
                <a:grpSpLocks noChangeAspect="1"/>
              </p:cNvGrpSpPr>
              <p:nvPr/>
            </p:nvGrpSpPr>
            <p:grpSpPr>
              <a:xfrm>
                <a:off x="10321403" y="3788624"/>
                <a:ext cx="1302116" cy="1440000"/>
                <a:chOff x="1014884" y="1708220"/>
                <a:chExt cx="1718268" cy="1900219"/>
              </a:xfrm>
            </p:grpSpPr>
            <p:sp>
              <p:nvSpPr>
                <p:cNvPr id="58" name="Rectangle: Rounded Corners 57">
                  <a:extLst>
                    <a:ext uri="{FF2B5EF4-FFF2-40B4-BE49-F238E27FC236}">
                      <a16:creationId xmlns:a16="http://schemas.microsoft.com/office/drawing/2014/main" id="{A95DEE16-F9DF-6631-5AEA-F85D728FCAB9}"/>
                    </a:ext>
                  </a:extLst>
                </p:cNvPr>
                <p:cNvSpPr/>
                <p:nvPr/>
              </p:nvSpPr>
              <p:spPr>
                <a:xfrm>
                  <a:off x="1014884" y="1708220"/>
                  <a:ext cx="1718268" cy="1900219"/>
                </a:xfrm>
                <a:prstGeom prst="roundRect">
                  <a:avLst/>
                </a:prstGeom>
                <a:solidFill>
                  <a:schemeClr val="bg2"/>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a:p>
              </p:txBody>
            </p:sp>
            <p:sp>
              <p:nvSpPr>
                <p:cNvPr id="59" name="Rectangle: Rounded Corners 58">
                  <a:extLst>
                    <a:ext uri="{FF2B5EF4-FFF2-40B4-BE49-F238E27FC236}">
                      <a16:creationId xmlns:a16="http://schemas.microsoft.com/office/drawing/2014/main" id="{8DCAD2A4-58A0-06A1-71DD-C52360678BB3}"/>
                    </a:ext>
                  </a:extLst>
                </p:cNvPr>
                <p:cNvSpPr/>
                <p:nvPr/>
              </p:nvSpPr>
              <p:spPr>
                <a:xfrm>
                  <a:off x="1161179" y="1793090"/>
                  <a:ext cx="1425677" cy="698091"/>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000" dirty="0"/>
                    <a:t>Release</a:t>
                  </a:r>
                </a:p>
              </p:txBody>
            </p:sp>
          </p:grpSp>
          <p:pic>
            <p:nvPicPr>
              <p:cNvPr id="62" name="Graphic 61" descr="Completed with solid fill">
                <a:extLst>
                  <a:ext uri="{FF2B5EF4-FFF2-40B4-BE49-F238E27FC236}">
                    <a16:creationId xmlns:a16="http://schemas.microsoft.com/office/drawing/2014/main" id="{727076A5-1159-EA13-D01B-A808DF65227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24988" y="4397279"/>
                <a:ext cx="694944" cy="694944"/>
              </a:xfrm>
              <a:prstGeom prst="rect">
                <a:avLst/>
              </a:prstGeom>
            </p:spPr>
          </p:pic>
        </p:grpSp>
        <p:sp>
          <p:nvSpPr>
            <p:cNvPr id="67" name="Arrow: Right 66">
              <a:extLst>
                <a:ext uri="{FF2B5EF4-FFF2-40B4-BE49-F238E27FC236}">
                  <a16:creationId xmlns:a16="http://schemas.microsoft.com/office/drawing/2014/main" id="{EC7962DC-A9F7-EB4C-7AF8-BB948C717E45}"/>
                </a:ext>
              </a:extLst>
            </p:cNvPr>
            <p:cNvSpPr/>
            <p:nvPr/>
          </p:nvSpPr>
          <p:spPr>
            <a:xfrm rot="5400000" flipV="1">
              <a:off x="3006455" y="2953634"/>
              <a:ext cx="398560" cy="434485"/>
            </a:xfrm>
            <a:prstGeom prst="rightArrow">
              <a:avLst>
                <a:gd name="adj1" fmla="val 50288"/>
                <a:gd name="adj2" fmla="val 52244"/>
              </a:avLst>
            </a:prstGeom>
            <a:solidFill>
              <a:schemeClr val="tx2"/>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Arrow: Right 67">
              <a:extLst>
                <a:ext uri="{FF2B5EF4-FFF2-40B4-BE49-F238E27FC236}">
                  <a16:creationId xmlns:a16="http://schemas.microsoft.com/office/drawing/2014/main" id="{FE5AA28C-2BDA-017A-0043-D900FD99DB2C}"/>
                </a:ext>
              </a:extLst>
            </p:cNvPr>
            <p:cNvSpPr/>
            <p:nvPr/>
          </p:nvSpPr>
          <p:spPr>
            <a:xfrm flipV="1">
              <a:off x="208497" y="3853197"/>
              <a:ext cx="416335" cy="434485"/>
            </a:xfrm>
            <a:prstGeom prst="rightArrow">
              <a:avLst>
                <a:gd name="adj1" fmla="val 50288"/>
                <a:gd name="adj2" fmla="val 52244"/>
              </a:avLst>
            </a:prstGeom>
            <a:solidFill>
              <a:schemeClr val="tx2"/>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1" name="Group 90">
              <a:extLst>
                <a:ext uri="{FF2B5EF4-FFF2-40B4-BE49-F238E27FC236}">
                  <a16:creationId xmlns:a16="http://schemas.microsoft.com/office/drawing/2014/main" id="{E25A3B97-D094-20FF-C30C-6A5D319F4B4A}"/>
                </a:ext>
              </a:extLst>
            </p:cNvPr>
            <p:cNvGrpSpPr/>
            <p:nvPr/>
          </p:nvGrpSpPr>
          <p:grpSpPr>
            <a:xfrm>
              <a:off x="9049622" y="5133602"/>
              <a:ext cx="2491431" cy="1285219"/>
              <a:chOff x="9393106" y="5200417"/>
              <a:chExt cx="2491431" cy="1285219"/>
            </a:xfrm>
          </p:grpSpPr>
          <p:sp>
            <p:nvSpPr>
              <p:cNvPr id="71" name="Rectangle: Rounded Corners 70">
                <a:extLst>
                  <a:ext uri="{FF2B5EF4-FFF2-40B4-BE49-F238E27FC236}">
                    <a16:creationId xmlns:a16="http://schemas.microsoft.com/office/drawing/2014/main" id="{3E606764-86BB-6A9C-23D1-701A690A78C5}"/>
                  </a:ext>
                </a:extLst>
              </p:cNvPr>
              <p:cNvSpPr/>
              <p:nvPr/>
            </p:nvSpPr>
            <p:spPr>
              <a:xfrm>
                <a:off x="9393106" y="5200417"/>
                <a:ext cx="2483968" cy="1285219"/>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pPr algn="ctr"/>
                <a:r>
                  <a:rPr lang="en-GB" dirty="0">
                    <a:solidFill>
                      <a:schemeClr val="tx1"/>
                    </a:solidFill>
                  </a:rPr>
                  <a:t>Key</a:t>
                </a:r>
              </a:p>
            </p:txBody>
          </p:sp>
          <p:cxnSp>
            <p:nvCxnSpPr>
              <p:cNvPr id="76" name="Straight Connector 75">
                <a:extLst>
                  <a:ext uri="{FF2B5EF4-FFF2-40B4-BE49-F238E27FC236}">
                    <a16:creationId xmlns:a16="http://schemas.microsoft.com/office/drawing/2014/main" id="{67612119-B3C1-1A6B-2ABF-944EFA476E8F}"/>
                  </a:ext>
                </a:extLst>
              </p:cNvPr>
              <p:cNvCxnSpPr>
                <a:cxnSpLocks/>
              </p:cNvCxnSpPr>
              <p:nvPr/>
            </p:nvCxnSpPr>
            <p:spPr>
              <a:xfrm>
                <a:off x="9393107" y="5591108"/>
                <a:ext cx="248396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0" name="Group 89">
                <a:extLst>
                  <a:ext uri="{FF2B5EF4-FFF2-40B4-BE49-F238E27FC236}">
                    <a16:creationId xmlns:a16="http://schemas.microsoft.com/office/drawing/2014/main" id="{733E976C-93BA-CA9B-994A-B8AF9C836C1A}"/>
                  </a:ext>
                </a:extLst>
              </p:cNvPr>
              <p:cNvGrpSpPr/>
              <p:nvPr/>
            </p:nvGrpSpPr>
            <p:grpSpPr>
              <a:xfrm>
                <a:off x="9512975" y="5646349"/>
                <a:ext cx="2371562" cy="766503"/>
                <a:chOff x="9424483" y="5597189"/>
                <a:chExt cx="2371562" cy="766503"/>
              </a:xfrm>
            </p:grpSpPr>
            <p:grpSp>
              <p:nvGrpSpPr>
                <p:cNvPr id="89" name="Group 88">
                  <a:extLst>
                    <a:ext uri="{FF2B5EF4-FFF2-40B4-BE49-F238E27FC236}">
                      <a16:creationId xmlns:a16="http://schemas.microsoft.com/office/drawing/2014/main" id="{4EED2F8A-68A9-7D0B-7CDE-72050FE79D98}"/>
                    </a:ext>
                  </a:extLst>
                </p:cNvPr>
                <p:cNvGrpSpPr/>
                <p:nvPr/>
              </p:nvGrpSpPr>
              <p:grpSpPr>
                <a:xfrm>
                  <a:off x="9424483" y="5597189"/>
                  <a:ext cx="2371562" cy="307777"/>
                  <a:chOff x="7423170" y="-148062"/>
                  <a:chExt cx="2371562" cy="307777"/>
                </a:xfrm>
              </p:grpSpPr>
              <p:sp>
                <p:nvSpPr>
                  <p:cNvPr id="72" name="Rectangle: Rounded Corners 71">
                    <a:extLst>
                      <a:ext uri="{FF2B5EF4-FFF2-40B4-BE49-F238E27FC236}">
                        <a16:creationId xmlns:a16="http://schemas.microsoft.com/office/drawing/2014/main" id="{1DACA08D-9E1B-4AC2-401B-94BC185924E8}"/>
                      </a:ext>
                    </a:extLst>
                  </p:cNvPr>
                  <p:cNvSpPr>
                    <a:spLocks noChangeAspect="1"/>
                  </p:cNvSpPr>
                  <p:nvPr/>
                </p:nvSpPr>
                <p:spPr>
                  <a:xfrm>
                    <a:off x="7423170" y="-84173"/>
                    <a:ext cx="180000" cy="180000"/>
                  </a:xfrm>
                  <a:prstGeom prst="roundRect">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TextBox 76">
                    <a:extLst>
                      <a:ext uri="{FF2B5EF4-FFF2-40B4-BE49-F238E27FC236}">
                        <a16:creationId xmlns:a16="http://schemas.microsoft.com/office/drawing/2014/main" id="{4B88E455-0051-EDA7-F89E-A01DC0B13644}"/>
                      </a:ext>
                    </a:extLst>
                  </p:cNvPr>
                  <p:cNvSpPr txBox="1"/>
                  <p:nvPr/>
                </p:nvSpPr>
                <p:spPr>
                  <a:xfrm>
                    <a:off x="7603170" y="-148062"/>
                    <a:ext cx="2191562" cy="307777"/>
                  </a:xfrm>
                  <a:prstGeom prst="rect">
                    <a:avLst/>
                  </a:prstGeom>
                  <a:noFill/>
                </p:spPr>
                <p:txBody>
                  <a:bodyPr wrap="none" rtlCol="0">
                    <a:spAutoFit/>
                  </a:bodyPr>
                  <a:lstStyle/>
                  <a:p>
                    <a:r>
                      <a:rPr lang="en-GB" sz="1400" dirty="0"/>
                      <a:t>Artifacts to manage Work</a:t>
                    </a:r>
                  </a:p>
                </p:txBody>
              </p:sp>
            </p:grpSp>
            <p:grpSp>
              <p:nvGrpSpPr>
                <p:cNvPr id="88" name="Group 87">
                  <a:extLst>
                    <a:ext uri="{FF2B5EF4-FFF2-40B4-BE49-F238E27FC236}">
                      <a16:creationId xmlns:a16="http://schemas.microsoft.com/office/drawing/2014/main" id="{F907B4A7-324D-BD35-EE9B-1DC2F2C26887}"/>
                    </a:ext>
                  </a:extLst>
                </p:cNvPr>
                <p:cNvGrpSpPr/>
                <p:nvPr/>
              </p:nvGrpSpPr>
              <p:grpSpPr>
                <a:xfrm>
                  <a:off x="9424483" y="5826552"/>
                  <a:ext cx="2135985" cy="307777"/>
                  <a:chOff x="7423170" y="161327"/>
                  <a:chExt cx="2135985" cy="307777"/>
                </a:xfrm>
              </p:grpSpPr>
              <p:sp>
                <p:nvSpPr>
                  <p:cNvPr id="73" name="Rectangle: Rounded Corners 72">
                    <a:extLst>
                      <a:ext uri="{FF2B5EF4-FFF2-40B4-BE49-F238E27FC236}">
                        <a16:creationId xmlns:a16="http://schemas.microsoft.com/office/drawing/2014/main" id="{BA4E1612-2A1C-BE61-8577-3B602859C496}"/>
                      </a:ext>
                    </a:extLst>
                  </p:cNvPr>
                  <p:cNvSpPr>
                    <a:spLocks noChangeAspect="1"/>
                  </p:cNvSpPr>
                  <p:nvPr/>
                </p:nvSpPr>
                <p:spPr>
                  <a:xfrm>
                    <a:off x="7423170" y="225215"/>
                    <a:ext cx="180000" cy="180000"/>
                  </a:xfrm>
                  <a:prstGeom prst="roundRect">
                    <a:avLst/>
                  </a:prstGeom>
                  <a:solidFill>
                    <a:schemeClr val="accent2">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TextBox 83">
                    <a:extLst>
                      <a:ext uri="{FF2B5EF4-FFF2-40B4-BE49-F238E27FC236}">
                        <a16:creationId xmlns:a16="http://schemas.microsoft.com/office/drawing/2014/main" id="{61B1A504-A001-96BA-CF0E-4A0C0E4C74C6}"/>
                      </a:ext>
                    </a:extLst>
                  </p:cNvPr>
                  <p:cNvSpPr txBox="1"/>
                  <p:nvPr/>
                </p:nvSpPr>
                <p:spPr>
                  <a:xfrm>
                    <a:off x="7603170" y="161327"/>
                    <a:ext cx="1955985" cy="307777"/>
                  </a:xfrm>
                  <a:prstGeom prst="rect">
                    <a:avLst/>
                  </a:prstGeom>
                  <a:noFill/>
                </p:spPr>
                <p:txBody>
                  <a:bodyPr wrap="none" rtlCol="0">
                    <a:spAutoFit/>
                  </a:bodyPr>
                  <a:lstStyle/>
                  <a:p>
                    <a:r>
                      <a:rPr lang="en-GB" sz="1400" dirty="0"/>
                      <a:t>Events or Ceremonies</a:t>
                    </a:r>
                  </a:p>
                </p:txBody>
              </p:sp>
            </p:grpSp>
            <p:grpSp>
              <p:nvGrpSpPr>
                <p:cNvPr id="87" name="Group 86">
                  <a:extLst>
                    <a:ext uri="{FF2B5EF4-FFF2-40B4-BE49-F238E27FC236}">
                      <a16:creationId xmlns:a16="http://schemas.microsoft.com/office/drawing/2014/main" id="{0C97DE7E-2F72-03A1-BB8B-7D17EEFC164D}"/>
                    </a:ext>
                  </a:extLst>
                </p:cNvPr>
                <p:cNvGrpSpPr/>
                <p:nvPr/>
              </p:nvGrpSpPr>
              <p:grpSpPr>
                <a:xfrm>
                  <a:off x="9424483" y="6055915"/>
                  <a:ext cx="1650018" cy="307777"/>
                  <a:chOff x="7423170" y="507495"/>
                  <a:chExt cx="1650018" cy="307777"/>
                </a:xfrm>
              </p:grpSpPr>
              <p:sp>
                <p:nvSpPr>
                  <p:cNvPr id="74" name="Rectangle: Rounded Corners 73">
                    <a:extLst>
                      <a:ext uri="{FF2B5EF4-FFF2-40B4-BE49-F238E27FC236}">
                        <a16:creationId xmlns:a16="http://schemas.microsoft.com/office/drawing/2014/main" id="{7A7768C4-1D55-62BE-4DE8-A53FA8559E0E}"/>
                      </a:ext>
                    </a:extLst>
                  </p:cNvPr>
                  <p:cNvSpPr>
                    <a:spLocks noChangeAspect="1"/>
                  </p:cNvSpPr>
                  <p:nvPr/>
                </p:nvSpPr>
                <p:spPr>
                  <a:xfrm>
                    <a:off x="7423170" y="571383"/>
                    <a:ext cx="180000" cy="180000"/>
                  </a:xfrm>
                  <a:prstGeom prst="roundRect">
                    <a:avLst/>
                  </a:prstGeom>
                  <a:solidFill>
                    <a:schemeClr val="accent3">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TextBox 84">
                    <a:extLst>
                      <a:ext uri="{FF2B5EF4-FFF2-40B4-BE49-F238E27FC236}">
                        <a16:creationId xmlns:a16="http://schemas.microsoft.com/office/drawing/2014/main" id="{37B0575D-A33E-AD93-4204-3256565370A5}"/>
                      </a:ext>
                    </a:extLst>
                  </p:cNvPr>
                  <p:cNvSpPr txBox="1"/>
                  <p:nvPr/>
                </p:nvSpPr>
                <p:spPr>
                  <a:xfrm>
                    <a:off x="7603170" y="507495"/>
                    <a:ext cx="1470018" cy="307777"/>
                  </a:xfrm>
                  <a:prstGeom prst="rect">
                    <a:avLst/>
                  </a:prstGeom>
                  <a:noFill/>
                </p:spPr>
                <p:txBody>
                  <a:bodyPr wrap="none" rtlCol="0">
                    <a:spAutoFit/>
                  </a:bodyPr>
                  <a:lstStyle/>
                  <a:p>
                    <a:r>
                      <a:rPr lang="en-GB" sz="1400" dirty="0"/>
                      <a:t>Ongoing Activity</a:t>
                    </a:r>
                  </a:p>
                </p:txBody>
              </p:sp>
            </p:grpSp>
          </p:grpSp>
        </p:grpSp>
      </p:grpSp>
    </p:spTree>
    <p:extLst>
      <p:ext uri="{BB962C8B-B14F-4D97-AF65-F5344CB8AC3E}">
        <p14:creationId xmlns:p14="http://schemas.microsoft.com/office/powerpoint/2010/main" val="2315500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B8DC33-D064-3C57-DA09-08C35B191F48}"/>
              </a:ext>
            </a:extLst>
          </p:cNvPr>
          <p:cNvSpPr>
            <a:spLocks noGrp="1"/>
          </p:cNvSpPr>
          <p:nvPr>
            <p:ph idx="1"/>
          </p:nvPr>
        </p:nvSpPr>
        <p:spPr/>
        <p:txBody>
          <a:bodyPr>
            <a:normAutofit/>
          </a:bodyPr>
          <a:lstStyle/>
          <a:p>
            <a:r>
              <a:rPr lang="en-GB" dirty="0"/>
              <a:t>Consider Scrum</a:t>
            </a:r>
          </a:p>
          <a:p>
            <a:endParaRPr lang="en-GB" dirty="0"/>
          </a:p>
          <a:p>
            <a:r>
              <a:rPr lang="en-GB" dirty="0"/>
              <a:t>Have you ever used it?</a:t>
            </a:r>
          </a:p>
          <a:p>
            <a:endParaRPr lang="en-GB" dirty="0"/>
          </a:p>
          <a:p>
            <a:r>
              <a:rPr lang="en-GB" dirty="0"/>
              <a:t>Write a short summary of it</a:t>
            </a:r>
          </a:p>
          <a:p>
            <a:endParaRPr lang="en-GB" dirty="0"/>
          </a:p>
          <a:p>
            <a:r>
              <a:rPr lang="en-GB" dirty="0"/>
              <a:t>What pitfalls may exist in this approach?</a:t>
            </a:r>
          </a:p>
          <a:p>
            <a:endParaRPr lang="en-GB" dirty="0"/>
          </a:p>
          <a:p>
            <a:r>
              <a:rPr lang="en-GB" dirty="0"/>
              <a:t>Can you think of any situations where this methodology may still be used?</a:t>
            </a:r>
          </a:p>
          <a:p>
            <a:endParaRPr lang="en-GB" dirty="0"/>
          </a:p>
          <a:p>
            <a:r>
              <a:rPr lang="en-GB" dirty="0"/>
              <a:t>What advantages and disadvantages of this approach can you think of?</a:t>
            </a:r>
          </a:p>
        </p:txBody>
      </p:sp>
      <p:sp>
        <p:nvSpPr>
          <p:cNvPr id="2" name="Title 1">
            <a:extLst>
              <a:ext uri="{FF2B5EF4-FFF2-40B4-BE49-F238E27FC236}">
                <a16:creationId xmlns:a16="http://schemas.microsoft.com/office/drawing/2014/main" id="{205C68A4-C795-7D89-3CED-CC9DAB44E70A}"/>
              </a:ext>
            </a:extLst>
          </p:cNvPr>
          <p:cNvSpPr>
            <a:spLocks noGrp="1"/>
          </p:cNvSpPr>
          <p:nvPr>
            <p:ph type="title"/>
          </p:nvPr>
        </p:nvSpPr>
        <p:spPr/>
        <p:txBody>
          <a:bodyPr/>
          <a:lstStyle/>
          <a:p>
            <a:r>
              <a:rPr lang="en-GB" dirty="0"/>
              <a:t>Scrum</a:t>
            </a:r>
          </a:p>
        </p:txBody>
      </p:sp>
      <p:sp>
        <p:nvSpPr>
          <p:cNvPr id="4" name="Text Placeholder 3">
            <a:extLst>
              <a:ext uri="{FF2B5EF4-FFF2-40B4-BE49-F238E27FC236}">
                <a16:creationId xmlns:a16="http://schemas.microsoft.com/office/drawing/2014/main" id="{BE53C85C-FAA2-21C5-49D1-3E36D34D1894}"/>
              </a:ext>
            </a:extLst>
          </p:cNvPr>
          <p:cNvSpPr>
            <a:spLocks noGrp="1"/>
          </p:cNvSpPr>
          <p:nvPr>
            <p:ph type="body" sz="quarter" idx="10"/>
          </p:nvPr>
        </p:nvSpPr>
        <p:spPr/>
        <p:txBody>
          <a:bodyPr/>
          <a:lstStyle/>
          <a:p>
            <a:r>
              <a:rPr lang="en-GB" dirty="0"/>
              <a:t>K1, K5, S11, B9</a:t>
            </a:r>
          </a:p>
        </p:txBody>
      </p:sp>
      <p:sp>
        <p:nvSpPr>
          <p:cNvPr id="5" name="Text Placeholder 4">
            <a:extLst>
              <a:ext uri="{FF2B5EF4-FFF2-40B4-BE49-F238E27FC236}">
                <a16:creationId xmlns:a16="http://schemas.microsoft.com/office/drawing/2014/main" id="{6CB2D5DD-A443-6BDD-5249-B6CEEF2C485D}"/>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8143416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A22BE33-132F-D594-289C-9DCFFB54E662}"/>
              </a:ext>
            </a:extLst>
          </p:cNvPr>
          <p:cNvSpPr>
            <a:spLocks noGrp="1"/>
          </p:cNvSpPr>
          <p:nvPr>
            <p:ph type="body" idx="1"/>
          </p:nvPr>
        </p:nvSpPr>
        <p:spPr/>
        <p:txBody>
          <a:bodyPr/>
          <a:lstStyle/>
          <a:p>
            <a:r>
              <a:rPr lang="en-GB" dirty="0"/>
              <a:t>Advantages</a:t>
            </a:r>
          </a:p>
        </p:txBody>
      </p:sp>
      <p:sp>
        <p:nvSpPr>
          <p:cNvPr id="6" name="Content Placeholder 5">
            <a:extLst>
              <a:ext uri="{FF2B5EF4-FFF2-40B4-BE49-F238E27FC236}">
                <a16:creationId xmlns:a16="http://schemas.microsoft.com/office/drawing/2014/main" id="{A020F4F8-D20B-484B-1C37-2E967ACDF083}"/>
              </a:ext>
            </a:extLst>
          </p:cNvPr>
          <p:cNvSpPr>
            <a:spLocks noGrp="1"/>
          </p:cNvSpPr>
          <p:nvPr>
            <p:ph sz="half" idx="2"/>
          </p:nvPr>
        </p:nvSpPr>
        <p:spPr/>
        <p:txBody>
          <a:bodyPr>
            <a:normAutofit fontScale="92500" lnSpcReduction="10000"/>
          </a:bodyPr>
          <a:lstStyle/>
          <a:p>
            <a:r>
              <a:rPr lang="en-GB" dirty="0"/>
              <a:t>Helps teams deliver project deliverables quickly</a:t>
            </a:r>
          </a:p>
          <a:p>
            <a:r>
              <a:rPr lang="en-GB" dirty="0"/>
              <a:t>Ensures effective use of time and money</a:t>
            </a:r>
          </a:p>
          <a:p>
            <a:r>
              <a:rPr lang="en-GB" dirty="0"/>
              <a:t>Large projects are split into manageable sprints</a:t>
            </a:r>
          </a:p>
          <a:p>
            <a:r>
              <a:rPr lang="en-GB" dirty="0"/>
              <a:t>Developments are coded and tested during sprints</a:t>
            </a:r>
          </a:p>
          <a:p>
            <a:r>
              <a:rPr lang="en-GB" dirty="0"/>
              <a:t>Clear visibility of progress due to the regular ceremonies</a:t>
            </a:r>
          </a:p>
          <a:p>
            <a:r>
              <a:rPr lang="en-GB" dirty="0"/>
              <a:t>Responds well to and incorporates feedback from Clients and Stakeholders</a:t>
            </a:r>
          </a:p>
          <a:p>
            <a:r>
              <a:rPr lang="en-GB" dirty="0"/>
              <a:t>Short sprints enable changes based on feedback to be implemented quickly</a:t>
            </a:r>
          </a:p>
          <a:p>
            <a:r>
              <a:rPr lang="en-GB" dirty="0"/>
              <a:t>Individual effort and contribution of team members is visible during stand-ups</a:t>
            </a:r>
          </a:p>
        </p:txBody>
      </p:sp>
      <p:sp>
        <p:nvSpPr>
          <p:cNvPr id="7" name="Text Placeholder 6">
            <a:extLst>
              <a:ext uri="{FF2B5EF4-FFF2-40B4-BE49-F238E27FC236}">
                <a16:creationId xmlns:a16="http://schemas.microsoft.com/office/drawing/2014/main" id="{262D6988-AEE4-C029-A8A6-F92040BFDE87}"/>
              </a:ext>
            </a:extLst>
          </p:cNvPr>
          <p:cNvSpPr>
            <a:spLocks noGrp="1"/>
          </p:cNvSpPr>
          <p:nvPr>
            <p:ph type="body" sz="quarter" idx="3"/>
          </p:nvPr>
        </p:nvSpPr>
        <p:spPr/>
        <p:txBody>
          <a:bodyPr/>
          <a:lstStyle/>
          <a:p>
            <a:r>
              <a:rPr lang="en-GB" dirty="0"/>
              <a:t>Disadvantages</a:t>
            </a:r>
          </a:p>
        </p:txBody>
      </p:sp>
      <p:sp>
        <p:nvSpPr>
          <p:cNvPr id="8" name="Content Placeholder 7">
            <a:extLst>
              <a:ext uri="{FF2B5EF4-FFF2-40B4-BE49-F238E27FC236}">
                <a16:creationId xmlns:a16="http://schemas.microsoft.com/office/drawing/2014/main" id="{A2D303D4-935F-3B7D-399F-B93B708E0573}"/>
              </a:ext>
            </a:extLst>
          </p:cNvPr>
          <p:cNvSpPr>
            <a:spLocks noGrp="1"/>
          </p:cNvSpPr>
          <p:nvPr>
            <p:ph sz="quarter" idx="4"/>
          </p:nvPr>
        </p:nvSpPr>
        <p:spPr/>
        <p:txBody>
          <a:bodyPr>
            <a:normAutofit fontScale="92500" lnSpcReduction="10000"/>
          </a:bodyPr>
          <a:lstStyle/>
          <a:p>
            <a:r>
              <a:rPr lang="en-GB" dirty="0"/>
              <a:t>Lack of definite end-date can lead to scope creep</a:t>
            </a:r>
          </a:p>
          <a:p>
            <a:r>
              <a:rPr lang="en-GB" dirty="0"/>
              <a:t>If team members are not committed or co-operating with other members the chances of project failure are high</a:t>
            </a:r>
          </a:p>
          <a:p>
            <a:r>
              <a:rPr lang="en-GB" dirty="0"/>
              <a:t>Adopting the framework with large teams is very challenging</a:t>
            </a:r>
          </a:p>
          <a:p>
            <a:r>
              <a:rPr lang="en-GB" dirty="0"/>
              <a:t>It can take time for team members to become used to the Scrum process</a:t>
            </a:r>
          </a:p>
          <a:p>
            <a:r>
              <a:rPr lang="en-GB" dirty="0"/>
              <a:t>Senior management may be uneasy with the concept of self-managing teams</a:t>
            </a:r>
          </a:p>
          <a:p>
            <a:r>
              <a:rPr lang="en-GB" dirty="0"/>
              <a:t>Team members leaving or changing during the project can have a negative impact on the team</a:t>
            </a:r>
          </a:p>
        </p:txBody>
      </p:sp>
      <p:sp>
        <p:nvSpPr>
          <p:cNvPr id="4" name="Title 3">
            <a:extLst>
              <a:ext uri="{FF2B5EF4-FFF2-40B4-BE49-F238E27FC236}">
                <a16:creationId xmlns:a16="http://schemas.microsoft.com/office/drawing/2014/main" id="{A0562A02-3BDA-098B-1A74-421D835E1FF0}"/>
              </a:ext>
            </a:extLst>
          </p:cNvPr>
          <p:cNvSpPr>
            <a:spLocks noGrp="1"/>
          </p:cNvSpPr>
          <p:nvPr>
            <p:ph type="title"/>
          </p:nvPr>
        </p:nvSpPr>
        <p:spPr/>
        <p:txBody>
          <a:bodyPr/>
          <a:lstStyle/>
          <a:p>
            <a:r>
              <a:rPr lang="en-GB" dirty="0"/>
              <a:t>Scrum</a:t>
            </a:r>
          </a:p>
        </p:txBody>
      </p:sp>
      <p:sp>
        <p:nvSpPr>
          <p:cNvPr id="2" name="Text Placeholder 1">
            <a:extLst>
              <a:ext uri="{FF2B5EF4-FFF2-40B4-BE49-F238E27FC236}">
                <a16:creationId xmlns:a16="http://schemas.microsoft.com/office/drawing/2014/main" id="{297D94DB-84B2-E636-826D-A53B61FAEE7F}"/>
              </a:ext>
            </a:extLst>
          </p:cNvPr>
          <p:cNvSpPr>
            <a:spLocks noGrp="1"/>
          </p:cNvSpPr>
          <p:nvPr>
            <p:ph type="body" sz="quarter" idx="10"/>
          </p:nvPr>
        </p:nvSpPr>
        <p:spPr/>
        <p:txBody>
          <a:bodyPr/>
          <a:lstStyle/>
          <a:p>
            <a:r>
              <a:rPr lang="en-GB" dirty="0"/>
              <a:t>K1, K5</a:t>
            </a:r>
          </a:p>
        </p:txBody>
      </p:sp>
      <p:sp>
        <p:nvSpPr>
          <p:cNvPr id="3" name="Text Placeholder 2">
            <a:extLst>
              <a:ext uri="{FF2B5EF4-FFF2-40B4-BE49-F238E27FC236}">
                <a16:creationId xmlns:a16="http://schemas.microsoft.com/office/drawing/2014/main" id="{72E42249-FD71-7C89-BC37-37A51AD7407B}"/>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9026441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79751-893C-A0B1-EFE5-9B06D9F4217D}"/>
              </a:ext>
            </a:extLst>
          </p:cNvPr>
          <p:cNvSpPr>
            <a:spLocks noGrp="1"/>
          </p:cNvSpPr>
          <p:nvPr>
            <p:ph type="ctrTitle"/>
          </p:nvPr>
        </p:nvSpPr>
        <p:spPr/>
        <p:txBody>
          <a:bodyPr/>
          <a:lstStyle/>
          <a:p>
            <a:r>
              <a:rPr lang="en-GB" dirty="0"/>
              <a:t>Kanban</a:t>
            </a:r>
          </a:p>
        </p:txBody>
      </p:sp>
      <p:sp>
        <p:nvSpPr>
          <p:cNvPr id="4" name="Subtitle 3">
            <a:extLst>
              <a:ext uri="{FF2B5EF4-FFF2-40B4-BE49-F238E27FC236}">
                <a16:creationId xmlns:a16="http://schemas.microsoft.com/office/drawing/2014/main" id="{3514AB10-E6E9-48EE-7406-0F4D5077637D}"/>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2209009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A8C4B0-8DDC-01CB-2088-4CBA737F5718}"/>
              </a:ext>
            </a:extLst>
          </p:cNvPr>
          <p:cNvSpPr>
            <a:spLocks noGrp="1"/>
          </p:cNvSpPr>
          <p:nvPr>
            <p:ph idx="1"/>
          </p:nvPr>
        </p:nvSpPr>
        <p:spPr/>
        <p:txBody>
          <a:bodyPr>
            <a:normAutofit/>
          </a:bodyPr>
          <a:lstStyle/>
          <a:p>
            <a:r>
              <a:rPr lang="en-GB" dirty="0"/>
              <a:t>The Kanban method is a way of designing, managing and improving flow systems</a:t>
            </a:r>
          </a:p>
          <a:p>
            <a:endParaRPr lang="en-GB" dirty="0"/>
          </a:p>
          <a:p>
            <a:r>
              <a:rPr lang="en-GB" dirty="0"/>
              <a:t>It allows organisations to start with their existing workflow and then drive evolutionary change</a:t>
            </a:r>
          </a:p>
          <a:p>
            <a:endParaRPr lang="en-GB" dirty="0"/>
          </a:p>
          <a:p>
            <a:r>
              <a:rPr lang="en-GB" dirty="0"/>
              <a:t>Organisations visualise their current flow of work, limit the number of works in progress and stop starting and start finishing</a:t>
            </a:r>
          </a:p>
          <a:p>
            <a:endParaRPr lang="en-GB" dirty="0"/>
          </a:p>
          <a:p>
            <a:r>
              <a:rPr lang="en-GB" dirty="0"/>
              <a:t>The name comes from the Japanese word “</a:t>
            </a:r>
            <a:r>
              <a:rPr lang="en-GB" dirty="0" err="1"/>
              <a:t>kanban</a:t>
            </a:r>
            <a:r>
              <a:rPr lang="en-GB" dirty="0"/>
              <a:t>” which means “visual board” or a “sign”</a:t>
            </a:r>
          </a:p>
          <a:p>
            <a:endParaRPr lang="en-GB" dirty="0"/>
          </a:p>
          <a:p>
            <a:r>
              <a:rPr lang="en-GB" dirty="0"/>
              <a:t>It is not actually a methodology or a framework, it is a management method or approach</a:t>
            </a:r>
          </a:p>
        </p:txBody>
      </p:sp>
      <p:sp>
        <p:nvSpPr>
          <p:cNvPr id="2" name="Title 1">
            <a:extLst>
              <a:ext uri="{FF2B5EF4-FFF2-40B4-BE49-F238E27FC236}">
                <a16:creationId xmlns:a16="http://schemas.microsoft.com/office/drawing/2014/main" id="{FCE9FD30-5062-6BAB-378B-588DB9BB6B7F}"/>
              </a:ext>
            </a:extLst>
          </p:cNvPr>
          <p:cNvSpPr>
            <a:spLocks noGrp="1"/>
          </p:cNvSpPr>
          <p:nvPr>
            <p:ph type="title"/>
          </p:nvPr>
        </p:nvSpPr>
        <p:spPr/>
        <p:txBody>
          <a:bodyPr/>
          <a:lstStyle/>
          <a:p>
            <a:r>
              <a:rPr lang="en-GB" dirty="0"/>
              <a:t>Kanban – Overview</a:t>
            </a:r>
          </a:p>
        </p:txBody>
      </p:sp>
      <p:sp>
        <p:nvSpPr>
          <p:cNvPr id="4" name="Text Placeholder 3">
            <a:extLst>
              <a:ext uri="{FF2B5EF4-FFF2-40B4-BE49-F238E27FC236}">
                <a16:creationId xmlns:a16="http://schemas.microsoft.com/office/drawing/2014/main" id="{7FD24119-246A-CD09-1E5B-E87A1C1C0F4B}"/>
              </a:ext>
            </a:extLst>
          </p:cNvPr>
          <p:cNvSpPr>
            <a:spLocks noGrp="1"/>
          </p:cNvSpPr>
          <p:nvPr>
            <p:ph type="body" sz="quarter" idx="10"/>
          </p:nvPr>
        </p:nvSpPr>
        <p:spPr/>
        <p:txBody>
          <a:bodyPr/>
          <a:lstStyle/>
          <a:p>
            <a:r>
              <a:rPr lang="en-GB" dirty="0"/>
              <a:t>K1, K5</a:t>
            </a:r>
          </a:p>
        </p:txBody>
      </p:sp>
      <p:sp>
        <p:nvSpPr>
          <p:cNvPr id="5" name="Text Placeholder 4">
            <a:extLst>
              <a:ext uri="{FF2B5EF4-FFF2-40B4-BE49-F238E27FC236}">
                <a16:creationId xmlns:a16="http://schemas.microsoft.com/office/drawing/2014/main" id="{D37129F8-AA78-D378-FD32-E363B1BEA2A7}"/>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86860422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58B19C-8E60-C499-28EA-5CD4AD809746}"/>
              </a:ext>
            </a:extLst>
          </p:cNvPr>
          <p:cNvSpPr>
            <a:spLocks noGrp="1"/>
          </p:cNvSpPr>
          <p:nvPr>
            <p:ph idx="1"/>
          </p:nvPr>
        </p:nvSpPr>
        <p:spPr/>
        <p:txBody>
          <a:bodyPr>
            <a:normAutofit lnSpcReduction="10000"/>
          </a:bodyPr>
          <a:lstStyle/>
          <a:p>
            <a:r>
              <a:rPr lang="en-GB" dirty="0"/>
              <a:t>Kanban actually originated in Japan during the 1940s when an Industrial Engineer at Toyota called Taiichi Ohno was looking for ways to make Toyota competitive with its American rivals</a:t>
            </a:r>
          </a:p>
          <a:p>
            <a:endParaRPr lang="en-GB" dirty="0"/>
          </a:p>
          <a:p>
            <a:r>
              <a:rPr lang="en-GB" dirty="0"/>
              <a:t>In 1978 Taiichi Ohno’s book “Toyota Production System – Beyond Large-Scale Production” was published laying out the principles of Lean Manufacturing and also Kanban</a:t>
            </a:r>
          </a:p>
          <a:p>
            <a:endParaRPr lang="en-GB" dirty="0"/>
          </a:p>
          <a:p>
            <a:r>
              <a:rPr lang="en-GB" dirty="0"/>
              <a:t>In 2004 David Anderson developed a pull system for a Microsoft Engineering Group and discovered that it worked as a virtual Kanban system and he called it the Kanban Method</a:t>
            </a:r>
          </a:p>
          <a:p>
            <a:endParaRPr lang="en-GB" dirty="0"/>
          </a:p>
          <a:p>
            <a:r>
              <a:rPr lang="en-GB" dirty="0"/>
              <a:t>This system was further developed by Anderson and his colleagues and by 2007 it looked very similar to the current system</a:t>
            </a:r>
          </a:p>
          <a:p>
            <a:endParaRPr lang="en-GB" dirty="0"/>
          </a:p>
          <a:p>
            <a:r>
              <a:rPr lang="en-GB" dirty="0"/>
              <a:t>It was picked up by companies looking to implement Agile but were struggling to implement Scrum and they found that Kanban smoothed the way and made the transition easier</a:t>
            </a:r>
          </a:p>
        </p:txBody>
      </p:sp>
      <p:sp>
        <p:nvSpPr>
          <p:cNvPr id="2" name="Title 1">
            <a:extLst>
              <a:ext uri="{FF2B5EF4-FFF2-40B4-BE49-F238E27FC236}">
                <a16:creationId xmlns:a16="http://schemas.microsoft.com/office/drawing/2014/main" id="{414CB885-E2A7-C24C-A0C2-E7C356F8519D}"/>
              </a:ext>
            </a:extLst>
          </p:cNvPr>
          <p:cNvSpPr>
            <a:spLocks noGrp="1"/>
          </p:cNvSpPr>
          <p:nvPr>
            <p:ph type="title"/>
          </p:nvPr>
        </p:nvSpPr>
        <p:spPr/>
        <p:txBody>
          <a:bodyPr/>
          <a:lstStyle/>
          <a:p>
            <a:r>
              <a:rPr lang="en-GB" dirty="0"/>
              <a:t>Kanban – History</a:t>
            </a:r>
          </a:p>
        </p:txBody>
      </p:sp>
      <p:sp>
        <p:nvSpPr>
          <p:cNvPr id="4" name="Text Placeholder 3">
            <a:extLst>
              <a:ext uri="{FF2B5EF4-FFF2-40B4-BE49-F238E27FC236}">
                <a16:creationId xmlns:a16="http://schemas.microsoft.com/office/drawing/2014/main" id="{A1F45EE9-7F5A-7638-F6EC-5F4647F97AD6}"/>
              </a:ext>
            </a:extLst>
          </p:cNvPr>
          <p:cNvSpPr>
            <a:spLocks noGrp="1"/>
          </p:cNvSpPr>
          <p:nvPr>
            <p:ph type="body" sz="quarter" idx="10"/>
          </p:nvPr>
        </p:nvSpPr>
        <p:spPr/>
        <p:txBody>
          <a:bodyPr/>
          <a:lstStyle/>
          <a:p>
            <a:r>
              <a:rPr lang="en-GB" dirty="0"/>
              <a:t>K1, K5</a:t>
            </a:r>
          </a:p>
        </p:txBody>
      </p:sp>
      <p:sp>
        <p:nvSpPr>
          <p:cNvPr id="5" name="Text Placeholder 4">
            <a:extLst>
              <a:ext uri="{FF2B5EF4-FFF2-40B4-BE49-F238E27FC236}">
                <a16:creationId xmlns:a16="http://schemas.microsoft.com/office/drawing/2014/main" id="{EEE4B477-BBC6-C412-E960-EEB24325823E}"/>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8038761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3CA92A4-470E-C0E8-FCA7-C35275DFF742}"/>
              </a:ext>
            </a:extLst>
          </p:cNvPr>
          <p:cNvGraphicFramePr>
            <a:graphicFrameLocks noGrp="1"/>
          </p:cNvGraphicFramePr>
          <p:nvPr>
            <p:ph idx="1"/>
            <p:extLst>
              <p:ext uri="{D42A27DB-BD31-4B8C-83A1-F6EECF244321}">
                <p14:modId xmlns:p14="http://schemas.microsoft.com/office/powerpoint/2010/main" val="1974488617"/>
              </p:ext>
            </p:extLst>
          </p:nvPr>
        </p:nvGraphicFramePr>
        <p:xfrm>
          <a:off x="142875" y="1679575"/>
          <a:ext cx="11906250" cy="468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1D820699-C843-7AB5-F5A5-C4D1D831F670}"/>
              </a:ext>
            </a:extLst>
          </p:cNvPr>
          <p:cNvSpPr>
            <a:spLocks noGrp="1"/>
          </p:cNvSpPr>
          <p:nvPr>
            <p:ph type="title"/>
          </p:nvPr>
        </p:nvSpPr>
        <p:spPr/>
        <p:txBody>
          <a:bodyPr/>
          <a:lstStyle/>
          <a:p>
            <a:r>
              <a:rPr lang="en-GB" dirty="0"/>
              <a:t>Kanban - Principles</a:t>
            </a:r>
          </a:p>
        </p:txBody>
      </p:sp>
      <p:sp>
        <p:nvSpPr>
          <p:cNvPr id="3" name="Text Placeholder 2">
            <a:extLst>
              <a:ext uri="{FF2B5EF4-FFF2-40B4-BE49-F238E27FC236}">
                <a16:creationId xmlns:a16="http://schemas.microsoft.com/office/drawing/2014/main" id="{D7995726-87D6-69C0-21D5-0893AB920A0C}"/>
              </a:ext>
            </a:extLst>
          </p:cNvPr>
          <p:cNvSpPr>
            <a:spLocks noGrp="1"/>
          </p:cNvSpPr>
          <p:nvPr>
            <p:ph type="body" sz="quarter" idx="10"/>
          </p:nvPr>
        </p:nvSpPr>
        <p:spPr/>
        <p:txBody>
          <a:bodyPr/>
          <a:lstStyle/>
          <a:p>
            <a:r>
              <a:rPr lang="en-GB" dirty="0"/>
              <a:t>K1, K5, K6</a:t>
            </a:r>
          </a:p>
        </p:txBody>
      </p:sp>
      <p:sp>
        <p:nvSpPr>
          <p:cNvPr id="5" name="Text Placeholder 4">
            <a:extLst>
              <a:ext uri="{FF2B5EF4-FFF2-40B4-BE49-F238E27FC236}">
                <a16:creationId xmlns:a16="http://schemas.microsoft.com/office/drawing/2014/main" id="{13D80CE8-F890-1592-758F-24FEDF5B1837}"/>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9129256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3CA92A4-470E-C0E8-FCA7-C35275DFF742}"/>
              </a:ext>
            </a:extLst>
          </p:cNvPr>
          <p:cNvGraphicFramePr>
            <a:graphicFrameLocks noGrp="1"/>
          </p:cNvGraphicFramePr>
          <p:nvPr>
            <p:ph idx="1"/>
            <p:extLst>
              <p:ext uri="{D42A27DB-BD31-4B8C-83A1-F6EECF244321}">
                <p14:modId xmlns:p14="http://schemas.microsoft.com/office/powerpoint/2010/main" val="1580829249"/>
              </p:ext>
            </p:extLst>
          </p:nvPr>
        </p:nvGraphicFramePr>
        <p:xfrm>
          <a:off x="142875" y="1679575"/>
          <a:ext cx="11906250" cy="468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1D820699-C843-7AB5-F5A5-C4D1D831F670}"/>
              </a:ext>
            </a:extLst>
          </p:cNvPr>
          <p:cNvSpPr>
            <a:spLocks noGrp="1"/>
          </p:cNvSpPr>
          <p:nvPr>
            <p:ph type="title"/>
          </p:nvPr>
        </p:nvSpPr>
        <p:spPr/>
        <p:txBody>
          <a:bodyPr/>
          <a:lstStyle/>
          <a:p>
            <a:r>
              <a:rPr lang="en-GB" dirty="0"/>
              <a:t>Kanban - Principles</a:t>
            </a:r>
          </a:p>
        </p:txBody>
      </p:sp>
      <p:sp>
        <p:nvSpPr>
          <p:cNvPr id="3" name="Text Placeholder 2">
            <a:extLst>
              <a:ext uri="{FF2B5EF4-FFF2-40B4-BE49-F238E27FC236}">
                <a16:creationId xmlns:a16="http://schemas.microsoft.com/office/drawing/2014/main" id="{3F52E46F-406E-054D-9C97-181057F0FF25}"/>
              </a:ext>
            </a:extLst>
          </p:cNvPr>
          <p:cNvSpPr>
            <a:spLocks noGrp="1"/>
          </p:cNvSpPr>
          <p:nvPr>
            <p:ph type="body" sz="quarter" idx="10"/>
          </p:nvPr>
        </p:nvSpPr>
        <p:spPr/>
        <p:txBody>
          <a:bodyPr/>
          <a:lstStyle/>
          <a:p>
            <a:r>
              <a:rPr lang="en-GB" dirty="0"/>
              <a:t>K1, K5, K6</a:t>
            </a:r>
          </a:p>
        </p:txBody>
      </p:sp>
      <p:sp>
        <p:nvSpPr>
          <p:cNvPr id="5" name="Text Placeholder 4">
            <a:extLst>
              <a:ext uri="{FF2B5EF4-FFF2-40B4-BE49-F238E27FC236}">
                <a16:creationId xmlns:a16="http://schemas.microsoft.com/office/drawing/2014/main" id="{81049D9E-C661-0496-A989-808706C3C7C4}"/>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107617752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2FB53E-F523-AF92-7848-DC7C3D70C466}"/>
              </a:ext>
            </a:extLst>
          </p:cNvPr>
          <p:cNvSpPr>
            <a:spLocks noGrp="1"/>
          </p:cNvSpPr>
          <p:nvPr>
            <p:ph idx="1"/>
          </p:nvPr>
        </p:nvSpPr>
        <p:spPr/>
        <p:txBody>
          <a:bodyPr/>
          <a:lstStyle/>
          <a:p>
            <a:endParaRPr lang="en-GB"/>
          </a:p>
        </p:txBody>
      </p:sp>
      <p:sp>
        <p:nvSpPr>
          <p:cNvPr id="2" name="Title 1">
            <a:extLst>
              <a:ext uri="{FF2B5EF4-FFF2-40B4-BE49-F238E27FC236}">
                <a16:creationId xmlns:a16="http://schemas.microsoft.com/office/drawing/2014/main" id="{B3D9A004-A084-F782-FF33-8FBED4BA82EF}"/>
              </a:ext>
            </a:extLst>
          </p:cNvPr>
          <p:cNvSpPr>
            <a:spLocks noGrp="1"/>
          </p:cNvSpPr>
          <p:nvPr>
            <p:ph type="title"/>
          </p:nvPr>
        </p:nvSpPr>
        <p:spPr/>
        <p:txBody>
          <a:bodyPr/>
          <a:lstStyle/>
          <a:p>
            <a:r>
              <a:rPr lang="en-GB" dirty="0"/>
              <a:t>Kanban - Practices</a:t>
            </a:r>
          </a:p>
        </p:txBody>
      </p:sp>
      <p:sp>
        <p:nvSpPr>
          <p:cNvPr id="6" name="Text Placeholder 5">
            <a:extLst>
              <a:ext uri="{FF2B5EF4-FFF2-40B4-BE49-F238E27FC236}">
                <a16:creationId xmlns:a16="http://schemas.microsoft.com/office/drawing/2014/main" id="{D2294EFA-5BBF-37E6-F0BF-F980FBE3C18B}"/>
              </a:ext>
            </a:extLst>
          </p:cNvPr>
          <p:cNvSpPr>
            <a:spLocks noGrp="1"/>
          </p:cNvSpPr>
          <p:nvPr>
            <p:ph type="body" sz="quarter" idx="10"/>
          </p:nvPr>
        </p:nvSpPr>
        <p:spPr/>
        <p:txBody>
          <a:bodyPr/>
          <a:lstStyle/>
          <a:p>
            <a:r>
              <a:rPr lang="en-GB" dirty="0"/>
              <a:t>K1, K5, K6</a:t>
            </a:r>
          </a:p>
        </p:txBody>
      </p:sp>
      <p:sp>
        <p:nvSpPr>
          <p:cNvPr id="7" name="Text Placeholder 6">
            <a:extLst>
              <a:ext uri="{FF2B5EF4-FFF2-40B4-BE49-F238E27FC236}">
                <a16:creationId xmlns:a16="http://schemas.microsoft.com/office/drawing/2014/main" id="{9BF7B0E3-1DE7-75EB-6C33-721847CCCFF7}"/>
              </a:ext>
            </a:extLst>
          </p:cNvPr>
          <p:cNvSpPr>
            <a:spLocks noGrp="1"/>
          </p:cNvSpPr>
          <p:nvPr>
            <p:ph type="body" sz="quarter" idx="11"/>
          </p:nvPr>
        </p:nvSpPr>
        <p:spPr/>
        <p:txBody>
          <a:bodyPr/>
          <a:lstStyle/>
          <a:p>
            <a:endParaRPr lang="en-GB"/>
          </a:p>
        </p:txBody>
      </p:sp>
      <p:grpSp>
        <p:nvGrpSpPr>
          <p:cNvPr id="234" name="Group 233">
            <a:extLst>
              <a:ext uri="{FF2B5EF4-FFF2-40B4-BE49-F238E27FC236}">
                <a16:creationId xmlns:a16="http://schemas.microsoft.com/office/drawing/2014/main" id="{3CAB4F09-11A0-B3DE-F9E3-68DBD3C049EF}"/>
              </a:ext>
            </a:extLst>
          </p:cNvPr>
          <p:cNvGrpSpPr/>
          <p:nvPr/>
        </p:nvGrpSpPr>
        <p:grpSpPr>
          <a:xfrm>
            <a:off x="336134" y="1639707"/>
            <a:ext cx="11519728" cy="4607866"/>
            <a:chOff x="336136" y="1512403"/>
            <a:chExt cx="11519728" cy="4607866"/>
          </a:xfrm>
        </p:grpSpPr>
        <p:grpSp>
          <p:nvGrpSpPr>
            <p:cNvPr id="126" name="Group 125">
              <a:extLst>
                <a:ext uri="{FF2B5EF4-FFF2-40B4-BE49-F238E27FC236}">
                  <a16:creationId xmlns:a16="http://schemas.microsoft.com/office/drawing/2014/main" id="{B4B0482C-AA65-74F5-17FD-0B1B21F79CC3}"/>
                </a:ext>
              </a:extLst>
            </p:cNvPr>
            <p:cNvGrpSpPr/>
            <p:nvPr/>
          </p:nvGrpSpPr>
          <p:grpSpPr>
            <a:xfrm>
              <a:off x="336136" y="1512403"/>
              <a:ext cx="3600000" cy="2160000"/>
              <a:chOff x="603648" y="1502095"/>
              <a:chExt cx="3600000" cy="2160000"/>
            </a:xfrm>
          </p:grpSpPr>
          <p:grpSp>
            <p:nvGrpSpPr>
              <p:cNvPr id="125" name="Group 124">
                <a:extLst>
                  <a:ext uri="{FF2B5EF4-FFF2-40B4-BE49-F238E27FC236}">
                    <a16:creationId xmlns:a16="http://schemas.microsoft.com/office/drawing/2014/main" id="{39747E1F-AA6D-60E6-1286-E03042E233D0}"/>
                  </a:ext>
                </a:extLst>
              </p:cNvPr>
              <p:cNvGrpSpPr/>
              <p:nvPr/>
            </p:nvGrpSpPr>
            <p:grpSpPr>
              <a:xfrm>
                <a:off x="603648" y="1502095"/>
                <a:ext cx="3600000" cy="2160000"/>
                <a:chOff x="472434" y="1501299"/>
                <a:chExt cx="3600000" cy="2160000"/>
              </a:xfrm>
            </p:grpSpPr>
            <p:grpSp>
              <p:nvGrpSpPr>
                <p:cNvPr id="124" name="Group 123">
                  <a:extLst>
                    <a:ext uri="{FF2B5EF4-FFF2-40B4-BE49-F238E27FC236}">
                      <a16:creationId xmlns:a16="http://schemas.microsoft.com/office/drawing/2014/main" id="{D5BAF217-F345-6F30-7119-032247CDB347}"/>
                    </a:ext>
                  </a:extLst>
                </p:cNvPr>
                <p:cNvGrpSpPr/>
                <p:nvPr/>
              </p:nvGrpSpPr>
              <p:grpSpPr>
                <a:xfrm>
                  <a:off x="472434" y="1501299"/>
                  <a:ext cx="3600000" cy="2160000"/>
                  <a:chOff x="472434" y="1505993"/>
                  <a:chExt cx="3600000" cy="2160000"/>
                </a:xfrm>
              </p:grpSpPr>
              <p:sp>
                <p:nvSpPr>
                  <p:cNvPr id="4" name="Rectangle: Rounded Corners 3">
                    <a:extLst>
                      <a:ext uri="{FF2B5EF4-FFF2-40B4-BE49-F238E27FC236}">
                        <a16:creationId xmlns:a16="http://schemas.microsoft.com/office/drawing/2014/main" id="{8438AAF4-CFB7-F3AE-0723-289C61CECB24}"/>
                      </a:ext>
                    </a:extLst>
                  </p:cNvPr>
                  <p:cNvSpPr/>
                  <p:nvPr/>
                </p:nvSpPr>
                <p:spPr>
                  <a:xfrm>
                    <a:off x="472434" y="1505993"/>
                    <a:ext cx="3600000" cy="2160000"/>
                  </a:xfrm>
                  <a:prstGeom prst="roundRect">
                    <a:avLst/>
                  </a:prstGeom>
                  <a:solidFill>
                    <a:schemeClr val="bg2"/>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Top Corners Rounded 8">
                    <a:extLst>
                      <a:ext uri="{FF2B5EF4-FFF2-40B4-BE49-F238E27FC236}">
                        <a16:creationId xmlns:a16="http://schemas.microsoft.com/office/drawing/2014/main" id="{CE785C74-63DE-AD56-22B2-694EC1B5D291}"/>
                      </a:ext>
                    </a:extLst>
                  </p:cNvPr>
                  <p:cNvSpPr/>
                  <p:nvPr/>
                </p:nvSpPr>
                <p:spPr>
                  <a:xfrm>
                    <a:off x="2272434" y="2056425"/>
                    <a:ext cx="1800000" cy="1609568"/>
                  </a:xfrm>
                  <a:prstGeom prst="round2SameRect">
                    <a:avLst>
                      <a:gd name="adj1" fmla="val 0"/>
                      <a:gd name="adj2" fmla="val 21423"/>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171450" indent="-171450">
                      <a:buFont typeface="Arial" panose="020B0604020202020204" pitchFamily="34" charset="0"/>
                      <a:buChar char="•"/>
                    </a:pPr>
                    <a:r>
                      <a:rPr lang="en-GB" sz="1100" dirty="0">
                        <a:solidFill>
                          <a:schemeClr val="tx1"/>
                        </a:solidFill>
                      </a:rPr>
                      <a:t>Show work and its flow. </a:t>
                    </a:r>
                  </a:p>
                  <a:p>
                    <a:pPr marL="171450" indent="-171450">
                      <a:buFont typeface="Arial" panose="020B0604020202020204" pitchFamily="34" charset="0"/>
                      <a:buChar char="•"/>
                    </a:pPr>
                    <a:r>
                      <a:rPr lang="en-GB" sz="1100" dirty="0">
                        <a:solidFill>
                          <a:schemeClr val="tx1"/>
                        </a:solidFill>
                      </a:rPr>
                      <a:t>Visualise risks.</a:t>
                    </a:r>
                  </a:p>
                  <a:p>
                    <a:pPr marL="171450" indent="-171450">
                      <a:buFont typeface="Arial" panose="020B0604020202020204" pitchFamily="34" charset="0"/>
                      <a:buChar char="•"/>
                    </a:pPr>
                    <a:r>
                      <a:rPr lang="en-GB" sz="1100" dirty="0">
                        <a:solidFill>
                          <a:schemeClr val="tx1"/>
                        </a:solidFill>
                      </a:rPr>
                      <a:t>Build a visual model that reflects how you really work</a:t>
                    </a:r>
                  </a:p>
                </p:txBody>
              </p:sp>
              <p:sp>
                <p:nvSpPr>
                  <p:cNvPr id="123" name="Rectangle: Top Corners Rounded 122">
                    <a:extLst>
                      <a:ext uri="{FF2B5EF4-FFF2-40B4-BE49-F238E27FC236}">
                        <a16:creationId xmlns:a16="http://schemas.microsoft.com/office/drawing/2014/main" id="{11E8EC85-2064-6446-15AB-DD8BD4DE2479}"/>
                      </a:ext>
                    </a:extLst>
                  </p:cNvPr>
                  <p:cNvSpPr/>
                  <p:nvPr/>
                </p:nvSpPr>
                <p:spPr>
                  <a:xfrm>
                    <a:off x="472434" y="2056425"/>
                    <a:ext cx="1800000" cy="1609568"/>
                  </a:xfrm>
                  <a:prstGeom prst="round2SameRect">
                    <a:avLst>
                      <a:gd name="adj1" fmla="val 0"/>
                      <a:gd name="adj2" fmla="val 25088"/>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171450" indent="-171450">
                      <a:buFont typeface="Arial" panose="020B0604020202020204" pitchFamily="34" charset="0"/>
                      <a:buChar char="•"/>
                    </a:pPr>
                    <a:endParaRPr lang="en-GB" sz="1100" dirty="0">
                      <a:solidFill>
                        <a:schemeClr val="tx1"/>
                      </a:solidFill>
                    </a:endParaRPr>
                  </a:p>
                </p:txBody>
              </p:sp>
            </p:grpSp>
            <p:sp>
              <p:nvSpPr>
                <p:cNvPr id="5" name="Rectangle: Top Corners Rounded 4">
                  <a:extLst>
                    <a:ext uri="{FF2B5EF4-FFF2-40B4-BE49-F238E27FC236}">
                      <a16:creationId xmlns:a16="http://schemas.microsoft.com/office/drawing/2014/main" id="{E6A17A2C-0E0D-6B0B-3882-DA1388907149}"/>
                    </a:ext>
                  </a:extLst>
                </p:cNvPr>
                <p:cNvSpPr/>
                <p:nvPr/>
              </p:nvSpPr>
              <p:spPr>
                <a:xfrm>
                  <a:off x="472434" y="1501299"/>
                  <a:ext cx="3600000" cy="569601"/>
                </a:xfrm>
                <a:prstGeom prst="round2SameRect">
                  <a:avLst>
                    <a:gd name="adj1" fmla="val 50000"/>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t>Visualise</a:t>
                  </a:r>
                </a:p>
              </p:txBody>
            </p:sp>
          </p:grpSp>
          <p:grpSp>
            <p:nvGrpSpPr>
              <p:cNvPr id="26" name="Group 25">
                <a:extLst>
                  <a:ext uri="{FF2B5EF4-FFF2-40B4-BE49-F238E27FC236}">
                    <a16:creationId xmlns:a16="http://schemas.microsoft.com/office/drawing/2014/main" id="{C6D11DF1-8219-4FFB-0CC7-D462D61F93C2}"/>
                  </a:ext>
                </a:extLst>
              </p:cNvPr>
              <p:cNvGrpSpPr/>
              <p:nvPr/>
            </p:nvGrpSpPr>
            <p:grpSpPr>
              <a:xfrm>
                <a:off x="885238" y="2394259"/>
                <a:ext cx="1236820" cy="894735"/>
                <a:chOff x="2812026" y="2664542"/>
                <a:chExt cx="1236820" cy="894735"/>
              </a:xfrm>
            </p:grpSpPr>
            <p:sp>
              <p:nvSpPr>
                <p:cNvPr id="10" name="Rectangle: Rounded Corners 9">
                  <a:extLst>
                    <a:ext uri="{FF2B5EF4-FFF2-40B4-BE49-F238E27FC236}">
                      <a16:creationId xmlns:a16="http://schemas.microsoft.com/office/drawing/2014/main" id="{5B919668-EE2E-520B-B07D-70312F0B8E32}"/>
                    </a:ext>
                  </a:extLst>
                </p:cNvPr>
                <p:cNvSpPr/>
                <p:nvPr/>
              </p:nvSpPr>
              <p:spPr>
                <a:xfrm>
                  <a:off x="2812026" y="2664542"/>
                  <a:ext cx="1236820" cy="894735"/>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11" descr="Paper with solid fill">
                  <a:extLst>
                    <a:ext uri="{FF2B5EF4-FFF2-40B4-BE49-F238E27FC236}">
                      <a16:creationId xmlns:a16="http://schemas.microsoft.com/office/drawing/2014/main" id="{A04EE406-393C-5C94-0EFA-93C14120493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flipH="1">
                  <a:off x="2904749" y="2970443"/>
                  <a:ext cx="253374" cy="253374"/>
                </a:xfrm>
                <a:prstGeom prst="rect">
                  <a:avLst/>
                </a:prstGeom>
              </p:spPr>
            </p:pic>
            <p:grpSp>
              <p:nvGrpSpPr>
                <p:cNvPr id="19" name="Group 18">
                  <a:extLst>
                    <a:ext uri="{FF2B5EF4-FFF2-40B4-BE49-F238E27FC236}">
                      <a16:creationId xmlns:a16="http://schemas.microsoft.com/office/drawing/2014/main" id="{09CA3F99-AC93-AE4A-CB0C-467C523A2403}"/>
                    </a:ext>
                  </a:extLst>
                </p:cNvPr>
                <p:cNvGrpSpPr/>
                <p:nvPr/>
              </p:nvGrpSpPr>
              <p:grpSpPr>
                <a:xfrm>
                  <a:off x="2870682" y="2729680"/>
                  <a:ext cx="1119508" cy="764458"/>
                  <a:chOff x="2930013" y="2782529"/>
                  <a:chExt cx="955835" cy="646471"/>
                </a:xfrm>
              </p:grpSpPr>
              <p:cxnSp>
                <p:nvCxnSpPr>
                  <p:cNvPr id="14" name="Straight Connector 13">
                    <a:extLst>
                      <a:ext uri="{FF2B5EF4-FFF2-40B4-BE49-F238E27FC236}">
                        <a16:creationId xmlns:a16="http://schemas.microsoft.com/office/drawing/2014/main" id="{516A5F02-C757-D544-09F1-907497B7340C}"/>
                      </a:ext>
                    </a:extLst>
                  </p:cNvPr>
                  <p:cNvCxnSpPr>
                    <a:cxnSpLocks/>
                  </p:cNvCxnSpPr>
                  <p:nvPr/>
                </p:nvCxnSpPr>
                <p:spPr>
                  <a:xfrm>
                    <a:off x="2930013" y="2971800"/>
                    <a:ext cx="95583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5352B8C7-027C-132E-51EC-1866919A0DD7}"/>
                      </a:ext>
                    </a:extLst>
                  </p:cNvPr>
                  <p:cNvGrpSpPr/>
                  <p:nvPr/>
                </p:nvGrpSpPr>
                <p:grpSpPr>
                  <a:xfrm>
                    <a:off x="3228491" y="2782529"/>
                    <a:ext cx="358878" cy="646471"/>
                    <a:chOff x="3244645" y="2782529"/>
                    <a:chExt cx="358878" cy="646471"/>
                  </a:xfrm>
                </p:grpSpPr>
                <p:cxnSp>
                  <p:nvCxnSpPr>
                    <p:cNvPr id="16" name="Straight Connector 15">
                      <a:extLst>
                        <a:ext uri="{FF2B5EF4-FFF2-40B4-BE49-F238E27FC236}">
                          <a16:creationId xmlns:a16="http://schemas.microsoft.com/office/drawing/2014/main" id="{3B5B42D3-D3CA-5B5A-D455-CCE00D6D0FBA}"/>
                        </a:ext>
                      </a:extLst>
                    </p:cNvPr>
                    <p:cNvCxnSpPr/>
                    <p:nvPr/>
                  </p:nvCxnSpPr>
                  <p:spPr>
                    <a:xfrm>
                      <a:off x="3244645" y="2782529"/>
                      <a:ext cx="0" cy="64647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6ED611C-D40B-36ED-5AD7-723A9A404BB8}"/>
                        </a:ext>
                      </a:extLst>
                    </p:cNvPr>
                    <p:cNvCxnSpPr/>
                    <p:nvPr/>
                  </p:nvCxnSpPr>
                  <p:spPr>
                    <a:xfrm>
                      <a:off x="3603523" y="2782529"/>
                      <a:ext cx="0" cy="64647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pic>
              <p:nvPicPr>
                <p:cNvPr id="20" name="Graphic 19" descr="Paper with solid fill">
                  <a:extLst>
                    <a:ext uri="{FF2B5EF4-FFF2-40B4-BE49-F238E27FC236}">
                      <a16:creationId xmlns:a16="http://schemas.microsoft.com/office/drawing/2014/main" id="{2BF27494-4E8A-28B4-7F1F-C4F760E9C77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flipH="1">
                  <a:off x="3725379" y="3223818"/>
                  <a:ext cx="253374" cy="253374"/>
                </a:xfrm>
                <a:prstGeom prst="rect">
                  <a:avLst/>
                </a:prstGeom>
              </p:spPr>
            </p:pic>
            <p:pic>
              <p:nvPicPr>
                <p:cNvPr id="21" name="Graphic 20" descr="Paper with solid fill">
                  <a:extLst>
                    <a:ext uri="{FF2B5EF4-FFF2-40B4-BE49-F238E27FC236}">
                      <a16:creationId xmlns:a16="http://schemas.microsoft.com/office/drawing/2014/main" id="{9B5AE761-F7D5-1240-56D3-D7E09797A20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flipH="1">
                  <a:off x="3302450" y="2970444"/>
                  <a:ext cx="253374" cy="253374"/>
                </a:xfrm>
                <a:prstGeom prst="rect">
                  <a:avLst/>
                </a:prstGeom>
              </p:spPr>
            </p:pic>
            <p:pic>
              <p:nvPicPr>
                <p:cNvPr id="22" name="Graphic 21" descr="Paper with solid fill">
                  <a:extLst>
                    <a:ext uri="{FF2B5EF4-FFF2-40B4-BE49-F238E27FC236}">
                      <a16:creationId xmlns:a16="http://schemas.microsoft.com/office/drawing/2014/main" id="{A1CE3CB7-6FE5-3351-E2B1-ABFFE06B3F0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flipH="1">
                  <a:off x="3299853" y="3214928"/>
                  <a:ext cx="253374" cy="253374"/>
                </a:xfrm>
                <a:prstGeom prst="rect">
                  <a:avLst/>
                </a:prstGeom>
              </p:spPr>
            </p:pic>
            <p:sp>
              <p:nvSpPr>
                <p:cNvPr id="23" name="Freeform: Shape 22">
                  <a:extLst>
                    <a:ext uri="{FF2B5EF4-FFF2-40B4-BE49-F238E27FC236}">
                      <a16:creationId xmlns:a16="http://schemas.microsoft.com/office/drawing/2014/main" id="{C6F0FC95-C74C-C27D-7D37-0A2801B7EE06}"/>
                    </a:ext>
                  </a:extLst>
                </p:cNvPr>
                <p:cNvSpPr/>
                <p:nvPr/>
              </p:nvSpPr>
              <p:spPr>
                <a:xfrm>
                  <a:off x="2924305" y="2838553"/>
                  <a:ext cx="223838" cy="23852"/>
                </a:xfrm>
                <a:custGeom>
                  <a:avLst/>
                  <a:gdLst>
                    <a:gd name="connsiteX0" fmla="*/ 0 w 223838"/>
                    <a:gd name="connsiteY0" fmla="*/ 14287 h 23852"/>
                    <a:gd name="connsiteX1" fmla="*/ 23813 w 223838"/>
                    <a:gd name="connsiteY1" fmla="*/ 9525 h 23852"/>
                    <a:gd name="connsiteX2" fmla="*/ 61913 w 223838"/>
                    <a:gd name="connsiteY2" fmla="*/ 0 h 23852"/>
                    <a:gd name="connsiteX3" fmla="*/ 76200 w 223838"/>
                    <a:gd name="connsiteY3" fmla="*/ 4762 h 23852"/>
                    <a:gd name="connsiteX4" fmla="*/ 133350 w 223838"/>
                    <a:gd name="connsiteY4" fmla="*/ 14287 h 23852"/>
                    <a:gd name="connsiteX5" fmla="*/ 157163 w 223838"/>
                    <a:gd name="connsiteY5" fmla="*/ 23812 h 23852"/>
                    <a:gd name="connsiteX6" fmla="*/ 200025 w 223838"/>
                    <a:gd name="connsiteY6" fmla="*/ 14287 h 23852"/>
                    <a:gd name="connsiteX7" fmla="*/ 223838 w 223838"/>
                    <a:gd name="connsiteY7" fmla="*/ 0 h 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838" h="23852">
                      <a:moveTo>
                        <a:pt x="0" y="14287"/>
                      </a:moveTo>
                      <a:cubicBezTo>
                        <a:pt x="7938" y="12700"/>
                        <a:pt x="15925" y="11345"/>
                        <a:pt x="23813" y="9525"/>
                      </a:cubicBezTo>
                      <a:cubicBezTo>
                        <a:pt x="36569" y="6582"/>
                        <a:pt x="61913" y="0"/>
                        <a:pt x="61913" y="0"/>
                      </a:cubicBezTo>
                      <a:cubicBezTo>
                        <a:pt x="66675" y="1587"/>
                        <a:pt x="71330" y="3544"/>
                        <a:pt x="76200" y="4762"/>
                      </a:cubicBezTo>
                      <a:cubicBezTo>
                        <a:pt x="94778" y="9407"/>
                        <a:pt x="114522" y="11598"/>
                        <a:pt x="133350" y="14287"/>
                      </a:cubicBezTo>
                      <a:cubicBezTo>
                        <a:pt x="141288" y="17462"/>
                        <a:pt x="148649" y="23038"/>
                        <a:pt x="157163" y="23812"/>
                      </a:cubicBezTo>
                      <a:cubicBezTo>
                        <a:pt x="163359" y="24375"/>
                        <a:pt x="190786" y="18907"/>
                        <a:pt x="200025" y="14287"/>
                      </a:cubicBezTo>
                      <a:cubicBezTo>
                        <a:pt x="208304" y="10147"/>
                        <a:pt x="223838" y="0"/>
                        <a:pt x="223838" y="0"/>
                      </a:cubicBezTo>
                    </a:path>
                  </a:pathLst>
                </a:custGeom>
                <a:noFill/>
                <a:ln w="2540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Freeform: Shape 23">
                  <a:extLst>
                    <a:ext uri="{FF2B5EF4-FFF2-40B4-BE49-F238E27FC236}">
                      <a16:creationId xmlns:a16="http://schemas.microsoft.com/office/drawing/2014/main" id="{D51D8509-6666-4A40-0935-C212730516C3}"/>
                    </a:ext>
                  </a:extLst>
                </p:cNvPr>
                <p:cNvSpPr/>
                <p:nvPr/>
              </p:nvSpPr>
              <p:spPr>
                <a:xfrm>
                  <a:off x="3318517" y="2838669"/>
                  <a:ext cx="223838" cy="23852"/>
                </a:xfrm>
                <a:custGeom>
                  <a:avLst/>
                  <a:gdLst>
                    <a:gd name="connsiteX0" fmla="*/ 0 w 223838"/>
                    <a:gd name="connsiteY0" fmla="*/ 14287 h 23852"/>
                    <a:gd name="connsiteX1" fmla="*/ 23813 w 223838"/>
                    <a:gd name="connsiteY1" fmla="*/ 9525 h 23852"/>
                    <a:gd name="connsiteX2" fmla="*/ 61913 w 223838"/>
                    <a:gd name="connsiteY2" fmla="*/ 0 h 23852"/>
                    <a:gd name="connsiteX3" fmla="*/ 76200 w 223838"/>
                    <a:gd name="connsiteY3" fmla="*/ 4762 h 23852"/>
                    <a:gd name="connsiteX4" fmla="*/ 133350 w 223838"/>
                    <a:gd name="connsiteY4" fmla="*/ 14287 h 23852"/>
                    <a:gd name="connsiteX5" fmla="*/ 157163 w 223838"/>
                    <a:gd name="connsiteY5" fmla="*/ 23812 h 23852"/>
                    <a:gd name="connsiteX6" fmla="*/ 200025 w 223838"/>
                    <a:gd name="connsiteY6" fmla="*/ 14287 h 23852"/>
                    <a:gd name="connsiteX7" fmla="*/ 223838 w 223838"/>
                    <a:gd name="connsiteY7" fmla="*/ 0 h 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838" h="23852">
                      <a:moveTo>
                        <a:pt x="0" y="14287"/>
                      </a:moveTo>
                      <a:cubicBezTo>
                        <a:pt x="7938" y="12700"/>
                        <a:pt x="15925" y="11345"/>
                        <a:pt x="23813" y="9525"/>
                      </a:cubicBezTo>
                      <a:cubicBezTo>
                        <a:pt x="36569" y="6582"/>
                        <a:pt x="61913" y="0"/>
                        <a:pt x="61913" y="0"/>
                      </a:cubicBezTo>
                      <a:cubicBezTo>
                        <a:pt x="66675" y="1587"/>
                        <a:pt x="71330" y="3544"/>
                        <a:pt x="76200" y="4762"/>
                      </a:cubicBezTo>
                      <a:cubicBezTo>
                        <a:pt x="94778" y="9407"/>
                        <a:pt x="114522" y="11598"/>
                        <a:pt x="133350" y="14287"/>
                      </a:cubicBezTo>
                      <a:cubicBezTo>
                        <a:pt x="141288" y="17462"/>
                        <a:pt x="148649" y="23038"/>
                        <a:pt x="157163" y="23812"/>
                      </a:cubicBezTo>
                      <a:cubicBezTo>
                        <a:pt x="163359" y="24375"/>
                        <a:pt x="190786" y="18907"/>
                        <a:pt x="200025" y="14287"/>
                      </a:cubicBezTo>
                      <a:cubicBezTo>
                        <a:pt x="208304" y="10147"/>
                        <a:pt x="223838" y="0"/>
                        <a:pt x="223838" y="0"/>
                      </a:cubicBezTo>
                    </a:path>
                  </a:pathLst>
                </a:custGeom>
                <a:noFill/>
                <a:ln w="2540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Freeform: Shape 24">
                  <a:extLst>
                    <a:ext uri="{FF2B5EF4-FFF2-40B4-BE49-F238E27FC236}">
                      <a16:creationId xmlns:a16="http://schemas.microsoft.com/office/drawing/2014/main" id="{B403B79A-09E7-511B-A95D-0823DF041174}"/>
                    </a:ext>
                  </a:extLst>
                </p:cNvPr>
                <p:cNvSpPr/>
                <p:nvPr/>
              </p:nvSpPr>
              <p:spPr>
                <a:xfrm>
                  <a:off x="3738495" y="2838553"/>
                  <a:ext cx="223838" cy="23852"/>
                </a:xfrm>
                <a:custGeom>
                  <a:avLst/>
                  <a:gdLst>
                    <a:gd name="connsiteX0" fmla="*/ 0 w 223838"/>
                    <a:gd name="connsiteY0" fmla="*/ 14287 h 23852"/>
                    <a:gd name="connsiteX1" fmla="*/ 23813 w 223838"/>
                    <a:gd name="connsiteY1" fmla="*/ 9525 h 23852"/>
                    <a:gd name="connsiteX2" fmla="*/ 61913 w 223838"/>
                    <a:gd name="connsiteY2" fmla="*/ 0 h 23852"/>
                    <a:gd name="connsiteX3" fmla="*/ 76200 w 223838"/>
                    <a:gd name="connsiteY3" fmla="*/ 4762 h 23852"/>
                    <a:gd name="connsiteX4" fmla="*/ 133350 w 223838"/>
                    <a:gd name="connsiteY4" fmla="*/ 14287 h 23852"/>
                    <a:gd name="connsiteX5" fmla="*/ 157163 w 223838"/>
                    <a:gd name="connsiteY5" fmla="*/ 23812 h 23852"/>
                    <a:gd name="connsiteX6" fmla="*/ 200025 w 223838"/>
                    <a:gd name="connsiteY6" fmla="*/ 14287 h 23852"/>
                    <a:gd name="connsiteX7" fmla="*/ 223838 w 223838"/>
                    <a:gd name="connsiteY7" fmla="*/ 0 h 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838" h="23852">
                      <a:moveTo>
                        <a:pt x="0" y="14287"/>
                      </a:moveTo>
                      <a:cubicBezTo>
                        <a:pt x="7938" y="12700"/>
                        <a:pt x="15925" y="11345"/>
                        <a:pt x="23813" y="9525"/>
                      </a:cubicBezTo>
                      <a:cubicBezTo>
                        <a:pt x="36569" y="6582"/>
                        <a:pt x="61913" y="0"/>
                        <a:pt x="61913" y="0"/>
                      </a:cubicBezTo>
                      <a:cubicBezTo>
                        <a:pt x="66675" y="1587"/>
                        <a:pt x="71330" y="3544"/>
                        <a:pt x="76200" y="4762"/>
                      </a:cubicBezTo>
                      <a:cubicBezTo>
                        <a:pt x="94778" y="9407"/>
                        <a:pt x="114522" y="11598"/>
                        <a:pt x="133350" y="14287"/>
                      </a:cubicBezTo>
                      <a:cubicBezTo>
                        <a:pt x="141288" y="17462"/>
                        <a:pt x="148649" y="23038"/>
                        <a:pt x="157163" y="23812"/>
                      </a:cubicBezTo>
                      <a:cubicBezTo>
                        <a:pt x="163359" y="24375"/>
                        <a:pt x="190786" y="18907"/>
                        <a:pt x="200025" y="14287"/>
                      </a:cubicBezTo>
                      <a:cubicBezTo>
                        <a:pt x="208304" y="10147"/>
                        <a:pt x="223838" y="0"/>
                        <a:pt x="223838" y="0"/>
                      </a:cubicBezTo>
                    </a:path>
                  </a:pathLst>
                </a:custGeom>
                <a:noFill/>
                <a:ln w="2540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83" name="Group 182">
              <a:extLst>
                <a:ext uri="{FF2B5EF4-FFF2-40B4-BE49-F238E27FC236}">
                  <a16:creationId xmlns:a16="http://schemas.microsoft.com/office/drawing/2014/main" id="{87EA0C1E-6C06-D987-C03A-A167A8E9E98E}"/>
                </a:ext>
              </a:extLst>
            </p:cNvPr>
            <p:cNvGrpSpPr/>
            <p:nvPr/>
          </p:nvGrpSpPr>
          <p:grpSpPr>
            <a:xfrm>
              <a:off x="8255864" y="3960269"/>
              <a:ext cx="3600000" cy="2160000"/>
              <a:chOff x="8255864" y="3960269"/>
              <a:chExt cx="3600000" cy="2160000"/>
            </a:xfrm>
          </p:grpSpPr>
          <p:grpSp>
            <p:nvGrpSpPr>
              <p:cNvPr id="142" name="Group 141">
                <a:extLst>
                  <a:ext uri="{FF2B5EF4-FFF2-40B4-BE49-F238E27FC236}">
                    <a16:creationId xmlns:a16="http://schemas.microsoft.com/office/drawing/2014/main" id="{E6D57870-C578-6E25-B519-16C012B5FC12}"/>
                  </a:ext>
                </a:extLst>
              </p:cNvPr>
              <p:cNvGrpSpPr/>
              <p:nvPr/>
            </p:nvGrpSpPr>
            <p:grpSpPr>
              <a:xfrm>
                <a:off x="8255864" y="3960269"/>
                <a:ext cx="3600000" cy="2160000"/>
                <a:chOff x="4503464" y="1504231"/>
                <a:chExt cx="3600000" cy="2166338"/>
              </a:xfrm>
            </p:grpSpPr>
            <p:grpSp>
              <p:nvGrpSpPr>
                <p:cNvPr id="143" name="Group 142">
                  <a:extLst>
                    <a:ext uri="{FF2B5EF4-FFF2-40B4-BE49-F238E27FC236}">
                      <a16:creationId xmlns:a16="http://schemas.microsoft.com/office/drawing/2014/main" id="{1F217762-87AF-9D8D-166C-390E7CDFF189}"/>
                    </a:ext>
                  </a:extLst>
                </p:cNvPr>
                <p:cNvGrpSpPr/>
                <p:nvPr/>
              </p:nvGrpSpPr>
              <p:grpSpPr>
                <a:xfrm>
                  <a:off x="4503464" y="1504231"/>
                  <a:ext cx="3600000" cy="2166338"/>
                  <a:chOff x="4503464" y="1482926"/>
                  <a:chExt cx="3600000" cy="2166338"/>
                </a:xfrm>
              </p:grpSpPr>
              <p:sp>
                <p:nvSpPr>
                  <p:cNvPr id="146" name="Rectangle: Rounded Corners 145">
                    <a:extLst>
                      <a:ext uri="{FF2B5EF4-FFF2-40B4-BE49-F238E27FC236}">
                        <a16:creationId xmlns:a16="http://schemas.microsoft.com/office/drawing/2014/main" id="{2AA51871-3A00-B394-75B4-F1F1413E4EDD}"/>
                      </a:ext>
                    </a:extLst>
                  </p:cNvPr>
                  <p:cNvSpPr/>
                  <p:nvPr/>
                </p:nvSpPr>
                <p:spPr>
                  <a:xfrm>
                    <a:off x="4503464" y="1489264"/>
                    <a:ext cx="3600000" cy="2160000"/>
                  </a:xfrm>
                  <a:prstGeom prst="roundRect">
                    <a:avLst/>
                  </a:prstGeom>
                  <a:solidFill>
                    <a:schemeClr val="bg2"/>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Rectangle: Top Corners Rounded 146">
                    <a:extLst>
                      <a:ext uri="{FF2B5EF4-FFF2-40B4-BE49-F238E27FC236}">
                        <a16:creationId xmlns:a16="http://schemas.microsoft.com/office/drawing/2014/main" id="{0F301ABC-D989-B6EA-7C42-0AC728BEE1CD}"/>
                      </a:ext>
                    </a:extLst>
                  </p:cNvPr>
                  <p:cNvSpPr/>
                  <p:nvPr/>
                </p:nvSpPr>
                <p:spPr>
                  <a:xfrm>
                    <a:off x="4503464" y="1482926"/>
                    <a:ext cx="3600000" cy="569601"/>
                  </a:xfrm>
                  <a:prstGeom prst="round2SameRect">
                    <a:avLst>
                      <a:gd name="adj1" fmla="val 50000"/>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t>Improve Collaboratively</a:t>
                    </a:r>
                  </a:p>
                </p:txBody>
              </p:sp>
            </p:grpSp>
            <p:sp>
              <p:nvSpPr>
                <p:cNvPr id="144" name="Rectangle: Top Corners Rounded 143">
                  <a:extLst>
                    <a:ext uri="{FF2B5EF4-FFF2-40B4-BE49-F238E27FC236}">
                      <a16:creationId xmlns:a16="http://schemas.microsoft.com/office/drawing/2014/main" id="{C861B9EB-FD79-1383-6C04-8735A64AA36F}"/>
                    </a:ext>
                  </a:extLst>
                </p:cNvPr>
                <p:cNvSpPr/>
                <p:nvPr/>
              </p:nvSpPr>
              <p:spPr>
                <a:xfrm>
                  <a:off x="6303464" y="2061001"/>
                  <a:ext cx="1800000" cy="1609568"/>
                </a:xfrm>
                <a:prstGeom prst="round2SameRect">
                  <a:avLst>
                    <a:gd name="adj1" fmla="val 0"/>
                    <a:gd name="adj2" fmla="val 2365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171450" indent="-171450">
                    <a:buFont typeface="Arial" panose="020B0604020202020204" pitchFamily="34" charset="0"/>
                    <a:buChar char="•"/>
                  </a:pPr>
                  <a:r>
                    <a:rPr lang="en-GB" sz="1100" dirty="0">
                      <a:solidFill>
                        <a:schemeClr val="tx1"/>
                      </a:solidFill>
                    </a:rPr>
                    <a:t>Evolve experimentally</a:t>
                  </a:r>
                </a:p>
                <a:p>
                  <a:pPr marL="171450" indent="-171450">
                    <a:buFont typeface="Arial" panose="020B0604020202020204" pitchFamily="34" charset="0"/>
                    <a:buChar char="•"/>
                  </a:pPr>
                  <a:r>
                    <a:rPr lang="en-GB" sz="1100" dirty="0">
                      <a:solidFill>
                        <a:schemeClr val="tx1"/>
                      </a:solidFill>
                    </a:rPr>
                    <a:t>using the scientific method. </a:t>
                  </a:r>
                </a:p>
                <a:p>
                  <a:pPr marL="171450" indent="-171450">
                    <a:buFont typeface="Arial" panose="020B0604020202020204" pitchFamily="34" charset="0"/>
                    <a:buChar char="•"/>
                  </a:pPr>
                  <a:r>
                    <a:rPr lang="en-GB" sz="1100" dirty="0">
                      <a:solidFill>
                        <a:schemeClr val="tx1"/>
                      </a:solidFill>
                    </a:rPr>
                    <a:t>Hypothesis-driven change. </a:t>
                  </a:r>
                </a:p>
                <a:p>
                  <a:pPr marL="171450" indent="-171450">
                    <a:buFont typeface="Arial" panose="020B0604020202020204" pitchFamily="34" charset="0"/>
                    <a:buChar char="•"/>
                  </a:pPr>
                  <a:r>
                    <a:rPr lang="en-GB" sz="1100" dirty="0">
                      <a:solidFill>
                        <a:schemeClr val="tx1"/>
                      </a:solidFill>
                    </a:rPr>
                    <a:t>Run safe-to-fail experiments.</a:t>
                  </a:r>
                </a:p>
              </p:txBody>
            </p:sp>
            <p:sp>
              <p:nvSpPr>
                <p:cNvPr id="145" name="Rectangle: Top Corners Rounded 144">
                  <a:extLst>
                    <a:ext uri="{FF2B5EF4-FFF2-40B4-BE49-F238E27FC236}">
                      <a16:creationId xmlns:a16="http://schemas.microsoft.com/office/drawing/2014/main" id="{F1B4D08A-0B0B-7710-B49E-DBC726A0A06E}"/>
                    </a:ext>
                  </a:extLst>
                </p:cNvPr>
                <p:cNvSpPr/>
                <p:nvPr/>
              </p:nvSpPr>
              <p:spPr>
                <a:xfrm>
                  <a:off x="4503464" y="2061001"/>
                  <a:ext cx="1800000" cy="1609568"/>
                </a:xfrm>
                <a:prstGeom prst="round2SameRect">
                  <a:avLst>
                    <a:gd name="adj1" fmla="val 0"/>
                    <a:gd name="adj2" fmla="val 2365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171450" indent="-171450">
                    <a:buFont typeface="Arial" panose="020B0604020202020204" pitchFamily="34" charset="0"/>
                    <a:buChar char="•"/>
                  </a:pPr>
                  <a:endParaRPr lang="en-GB" sz="1100" dirty="0">
                    <a:solidFill>
                      <a:schemeClr val="tx1"/>
                    </a:solidFill>
                  </a:endParaRPr>
                </a:p>
              </p:txBody>
            </p:sp>
          </p:grpSp>
          <p:grpSp>
            <p:nvGrpSpPr>
              <p:cNvPr id="182" name="Group 181">
                <a:extLst>
                  <a:ext uri="{FF2B5EF4-FFF2-40B4-BE49-F238E27FC236}">
                    <a16:creationId xmlns:a16="http://schemas.microsoft.com/office/drawing/2014/main" id="{DBA0E8A8-3B71-EC8F-E07F-0B493564707A}"/>
                  </a:ext>
                </a:extLst>
              </p:cNvPr>
              <p:cNvGrpSpPr/>
              <p:nvPr/>
            </p:nvGrpSpPr>
            <p:grpSpPr>
              <a:xfrm>
                <a:off x="8698664" y="4732268"/>
                <a:ext cx="914400" cy="1300677"/>
                <a:chOff x="8698664" y="4752914"/>
                <a:chExt cx="914400" cy="1300677"/>
              </a:xfrm>
            </p:grpSpPr>
            <p:pic>
              <p:nvPicPr>
                <p:cNvPr id="157" name="Graphic 156" descr="Flask with solid fill">
                  <a:extLst>
                    <a:ext uri="{FF2B5EF4-FFF2-40B4-BE49-F238E27FC236}">
                      <a16:creationId xmlns:a16="http://schemas.microsoft.com/office/drawing/2014/main" id="{06D9D1CD-F9BA-DA4A-AA98-612D16D83DE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698664" y="4752914"/>
                  <a:ext cx="914400" cy="914400"/>
                </a:xfrm>
                <a:prstGeom prst="rect">
                  <a:avLst/>
                </a:prstGeom>
              </p:spPr>
            </p:pic>
            <p:pic>
              <p:nvPicPr>
                <p:cNvPr id="159" name="Graphic 158" descr="Handshake with solid fill">
                  <a:extLst>
                    <a:ext uri="{FF2B5EF4-FFF2-40B4-BE49-F238E27FC236}">
                      <a16:creationId xmlns:a16="http://schemas.microsoft.com/office/drawing/2014/main" id="{4EFE884E-9403-803B-4B7D-2252A71DF35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698664" y="5139191"/>
                  <a:ext cx="914400" cy="914400"/>
                </a:xfrm>
                <a:prstGeom prst="rect">
                  <a:avLst/>
                </a:prstGeom>
              </p:spPr>
            </p:pic>
          </p:grpSp>
        </p:grpSp>
        <p:grpSp>
          <p:nvGrpSpPr>
            <p:cNvPr id="175" name="Group 174">
              <a:extLst>
                <a:ext uri="{FF2B5EF4-FFF2-40B4-BE49-F238E27FC236}">
                  <a16:creationId xmlns:a16="http://schemas.microsoft.com/office/drawing/2014/main" id="{6AE69180-665C-F213-A4E7-14993CA4ED58}"/>
                </a:ext>
              </a:extLst>
            </p:cNvPr>
            <p:cNvGrpSpPr/>
            <p:nvPr/>
          </p:nvGrpSpPr>
          <p:grpSpPr>
            <a:xfrm>
              <a:off x="336136" y="3960269"/>
              <a:ext cx="3600000" cy="2160000"/>
              <a:chOff x="336136" y="3960269"/>
              <a:chExt cx="3600000" cy="2160000"/>
            </a:xfrm>
          </p:grpSpPr>
          <p:sp>
            <p:nvSpPr>
              <p:cNvPr id="134" name="Rectangle: Rounded Corners 133">
                <a:extLst>
                  <a:ext uri="{FF2B5EF4-FFF2-40B4-BE49-F238E27FC236}">
                    <a16:creationId xmlns:a16="http://schemas.microsoft.com/office/drawing/2014/main" id="{8D330ADC-E81D-114F-9E10-FB9A52059D9F}"/>
                  </a:ext>
                </a:extLst>
              </p:cNvPr>
              <p:cNvSpPr/>
              <p:nvPr/>
            </p:nvSpPr>
            <p:spPr>
              <a:xfrm>
                <a:off x="336136" y="3966588"/>
                <a:ext cx="3600000" cy="2153681"/>
              </a:xfrm>
              <a:prstGeom prst="roundRect">
                <a:avLst/>
              </a:prstGeom>
              <a:solidFill>
                <a:schemeClr val="bg2"/>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Rectangle: Top Corners Rounded 134">
                <a:extLst>
                  <a:ext uri="{FF2B5EF4-FFF2-40B4-BE49-F238E27FC236}">
                    <a16:creationId xmlns:a16="http://schemas.microsoft.com/office/drawing/2014/main" id="{846D86B1-7BF5-B963-CA6E-F1EC9A3A49A9}"/>
                  </a:ext>
                </a:extLst>
              </p:cNvPr>
              <p:cNvSpPr/>
              <p:nvPr/>
            </p:nvSpPr>
            <p:spPr>
              <a:xfrm>
                <a:off x="336136" y="3960269"/>
                <a:ext cx="3600000" cy="567935"/>
              </a:xfrm>
              <a:prstGeom prst="round2SameRect">
                <a:avLst>
                  <a:gd name="adj1" fmla="val 50000"/>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t>Make Policies Explicit</a:t>
                </a:r>
              </a:p>
            </p:txBody>
          </p:sp>
          <p:sp>
            <p:nvSpPr>
              <p:cNvPr id="132" name="Rectangle: Top Corners Rounded 131">
                <a:extLst>
                  <a:ext uri="{FF2B5EF4-FFF2-40B4-BE49-F238E27FC236}">
                    <a16:creationId xmlns:a16="http://schemas.microsoft.com/office/drawing/2014/main" id="{D74B59D2-59D6-099D-5698-7C6ADA77B25E}"/>
                  </a:ext>
                </a:extLst>
              </p:cNvPr>
              <p:cNvSpPr/>
              <p:nvPr/>
            </p:nvSpPr>
            <p:spPr>
              <a:xfrm>
                <a:off x="2136136" y="4515410"/>
                <a:ext cx="1800000" cy="1604859"/>
              </a:xfrm>
              <a:prstGeom prst="round2SameRect">
                <a:avLst>
                  <a:gd name="adj1" fmla="val 0"/>
                  <a:gd name="adj2" fmla="val 2365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171450" indent="-171450">
                  <a:buFont typeface="Arial" panose="020B0604020202020204" pitchFamily="34" charset="0"/>
                  <a:buChar char="•"/>
                </a:pPr>
                <a:r>
                  <a:rPr lang="en-GB" sz="1100" dirty="0">
                    <a:solidFill>
                      <a:schemeClr val="tx1"/>
                    </a:solidFill>
                  </a:rPr>
                  <a:t>Have agreed policies, visible to everyone involved.</a:t>
                </a:r>
              </a:p>
              <a:p>
                <a:pPr marL="360000" lvl="1" indent="-171450">
                  <a:buFont typeface="Arial" panose="020B0604020202020204" pitchFamily="34" charset="0"/>
                  <a:buChar char="•"/>
                </a:pPr>
                <a:r>
                  <a:rPr lang="en-GB" sz="1100" dirty="0">
                    <a:solidFill>
                      <a:schemeClr val="tx1"/>
                    </a:solidFill>
                  </a:rPr>
                  <a:t>Pull Criteria</a:t>
                </a:r>
              </a:p>
              <a:p>
                <a:pPr marL="360000" lvl="1" indent="-171450">
                  <a:buFont typeface="Arial" panose="020B0604020202020204" pitchFamily="34" charset="0"/>
                  <a:buChar char="•"/>
                </a:pPr>
                <a:r>
                  <a:rPr lang="en-GB" sz="1100" dirty="0">
                    <a:solidFill>
                      <a:schemeClr val="tx1"/>
                    </a:solidFill>
                  </a:rPr>
                  <a:t>WIP Limits</a:t>
                </a:r>
              </a:p>
              <a:p>
                <a:pPr marL="360000" lvl="1" indent="-171450">
                  <a:buFont typeface="Arial" panose="020B0604020202020204" pitchFamily="34" charset="0"/>
                  <a:buChar char="•"/>
                </a:pPr>
                <a:r>
                  <a:rPr lang="en-GB" sz="1100" dirty="0">
                    <a:solidFill>
                      <a:schemeClr val="tx1"/>
                    </a:solidFill>
                  </a:rPr>
                  <a:t>Classes of Service</a:t>
                </a:r>
              </a:p>
              <a:p>
                <a:pPr marL="360000" lvl="1" indent="-171450">
                  <a:buFont typeface="Arial" panose="020B0604020202020204" pitchFamily="34" charset="0"/>
                  <a:buChar char="•"/>
                </a:pPr>
                <a:r>
                  <a:rPr lang="en-GB" sz="1100" dirty="0">
                    <a:solidFill>
                      <a:schemeClr val="tx1"/>
                    </a:solidFill>
                  </a:rPr>
                  <a:t>And others as appropriate</a:t>
                </a:r>
              </a:p>
            </p:txBody>
          </p:sp>
          <p:sp>
            <p:nvSpPr>
              <p:cNvPr id="133" name="Rectangle: Top Corners Rounded 132">
                <a:extLst>
                  <a:ext uri="{FF2B5EF4-FFF2-40B4-BE49-F238E27FC236}">
                    <a16:creationId xmlns:a16="http://schemas.microsoft.com/office/drawing/2014/main" id="{5B398BA9-555E-AC7F-F031-4A7DDA5E0108}"/>
                  </a:ext>
                </a:extLst>
              </p:cNvPr>
              <p:cNvSpPr/>
              <p:nvPr/>
            </p:nvSpPr>
            <p:spPr>
              <a:xfrm>
                <a:off x="336136" y="4515410"/>
                <a:ext cx="1800000" cy="1604859"/>
              </a:xfrm>
              <a:prstGeom prst="round2SameRect">
                <a:avLst>
                  <a:gd name="adj1" fmla="val 0"/>
                  <a:gd name="adj2" fmla="val 2365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171450" indent="-171450">
                  <a:buFont typeface="Arial" panose="020B0604020202020204" pitchFamily="34" charset="0"/>
                  <a:buChar char="•"/>
                </a:pPr>
                <a:endParaRPr lang="en-GB" sz="1100" dirty="0">
                  <a:solidFill>
                    <a:schemeClr val="tx1"/>
                  </a:solidFill>
                </a:endParaRPr>
              </a:p>
            </p:txBody>
          </p:sp>
          <p:grpSp>
            <p:nvGrpSpPr>
              <p:cNvPr id="174" name="Group 173">
                <a:extLst>
                  <a:ext uri="{FF2B5EF4-FFF2-40B4-BE49-F238E27FC236}">
                    <a16:creationId xmlns:a16="http://schemas.microsoft.com/office/drawing/2014/main" id="{DC39A722-DD78-F07E-200E-2AAEA881BFD1}"/>
                  </a:ext>
                </a:extLst>
              </p:cNvPr>
              <p:cNvGrpSpPr/>
              <p:nvPr/>
            </p:nvGrpSpPr>
            <p:grpSpPr>
              <a:xfrm>
                <a:off x="738268" y="4830274"/>
                <a:ext cx="995736" cy="975130"/>
                <a:chOff x="772297" y="4816070"/>
                <a:chExt cx="995736" cy="975130"/>
              </a:xfrm>
            </p:grpSpPr>
            <p:sp>
              <p:nvSpPr>
                <p:cNvPr id="168" name="Scroll: Vertical 167">
                  <a:extLst>
                    <a:ext uri="{FF2B5EF4-FFF2-40B4-BE49-F238E27FC236}">
                      <a16:creationId xmlns:a16="http://schemas.microsoft.com/office/drawing/2014/main" id="{B75B39D0-35BF-C2C6-26B0-0A766347D048}"/>
                    </a:ext>
                  </a:extLst>
                </p:cNvPr>
                <p:cNvSpPr/>
                <p:nvPr/>
              </p:nvSpPr>
              <p:spPr>
                <a:xfrm flipH="1" flipV="1">
                  <a:off x="772297" y="4816070"/>
                  <a:ext cx="995736" cy="975130"/>
                </a:xfrm>
                <a:prstGeom prst="verticalScroll">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5" name="Graphic 154" descr="Shield Tick with solid fill">
                  <a:extLst>
                    <a:ext uri="{FF2B5EF4-FFF2-40B4-BE49-F238E27FC236}">
                      <a16:creationId xmlns:a16="http://schemas.microsoft.com/office/drawing/2014/main" id="{AA3D3E9A-62E1-FD91-7D52-0ED1D957EF5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1296" y="4910147"/>
                  <a:ext cx="429681" cy="429681"/>
                </a:xfrm>
                <a:prstGeom prst="rect">
                  <a:avLst/>
                </a:prstGeom>
              </p:spPr>
            </p:pic>
            <p:cxnSp>
              <p:nvCxnSpPr>
                <p:cNvPr id="169" name="Straight Connector 168">
                  <a:extLst>
                    <a:ext uri="{FF2B5EF4-FFF2-40B4-BE49-F238E27FC236}">
                      <a16:creationId xmlns:a16="http://schemas.microsoft.com/office/drawing/2014/main" id="{300F1907-A34C-A2EE-5972-C3F7FCEA7722}"/>
                    </a:ext>
                  </a:extLst>
                </p:cNvPr>
                <p:cNvCxnSpPr>
                  <a:cxnSpLocks/>
                </p:cNvCxnSpPr>
                <p:nvPr/>
              </p:nvCxnSpPr>
              <p:spPr>
                <a:xfrm>
                  <a:off x="960811" y="5391666"/>
                  <a:ext cx="612000" cy="83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48F3198E-8E71-0DC0-0D9E-949EE7E755B0}"/>
                    </a:ext>
                  </a:extLst>
                </p:cNvPr>
                <p:cNvCxnSpPr>
                  <a:cxnSpLocks/>
                </p:cNvCxnSpPr>
                <p:nvPr/>
              </p:nvCxnSpPr>
              <p:spPr>
                <a:xfrm>
                  <a:off x="960811" y="5443222"/>
                  <a:ext cx="612000" cy="83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A6348233-139F-2306-6631-9AB5D81BD443}"/>
                    </a:ext>
                  </a:extLst>
                </p:cNvPr>
                <p:cNvCxnSpPr>
                  <a:cxnSpLocks/>
                </p:cNvCxnSpPr>
                <p:nvPr/>
              </p:nvCxnSpPr>
              <p:spPr>
                <a:xfrm>
                  <a:off x="960811" y="5494778"/>
                  <a:ext cx="612000" cy="83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41EC12E9-E7CE-57CE-10AA-D47BE9EA54E3}"/>
                    </a:ext>
                  </a:extLst>
                </p:cNvPr>
                <p:cNvCxnSpPr>
                  <a:cxnSpLocks/>
                </p:cNvCxnSpPr>
                <p:nvPr/>
              </p:nvCxnSpPr>
              <p:spPr>
                <a:xfrm>
                  <a:off x="960811" y="5546335"/>
                  <a:ext cx="612000" cy="83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9690C016-BCEA-8163-958D-344E73F22C41}"/>
                    </a:ext>
                  </a:extLst>
                </p:cNvPr>
                <p:cNvCxnSpPr>
                  <a:cxnSpLocks/>
                </p:cNvCxnSpPr>
                <p:nvPr/>
              </p:nvCxnSpPr>
              <p:spPr>
                <a:xfrm>
                  <a:off x="960811" y="5594353"/>
                  <a:ext cx="252000" cy="83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81" name="Group 180">
              <a:extLst>
                <a:ext uri="{FF2B5EF4-FFF2-40B4-BE49-F238E27FC236}">
                  <a16:creationId xmlns:a16="http://schemas.microsoft.com/office/drawing/2014/main" id="{914B03AA-71AC-CAF8-B476-66A60DAD5DA1}"/>
                </a:ext>
              </a:extLst>
            </p:cNvPr>
            <p:cNvGrpSpPr/>
            <p:nvPr/>
          </p:nvGrpSpPr>
          <p:grpSpPr>
            <a:xfrm>
              <a:off x="4296000" y="3960269"/>
              <a:ext cx="3600000" cy="2160000"/>
              <a:chOff x="4296000" y="3960269"/>
              <a:chExt cx="3600000" cy="2160000"/>
            </a:xfrm>
          </p:grpSpPr>
          <p:sp>
            <p:nvSpPr>
              <p:cNvPr id="140" name="Rectangle: Rounded Corners 139">
                <a:extLst>
                  <a:ext uri="{FF2B5EF4-FFF2-40B4-BE49-F238E27FC236}">
                    <a16:creationId xmlns:a16="http://schemas.microsoft.com/office/drawing/2014/main" id="{C3ECBDDD-E464-1ECC-68E1-2A060CA9B748}"/>
                  </a:ext>
                </a:extLst>
              </p:cNvPr>
              <p:cNvSpPr/>
              <p:nvPr/>
            </p:nvSpPr>
            <p:spPr>
              <a:xfrm>
                <a:off x="4296000" y="3966588"/>
                <a:ext cx="3600000" cy="2153681"/>
              </a:xfrm>
              <a:prstGeom prst="roundRect">
                <a:avLst/>
              </a:prstGeom>
              <a:solidFill>
                <a:schemeClr val="bg2"/>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Rectangle: Top Corners Rounded 140">
                <a:extLst>
                  <a:ext uri="{FF2B5EF4-FFF2-40B4-BE49-F238E27FC236}">
                    <a16:creationId xmlns:a16="http://schemas.microsoft.com/office/drawing/2014/main" id="{C94A6703-5C3D-FDD8-B364-BF62572FC43B}"/>
                  </a:ext>
                </a:extLst>
              </p:cNvPr>
              <p:cNvSpPr/>
              <p:nvPr/>
            </p:nvSpPr>
            <p:spPr>
              <a:xfrm>
                <a:off x="4296000" y="3960269"/>
                <a:ext cx="3600000" cy="567935"/>
              </a:xfrm>
              <a:prstGeom prst="round2SameRect">
                <a:avLst>
                  <a:gd name="adj1" fmla="val 50000"/>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t>Establish Feedback Loops</a:t>
                </a:r>
              </a:p>
            </p:txBody>
          </p:sp>
          <p:sp>
            <p:nvSpPr>
              <p:cNvPr id="138" name="Rectangle: Top Corners Rounded 137">
                <a:extLst>
                  <a:ext uri="{FF2B5EF4-FFF2-40B4-BE49-F238E27FC236}">
                    <a16:creationId xmlns:a16="http://schemas.microsoft.com/office/drawing/2014/main" id="{00CDD029-FCA4-F326-0520-4A45A1B208A3}"/>
                  </a:ext>
                </a:extLst>
              </p:cNvPr>
              <p:cNvSpPr/>
              <p:nvPr/>
            </p:nvSpPr>
            <p:spPr>
              <a:xfrm>
                <a:off x="6096000" y="4515410"/>
                <a:ext cx="1800000" cy="1604859"/>
              </a:xfrm>
              <a:prstGeom prst="round2SameRect">
                <a:avLst>
                  <a:gd name="adj1" fmla="val 0"/>
                  <a:gd name="adj2" fmla="val 2365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171450" indent="-171450">
                  <a:buFont typeface="Arial" panose="020B0604020202020204" pitchFamily="34" charset="0"/>
                  <a:buChar char="•"/>
                </a:pPr>
                <a:r>
                  <a:rPr lang="en-GB" sz="1100" dirty="0">
                    <a:solidFill>
                      <a:schemeClr val="tx1"/>
                    </a:solidFill>
                  </a:rPr>
                  <a:t>Establish feedback loops at an appropriate cadence. </a:t>
                </a:r>
              </a:p>
              <a:p>
                <a:pPr marL="171450" indent="-171450">
                  <a:buFont typeface="Arial" panose="020B0604020202020204" pitchFamily="34" charset="0"/>
                  <a:buChar char="•"/>
                </a:pPr>
                <a:r>
                  <a:rPr lang="en-GB" sz="1100" dirty="0">
                    <a:solidFill>
                      <a:schemeClr val="tx1"/>
                    </a:solidFill>
                  </a:rPr>
                  <a:t>Foster collaboration, learning, and improvements. </a:t>
                </a:r>
              </a:p>
              <a:p>
                <a:pPr marL="171450" indent="-171450">
                  <a:buFont typeface="Arial" panose="020B0604020202020204" pitchFamily="34" charset="0"/>
                  <a:buChar char="•"/>
                </a:pPr>
                <a:r>
                  <a:rPr lang="en-GB" sz="1100" dirty="0">
                    <a:solidFill>
                      <a:schemeClr val="tx1"/>
                    </a:solidFill>
                  </a:rPr>
                  <a:t>Data-driven.</a:t>
                </a:r>
              </a:p>
            </p:txBody>
          </p:sp>
          <p:sp>
            <p:nvSpPr>
              <p:cNvPr id="139" name="Rectangle: Top Corners Rounded 138">
                <a:extLst>
                  <a:ext uri="{FF2B5EF4-FFF2-40B4-BE49-F238E27FC236}">
                    <a16:creationId xmlns:a16="http://schemas.microsoft.com/office/drawing/2014/main" id="{B19DB19E-2A3F-0D06-2C47-CE095B502E36}"/>
                  </a:ext>
                </a:extLst>
              </p:cNvPr>
              <p:cNvSpPr/>
              <p:nvPr/>
            </p:nvSpPr>
            <p:spPr>
              <a:xfrm>
                <a:off x="4296000" y="4515410"/>
                <a:ext cx="1800000" cy="1604859"/>
              </a:xfrm>
              <a:prstGeom prst="round2SameRect">
                <a:avLst>
                  <a:gd name="adj1" fmla="val 0"/>
                  <a:gd name="adj2" fmla="val 2365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171450" indent="-171450">
                  <a:buFont typeface="Arial" panose="020B0604020202020204" pitchFamily="34" charset="0"/>
                  <a:buChar char="•"/>
                </a:pPr>
                <a:endParaRPr lang="en-GB" sz="1100" dirty="0">
                  <a:solidFill>
                    <a:schemeClr val="tx1"/>
                  </a:solidFill>
                </a:endParaRPr>
              </a:p>
            </p:txBody>
          </p:sp>
          <p:grpSp>
            <p:nvGrpSpPr>
              <p:cNvPr id="180" name="Group 179">
                <a:extLst>
                  <a:ext uri="{FF2B5EF4-FFF2-40B4-BE49-F238E27FC236}">
                    <a16:creationId xmlns:a16="http://schemas.microsoft.com/office/drawing/2014/main" id="{9ECA5877-26A4-25E3-BF06-3907DACE0E7F}"/>
                  </a:ext>
                </a:extLst>
              </p:cNvPr>
              <p:cNvGrpSpPr/>
              <p:nvPr/>
            </p:nvGrpSpPr>
            <p:grpSpPr>
              <a:xfrm>
                <a:off x="4691659" y="4850032"/>
                <a:ext cx="1008682" cy="1008000"/>
                <a:chOff x="4697332" y="4799376"/>
                <a:chExt cx="1008682" cy="1008000"/>
              </a:xfrm>
            </p:grpSpPr>
            <p:grpSp>
              <p:nvGrpSpPr>
                <p:cNvPr id="167" name="Group 166">
                  <a:extLst>
                    <a:ext uri="{FF2B5EF4-FFF2-40B4-BE49-F238E27FC236}">
                      <a16:creationId xmlns:a16="http://schemas.microsoft.com/office/drawing/2014/main" id="{C863EFD6-552E-FCFA-DC5C-A9D0151E9422}"/>
                    </a:ext>
                  </a:extLst>
                </p:cNvPr>
                <p:cNvGrpSpPr/>
                <p:nvPr/>
              </p:nvGrpSpPr>
              <p:grpSpPr>
                <a:xfrm>
                  <a:off x="4744132" y="4874751"/>
                  <a:ext cx="914400" cy="914400"/>
                  <a:chOff x="9155864" y="84498"/>
                  <a:chExt cx="914400" cy="914400"/>
                </a:xfrm>
              </p:grpSpPr>
              <p:pic>
                <p:nvPicPr>
                  <p:cNvPr id="161" name="Graphic 160" descr="Speech with solid fill">
                    <a:extLst>
                      <a:ext uri="{FF2B5EF4-FFF2-40B4-BE49-F238E27FC236}">
                        <a16:creationId xmlns:a16="http://schemas.microsoft.com/office/drawing/2014/main" id="{C36775A8-A156-ACEC-0145-8474362EAB5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9155864" y="84498"/>
                    <a:ext cx="914400" cy="914400"/>
                  </a:xfrm>
                  <a:prstGeom prst="rect">
                    <a:avLst/>
                  </a:prstGeom>
                </p:spPr>
              </p:pic>
              <p:cxnSp>
                <p:nvCxnSpPr>
                  <p:cNvPr id="164" name="Straight Connector 163">
                    <a:extLst>
                      <a:ext uri="{FF2B5EF4-FFF2-40B4-BE49-F238E27FC236}">
                        <a16:creationId xmlns:a16="http://schemas.microsoft.com/office/drawing/2014/main" id="{D4820425-5776-90B1-4A3B-B147FBE12B19}"/>
                      </a:ext>
                    </a:extLst>
                  </p:cNvPr>
                  <p:cNvCxnSpPr/>
                  <p:nvPr/>
                </p:nvCxnSpPr>
                <p:spPr>
                  <a:xfrm>
                    <a:off x="9397063" y="360855"/>
                    <a:ext cx="432000" cy="835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FC186786-C0EF-857D-F192-5BAD94E97565}"/>
                      </a:ext>
                    </a:extLst>
                  </p:cNvPr>
                  <p:cNvCxnSpPr/>
                  <p:nvPr/>
                </p:nvCxnSpPr>
                <p:spPr>
                  <a:xfrm>
                    <a:off x="9397063" y="471318"/>
                    <a:ext cx="432000" cy="835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07E6117B-206C-0A05-449D-8FC4A9B08390}"/>
                      </a:ext>
                    </a:extLst>
                  </p:cNvPr>
                  <p:cNvCxnSpPr/>
                  <p:nvPr/>
                </p:nvCxnSpPr>
                <p:spPr>
                  <a:xfrm>
                    <a:off x="9397063" y="581781"/>
                    <a:ext cx="216000" cy="835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grpSp>
            <p:sp>
              <p:nvSpPr>
                <p:cNvPr id="178" name="Arc 177">
                  <a:extLst>
                    <a:ext uri="{FF2B5EF4-FFF2-40B4-BE49-F238E27FC236}">
                      <a16:creationId xmlns:a16="http://schemas.microsoft.com/office/drawing/2014/main" id="{3F8AE434-2393-306E-CF6C-A39967807864}"/>
                    </a:ext>
                  </a:extLst>
                </p:cNvPr>
                <p:cNvSpPr/>
                <p:nvPr/>
              </p:nvSpPr>
              <p:spPr>
                <a:xfrm>
                  <a:off x="4697332" y="4799376"/>
                  <a:ext cx="1008000" cy="1008000"/>
                </a:xfrm>
                <a:prstGeom prst="arc">
                  <a:avLst>
                    <a:gd name="adj1" fmla="val 16720117"/>
                    <a:gd name="adj2" fmla="val 5345867"/>
                  </a:avLst>
                </a:prstGeom>
                <a:noFill/>
                <a:ln w="38100" cap="rnd">
                  <a:solidFill>
                    <a:schemeClr val="tx1"/>
                  </a:solidFill>
                  <a:tailEnd type="triangle" w="lg"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9" name="Arc 178">
                  <a:extLst>
                    <a:ext uri="{FF2B5EF4-FFF2-40B4-BE49-F238E27FC236}">
                      <a16:creationId xmlns:a16="http://schemas.microsoft.com/office/drawing/2014/main" id="{62C6C9CA-AA2C-80E5-6842-1084536BD222}"/>
                    </a:ext>
                  </a:extLst>
                </p:cNvPr>
                <p:cNvSpPr/>
                <p:nvPr/>
              </p:nvSpPr>
              <p:spPr>
                <a:xfrm>
                  <a:off x="4698014" y="4799376"/>
                  <a:ext cx="1008000" cy="1008000"/>
                </a:xfrm>
                <a:prstGeom prst="arc">
                  <a:avLst>
                    <a:gd name="adj1" fmla="val 5617815"/>
                    <a:gd name="adj2" fmla="val 16381960"/>
                  </a:avLst>
                </a:prstGeom>
                <a:noFill/>
                <a:ln w="38100" cap="rnd">
                  <a:solidFill>
                    <a:schemeClr val="tx1"/>
                  </a:solidFill>
                  <a:tailEnd type="triangle" w="lg"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15" name="Group 214">
              <a:extLst>
                <a:ext uri="{FF2B5EF4-FFF2-40B4-BE49-F238E27FC236}">
                  <a16:creationId xmlns:a16="http://schemas.microsoft.com/office/drawing/2014/main" id="{0BE086AB-5345-F312-C9E2-B12B9DDEB97E}"/>
                </a:ext>
              </a:extLst>
            </p:cNvPr>
            <p:cNvGrpSpPr/>
            <p:nvPr/>
          </p:nvGrpSpPr>
          <p:grpSpPr>
            <a:xfrm>
              <a:off x="4296000" y="1512403"/>
              <a:ext cx="3600000" cy="2160000"/>
              <a:chOff x="4296000" y="1512403"/>
              <a:chExt cx="3600000" cy="2160000"/>
            </a:xfrm>
          </p:grpSpPr>
          <p:grpSp>
            <p:nvGrpSpPr>
              <p:cNvPr id="127" name="Group 126">
                <a:extLst>
                  <a:ext uri="{FF2B5EF4-FFF2-40B4-BE49-F238E27FC236}">
                    <a16:creationId xmlns:a16="http://schemas.microsoft.com/office/drawing/2014/main" id="{BCA2CD65-0AEB-60EA-FFEF-89FB09565C40}"/>
                  </a:ext>
                </a:extLst>
              </p:cNvPr>
              <p:cNvGrpSpPr/>
              <p:nvPr/>
            </p:nvGrpSpPr>
            <p:grpSpPr>
              <a:xfrm>
                <a:off x="4296000" y="1512403"/>
                <a:ext cx="3600000" cy="2160000"/>
                <a:chOff x="4503464" y="1482926"/>
                <a:chExt cx="3600000" cy="2166338"/>
              </a:xfrm>
            </p:grpSpPr>
            <p:sp>
              <p:nvSpPr>
                <p:cNvPr id="29" name="Rectangle: Rounded Corners 28">
                  <a:extLst>
                    <a:ext uri="{FF2B5EF4-FFF2-40B4-BE49-F238E27FC236}">
                      <a16:creationId xmlns:a16="http://schemas.microsoft.com/office/drawing/2014/main" id="{B675CEE9-118E-945A-626D-78DCB3AC9D02}"/>
                    </a:ext>
                  </a:extLst>
                </p:cNvPr>
                <p:cNvSpPr/>
                <p:nvPr/>
              </p:nvSpPr>
              <p:spPr>
                <a:xfrm>
                  <a:off x="4503464" y="1489264"/>
                  <a:ext cx="3600000" cy="2160000"/>
                </a:xfrm>
                <a:prstGeom prst="roundRect">
                  <a:avLst/>
                </a:prstGeom>
                <a:solidFill>
                  <a:schemeClr val="bg2"/>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Top Corners Rounded 29">
                  <a:extLst>
                    <a:ext uri="{FF2B5EF4-FFF2-40B4-BE49-F238E27FC236}">
                      <a16:creationId xmlns:a16="http://schemas.microsoft.com/office/drawing/2014/main" id="{62386AAC-6682-4BF3-B19D-7B3568C90AA8}"/>
                    </a:ext>
                  </a:extLst>
                </p:cNvPr>
                <p:cNvSpPr/>
                <p:nvPr/>
              </p:nvSpPr>
              <p:spPr>
                <a:xfrm>
                  <a:off x="4503464" y="1482926"/>
                  <a:ext cx="3600000" cy="569601"/>
                </a:xfrm>
                <a:prstGeom prst="round2SameRect">
                  <a:avLst>
                    <a:gd name="adj1" fmla="val 50000"/>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t>Limit Work in Progress</a:t>
                  </a:r>
                </a:p>
              </p:txBody>
            </p:sp>
          </p:grpSp>
          <p:sp>
            <p:nvSpPr>
              <p:cNvPr id="31" name="Rectangle: Top Corners Rounded 30">
                <a:extLst>
                  <a:ext uri="{FF2B5EF4-FFF2-40B4-BE49-F238E27FC236}">
                    <a16:creationId xmlns:a16="http://schemas.microsoft.com/office/drawing/2014/main" id="{8CFE000B-A818-1BD3-0405-E49783772C24}"/>
                  </a:ext>
                </a:extLst>
              </p:cNvPr>
              <p:cNvSpPr/>
              <p:nvPr/>
            </p:nvSpPr>
            <p:spPr>
              <a:xfrm>
                <a:off x="6096000" y="2067544"/>
                <a:ext cx="1800000" cy="1604859"/>
              </a:xfrm>
              <a:prstGeom prst="round2SameRect">
                <a:avLst>
                  <a:gd name="adj1" fmla="val 0"/>
                  <a:gd name="adj2" fmla="val 2365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171450" indent="-171450">
                  <a:buFont typeface="Arial" panose="020B0604020202020204" pitchFamily="34" charset="0"/>
                  <a:buChar char="•"/>
                </a:pPr>
                <a:r>
                  <a:rPr lang="en-GB" sz="1100" dirty="0">
                    <a:solidFill>
                      <a:schemeClr val="tx1"/>
                    </a:solidFill>
                  </a:rPr>
                  <a:t>Stop starting, start finishing! </a:t>
                </a:r>
              </a:p>
              <a:p>
                <a:pPr marL="171450" indent="-171450">
                  <a:buFont typeface="Arial" panose="020B0604020202020204" pitchFamily="34" charset="0"/>
                  <a:buChar char="•"/>
                </a:pPr>
                <a:r>
                  <a:rPr lang="en-GB" sz="1100" dirty="0">
                    <a:solidFill>
                      <a:schemeClr val="tx1"/>
                    </a:solidFill>
                  </a:rPr>
                  <a:t>Left yields to right. </a:t>
                </a:r>
              </a:p>
              <a:p>
                <a:pPr marL="171450" indent="-171450">
                  <a:buFont typeface="Arial" panose="020B0604020202020204" pitchFamily="34" charset="0"/>
                  <a:buChar char="•"/>
                </a:pPr>
                <a:r>
                  <a:rPr lang="en-GB" sz="1100" dirty="0">
                    <a:solidFill>
                      <a:schemeClr val="tx1"/>
                    </a:solidFill>
                  </a:rPr>
                  <a:t>Limit work in the system to available capacity. </a:t>
                </a:r>
              </a:p>
              <a:p>
                <a:pPr marL="171450" indent="-171450">
                  <a:buFont typeface="Arial" panose="020B0604020202020204" pitchFamily="34" charset="0"/>
                  <a:buChar char="•"/>
                </a:pPr>
                <a:r>
                  <a:rPr lang="en-GB" sz="1100" dirty="0">
                    <a:solidFill>
                      <a:schemeClr val="tx1"/>
                    </a:solidFill>
                  </a:rPr>
                  <a:t>Data-driven.</a:t>
                </a:r>
              </a:p>
            </p:txBody>
          </p:sp>
          <p:sp>
            <p:nvSpPr>
              <p:cNvPr id="128" name="Rectangle: Top Corners Rounded 127">
                <a:extLst>
                  <a:ext uri="{FF2B5EF4-FFF2-40B4-BE49-F238E27FC236}">
                    <a16:creationId xmlns:a16="http://schemas.microsoft.com/office/drawing/2014/main" id="{A6F8DB87-1B53-CB7C-8F5D-03127C583704}"/>
                  </a:ext>
                </a:extLst>
              </p:cNvPr>
              <p:cNvSpPr/>
              <p:nvPr/>
            </p:nvSpPr>
            <p:spPr>
              <a:xfrm>
                <a:off x="4296000" y="2067544"/>
                <a:ext cx="1800000" cy="1604859"/>
              </a:xfrm>
              <a:prstGeom prst="round2SameRect">
                <a:avLst>
                  <a:gd name="adj1" fmla="val 0"/>
                  <a:gd name="adj2" fmla="val 2365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171450" indent="-171450">
                  <a:buFont typeface="Arial" panose="020B0604020202020204" pitchFamily="34" charset="0"/>
                  <a:buChar char="•"/>
                </a:pPr>
                <a:endParaRPr lang="en-GB" sz="1100" dirty="0">
                  <a:solidFill>
                    <a:schemeClr val="tx1"/>
                  </a:solidFill>
                </a:endParaRPr>
              </a:p>
            </p:txBody>
          </p:sp>
          <p:grpSp>
            <p:nvGrpSpPr>
              <p:cNvPr id="214" name="Group 213">
                <a:extLst>
                  <a:ext uri="{FF2B5EF4-FFF2-40B4-BE49-F238E27FC236}">
                    <a16:creationId xmlns:a16="http://schemas.microsoft.com/office/drawing/2014/main" id="{B0EE8DA8-6D6C-CA26-894D-863C649D80FB}"/>
                  </a:ext>
                </a:extLst>
              </p:cNvPr>
              <p:cNvGrpSpPr/>
              <p:nvPr/>
            </p:nvGrpSpPr>
            <p:grpSpPr>
              <a:xfrm>
                <a:off x="4614180" y="2454195"/>
                <a:ext cx="1162955" cy="763022"/>
                <a:chOff x="4612023" y="2461904"/>
                <a:chExt cx="1162955" cy="763022"/>
              </a:xfrm>
            </p:grpSpPr>
            <p:sp>
              <p:nvSpPr>
                <p:cNvPr id="203" name="Isosceles Triangle 202">
                  <a:extLst>
                    <a:ext uri="{FF2B5EF4-FFF2-40B4-BE49-F238E27FC236}">
                      <a16:creationId xmlns:a16="http://schemas.microsoft.com/office/drawing/2014/main" id="{A8CED169-CB61-B98C-8EAA-23C6D68D2B52}"/>
                    </a:ext>
                  </a:extLst>
                </p:cNvPr>
                <p:cNvSpPr/>
                <p:nvPr/>
              </p:nvSpPr>
              <p:spPr>
                <a:xfrm>
                  <a:off x="5114413" y="3024549"/>
                  <a:ext cx="181649" cy="200377"/>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4" name="Isosceles Triangle 203">
                  <a:extLst>
                    <a:ext uri="{FF2B5EF4-FFF2-40B4-BE49-F238E27FC236}">
                      <a16:creationId xmlns:a16="http://schemas.microsoft.com/office/drawing/2014/main" id="{41C6D53C-977A-939B-FEBD-31CF0EF7EF3E}"/>
                    </a:ext>
                  </a:extLst>
                </p:cNvPr>
                <p:cNvSpPr/>
                <p:nvPr/>
              </p:nvSpPr>
              <p:spPr>
                <a:xfrm flipV="1">
                  <a:off x="5114413" y="2461904"/>
                  <a:ext cx="181649" cy="200377"/>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5" name="Freeform: Shape 204">
                  <a:extLst>
                    <a:ext uri="{FF2B5EF4-FFF2-40B4-BE49-F238E27FC236}">
                      <a16:creationId xmlns:a16="http://schemas.microsoft.com/office/drawing/2014/main" id="{04F95A60-A7BE-9BF0-08D3-C48B86DF4ECC}"/>
                    </a:ext>
                  </a:extLst>
                </p:cNvPr>
                <p:cNvSpPr/>
                <p:nvPr/>
              </p:nvSpPr>
              <p:spPr>
                <a:xfrm>
                  <a:off x="4612024" y="2582284"/>
                  <a:ext cx="511079" cy="109836"/>
                </a:xfrm>
                <a:custGeom>
                  <a:avLst/>
                  <a:gdLst>
                    <a:gd name="connsiteX0" fmla="*/ 0 w 511079"/>
                    <a:gd name="connsiteY0" fmla="*/ 50080 h 109836"/>
                    <a:gd name="connsiteX1" fmla="*/ 138546 w 511079"/>
                    <a:gd name="connsiteY1" fmla="*/ 108577 h 109836"/>
                    <a:gd name="connsiteX2" fmla="*/ 372534 w 511079"/>
                    <a:gd name="connsiteY2" fmla="*/ 819 h 109836"/>
                    <a:gd name="connsiteX3" fmla="*/ 511079 w 511079"/>
                    <a:gd name="connsiteY3" fmla="*/ 59316 h 109836"/>
                  </a:gdLst>
                  <a:ahLst/>
                  <a:cxnLst>
                    <a:cxn ang="0">
                      <a:pos x="connsiteX0" y="connsiteY0"/>
                    </a:cxn>
                    <a:cxn ang="0">
                      <a:pos x="connsiteX1" y="connsiteY1"/>
                    </a:cxn>
                    <a:cxn ang="0">
                      <a:pos x="connsiteX2" y="connsiteY2"/>
                    </a:cxn>
                    <a:cxn ang="0">
                      <a:pos x="connsiteX3" y="connsiteY3"/>
                    </a:cxn>
                  </a:cxnLst>
                  <a:rect l="l" t="t" r="r" b="b"/>
                  <a:pathLst>
                    <a:path w="511079" h="109836">
                      <a:moveTo>
                        <a:pt x="0" y="50080"/>
                      </a:moveTo>
                      <a:cubicBezTo>
                        <a:pt x="38228" y="83433"/>
                        <a:pt x="76457" y="116787"/>
                        <a:pt x="138546" y="108577"/>
                      </a:cubicBezTo>
                      <a:cubicBezTo>
                        <a:pt x="200635" y="100367"/>
                        <a:pt x="310445" y="9029"/>
                        <a:pt x="372534" y="819"/>
                      </a:cubicBezTo>
                      <a:cubicBezTo>
                        <a:pt x="434623" y="-7391"/>
                        <a:pt x="490554" y="48540"/>
                        <a:pt x="511079" y="59316"/>
                      </a:cubicBezTo>
                    </a:path>
                  </a:pathLst>
                </a:custGeom>
                <a:noFill/>
                <a:ln w="381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6" name="Freeform: Shape 205">
                  <a:extLst>
                    <a:ext uri="{FF2B5EF4-FFF2-40B4-BE49-F238E27FC236}">
                      <a16:creationId xmlns:a16="http://schemas.microsoft.com/office/drawing/2014/main" id="{57E89A4A-8576-DA55-9A5C-F7B239F1C4C6}"/>
                    </a:ext>
                  </a:extLst>
                </p:cNvPr>
                <p:cNvSpPr/>
                <p:nvPr/>
              </p:nvSpPr>
              <p:spPr>
                <a:xfrm>
                  <a:off x="4616846" y="2994710"/>
                  <a:ext cx="511079" cy="109836"/>
                </a:xfrm>
                <a:custGeom>
                  <a:avLst/>
                  <a:gdLst>
                    <a:gd name="connsiteX0" fmla="*/ 0 w 511079"/>
                    <a:gd name="connsiteY0" fmla="*/ 50080 h 109836"/>
                    <a:gd name="connsiteX1" fmla="*/ 138546 w 511079"/>
                    <a:gd name="connsiteY1" fmla="*/ 108577 h 109836"/>
                    <a:gd name="connsiteX2" fmla="*/ 372534 w 511079"/>
                    <a:gd name="connsiteY2" fmla="*/ 819 h 109836"/>
                    <a:gd name="connsiteX3" fmla="*/ 511079 w 511079"/>
                    <a:gd name="connsiteY3" fmla="*/ 59316 h 109836"/>
                  </a:gdLst>
                  <a:ahLst/>
                  <a:cxnLst>
                    <a:cxn ang="0">
                      <a:pos x="connsiteX0" y="connsiteY0"/>
                    </a:cxn>
                    <a:cxn ang="0">
                      <a:pos x="connsiteX1" y="connsiteY1"/>
                    </a:cxn>
                    <a:cxn ang="0">
                      <a:pos x="connsiteX2" y="connsiteY2"/>
                    </a:cxn>
                    <a:cxn ang="0">
                      <a:pos x="connsiteX3" y="connsiteY3"/>
                    </a:cxn>
                  </a:cxnLst>
                  <a:rect l="l" t="t" r="r" b="b"/>
                  <a:pathLst>
                    <a:path w="511079" h="109836">
                      <a:moveTo>
                        <a:pt x="0" y="50080"/>
                      </a:moveTo>
                      <a:cubicBezTo>
                        <a:pt x="38228" y="83433"/>
                        <a:pt x="76457" y="116787"/>
                        <a:pt x="138546" y="108577"/>
                      </a:cubicBezTo>
                      <a:cubicBezTo>
                        <a:pt x="200635" y="100367"/>
                        <a:pt x="310445" y="9029"/>
                        <a:pt x="372534" y="819"/>
                      </a:cubicBezTo>
                      <a:cubicBezTo>
                        <a:pt x="434623" y="-7391"/>
                        <a:pt x="490554" y="48540"/>
                        <a:pt x="511079" y="59316"/>
                      </a:cubicBezTo>
                    </a:path>
                  </a:pathLst>
                </a:custGeom>
                <a:noFill/>
                <a:ln w="381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7" name="Freeform: Shape 206">
                  <a:extLst>
                    <a:ext uri="{FF2B5EF4-FFF2-40B4-BE49-F238E27FC236}">
                      <a16:creationId xmlns:a16="http://schemas.microsoft.com/office/drawing/2014/main" id="{18D10F24-A871-2DE9-F87A-A40B96057C42}"/>
                    </a:ext>
                  </a:extLst>
                </p:cNvPr>
                <p:cNvSpPr/>
                <p:nvPr/>
              </p:nvSpPr>
              <p:spPr>
                <a:xfrm>
                  <a:off x="4612024" y="2891602"/>
                  <a:ext cx="511079" cy="109836"/>
                </a:xfrm>
                <a:custGeom>
                  <a:avLst/>
                  <a:gdLst>
                    <a:gd name="connsiteX0" fmla="*/ 0 w 511079"/>
                    <a:gd name="connsiteY0" fmla="*/ 50080 h 109836"/>
                    <a:gd name="connsiteX1" fmla="*/ 138546 w 511079"/>
                    <a:gd name="connsiteY1" fmla="*/ 108577 h 109836"/>
                    <a:gd name="connsiteX2" fmla="*/ 372534 w 511079"/>
                    <a:gd name="connsiteY2" fmla="*/ 819 h 109836"/>
                    <a:gd name="connsiteX3" fmla="*/ 511079 w 511079"/>
                    <a:gd name="connsiteY3" fmla="*/ 59316 h 109836"/>
                  </a:gdLst>
                  <a:ahLst/>
                  <a:cxnLst>
                    <a:cxn ang="0">
                      <a:pos x="connsiteX0" y="connsiteY0"/>
                    </a:cxn>
                    <a:cxn ang="0">
                      <a:pos x="connsiteX1" y="connsiteY1"/>
                    </a:cxn>
                    <a:cxn ang="0">
                      <a:pos x="connsiteX2" y="connsiteY2"/>
                    </a:cxn>
                    <a:cxn ang="0">
                      <a:pos x="connsiteX3" y="connsiteY3"/>
                    </a:cxn>
                  </a:cxnLst>
                  <a:rect l="l" t="t" r="r" b="b"/>
                  <a:pathLst>
                    <a:path w="511079" h="109836">
                      <a:moveTo>
                        <a:pt x="0" y="50080"/>
                      </a:moveTo>
                      <a:cubicBezTo>
                        <a:pt x="38228" y="83433"/>
                        <a:pt x="76457" y="116787"/>
                        <a:pt x="138546" y="108577"/>
                      </a:cubicBezTo>
                      <a:cubicBezTo>
                        <a:pt x="200635" y="100367"/>
                        <a:pt x="310445" y="9029"/>
                        <a:pt x="372534" y="819"/>
                      </a:cubicBezTo>
                      <a:cubicBezTo>
                        <a:pt x="434623" y="-7391"/>
                        <a:pt x="490554" y="48540"/>
                        <a:pt x="511079" y="59316"/>
                      </a:cubicBezTo>
                    </a:path>
                  </a:pathLst>
                </a:custGeom>
                <a:noFill/>
                <a:ln w="381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8" name="Freeform: Shape 207">
                  <a:extLst>
                    <a:ext uri="{FF2B5EF4-FFF2-40B4-BE49-F238E27FC236}">
                      <a16:creationId xmlns:a16="http://schemas.microsoft.com/office/drawing/2014/main" id="{6ADCD1B7-94DB-406A-C518-268BDCF265A9}"/>
                    </a:ext>
                  </a:extLst>
                </p:cNvPr>
                <p:cNvSpPr/>
                <p:nvPr/>
              </p:nvSpPr>
              <p:spPr>
                <a:xfrm>
                  <a:off x="4617696" y="2788496"/>
                  <a:ext cx="511079" cy="109836"/>
                </a:xfrm>
                <a:custGeom>
                  <a:avLst/>
                  <a:gdLst>
                    <a:gd name="connsiteX0" fmla="*/ 0 w 511079"/>
                    <a:gd name="connsiteY0" fmla="*/ 50080 h 109836"/>
                    <a:gd name="connsiteX1" fmla="*/ 138546 w 511079"/>
                    <a:gd name="connsiteY1" fmla="*/ 108577 h 109836"/>
                    <a:gd name="connsiteX2" fmla="*/ 372534 w 511079"/>
                    <a:gd name="connsiteY2" fmla="*/ 819 h 109836"/>
                    <a:gd name="connsiteX3" fmla="*/ 511079 w 511079"/>
                    <a:gd name="connsiteY3" fmla="*/ 59316 h 109836"/>
                  </a:gdLst>
                  <a:ahLst/>
                  <a:cxnLst>
                    <a:cxn ang="0">
                      <a:pos x="connsiteX0" y="connsiteY0"/>
                    </a:cxn>
                    <a:cxn ang="0">
                      <a:pos x="connsiteX1" y="connsiteY1"/>
                    </a:cxn>
                    <a:cxn ang="0">
                      <a:pos x="connsiteX2" y="connsiteY2"/>
                    </a:cxn>
                    <a:cxn ang="0">
                      <a:pos x="connsiteX3" y="connsiteY3"/>
                    </a:cxn>
                  </a:cxnLst>
                  <a:rect l="l" t="t" r="r" b="b"/>
                  <a:pathLst>
                    <a:path w="511079" h="109836">
                      <a:moveTo>
                        <a:pt x="0" y="50080"/>
                      </a:moveTo>
                      <a:cubicBezTo>
                        <a:pt x="38228" y="83433"/>
                        <a:pt x="76457" y="116787"/>
                        <a:pt x="138546" y="108577"/>
                      </a:cubicBezTo>
                      <a:cubicBezTo>
                        <a:pt x="200635" y="100367"/>
                        <a:pt x="310445" y="9029"/>
                        <a:pt x="372534" y="819"/>
                      </a:cubicBezTo>
                      <a:cubicBezTo>
                        <a:pt x="434623" y="-7391"/>
                        <a:pt x="490554" y="48540"/>
                        <a:pt x="511079" y="59316"/>
                      </a:cubicBezTo>
                    </a:path>
                  </a:pathLst>
                </a:custGeom>
                <a:noFill/>
                <a:ln w="381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9" name="Freeform: Shape 208">
                  <a:extLst>
                    <a:ext uri="{FF2B5EF4-FFF2-40B4-BE49-F238E27FC236}">
                      <a16:creationId xmlns:a16="http://schemas.microsoft.com/office/drawing/2014/main" id="{1E2E5F26-E270-0671-70B4-E6F7E7004174}"/>
                    </a:ext>
                  </a:extLst>
                </p:cNvPr>
                <p:cNvSpPr/>
                <p:nvPr/>
              </p:nvSpPr>
              <p:spPr>
                <a:xfrm>
                  <a:off x="4612023" y="2685390"/>
                  <a:ext cx="511079" cy="109836"/>
                </a:xfrm>
                <a:custGeom>
                  <a:avLst/>
                  <a:gdLst>
                    <a:gd name="connsiteX0" fmla="*/ 0 w 511079"/>
                    <a:gd name="connsiteY0" fmla="*/ 50080 h 109836"/>
                    <a:gd name="connsiteX1" fmla="*/ 138546 w 511079"/>
                    <a:gd name="connsiteY1" fmla="*/ 108577 h 109836"/>
                    <a:gd name="connsiteX2" fmla="*/ 372534 w 511079"/>
                    <a:gd name="connsiteY2" fmla="*/ 819 h 109836"/>
                    <a:gd name="connsiteX3" fmla="*/ 511079 w 511079"/>
                    <a:gd name="connsiteY3" fmla="*/ 59316 h 109836"/>
                  </a:gdLst>
                  <a:ahLst/>
                  <a:cxnLst>
                    <a:cxn ang="0">
                      <a:pos x="connsiteX0" y="connsiteY0"/>
                    </a:cxn>
                    <a:cxn ang="0">
                      <a:pos x="connsiteX1" y="connsiteY1"/>
                    </a:cxn>
                    <a:cxn ang="0">
                      <a:pos x="connsiteX2" y="connsiteY2"/>
                    </a:cxn>
                    <a:cxn ang="0">
                      <a:pos x="connsiteX3" y="connsiteY3"/>
                    </a:cxn>
                  </a:cxnLst>
                  <a:rect l="l" t="t" r="r" b="b"/>
                  <a:pathLst>
                    <a:path w="511079" h="109836">
                      <a:moveTo>
                        <a:pt x="0" y="50080"/>
                      </a:moveTo>
                      <a:cubicBezTo>
                        <a:pt x="38228" y="83433"/>
                        <a:pt x="76457" y="116787"/>
                        <a:pt x="138546" y="108577"/>
                      </a:cubicBezTo>
                      <a:cubicBezTo>
                        <a:pt x="200635" y="100367"/>
                        <a:pt x="310445" y="9029"/>
                        <a:pt x="372534" y="819"/>
                      </a:cubicBezTo>
                      <a:cubicBezTo>
                        <a:pt x="434623" y="-7391"/>
                        <a:pt x="490554" y="48540"/>
                        <a:pt x="511079" y="59316"/>
                      </a:cubicBezTo>
                    </a:path>
                  </a:pathLst>
                </a:custGeom>
                <a:noFill/>
                <a:ln w="381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0" name="Freeform: Shape 209">
                  <a:extLst>
                    <a:ext uri="{FF2B5EF4-FFF2-40B4-BE49-F238E27FC236}">
                      <a16:creationId xmlns:a16="http://schemas.microsoft.com/office/drawing/2014/main" id="{16856728-59CA-8342-7766-9DC3E508EF3E}"/>
                    </a:ext>
                  </a:extLst>
                </p:cNvPr>
                <p:cNvSpPr/>
                <p:nvPr/>
              </p:nvSpPr>
              <p:spPr>
                <a:xfrm>
                  <a:off x="5263899" y="2690254"/>
                  <a:ext cx="511079" cy="109836"/>
                </a:xfrm>
                <a:custGeom>
                  <a:avLst/>
                  <a:gdLst>
                    <a:gd name="connsiteX0" fmla="*/ 0 w 511079"/>
                    <a:gd name="connsiteY0" fmla="*/ 50080 h 109836"/>
                    <a:gd name="connsiteX1" fmla="*/ 138546 w 511079"/>
                    <a:gd name="connsiteY1" fmla="*/ 108577 h 109836"/>
                    <a:gd name="connsiteX2" fmla="*/ 372534 w 511079"/>
                    <a:gd name="connsiteY2" fmla="*/ 819 h 109836"/>
                    <a:gd name="connsiteX3" fmla="*/ 511079 w 511079"/>
                    <a:gd name="connsiteY3" fmla="*/ 59316 h 109836"/>
                  </a:gdLst>
                  <a:ahLst/>
                  <a:cxnLst>
                    <a:cxn ang="0">
                      <a:pos x="connsiteX0" y="connsiteY0"/>
                    </a:cxn>
                    <a:cxn ang="0">
                      <a:pos x="connsiteX1" y="connsiteY1"/>
                    </a:cxn>
                    <a:cxn ang="0">
                      <a:pos x="connsiteX2" y="connsiteY2"/>
                    </a:cxn>
                    <a:cxn ang="0">
                      <a:pos x="connsiteX3" y="connsiteY3"/>
                    </a:cxn>
                  </a:cxnLst>
                  <a:rect l="l" t="t" r="r" b="b"/>
                  <a:pathLst>
                    <a:path w="511079" h="109836">
                      <a:moveTo>
                        <a:pt x="0" y="50080"/>
                      </a:moveTo>
                      <a:cubicBezTo>
                        <a:pt x="38228" y="83433"/>
                        <a:pt x="76457" y="116787"/>
                        <a:pt x="138546" y="108577"/>
                      </a:cubicBezTo>
                      <a:cubicBezTo>
                        <a:pt x="200635" y="100367"/>
                        <a:pt x="310445" y="9029"/>
                        <a:pt x="372534" y="819"/>
                      </a:cubicBezTo>
                      <a:cubicBezTo>
                        <a:pt x="434623" y="-7391"/>
                        <a:pt x="490554" y="48540"/>
                        <a:pt x="511079" y="59316"/>
                      </a:cubicBezTo>
                    </a:path>
                  </a:pathLst>
                </a:custGeom>
                <a:noFill/>
                <a:ln w="381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1" name="Freeform: Shape 210">
                  <a:extLst>
                    <a:ext uri="{FF2B5EF4-FFF2-40B4-BE49-F238E27FC236}">
                      <a16:creationId xmlns:a16="http://schemas.microsoft.com/office/drawing/2014/main" id="{4541ACC2-8BD9-D61E-BC41-EC406444E9D9}"/>
                    </a:ext>
                  </a:extLst>
                </p:cNvPr>
                <p:cNvSpPr/>
                <p:nvPr/>
              </p:nvSpPr>
              <p:spPr>
                <a:xfrm>
                  <a:off x="5263899" y="2790727"/>
                  <a:ext cx="511079" cy="109836"/>
                </a:xfrm>
                <a:custGeom>
                  <a:avLst/>
                  <a:gdLst>
                    <a:gd name="connsiteX0" fmla="*/ 0 w 511079"/>
                    <a:gd name="connsiteY0" fmla="*/ 50080 h 109836"/>
                    <a:gd name="connsiteX1" fmla="*/ 138546 w 511079"/>
                    <a:gd name="connsiteY1" fmla="*/ 108577 h 109836"/>
                    <a:gd name="connsiteX2" fmla="*/ 372534 w 511079"/>
                    <a:gd name="connsiteY2" fmla="*/ 819 h 109836"/>
                    <a:gd name="connsiteX3" fmla="*/ 511079 w 511079"/>
                    <a:gd name="connsiteY3" fmla="*/ 59316 h 109836"/>
                  </a:gdLst>
                  <a:ahLst/>
                  <a:cxnLst>
                    <a:cxn ang="0">
                      <a:pos x="connsiteX0" y="connsiteY0"/>
                    </a:cxn>
                    <a:cxn ang="0">
                      <a:pos x="connsiteX1" y="connsiteY1"/>
                    </a:cxn>
                    <a:cxn ang="0">
                      <a:pos x="connsiteX2" y="connsiteY2"/>
                    </a:cxn>
                    <a:cxn ang="0">
                      <a:pos x="connsiteX3" y="connsiteY3"/>
                    </a:cxn>
                  </a:cxnLst>
                  <a:rect l="l" t="t" r="r" b="b"/>
                  <a:pathLst>
                    <a:path w="511079" h="109836">
                      <a:moveTo>
                        <a:pt x="0" y="50080"/>
                      </a:moveTo>
                      <a:cubicBezTo>
                        <a:pt x="38228" y="83433"/>
                        <a:pt x="76457" y="116787"/>
                        <a:pt x="138546" y="108577"/>
                      </a:cubicBezTo>
                      <a:cubicBezTo>
                        <a:pt x="200635" y="100367"/>
                        <a:pt x="310445" y="9029"/>
                        <a:pt x="372534" y="819"/>
                      </a:cubicBezTo>
                      <a:cubicBezTo>
                        <a:pt x="434623" y="-7391"/>
                        <a:pt x="490554" y="48540"/>
                        <a:pt x="511079" y="59316"/>
                      </a:cubicBezTo>
                    </a:path>
                  </a:pathLst>
                </a:custGeom>
                <a:noFill/>
                <a:ln w="381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2" name="Freeform: Shape 211">
                  <a:extLst>
                    <a:ext uri="{FF2B5EF4-FFF2-40B4-BE49-F238E27FC236}">
                      <a16:creationId xmlns:a16="http://schemas.microsoft.com/office/drawing/2014/main" id="{0B62AED9-0700-CCBF-A696-4B330EA3E7B7}"/>
                    </a:ext>
                  </a:extLst>
                </p:cNvPr>
                <p:cNvSpPr/>
                <p:nvPr/>
              </p:nvSpPr>
              <p:spPr>
                <a:xfrm>
                  <a:off x="5263899" y="2891200"/>
                  <a:ext cx="511079" cy="109836"/>
                </a:xfrm>
                <a:custGeom>
                  <a:avLst/>
                  <a:gdLst>
                    <a:gd name="connsiteX0" fmla="*/ 0 w 511079"/>
                    <a:gd name="connsiteY0" fmla="*/ 50080 h 109836"/>
                    <a:gd name="connsiteX1" fmla="*/ 138546 w 511079"/>
                    <a:gd name="connsiteY1" fmla="*/ 108577 h 109836"/>
                    <a:gd name="connsiteX2" fmla="*/ 372534 w 511079"/>
                    <a:gd name="connsiteY2" fmla="*/ 819 h 109836"/>
                    <a:gd name="connsiteX3" fmla="*/ 511079 w 511079"/>
                    <a:gd name="connsiteY3" fmla="*/ 59316 h 109836"/>
                  </a:gdLst>
                  <a:ahLst/>
                  <a:cxnLst>
                    <a:cxn ang="0">
                      <a:pos x="connsiteX0" y="connsiteY0"/>
                    </a:cxn>
                    <a:cxn ang="0">
                      <a:pos x="connsiteX1" y="connsiteY1"/>
                    </a:cxn>
                    <a:cxn ang="0">
                      <a:pos x="connsiteX2" y="connsiteY2"/>
                    </a:cxn>
                    <a:cxn ang="0">
                      <a:pos x="connsiteX3" y="connsiteY3"/>
                    </a:cxn>
                  </a:cxnLst>
                  <a:rect l="l" t="t" r="r" b="b"/>
                  <a:pathLst>
                    <a:path w="511079" h="109836">
                      <a:moveTo>
                        <a:pt x="0" y="50080"/>
                      </a:moveTo>
                      <a:cubicBezTo>
                        <a:pt x="38228" y="83433"/>
                        <a:pt x="76457" y="116787"/>
                        <a:pt x="138546" y="108577"/>
                      </a:cubicBezTo>
                      <a:cubicBezTo>
                        <a:pt x="200635" y="100367"/>
                        <a:pt x="310445" y="9029"/>
                        <a:pt x="372534" y="819"/>
                      </a:cubicBezTo>
                      <a:cubicBezTo>
                        <a:pt x="434623" y="-7391"/>
                        <a:pt x="490554" y="48540"/>
                        <a:pt x="511079" y="59316"/>
                      </a:cubicBezTo>
                    </a:path>
                  </a:pathLst>
                </a:custGeom>
                <a:noFill/>
                <a:ln w="381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33" name="Group 232">
              <a:extLst>
                <a:ext uri="{FF2B5EF4-FFF2-40B4-BE49-F238E27FC236}">
                  <a16:creationId xmlns:a16="http://schemas.microsoft.com/office/drawing/2014/main" id="{5FA079F6-5D36-F862-2FFF-0B659D29A72C}"/>
                </a:ext>
              </a:extLst>
            </p:cNvPr>
            <p:cNvGrpSpPr/>
            <p:nvPr/>
          </p:nvGrpSpPr>
          <p:grpSpPr>
            <a:xfrm>
              <a:off x="8255864" y="1512403"/>
              <a:ext cx="3600000" cy="2160000"/>
              <a:chOff x="8255864" y="1512403"/>
              <a:chExt cx="3600000" cy="2160000"/>
            </a:xfrm>
          </p:grpSpPr>
          <p:grpSp>
            <p:nvGrpSpPr>
              <p:cNvPr id="149" name="Group 148">
                <a:extLst>
                  <a:ext uri="{FF2B5EF4-FFF2-40B4-BE49-F238E27FC236}">
                    <a16:creationId xmlns:a16="http://schemas.microsoft.com/office/drawing/2014/main" id="{DCFD9A76-E004-4BC6-2997-59C24323672F}"/>
                  </a:ext>
                </a:extLst>
              </p:cNvPr>
              <p:cNvGrpSpPr/>
              <p:nvPr/>
            </p:nvGrpSpPr>
            <p:grpSpPr>
              <a:xfrm>
                <a:off x="8255864" y="1512403"/>
                <a:ext cx="3600000" cy="2160000"/>
                <a:chOff x="4503464" y="1482926"/>
                <a:chExt cx="3600000" cy="2166338"/>
              </a:xfrm>
            </p:grpSpPr>
            <p:sp>
              <p:nvSpPr>
                <p:cNvPr id="152" name="Rectangle: Rounded Corners 151">
                  <a:extLst>
                    <a:ext uri="{FF2B5EF4-FFF2-40B4-BE49-F238E27FC236}">
                      <a16:creationId xmlns:a16="http://schemas.microsoft.com/office/drawing/2014/main" id="{3DA50CAE-E669-4153-6B5B-15FD5EA48406}"/>
                    </a:ext>
                  </a:extLst>
                </p:cNvPr>
                <p:cNvSpPr/>
                <p:nvPr/>
              </p:nvSpPr>
              <p:spPr>
                <a:xfrm>
                  <a:off x="4503464" y="1489264"/>
                  <a:ext cx="3600000" cy="2160000"/>
                </a:xfrm>
                <a:prstGeom prst="roundRect">
                  <a:avLst/>
                </a:prstGeom>
                <a:solidFill>
                  <a:schemeClr val="bg2"/>
                </a:solid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3" name="Rectangle: Top Corners Rounded 152">
                  <a:extLst>
                    <a:ext uri="{FF2B5EF4-FFF2-40B4-BE49-F238E27FC236}">
                      <a16:creationId xmlns:a16="http://schemas.microsoft.com/office/drawing/2014/main" id="{421E74AB-8402-E22D-DB59-25A7CC40A7EC}"/>
                    </a:ext>
                  </a:extLst>
                </p:cNvPr>
                <p:cNvSpPr/>
                <p:nvPr/>
              </p:nvSpPr>
              <p:spPr>
                <a:xfrm>
                  <a:off x="4503464" y="1482926"/>
                  <a:ext cx="3600000" cy="569601"/>
                </a:xfrm>
                <a:prstGeom prst="round2SameRect">
                  <a:avLst>
                    <a:gd name="adj1" fmla="val 50000"/>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t>Manage Flow</a:t>
                  </a:r>
                </a:p>
              </p:txBody>
            </p:sp>
          </p:grpSp>
          <p:sp>
            <p:nvSpPr>
              <p:cNvPr id="150" name="Rectangle: Top Corners Rounded 149">
                <a:extLst>
                  <a:ext uri="{FF2B5EF4-FFF2-40B4-BE49-F238E27FC236}">
                    <a16:creationId xmlns:a16="http://schemas.microsoft.com/office/drawing/2014/main" id="{DAACE972-EDD7-BCC3-B3A8-236A3029BCDE}"/>
                  </a:ext>
                </a:extLst>
              </p:cNvPr>
              <p:cNvSpPr/>
              <p:nvPr/>
            </p:nvSpPr>
            <p:spPr>
              <a:xfrm>
                <a:off x="10055864" y="2067544"/>
                <a:ext cx="1800000" cy="1604859"/>
              </a:xfrm>
              <a:prstGeom prst="round2SameRect">
                <a:avLst>
                  <a:gd name="adj1" fmla="val 0"/>
                  <a:gd name="adj2" fmla="val 2365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171450" indent="-171450">
                  <a:buFont typeface="Arial" panose="020B0604020202020204" pitchFamily="34" charset="0"/>
                  <a:buChar char="•"/>
                </a:pPr>
                <a:r>
                  <a:rPr lang="en-GB" sz="1100" dirty="0">
                    <a:solidFill>
                      <a:schemeClr val="tx1"/>
                    </a:solidFill>
                  </a:rPr>
                  <a:t>Flow is the movement of work.</a:t>
                </a:r>
              </a:p>
              <a:p>
                <a:pPr marL="171450" indent="-171450">
                  <a:buFont typeface="Arial" panose="020B0604020202020204" pitchFamily="34" charset="0"/>
                  <a:buChar char="•"/>
                </a:pPr>
                <a:r>
                  <a:rPr lang="en-GB" sz="1100" dirty="0">
                    <a:solidFill>
                      <a:schemeClr val="tx1"/>
                    </a:solidFill>
                  </a:rPr>
                  <a:t>Manage flow to be smooth and predictable. </a:t>
                </a:r>
              </a:p>
              <a:p>
                <a:pPr marL="171450" indent="-171450">
                  <a:buFont typeface="Arial" panose="020B0604020202020204" pitchFamily="34" charset="0"/>
                  <a:buChar char="•"/>
                </a:pPr>
                <a:r>
                  <a:rPr lang="en-GB" sz="1100" dirty="0">
                    <a:solidFill>
                      <a:schemeClr val="tx1"/>
                    </a:solidFill>
                  </a:rPr>
                  <a:t>Use data.</a:t>
                </a:r>
              </a:p>
            </p:txBody>
          </p:sp>
          <p:sp>
            <p:nvSpPr>
              <p:cNvPr id="151" name="Rectangle: Top Corners Rounded 150">
                <a:extLst>
                  <a:ext uri="{FF2B5EF4-FFF2-40B4-BE49-F238E27FC236}">
                    <a16:creationId xmlns:a16="http://schemas.microsoft.com/office/drawing/2014/main" id="{E94C450E-10CA-4E6D-4F0B-D46250328A3C}"/>
                  </a:ext>
                </a:extLst>
              </p:cNvPr>
              <p:cNvSpPr/>
              <p:nvPr/>
            </p:nvSpPr>
            <p:spPr>
              <a:xfrm>
                <a:off x="8255864" y="2067544"/>
                <a:ext cx="1800000" cy="1604859"/>
              </a:xfrm>
              <a:prstGeom prst="round2SameRect">
                <a:avLst>
                  <a:gd name="adj1" fmla="val 0"/>
                  <a:gd name="adj2" fmla="val 2365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171450" indent="-171450">
                  <a:buFont typeface="Arial" panose="020B0604020202020204" pitchFamily="34" charset="0"/>
                  <a:buChar char="•"/>
                </a:pPr>
                <a:endParaRPr lang="en-GB" sz="1100" dirty="0">
                  <a:solidFill>
                    <a:schemeClr val="tx1"/>
                  </a:solidFill>
                </a:endParaRPr>
              </a:p>
            </p:txBody>
          </p:sp>
          <p:grpSp>
            <p:nvGrpSpPr>
              <p:cNvPr id="232" name="Group 231">
                <a:extLst>
                  <a:ext uri="{FF2B5EF4-FFF2-40B4-BE49-F238E27FC236}">
                    <a16:creationId xmlns:a16="http://schemas.microsoft.com/office/drawing/2014/main" id="{8BA1972B-D0B9-CE57-5B5C-43330A5C36F4}"/>
                  </a:ext>
                </a:extLst>
              </p:cNvPr>
              <p:cNvGrpSpPr/>
              <p:nvPr/>
            </p:nvGrpSpPr>
            <p:grpSpPr>
              <a:xfrm>
                <a:off x="8773635" y="2511019"/>
                <a:ext cx="764458" cy="764458"/>
                <a:chOff x="8698664" y="2422157"/>
                <a:chExt cx="764458" cy="764458"/>
              </a:xfrm>
            </p:grpSpPr>
            <p:cxnSp>
              <p:nvCxnSpPr>
                <p:cNvPr id="216" name="Straight Connector 215">
                  <a:extLst>
                    <a:ext uri="{FF2B5EF4-FFF2-40B4-BE49-F238E27FC236}">
                      <a16:creationId xmlns:a16="http://schemas.microsoft.com/office/drawing/2014/main" id="{4562DF2F-80D8-1131-0C1F-73CD4B71FC81}"/>
                    </a:ext>
                  </a:extLst>
                </p:cNvPr>
                <p:cNvCxnSpPr/>
                <p:nvPr/>
              </p:nvCxnSpPr>
              <p:spPr>
                <a:xfrm>
                  <a:off x="8778705" y="2422157"/>
                  <a:ext cx="0" cy="7644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51C0C6A3-D69D-7A49-CA10-581DC6210714}"/>
                    </a:ext>
                  </a:extLst>
                </p:cNvPr>
                <p:cNvCxnSpPr>
                  <a:cxnSpLocks/>
                </p:cNvCxnSpPr>
                <p:nvPr/>
              </p:nvCxnSpPr>
              <p:spPr>
                <a:xfrm rot="5400000">
                  <a:off x="9080893" y="2734799"/>
                  <a:ext cx="0" cy="7644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1" name="Freeform: Shape 230">
                  <a:extLst>
                    <a:ext uri="{FF2B5EF4-FFF2-40B4-BE49-F238E27FC236}">
                      <a16:creationId xmlns:a16="http://schemas.microsoft.com/office/drawing/2014/main" id="{4B020B1D-AB04-0BAD-F793-3D186D00FB4A}"/>
                    </a:ext>
                  </a:extLst>
                </p:cNvPr>
                <p:cNvSpPr/>
                <p:nvPr/>
              </p:nvSpPr>
              <p:spPr>
                <a:xfrm>
                  <a:off x="8888104" y="2552131"/>
                  <a:ext cx="522027" cy="464024"/>
                </a:xfrm>
                <a:custGeom>
                  <a:avLst/>
                  <a:gdLst>
                    <a:gd name="connsiteX0" fmla="*/ 0 w 522027"/>
                    <a:gd name="connsiteY0" fmla="*/ 464024 h 464024"/>
                    <a:gd name="connsiteX1" fmla="*/ 156950 w 522027"/>
                    <a:gd name="connsiteY1" fmla="*/ 259308 h 464024"/>
                    <a:gd name="connsiteX2" fmla="*/ 378726 w 522027"/>
                    <a:gd name="connsiteY2" fmla="*/ 177421 h 464024"/>
                    <a:gd name="connsiteX3" fmla="*/ 522027 w 522027"/>
                    <a:gd name="connsiteY3" fmla="*/ 0 h 464024"/>
                    <a:gd name="connsiteX0" fmla="*/ 0 w 522027"/>
                    <a:gd name="connsiteY0" fmla="*/ 464024 h 464024"/>
                    <a:gd name="connsiteX1" fmla="*/ 156950 w 522027"/>
                    <a:gd name="connsiteY1" fmla="*/ 259308 h 464024"/>
                    <a:gd name="connsiteX2" fmla="*/ 378726 w 522027"/>
                    <a:gd name="connsiteY2" fmla="*/ 177421 h 464024"/>
                    <a:gd name="connsiteX3" fmla="*/ 522027 w 522027"/>
                    <a:gd name="connsiteY3" fmla="*/ 0 h 464024"/>
                    <a:gd name="connsiteX0" fmla="*/ 0 w 522027"/>
                    <a:gd name="connsiteY0" fmla="*/ 464024 h 464024"/>
                    <a:gd name="connsiteX1" fmla="*/ 156950 w 522027"/>
                    <a:gd name="connsiteY1" fmla="*/ 259308 h 464024"/>
                    <a:gd name="connsiteX2" fmla="*/ 378726 w 522027"/>
                    <a:gd name="connsiteY2" fmla="*/ 177421 h 464024"/>
                    <a:gd name="connsiteX3" fmla="*/ 522027 w 522027"/>
                    <a:gd name="connsiteY3" fmla="*/ 0 h 464024"/>
                    <a:gd name="connsiteX0" fmla="*/ 0 w 522027"/>
                    <a:gd name="connsiteY0" fmla="*/ 464024 h 464024"/>
                    <a:gd name="connsiteX1" fmla="*/ 156950 w 522027"/>
                    <a:gd name="connsiteY1" fmla="*/ 259308 h 464024"/>
                    <a:gd name="connsiteX2" fmla="*/ 378726 w 522027"/>
                    <a:gd name="connsiteY2" fmla="*/ 177421 h 464024"/>
                    <a:gd name="connsiteX3" fmla="*/ 522027 w 522027"/>
                    <a:gd name="connsiteY3" fmla="*/ 0 h 464024"/>
                    <a:gd name="connsiteX0" fmla="*/ 0 w 522027"/>
                    <a:gd name="connsiteY0" fmla="*/ 464024 h 464024"/>
                    <a:gd name="connsiteX1" fmla="*/ 156950 w 522027"/>
                    <a:gd name="connsiteY1" fmla="*/ 259308 h 464024"/>
                    <a:gd name="connsiteX2" fmla="*/ 378726 w 522027"/>
                    <a:gd name="connsiteY2" fmla="*/ 177421 h 464024"/>
                    <a:gd name="connsiteX3" fmla="*/ 522027 w 522027"/>
                    <a:gd name="connsiteY3" fmla="*/ 0 h 464024"/>
                    <a:gd name="connsiteX0" fmla="*/ 0 w 522027"/>
                    <a:gd name="connsiteY0" fmla="*/ 464024 h 464024"/>
                    <a:gd name="connsiteX1" fmla="*/ 156950 w 522027"/>
                    <a:gd name="connsiteY1" fmla="*/ 259308 h 464024"/>
                    <a:gd name="connsiteX2" fmla="*/ 378726 w 522027"/>
                    <a:gd name="connsiteY2" fmla="*/ 177421 h 464024"/>
                    <a:gd name="connsiteX3" fmla="*/ 522027 w 522027"/>
                    <a:gd name="connsiteY3" fmla="*/ 0 h 464024"/>
                    <a:gd name="connsiteX0" fmla="*/ 0 w 522027"/>
                    <a:gd name="connsiteY0" fmla="*/ 464024 h 464024"/>
                    <a:gd name="connsiteX1" fmla="*/ 156950 w 522027"/>
                    <a:gd name="connsiteY1" fmla="*/ 259308 h 464024"/>
                    <a:gd name="connsiteX2" fmla="*/ 378726 w 522027"/>
                    <a:gd name="connsiteY2" fmla="*/ 177421 h 464024"/>
                    <a:gd name="connsiteX3" fmla="*/ 522027 w 522027"/>
                    <a:gd name="connsiteY3" fmla="*/ 0 h 464024"/>
                    <a:gd name="connsiteX0" fmla="*/ 0 w 522027"/>
                    <a:gd name="connsiteY0" fmla="*/ 464024 h 464024"/>
                    <a:gd name="connsiteX1" fmla="*/ 156950 w 522027"/>
                    <a:gd name="connsiteY1" fmla="*/ 259308 h 464024"/>
                    <a:gd name="connsiteX2" fmla="*/ 378726 w 522027"/>
                    <a:gd name="connsiteY2" fmla="*/ 177421 h 464024"/>
                    <a:gd name="connsiteX3" fmla="*/ 522027 w 522027"/>
                    <a:gd name="connsiteY3" fmla="*/ 0 h 464024"/>
                    <a:gd name="connsiteX0" fmla="*/ 0 w 522027"/>
                    <a:gd name="connsiteY0" fmla="*/ 464024 h 464024"/>
                    <a:gd name="connsiteX1" fmla="*/ 156950 w 522027"/>
                    <a:gd name="connsiteY1" fmla="*/ 259308 h 464024"/>
                    <a:gd name="connsiteX2" fmla="*/ 378726 w 522027"/>
                    <a:gd name="connsiteY2" fmla="*/ 177421 h 464024"/>
                    <a:gd name="connsiteX3" fmla="*/ 522027 w 522027"/>
                    <a:gd name="connsiteY3" fmla="*/ 0 h 464024"/>
                    <a:gd name="connsiteX0" fmla="*/ 0 w 522027"/>
                    <a:gd name="connsiteY0" fmla="*/ 464024 h 464024"/>
                    <a:gd name="connsiteX1" fmla="*/ 156950 w 522027"/>
                    <a:gd name="connsiteY1" fmla="*/ 259308 h 464024"/>
                    <a:gd name="connsiteX2" fmla="*/ 378726 w 522027"/>
                    <a:gd name="connsiteY2" fmla="*/ 177421 h 464024"/>
                    <a:gd name="connsiteX3" fmla="*/ 522027 w 522027"/>
                    <a:gd name="connsiteY3" fmla="*/ 0 h 464024"/>
                    <a:gd name="connsiteX0" fmla="*/ 0 w 522027"/>
                    <a:gd name="connsiteY0" fmla="*/ 464024 h 464024"/>
                    <a:gd name="connsiteX1" fmla="*/ 156950 w 522027"/>
                    <a:gd name="connsiteY1" fmla="*/ 259308 h 464024"/>
                    <a:gd name="connsiteX2" fmla="*/ 378726 w 522027"/>
                    <a:gd name="connsiteY2" fmla="*/ 177421 h 464024"/>
                    <a:gd name="connsiteX3" fmla="*/ 522027 w 522027"/>
                    <a:gd name="connsiteY3" fmla="*/ 0 h 464024"/>
                    <a:gd name="connsiteX0" fmla="*/ 0 w 522027"/>
                    <a:gd name="connsiteY0" fmla="*/ 464024 h 464024"/>
                    <a:gd name="connsiteX1" fmla="*/ 156950 w 522027"/>
                    <a:gd name="connsiteY1" fmla="*/ 259308 h 464024"/>
                    <a:gd name="connsiteX2" fmla="*/ 378726 w 522027"/>
                    <a:gd name="connsiteY2" fmla="*/ 177421 h 464024"/>
                    <a:gd name="connsiteX3" fmla="*/ 522027 w 522027"/>
                    <a:gd name="connsiteY3" fmla="*/ 0 h 464024"/>
                  </a:gdLst>
                  <a:ahLst/>
                  <a:cxnLst>
                    <a:cxn ang="0">
                      <a:pos x="connsiteX0" y="connsiteY0"/>
                    </a:cxn>
                    <a:cxn ang="0">
                      <a:pos x="connsiteX1" y="connsiteY1"/>
                    </a:cxn>
                    <a:cxn ang="0">
                      <a:pos x="connsiteX2" y="connsiteY2"/>
                    </a:cxn>
                    <a:cxn ang="0">
                      <a:pos x="connsiteX3" y="connsiteY3"/>
                    </a:cxn>
                  </a:cxnLst>
                  <a:rect l="l" t="t" r="r" b="b"/>
                  <a:pathLst>
                    <a:path w="522027" h="464024">
                      <a:moveTo>
                        <a:pt x="0" y="464024"/>
                      </a:moveTo>
                      <a:cubicBezTo>
                        <a:pt x="46914" y="385549"/>
                        <a:pt x="90417" y="361666"/>
                        <a:pt x="156950" y="259308"/>
                      </a:cubicBezTo>
                      <a:cubicBezTo>
                        <a:pt x="250778" y="214953"/>
                        <a:pt x="269320" y="228118"/>
                        <a:pt x="378726" y="177421"/>
                      </a:cubicBezTo>
                      <a:cubicBezTo>
                        <a:pt x="432748" y="120555"/>
                        <a:pt x="500418" y="28433"/>
                        <a:pt x="522027" y="0"/>
                      </a:cubicBezTo>
                    </a:path>
                  </a:pathLst>
                </a:custGeom>
                <a:noFill/>
                <a:ln w="25400" cap="rnd">
                  <a:solidFill>
                    <a:schemeClr val="tx1"/>
                  </a:solidFill>
                  <a:tailEnd type="triangle" w="lg"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8" name="Oval 217">
                  <a:extLst>
                    <a:ext uri="{FF2B5EF4-FFF2-40B4-BE49-F238E27FC236}">
                      <a16:creationId xmlns:a16="http://schemas.microsoft.com/office/drawing/2014/main" id="{3BCB4387-A747-20B4-2DD0-6E7A805D3C33}"/>
                    </a:ext>
                  </a:extLst>
                </p:cNvPr>
                <p:cNvSpPr/>
                <p:nvPr/>
              </p:nvSpPr>
              <p:spPr>
                <a:xfrm>
                  <a:off x="8853206" y="2982865"/>
                  <a:ext cx="72000" cy="72000"/>
                </a:xfrm>
                <a:prstGeom prst="ellipse">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9" name="Oval 218">
                  <a:extLst>
                    <a:ext uri="{FF2B5EF4-FFF2-40B4-BE49-F238E27FC236}">
                      <a16:creationId xmlns:a16="http://schemas.microsoft.com/office/drawing/2014/main" id="{CBE95F10-E668-DF79-70B3-E600151642C0}"/>
                    </a:ext>
                  </a:extLst>
                </p:cNvPr>
                <p:cNvSpPr/>
                <p:nvPr/>
              </p:nvSpPr>
              <p:spPr>
                <a:xfrm>
                  <a:off x="9008893" y="2776976"/>
                  <a:ext cx="72000" cy="72000"/>
                </a:xfrm>
                <a:prstGeom prst="ellipse">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0" name="Oval 219">
                  <a:extLst>
                    <a:ext uri="{FF2B5EF4-FFF2-40B4-BE49-F238E27FC236}">
                      <a16:creationId xmlns:a16="http://schemas.microsoft.com/office/drawing/2014/main" id="{087C98DB-EC57-BF6F-A7A9-16B9978F25C9}"/>
                    </a:ext>
                  </a:extLst>
                </p:cNvPr>
                <p:cNvSpPr/>
                <p:nvPr/>
              </p:nvSpPr>
              <p:spPr>
                <a:xfrm>
                  <a:off x="9229547" y="2694751"/>
                  <a:ext cx="72000" cy="72000"/>
                </a:xfrm>
                <a:prstGeom prst="ellipse">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spTree>
    <p:extLst>
      <p:ext uri="{BB962C8B-B14F-4D97-AF65-F5344CB8AC3E}">
        <p14:creationId xmlns:p14="http://schemas.microsoft.com/office/powerpoint/2010/main" val="201815696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8058D8-23A5-3F41-B442-DDA4226E2A61}"/>
              </a:ext>
            </a:extLst>
          </p:cNvPr>
          <p:cNvSpPr>
            <a:spLocks noGrp="1"/>
          </p:cNvSpPr>
          <p:nvPr>
            <p:ph idx="1"/>
          </p:nvPr>
        </p:nvSpPr>
        <p:spPr>
          <a:xfrm>
            <a:off x="142128" y="1679521"/>
            <a:ext cx="11907740" cy="1846104"/>
          </a:xfrm>
        </p:spPr>
        <p:txBody>
          <a:bodyPr>
            <a:normAutofit fontScale="92500" lnSpcReduction="20000"/>
          </a:bodyPr>
          <a:lstStyle/>
          <a:p>
            <a:r>
              <a:rPr lang="en-GB" dirty="0"/>
              <a:t>There are no dictated roles within Kanban but there are some recommended ones</a:t>
            </a:r>
          </a:p>
          <a:p>
            <a:endParaRPr lang="en-GB" dirty="0"/>
          </a:p>
          <a:p>
            <a:r>
              <a:rPr lang="en-GB" dirty="0"/>
              <a:t>It advises that you use the roles currently within your team and make changes as needed to improve the process</a:t>
            </a:r>
          </a:p>
          <a:p>
            <a:endParaRPr lang="en-GB" dirty="0"/>
          </a:p>
          <a:p>
            <a:r>
              <a:rPr lang="en-GB" dirty="0"/>
              <a:t>In practice two roles have emerged that serve particular purposes within Kanban</a:t>
            </a:r>
          </a:p>
        </p:txBody>
      </p:sp>
      <p:sp>
        <p:nvSpPr>
          <p:cNvPr id="2" name="Title 1">
            <a:extLst>
              <a:ext uri="{FF2B5EF4-FFF2-40B4-BE49-F238E27FC236}">
                <a16:creationId xmlns:a16="http://schemas.microsoft.com/office/drawing/2014/main" id="{80D6A802-B59D-A8FE-E0EC-3CF0CDCC8425}"/>
              </a:ext>
            </a:extLst>
          </p:cNvPr>
          <p:cNvSpPr>
            <a:spLocks noGrp="1"/>
          </p:cNvSpPr>
          <p:nvPr>
            <p:ph type="title"/>
          </p:nvPr>
        </p:nvSpPr>
        <p:spPr/>
        <p:txBody>
          <a:bodyPr/>
          <a:lstStyle/>
          <a:p>
            <a:r>
              <a:rPr lang="en-GB" dirty="0"/>
              <a:t>Kanban – Roles &amp; Responsibilities</a:t>
            </a:r>
          </a:p>
        </p:txBody>
      </p:sp>
      <p:sp>
        <p:nvSpPr>
          <p:cNvPr id="5" name="Text Placeholder 4">
            <a:extLst>
              <a:ext uri="{FF2B5EF4-FFF2-40B4-BE49-F238E27FC236}">
                <a16:creationId xmlns:a16="http://schemas.microsoft.com/office/drawing/2014/main" id="{01D45B50-66B0-4D7D-F350-54EF3C8A0A91}"/>
              </a:ext>
            </a:extLst>
          </p:cNvPr>
          <p:cNvSpPr>
            <a:spLocks noGrp="1"/>
          </p:cNvSpPr>
          <p:nvPr>
            <p:ph type="body" sz="quarter" idx="10"/>
          </p:nvPr>
        </p:nvSpPr>
        <p:spPr/>
        <p:txBody>
          <a:bodyPr/>
          <a:lstStyle/>
          <a:p>
            <a:r>
              <a:rPr lang="en-GB" dirty="0"/>
              <a:t>K1, K2, K3, K5, K6</a:t>
            </a:r>
          </a:p>
        </p:txBody>
      </p:sp>
      <p:sp>
        <p:nvSpPr>
          <p:cNvPr id="6" name="Text Placeholder 5">
            <a:extLst>
              <a:ext uri="{FF2B5EF4-FFF2-40B4-BE49-F238E27FC236}">
                <a16:creationId xmlns:a16="http://schemas.microsoft.com/office/drawing/2014/main" id="{58B23AC7-EED0-1B7F-68A2-1126C0136C44}"/>
              </a:ext>
            </a:extLst>
          </p:cNvPr>
          <p:cNvSpPr>
            <a:spLocks noGrp="1"/>
          </p:cNvSpPr>
          <p:nvPr>
            <p:ph type="body" sz="quarter" idx="11"/>
          </p:nvPr>
        </p:nvSpPr>
        <p:spPr/>
        <p:txBody>
          <a:bodyPr/>
          <a:lstStyle/>
          <a:p>
            <a:endParaRPr lang="en-GB"/>
          </a:p>
        </p:txBody>
      </p:sp>
      <p:graphicFrame>
        <p:nvGraphicFramePr>
          <p:cNvPr id="4" name="Diagram 3">
            <a:extLst>
              <a:ext uri="{FF2B5EF4-FFF2-40B4-BE49-F238E27FC236}">
                <a16:creationId xmlns:a16="http://schemas.microsoft.com/office/drawing/2014/main" id="{D42FC939-4CBE-AFE8-A160-BE9D8CD32A30}"/>
              </a:ext>
            </a:extLst>
          </p:cNvPr>
          <p:cNvGraphicFramePr/>
          <p:nvPr/>
        </p:nvGraphicFramePr>
        <p:xfrm>
          <a:off x="394799" y="3429000"/>
          <a:ext cx="11401199" cy="30566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61783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82BA90-D69B-CEBC-2901-69F21149DD10}"/>
              </a:ext>
            </a:extLst>
          </p:cNvPr>
          <p:cNvSpPr>
            <a:spLocks noGrp="1"/>
          </p:cNvSpPr>
          <p:nvPr>
            <p:ph idx="1"/>
          </p:nvPr>
        </p:nvSpPr>
        <p:spPr>
          <a:xfrm>
            <a:off x="142128" y="1679521"/>
            <a:ext cx="11907740" cy="1453351"/>
          </a:xfrm>
        </p:spPr>
        <p:txBody>
          <a:bodyPr>
            <a:normAutofit/>
          </a:bodyPr>
          <a:lstStyle/>
          <a:p>
            <a:r>
              <a:rPr lang="en-GB" dirty="0"/>
              <a:t>There are no dictated Events in Kanban but there are some suggested ones</a:t>
            </a:r>
          </a:p>
          <a:p>
            <a:endParaRPr lang="en-GB" dirty="0"/>
          </a:p>
          <a:p>
            <a:r>
              <a:rPr lang="en-GB" dirty="0"/>
              <a:t>These suggested events are also known as Cadences and are present to reinforce the feedback loops</a:t>
            </a:r>
          </a:p>
        </p:txBody>
      </p:sp>
      <p:sp>
        <p:nvSpPr>
          <p:cNvPr id="2" name="Title 1">
            <a:extLst>
              <a:ext uri="{FF2B5EF4-FFF2-40B4-BE49-F238E27FC236}">
                <a16:creationId xmlns:a16="http://schemas.microsoft.com/office/drawing/2014/main" id="{072ABA9A-E9AF-8F9B-3F6E-1DC713B85FDB}"/>
              </a:ext>
            </a:extLst>
          </p:cNvPr>
          <p:cNvSpPr>
            <a:spLocks noGrp="1"/>
          </p:cNvSpPr>
          <p:nvPr>
            <p:ph type="title"/>
          </p:nvPr>
        </p:nvSpPr>
        <p:spPr/>
        <p:txBody>
          <a:bodyPr/>
          <a:lstStyle/>
          <a:p>
            <a:r>
              <a:rPr lang="en-GB" dirty="0"/>
              <a:t>Kanban – Events</a:t>
            </a:r>
          </a:p>
        </p:txBody>
      </p:sp>
      <p:sp>
        <p:nvSpPr>
          <p:cNvPr id="5" name="Text Placeholder 4">
            <a:extLst>
              <a:ext uri="{FF2B5EF4-FFF2-40B4-BE49-F238E27FC236}">
                <a16:creationId xmlns:a16="http://schemas.microsoft.com/office/drawing/2014/main" id="{6FA8DDAB-C9BB-34C4-F1E1-35C9A1579EBF}"/>
              </a:ext>
            </a:extLst>
          </p:cNvPr>
          <p:cNvSpPr>
            <a:spLocks noGrp="1"/>
          </p:cNvSpPr>
          <p:nvPr>
            <p:ph type="body" sz="quarter" idx="10"/>
          </p:nvPr>
        </p:nvSpPr>
        <p:spPr/>
        <p:txBody>
          <a:bodyPr/>
          <a:lstStyle/>
          <a:p>
            <a:r>
              <a:rPr lang="en-GB" dirty="0"/>
              <a:t>K1, K6</a:t>
            </a:r>
          </a:p>
        </p:txBody>
      </p:sp>
      <p:sp>
        <p:nvSpPr>
          <p:cNvPr id="6" name="Text Placeholder 5">
            <a:extLst>
              <a:ext uri="{FF2B5EF4-FFF2-40B4-BE49-F238E27FC236}">
                <a16:creationId xmlns:a16="http://schemas.microsoft.com/office/drawing/2014/main" id="{07204E6D-DD85-B652-21FF-9721072EC4A5}"/>
              </a:ext>
            </a:extLst>
          </p:cNvPr>
          <p:cNvSpPr>
            <a:spLocks noGrp="1"/>
          </p:cNvSpPr>
          <p:nvPr>
            <p:ph type="body" sz="quarter" idx="11"/>
          </p:nvPr>
        </p:nvSpPr>
        <p:spPr/>
        <p:txBody>
          <a:bodyPr/>
          <a:lstStyle/>
          <a:p>
            <a:endParaRPr lang="en-GB"/>
          </a:p>
        </p:txBody>
      </p:sp>
      <p:graphicFrame>
        <p:nvGraphicFramePr>
          <p:cNvPr id="4" name="Diagram 3">
            <a:extLst>
              <a:ext uri="{FF2B5EF4-FFF2-40B4-BE49-F238E27FC236}">
                <a16:creationId xmlns:a16="http://schemas.microsoft.com/office/drawing/2014/main" id="{07572E08-9DB3-2A16-F505-A2FD47D0CDBB}"/>
              </a:ext>
            </a:extLst>
          </p:cNvPr>
          <p:cNvGraphicFramePr/>
          <p:nvPr>
            <p:extLst>
              <p:ext uri="{D42A27DB-BD31-4B8C-83A1-F6EECF244321}">
                <p14:modId xmlns:p14="http://schemas.microsoft.com/office/powerpoint/2010/main" val="1444771615"/>
              </p:ext>
            </p:extLst>
          </p:nvPr>
        </p:nvGraphicFramePr>
        <p:xfrm>
          <a:off x="394799" y="3152840"/>
          <a:ext cx="11401199" cy="32008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51489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43E9899-9F95-7377-6ED9-5FBA7DD8F0F1}"/>
              </a:ext>
            </a:extLst>
          </p:cNvPr>
          <p:cNvGraphicFramePr>
            <a:graphicFrameLocks noGrp="1"/>
          </p:cNvGraphicFramePr>
          <p:nvPr>
            <p:ph idx="1"/>
            <p:extLst>
              <p:ext uri="{D42A27DB-BD31-4B8C-83A1-F6EECF244321}">
                <p14:modId xmlns:p14="http://schemas.microsoft.com/office/powerpoint/2010/main" val="649036957"/>
              </p:ext>
            </p:extLst>
          </p:nvPr>
        </p:nvGraphicFramePr>
        <p:xfrm>
          <a:off x="142875" y="1679575"/>
          <a:ext cx="11906250" cy="468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34F4EEED-6143-A6A5-C824-A4BC73A8C361}"/>
              </a:ext>
            </a:extLst>
          </p:cNvPr>
          <p:cNvSpPr>
            <a:spLocks noGrp="1"/>
          </p:cNvSpPr>
          <p:nvPr>
            <p:ph type="title"/>
          </p:nvPr>
        </p:nvSpPr>
        <p:spPr/>
        <p:txBody>
          <a:bodyPr/>
          <a:lstStyle/>
          <a:p>
            <a:r>
              <a:rPr lang="en-GB" dirty="0"/>
              <a:t>Kanban – Events</a:t>
            </a:r>
          </a:p>
        </p:txBody>
      </p:sp>
      <p:sp>
        <p:nvSpPr>
          <p:cNvPr id="3" name="Text Placeholder 2">
            <a:extLst>
              <a:ext uri="{FF2B5EF4-FFF2-40B4-BE49-F238E27FC236}">
                <a16:creationId xmlns:a16="http://schemas.microsoft.com/office/drawing/2014/main" id="{356787C7-7902-3BE3-4AE2-6B119F3BE7C6}"/>
              </a:ext>
            </a:extLst>
          </p:cNvPr>
          <p:cNvSpPr>
            <a:spLocks noGrp="1"/>
          </p:cNvSpPr>
          <p:nvPr>
            <p:ph type="body" sz="quarter" idx="10"/>
          </p:nvPr>
        </p:nvSpPr>
        <p:spPr/>
        <p:txBody>
          <a:bodyPr/>
          <a:lstStyle/>
          <a:p>
            <a:r>
              <a:rPr lang="en-GB" dirty="0"/>
              <a:t>K1, K6</a:t>
            </a:r>
          </a:p>
        </p:txBody>
      </p:sp>
      <p:sp>
        <p:nvSpPr>
          <p:cNvPr id="5" name="Text Placeholder 4">
            <a:extLst>
              <a:ext uri="{FF2B5EF4-FFF2-40B4-BE49-F238E27FC236}">
                <a16:creationId xmlns:a16="http://schemas.microsoft.com/office/drawing/2014/main" id="{34CD96B1-62BD-5395-F360-84A5119CA786}"/>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836825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F6DD6E-29AD-F24B-9B47-F0DA2B8DF843}"/>
              </a:ext>
            </a:extLst>
          </p:cNvPr>
          <p:cNvSpPr>
            <a:spLocks noGrp="1"/>
          </p:cNvSpPr>
          <p:nvPr>
            <p:ph idx="1"/>
          </p:nvPr>
        </p:nvSpPr>
        <p:spPr>
          <a:xfrm>
            <a:off x="142128" y="1679521"/>
            <a:ext cx="11907740" cy="1636256"/>
          </a:xfrm>
        </p:spPr>
        <p:txBody>
          <a:bodyPr>
            <a:normAutofit lnSpcReduction="10000"/>
          </a:bodyPr>
          <a:lstStyle/>
          <a:p>
            <a:r>
              <a:rPr lang="en-GB" dirty="0"/>
              <a:t>The number of stages within Kanban can vary as much as the team wishes it to, but the danger is that with an increased number of stages comes confusion and increased risks</a:t>
            </a:r>
          </a:p>
          <a:p>
            <a:endParaRPr lang="en-GB" dirty="0"/>
          </a:p>
          <a:p>
            <a:r>
              <a:rPr lang="en-GB" dirty="0"/>
              <a:t>These stages are displayed on the Kanban boards that are used where each work item is displayed on a card placed in the column corresponding to the stage that the item is in</a:t>
            </a:r>
          </a:p>
        </p:txBody>
      </p:sp>
      <p:sp>
        <p:nvSpPr>
          <p:cNvPr id="2" name="Title 1">
            <a:extLst>
              <a:ext uri="{FF2B5EF4-FFF2-40B4-BE49-F238E27FC236}">
                <a16:creationId xmlns:a16="http://schemas.microsoft.com/office/drawing/2014/main" id="{DD744B6E-3A41-47A5-94F9-F1740B5CE403}"/>
              </a:ext>
            </a:extLst>
          </p:cNvPr>
          <p:cNvSpPr>
            <a:spLocks noGrp="1"/>
          </p:cNvSpPr>
          <p:nvPr>
            <p:ph type="title"/>
          </p:nvPr>
        </p:nvSpPr>
        <p:spPr/>
        <p:txBody>
          <a:bodyPr/>
          <a:lstStyle/>
          <a:p>
            <a:r>
              <a:rPr lang="en-GB" dirty="0"/>
              <a:t>Kanban – Stages</a:t>
            </a:r>
          </a:p>
        </p:txBody>
      </p:sp>
      <p:sp>
        <p:nvSpPr>
          <p:cNvPr id="10" name="Text Placeholder 9">
            <a:extLst>
              <a:ext uri="{FF2B5EF4-FFF2-40B4-BE49-F238E27FC236}">
                <a16:creationId xmlns:a16="http://schemas.microsoft.com/office/drawing/2014/main" id="{23E2BFD1-DFE0-D106-F03F-D0917B982492}"/>
              </a:ext>
            </a:extLst>
          </p:cNvPr>
          <p:cNvSpPr>
            <a:spLocks noGrp="1"/>
          </p:cNvSpPr>
          <p:nvPr>
            <p:ph type="body" sz="quarter" idx="10"/>
          </p:nvPr>
        </p:nvSpPr>
        <p:spPr/>
        <p:txBody>
          <a:bodyPr/>
          <a:lstStyle/>
          <a:p>
            <a:r>
              <a:rPr lang="en-GB" dirty="0"/>
              <a:t>K1, K5, K6</a:t>
            </a:r>
          </a:p>
        </p:txBody>
      </p:sp>
      <p:sp>
        <p:nvSpPr>
          <p:cNvPr id="12" name="Text Placeholder 11">
            <a:extLst>
              <a:ext uri="{FF2B5EF4-FFF2-40B4-BE49-F238E27FC236}">
                <a16:creationId xmlns:a16="http://schemas.microsoft.com/office/drawing/2014/main" id="{720AAB0E-AF85-AB8C-0D33-40BEEC1AC15D}"/>
              </a:ext>
            </a:extLst>
          </p:cNvPr>
          <p:cNvSpPr>
            <a:spLocks noGrp="1"/>
          </p:cNvSpPr>
          <p:nvPr>
            <p:ph type="body" sz="quarter" idx="11"/>
          </p:nvPr>
        </p:nvSpPr>
        <p:spPr/>
        <p:txBody>
          <a:bodyPr/>
          <a:lstStyle/>
          <a:p>
            <a:endParaRPr lang="en-GB"/>
          </a:p>
        </p:txBody>
      </p:sp>
      <p:grpSp>
        <p:nvGrpSpPr>
          <p:cNvPr id="44" name="Group 43">
            <a:extLst>
              <a:ext uri="{FF2B5EF4-FFF2-40B4-BE49-F238E27FC236}">
                <a16:creationId xmlns:a16="http://schemas.microsoft.com/office/drawing/2014/main" id="{644E8384-A39C-6908-A51A-7D609E2E1DFC}"/>
              </a:ext>
            </a:extLst>
          </p:cNvPr>
          <p:cNvGrpSpPr/>
          <p:nvPr/>
        </p:nvGrpSpPr>
        <p:grpSpPr>
          <a:xfrm>
            <a:off x="1651819" y="3324722"/>
            <a:ext cx="8888362" cy="3160914"/>
            <a:chOff x="1651819" y="3324722"/>
            <a:chExt cx="8888362" cy="3160914"/>
          </a:xfrm>
        </p:grpSpPr>
        <p:grpSp>
          <p:nvGrpSpPr>
            <p:cNvPr id="35" name="Group 34">
              <a:extLst>
                <a:ext uri="{FF2B5EF4-FFF2-40B4-BE49-F238E27FC236}">
                  <a16:creationId xmlns:a16="http://schemas.microsoft.com/office/drawing/2014/main" id="{9184C254-415A-AB43-FEB9-00D78146180A}"/>
                </a:ext>
              </a:extLst>
            </p:cNvPr>
            <p:cNvGrpSpPr/>
            <p:nvPr/>
          </p:nvGrpSpPr>
          <p:grpSpPr>
            <a:xfrm>
              <a:off x="1651819" y="3807688"/>
              <a:ext cx="8888362" cy="2677948"/>
              <a:chOff x="1651819" y="3687324"/>
              <a:chExt cx="8888362" cy="2677948"/>
            </a:xfrm>
          </p:grpSpPr>
          <p:sp>
            <p:nvSpPr>
              <p:cNvPr id="4" name="Rectangle: Top Corners Rounded 3">
                <a:extLst>
                  <a:ext uri="{FF2B5EF4-FFF2-40B4-BE49-F238E27FC236}">
                    <a16:creationId xmlns:a16="http://schemas.microsoft.com/office/drawing/2014/main" id="{6A0D88D0-BAC5-D27D-2437-6D20D0E49687}"/>
                  </a:ext>
                </a:extLst>
              </p:cNvPr>
              <p:cNvSpPr/>
              <p:nvPr/>
            </p:nvSpPr>
            <p:spPr>
              <a:xfrm>
                <a:off x="1651820" y="3687324"/>
                <a:ext cx="8888361" cy="2120113"/>
              </a:xfrm>
              <a:prstGeom prst="round2SameRect">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Top Corners Rounded 4">
                <a:extLst>
                  <a:ext uri="{FF2B5EF4-FFF2-40B4-BE49-F238E27FC236}">
                    <a16:creationId xmlns:a16="http://schemas.microsoft.com/office/drawing/2014/main" id="{245D0A99-AA8F-D7D4-3B9B-F7EF54AC0C83}"/>
                  </a:ext>
                </a:extLst>
              </p:cNvPr>
              <p:cNvSpPr/>
              <p:nvPr/>
            </p:nvSpPr>
            <p:spPr>
              <a:xfrm>
                <a:off x="1651819" y="3687324"/>
                <a:ext cx="8888361" cy="521816"/>
              </a:xfrm>
              <a:prstGeom prst="round2SameRect">
                <a:avLst>
                  <a:gd name="adj1" fmla="val 50000"/>
                  <a:gd name="adj2" fmla="val 0"/>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4622D642-8CB3-C4AC-52F3-8603D6967B5A}"/>
                  </a:ext>
                </a:extLst>
              </p:cNvPr>
              <p:cNvSpPr/>
              <p:nvPr/>
            </p:nvSpPr>
            <p:spPr>
              <a:xfrm>
                <a:off x="1858297" y="3745336"/>
                <a:ext cx="1632155" cy="422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Backlog</a:t>
                </a:r>
              </a:p>
            </p:txBody>
          </p:sp>
          <p:sp>
            <p:nvSpPr>
              <p:cNvPr id="7" name="Rectangle 6">
                <a:extLst>
                  <a:ext uri="{FF2B5EF4-FFF2-40B4-BE49-F238E27FC236}">
                    <a16:creationId xmlns:a16="http://schemas.microsoft.com/office/drawing/2014/main" id="{A1D586AF-1751-8725-5577-8618AE3EF235}"/>
                  </a:ext>
                </a:extLst>
              </p:cNvPr>
              <p:cNvSpPr/>
              <p:nvPr/>
            </p:nvSpPr>
            <p:spPr>
              <a:xfrm>
                <a:off x="8681884" y="3745336"/>
                <a:ext cx="1632155" cy="422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Done</a:t>
                </a:r>
              </a:p>
            </p:txBody>
          </p:sp>
          <p:sp>
            <p:nvSpPr>
              <p:cNvPr id="8" name="Rectangle 7">
                <a:extLst>
                  <a:ext uri="{FF2B5EF4-FFF2-40B4-BE49-F238E27FC236}">
                    <a16:creationId xmlns:a16="http://schemas.microsoft.com/office/drawing/2014/main" id="{B603FE26-F397-DEC2-4951-5B44E821A117}"/>
                  </a:ext>
                </a:extLst>
              </p:cNvPr>
              <p:cNvSpPr/>
              <p:nvPr/>
            </p:nvSpPr>
            <p:spPr>
              <a:xfrm>
                <a:off x="3897946" y="3745336"/>
                <a:ext cx="1632155" cy="422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Development</a:t>
                </a:r>
              </a:p>
            </p:txBody>
          </p:sp>
          <p:sp>
            <p:nvSpPr>
              <p:cNvPr id="9" name="Rectangle 8">
                <a:extLst>
                  <a:ext uri="{FF2B5EF4-FFF2-40B4-BE49-F238E27FC236}">
                    <a16:creationId xmlns:a16="http://schemas.microsoft.com/office/drawing/2014/main" id="{A0C1D24F-713C-F05D-9C57-6D3E44C36C27}"/>
                  </a:ext>
                </a:extLst>
              </p:cNvPr>
              <p:cNvSpPr/>
              <p:nvPr/>
            </p:nvSpPr>
            <p:spPr>
              <a:xfrm>
                <a:off x="6172475" y="3745336"/>
                <a:ext cx="1632155" cy="422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Testing</a:t>
                </a:r>
              </a:p>
            </p:txBody>
          </p:sp>
          <p:cxnSp>
            <p:nvCxnSpPr>
              <p:cNvPr id="11" name="Straight Connector 10">
                <a:extLst>
                  <a:ext uri="{FF2B5EF4-FFF2-40B4-BE49-F238E27FC236}">
                    <a16:creationId xmlns:a16="http://schemas.microsoft.com/office/drawing/2014/main" id="{1BE9A116-2F97-7484-4126-F88328ADAA12}"/>
                  </a:ext>
                </a:extLst>
              </p:cNvPr>
              <p:cNvCxnSpPr>
                <a:cxnSpLocks/>
              </p:cNvCxnSpPr>
              <p:nvPr/>
            </p:nvCxnSpPr>
            <p:spPr>
              <a:xfrm>
                <a:off x="3811639" y="3704672"/>
                <a:ext cx="0" cy="50411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A2CC236-96F8-0BD2-B48C-CB351448AA1E}"/>
                  </a:ext>
                </a:extLst>
              </p:cNvPr>
              <p:cNvCxnSpPr>
                <a:cxnSpLocks/>
              </p:cNvCxnSpPr>
              <p:nvPr/>
            </p:nvCxnSpPr>
            <p:spPr>
              <a:xfrm>
                <a:off x="8360697" y="3704672"/>
                <a:ext cx="0" cy="50411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3E1979D-146B-6643-F317-B2C5677AEE81}"/>
                  </a:ext>
                </a:extLst>
              </p:cNvPr>
              <p:cNvCxnSpPr>
                <a:cxnSpLocks/>
              </p:cNvCxnSpPr>
              <p:nvPr/>
            </p:nvCxnSpPr>
            <p:spPr>
              <a:xfrm>
                <a:off x="6086168" y="3704672"/>
                <a:ext cx="0" cy="50411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3743D28-6EDB-C0A0-3684-8CD1C49332FB}"/>
                  </a:ext>
                </a:extLst>
              </p:cNvPr>
              <p:cNvCxnSpPr>
                <a:cxnSpLocks/>
              </p:cNvCxnSpPr>
              <p:nvPr/>
            </p:nvCxnSpPr>
            <p:spPr>
              <a:xfrm>
                <a:off x="3811639" y="4227932"/>
                <a:ext cx="0" cy="159829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2658E4B-4367-D76C-2085-C17115A87E1F}"/>
                  </a:ext>
                </a:extLst>
              </p:cNvPr>
              <p:cNvCxnSpPr>
                <a:cxnSpLocks/>
              </p:cNvCxnSpPr>
              <p:nvPr/>
            </p:nvCxnSpPr>
            <p:spPr>
              <a:xfrm>
                <a:off x="6086168" y="4218085"/>
                <a:ext cx="0" cy="159829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EA1FBE8-864E-074F-3C6A-439F0D3E99C0}"/>
                  </a:ext>
                </a:extLst>
              </p:cNvPr>
              <p:cNvCxnSpPr>
                <a:cxnSpLocks/>
              </p:cNvCxnSpPr>
              <p:nvPr/>
            </p:nvCxnSpPr>
            <p:spPr>
              <a:xfrm>
                <a:off x="8390192" y="4209140"/>
                <a:ext cx="0" cy="159829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EA3BAA48-553C-F416-E756-F136A34999E0}"/>
                  </a:ext>
                </a:extLst>
              </p:cNvPr>
              <p:cNvSpPr/>
              <p:nvPr/>
            </p:nvSpPr>
            <p:spPr>
              <a:xfrm rot="20993466">
                <a:off x="1998324" y="4459620"/>
                <a:ext cx="815473" cy="521816"/>
              </a:xfrm>
              <a:prstGeom prst="roundRect">
                <a:avLst/>
              </a:prstGeom>
              <a:ln w="25400">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a:solidFill>
                      <a:schemeClr val="tx1"/>
                    </a:solidFill>
                  </a:rPr>
                  <a:t>F</a:t>
                </a:r>
              </a:p>
            </p:txBody>
          </p:sp>
          <p:sp>
            <p:nvSpPr>
              <p:cNvPr id="21" name="Rectangle: Rounded Corners 20">
                <a:extLst>
                  <a:ext uri="{FF2B5EF4-FFF2-40B4-BE49-F238E27FC236}">
                    <a16:creationId xmlns:a16="http://schemas.microsoft.com/office/drawing/2014/main" id="{494A041B-6487-48DA-58C0-C88962C51EC2}"/>
                  </a:ext>
                </a:extLst>
              </p:cNvPr>
              <p:cNvSpPr/>
              <p:nvPr/>
            </p:nvSpPr>
            <p:spPr>
              <a:xfrm rot="432656">
                <a:off x="4269139" y="4427476"/>
                <a:ext cx="815473" cy="521816"/>
              </a:xfrm>
              <a:prstGeom prst="roundRect">
                <a:avLst/>
              </a:prstGeom>
              <a:ln w="25400">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a:solidFill>
                      <a:schemeClr val="tx1"/>
                    </a:solidFill>
                  </a:rPr>
                  <a:t>A</a:t>
                </a:r>
              </a:p>
            </p:txBody>
          </p:sp>
          <p:sp>
            <p:nvSpPr>
              <p:cNvPr id="22" name="Rectangle: Rounded Corners 21">
                <a:extLst>
                  <a:ext uri="{FF2B5EF4-FFF2-40B4-BE49-F238E27FC236}">
                    <a16:creationId xmlns:a16="http://schemas.microsoft.com/office/drawing/2014/main" id="{36F1131F-869A-1215-288B-FB5B365E350A}"/>
                  </a:ext>
                </a:extLst>
              </p:cNvPr>
              <p:cNvSpPr/>
              <p:nvPr/>
            </p:nvSpPr>
            <p:spPr>
              <a:xfrm rot="20993466">
                <a:off x="6753426" y="4651530"/>
                <a:ext cx="815473" cy="521816"/>
              </a:xfrm>
              <a:prstGeom prst="roundRect">
                <a:avLst/>
              </a:prstGeom>
              <a:ln w="25400">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a:solidFill>
                      <a:schemeClr val="tx1"/>
                    </a:solidFill>
                  </a:rPr>
                  <a:t>B</a:t>
                </a:r>
              </a:p>
            </p:txBody>
          </p:sp>
          <p:sp>
            <p:nvSpPr>
              <p:cNvPr id="23" name="Rectangle: Rounded Corners 22">
                <a:extLst>
                  <a:ext uri="{FF2B5EF4-FFF2-40B4-BE49-F238E27FC236}">
                    <a16:creationId xmlns:a16="http://schemas.microsoft.com/office/drawing/2014/main" id="{F842373F-2430-80DC-CC6E-C612E7E60F63}"/>
                  </a:ext>
                </a:extLst>
              </p:cNvPr>
              <p:cNvSpPr/>
              <p:nvPr/>
            </p:nvSpPr>
            <p:spPr>
              <a:xfrm rot="650920">
                <a:off x="2613689" y="5070488"/>
                <a:ext cx="815473" cy="521816"/>
              </a:xfrm>
              <a:prstGeom prst="roundRect">
                <a:avLst/>
              </a:prstGeom>
              <a:ln w="25400">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a:solidFill>
                      <a:schemeClr val="tx1"/>
                    </a:solidFill>
                  </a:rPr>
                  <a:t>C</a:t>
                </a:r>
              </a:p>
            </p:txBody>
          </p:sp>
          <p:sp>
            <p:nvSpPr>
              <p:cNvPr id="24" name="Rectangle: Rounded Corners 23">
                <a:extLst>
                  <a:ext uri="{FF2B5EF4-FFF2-40B4-BE49-F238E27FC236}">
                    <a16:creationId xmlns:a16="http://schemas.microsoft.com/office/drawing/2014/main" id="{C390658D-AF97-CF71-3067-017F4D25B21D}"/>
                  </a:ext>
                </a:extLst>
              </p:cNvPr>
              <p:cNvSpPr/>
              <p:nvPr/>
            </p:nvSpPr>
            <p:spPr>
              <a:xfrm rot="376823">
                <a:off x="9057449" y="4387319"/>
                <a:ext cx="815473" cy="521816"/>
              </a:xfrm>
              <a:prstGeom prst="roundRect">
                <a:avLst/>
              </a:prstGeom>
              <a:ln w="25400">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a:solidFill>
                      <a:schemeClr val="tx1"/>
                    </a:solidFill>
                  </a:rPr>
                  <a:t>D</a:t>
                </a:r>
              </a:p>
            </p:txBody>
          </p:sp>
          <p:sp>
            <p:nvSpPr>
              <p:cNvPr id="25" name="Rectangle: Rounded Corners 24">
                <a:extLst>
                  <a:ext uri="{FF2B5EF4-FFF2-40B4-BE49-F238E27FC236}">
                    <a16:creationId xmlns:a16="http://schemas.microsoft.com/office/drawing/2014/main" id="{A523B0C0-0C64-7C9A-FF28-F0B902B704D5}"/>
                  </a:ext>
                </a:extLst>
              </p:cNvPr>
              <p:cNvSpPr/>
              <p:nvPr/>
            </p:nvSpPr>
            <p:spPr>
              <a:xfrm rot="20993466">
                <a:off x="4761019" y="5065924"/>
                <a:ext cx="815473" cy="521816"/>
              </a:xfrm>
              <a:prstGeom prst="roundRect">
                <a:avLst/>
              </a:prstGeom>
              <a:ln w="25400">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a:solidFill>
                      <a:schemeClr val="tx1"/>
                    </a:solidFill>
                  </a:rPr>
                  <a:t>E</a:t>
                </a:r>
              </a:p>
            </p:txBody>
          </p:sp>
          <p:sp>
            <p:nvSpPr>
              <p:cNvPr id="26" name="Oval 25">
                <a:extLst>
                  <a:ext uri="{FF2B5EF4-FFF2-40B4-BE49-F238E27FC236}">
                    <a16:creationId xmlns:a16="http://schemas.microsoft.com/office/drawing/2014/main" id="{1687E088-6F5C-8CD4-65F1-326F262E15F4}"/>
                  </a:ext>
                </a:extLst>
              </p:cNvPr>
              <p:cNvSpPr/>
              <p:nvPr/>
            </p:nvSpPr>
            <p:spPr>
              <a:xfrm>
                <a:off x="5616408" y="3785018"/>
                <a:ext cx="383454" cy="343422"/>
              </a:xfrm>
              <a:prstGeom prst="ellipse">
                <a:avLst/>
              </a:prstGeom>
              <a:ln w="25400">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solidFill>
                      <a:schemeClr val="tx1"/>
                    </a:solidFill>
                  </a:rPr>
                  <a:t>2</a:t>
                </a:r>
              </a:p>
            </p:txBody>
          </p:sp>
          <p:sp>
            <p:nvSpPr>
              <p:cNvPr id="27" name="Oval 26">
                <a:extLst>
                  <a:ext uri="{FF2B5EF4-FFF2-40B4-BE49-F238E27FC236}">
                    <a16:creationId xmlns:a16="http://schemas.microsoft.com/office/drawing/2014/main" id="{20DED041-A55D-347C-2EB6-8F857F046F20}"/>
                  </a:ext>
                </a:extLst>
              </p:cNvPr>
              <p:cNvSpPr/>
              <p:nvPr/>
            </p:nvSpPr>
            <p:spPr>
              <a:xfrm>
                <a:off x="7890937" y="3785018"/>
                <a:ext cx="383454" cy="343422"/>
              </a:xfrm>
              <a:prstGeom prst="ellipse">
                <a:avLst/>
              </a:prstGeom>
              <a:ln w="25400">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solidFill>
                      <a:schemeClr val="tx1"/>
                    </a:solidFill>
                  </a:rPr>
                  <a:t>3</a:t>
                </a:r>
              </a:p>
            </p:txBody>
          </p:sp>
          <p:sp>
            <p:nvSpPr>
              <p:cNvPr id="28" name="Arrow: Right 27">
                <a:extLst>
                  <a:ext uri="{FF2B5EF4-FFF2-40B4-BE49-F238E27FC236}">
                    <a16:creationId xmlns:a16="http://schemas.microsoft.com/office/drawing/2014/main" id="{D2102569-FCE4-2C86-43F6-F02963C2843D}"/>
                  </a:ext>
                </a:extLst>
              </p:cNvPr>
              <p:cNvSpPr/>
              <p:nvPr/>
            </p:nvSpPr>
            <p:spPr>
              <a:xfrm>
                <a:off x="3157795" y="5876041"/>
                <a:ext cx="1307688" cy="2598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9" name="Arrow: Right 28">
                <a:extLst>
                  <a:ext uri="{FF2B5EF4-FFF2-40B4-BE49-F238E27FC236}">
                    <a16:creationId xmlns:a16="http://schemas.microsoft.com/office/drawing/2014/main" id="{0692CCC8-9961-EDF6-7D41-36B20DFD8DFA}"/>
                  </a:ext>
                </a:extLst>
              </p:cNvPr>
              <p:cNvSpPr/>
              <p:nvPr/>
            </p:nvSpPr>
            <p:spPr>
              <a:xfrm>
                <a:off x="5432324" y="5900220"/>
                <a:ext cx="1307688" cy="2598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30" name="Arrow: Right 29">
                <a:extLst>
                  <a:ext uri="{FF2B5EF4-FFF2-40B4-BE49-F238E27FC236}">
                    <a16:creationId xmlns:a16="http://schemas.microsoft.com/office/drawing/2014/main" id="{91B39006-7E1E-3E74-C732-CA7DC2F06A18}"/>
                  </a:ext>
                </a:extLst>
              </p:cNvPr>
              <p:cNvSpPr/>
              <p:nvPr/>
            </p:nvSpPr>
            <p:spPr>
              <a:xfrm>
                <a:off x="7736348" y="5900220"/>
                <a:ext cx="1307688" cy="2598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32" name="TextBox 31">
                <a:extLst>
                  <a:ext uri="{FF2B5EF4-FFF2-40B4-BE49-F238E27FC236}">
                    <a16:creationId xmlns:a16="http://schemas.microsoft.com/office/drawing/2014/main" id="{1E1F761C-0549-9DEB-D52B-B596A3CD81E9}"/>
                  </a:ext>
                </a:extLst>
              </p:cNvPr>
              <p:cNvSpPr txBox="1"/>
              <p:nvPr/>
            </p:nvSpPr>
            <p:spPr>
              <a:xfrm>
                <a:off x="3530151" y="6048182"/>
                <a:ext cx="562975" cy="307777"/>
              </a:xfrm>
              <a:prstGeom prst="rect">
                <a:avLst/>
              </a:prstGeom>
              <a:noFill/>
            </p:spPr>
            <p:txBody>
              <a:bodyPr wrap="none" rtlCol="0">
                <a:spAutoFit/>
              </a:bodyPr>
              <a:lstStyle/>
              <a:p>
                <a:r>
                  <a:rPr lang="en-GB" sz="1400" dirty="0"/>
                  <a:t>Flow</a:t>
                </a:r>
              </a:p>
            </p:txBody>
          </p:sp>
          <p:sp>
            <p:nvSpPr>
              <p:cNvPr id="33" name="TextBox 32">
                <a:extLst>
                  <a:ext uri="{FF2B5EF4-FFF2-40B4-BE49-F238E27FC236}">
                    <a16:creationId xmlns:a16="http://schemas.microsoft.com/office/drawing/2014/main" id="{F278BFD8-3177-36FD-CA42-773A9396F48E}"/>
                  </a:ext>
                </a:extLst>
              </p:cNvPr>
              <p:cNvSpPr txBox="1"/>
              <p:nvPr/>
            </p:nvSpPr>
            <p:spPr>
              <a:xfrm>
                <a:off x="5819428" y="6057495"/>
                <a:ext cx="562975" cy="307777"/>
              </a:xfrm>
              <a:prstGeom prst="rect">
                <a:avLst/>
              </a:prstGeom>
              <a:noFill/>
            </p:spPr>
            <p:txBody>
              <a:bodyPr wrap="none" rtlCol="0">
                <a:spAutoFit/>
              </a:bodyPr>
              <a:lstStyle/>
              <a:p>
                <a:r>
                  <a:rPr lang="en-GB" sz="1400" dirty="0"/>
                  <a:t>Flow</a:t>
                </a:r>
              </a:p>
            </p:txBody>
          </p:sp>
          <p:sp>
            <p:nvSpPr>
              <p:cNvPr id="34" name="TextBox 33">
                <a:extLst>
                  <a:ext uri="{FF2B5EF4-FFF2-40B4-BE49-F238E27FC236}">
                    <a16:creationId xmlns:a16="http://schemas.microsoft.com/office/drawing/2014/main" id="{8A86BC2E-F579-54A6-3735-A30960610C43}"/>
                  </a:ext>
                </a:extLst>
              </p:cNvPr>
              <p:cNvSpPr txBox="1"/>
              <p:nvPr/>
            </p:nvSpPr>
            <p:spPr>
              <a:xfrm>
                <a:off x="8108704" y="6057495"/>
                <a:ext cx="562975" cy="307777"/>
              </a:xfrm>
              <a:prstGeom prst="rect">
                <a:avLst/>
              </a:prstGeom>
              <a:noFill/>
            </p:spPr>
            <p:txBody>
              <a:bodyPr wrap="none" rtlCol="0">
                <a:spAutoFit/>
              </a:bodyPr>
              <a:lstStyle/>
              <a:p>
                <a:r>
                  <a:rPr lang="en-GB" sz="1400" dirty="0"/>
                  <a:t>Flow</a:t>
                </a:r>
              </a:p>
            </p:txBody>
          </p:sp>
        </p:grpSp>
        <p:sp>
          <p:nvSpPr>
            <p:cNvPr id="36" name="Rectangle 35">
              <a:extLst>
                <a:ext uri="{FF2B5EF4-FFF2-40B4-BE49-F238E27FC236}">
                  <a16:creationId xmlns:a16="http://schemas.microsoft.com/office/drawing/2014/main" id="{6179AAE3-1FC7-6345-B329-68E323C278C0}"/>
                </a:ext>
              </a:extLst>
            </p:cNvPr>
            <p:cNvSpPr/>
            <p:nvPr/>
          </p:nvSpPr>
          <p:spPr>
            <a:xfrm>
              <a:off x="5829261" y="3324722"/>
              <a:ext cx="2502854" cy="359077"/>
            </a:xfrm>
            <a:prstGeom prst="rect">
              <a:avLst/>
            </a:prstGeom>
            <a:solidFill>
              <a:schemeClr val="bg1"/>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rPr>
                <a:t>Limit to how many tasks can be allowed in the column</a:t>
              </a:r>
            </a:p>
          </p:txBody>
        </p:sp>
        <p:cxnSp>
          <p:nvCxnSpPr>
            <p:cNvPr id="38" name="Straight Arrow Connector 37">
              <a:extLst>
                <a:ext uri="{FF2B5EF4-FFF2-40B4-BE49-F238E27FC236}">
                  <a16:creationId xmlns:a16="http://schemas.microsoft.com/office/drawing/2014/main" id="{2AF2B2AE-1464-B4AF-41D8-3E17637E44EF}"/>
                </a:ext>
              </a:extLst>
            </p:cNvPr>
            <p:cNvCxnSpPr>
              <a:cxnSpLocks/>
            </p:cNvCxnSpPr>
            <p:nvPr/>
          </p:nvCxnSpPr>
          <p:spPr>
            <a:xfrm flipH="1">
              <a:off x="5982388" y="3674228"/>
              <a:ext cx="338660" cy="275546"/>
            </a:xfrm>
            <a:prstGeom prst="straightConnector1">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5EEC276E-ED07-9ABB-1887-BBDF3F9A529A}"/>
                </a:ext>
              </a:extLst>
            </p:cNvPr>
            <p:cNvCxnSpPr>
              <a:cxnSpLocks/>
            </p:cNvCxnSpPr>
            <p:nvPr/>
          </p:nvCxnSpPr>
          <p:spPr>
            <a:xfrm>
              <a:off x="7524681" y="3674228"/>
              <a:ext cx="423333" cy="277491"/>
            </a:xfrm>
            <a:prstGeom prst="straightConnector1">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823748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09EA38-FF45-E8D0-4A77-80F1AE3CCB53}"/>
              </a:ext>
            </a:extLst>
          </p:cNvPr>
          <p:cNvSpPr>
            <a:spLocks noGrp="1"/>
          </p:cNvSpPr>
          <p:nvPr>
            <p:ph idx="1"/>
          </p:nvPr>
        </p:nvSpPr>
        <p:spPr/>
        <p:txBody>
          <a:bodyPr>
            <a:normAutofit/>
          </a:bodyPr>
          <a:lstStyle/>
          <a:p>
            <a:r>
              <a:rPr lang="en-GB" dirty="0"/>
              <a:t>The major tool within Kanban is the Kanban board which consists of a number of elements</a:t>
            </a:r>
          </a:p>
        </p:txBody>
      </p:sp>
      <p:sp>
        <p:nvSpPr>
          <p:cNvPr id="2" name="Title 1">
            <a:extLst>
              <a:ext uri="{FF2B5EF4-FFF2-40B4-BE49-F238E27FC236}">
                <a16:creationId xmlns:a16="http://schemas.microsoft.com/office/drawing/2014/main" id="{69BA57A8-2C59-40C3-C6CA-0EC8AD1A10C0}"/>
              </a:ext>
            </a:extLst>
          </p:cNvPr>
          <p:cNvSpPr>
            <a:spLocks noGrp="1"/>
          </p:cNvSpPr>
          <p:nvPr>
            <p:ph type="title"/>
          </p:nvPr>
        </p:nvSpPr>
        <p:spPr/>
        <p:txBody>
          <a:bodyPr/>
          <a:lstStyle/>
          <a:p>
            <a:r>
              <a:rPr lang="en-GB" dirty="0"/>
              <a:t>Kanban – Tools</a:t>
            </a:r>
          </a:p>
        </p:txBody>
      </p:sp>
      <p:sp>
        <p:nvSpPr>
          <p:cNvPr id="5" name="Text Placeholder 4">
            <a:extLst>
              <a:ext uri="{FF2B5EF4-FFF2-40B4-BE49-F238E27FC236}">
                <a16:creationId xmlns:a16="http://schemas.microsoft.com/office/drawing/2014/main" id="{AD37FEA9-4194-CC87-CE7E-75CF33F38D55}"/>
              </a:ext>
            </a:extLst>
          </p:cNvPr>
          <p:cNvSpPr>
            <a:spLocks noGrp="1"/>
          </p:cNvSpPr>
          <p:nvPr>
            <p:ph type="body" sz="quarter" idx="10"/>
          </p:nvPr>
        </p:nvSpPr>
        <p:spPr/>
        <p:txBody>
          <a:bodyPr/>
          <a:lstStyle/>
          <a:p>
            <a:r>
              <a:rPr lang="en-GB" dirty="0"/>
              <a:t>K1, K5, K6</a:t>
            </a:r>
          </a:p>
        </p:txBody>
      </p:sp>
      <p:sp>
        <p:nvSpPr>
          <p:cNvPr id="6" name="Text Placeholder 5">
            <a:extLst>
              <a:ext uri="{FF2B5EF4-FFF2-40B4-BE49-F238E27FC236}">
                <a16:creationId xmlns:a16="http://schemas.microsoft.com/office/drawing/2014/main" id="{7C13FE3C-255D-63C8-15B5-44C4B85BD972}"/>
              </a:ext>
            </a:extLst>
          </p:cNvPr>
          <p:cNvSpPr>
            <a:spLocks noGrp="1"/>
          </p:cNvSpPr>
          <p:nvPr>
            <p:ph type="body" sz="quarter" idx="11"/>
          </p:nvPr>
        </p:nvSpPr>
        <p:spPr/>
        <p:txBody>
          <a:bodyPr/>
          <a:lstStyle/>
          <a:p>
            <a:endParaRPr lang="en-GB"/>
          </a:p>
        </p:txBody>
      </p:sp>
      <p:graphicFrame>
        <p:nvGraphicFramePr>
          <p:cNvPr id="4" name="Diagram 3">
            <a:extLst>
              <a:ext uri="{FF2B5EF4-FFF2-40B4-BE49-F238E27FC236}">
                <a16:creationId xmlns:a16="http://schemas.microsoft.com/office/drawing/2014/main" id="{7D2BB89F-796F-4CA5-72BA-8935A82F523E}"/>
              </a:ext>
            </a:extLst>
          </p:cNvPr>
          <p:cNvGraphicFramePr/>
          <p:nvPr>
            <p:extLst>
              <p:ext uri="{D42A27DB-BD31-4B8C-83A1-F6EECF244321}">
                <p14:modId xmlns:p14="http://schemas.microsoft.com/office/powerpoint/2010/main" val="2063297990"/>
              </p:ext>
            </p:extLst>
          </p:nvPr>
        </p:nvGraphicFramePr>
        <p:xfrm>
          <a:off x="394799" y="2234153"/>
          <a:ext cx="11401199" cy="42514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9982939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22820E9-BA14-162A-4EF5-B39A723B89B4}"/>
              </a:ext>
            </a:extLst>
          </p:cNvPr>
          <p:cNvGraphicFramePr>
            <a:graphicFrameLocks noGrp="1"/>
          </p:cNvGraphicFramePr>
          <p:nvPr>
            <p:ph idx="1"/>
            <p:extLst>
              <p:ext uri="{D42A27DB-BD31-4B8C-83A1-F6EECF244321}">
                <p14:modId xmlns:p14="http://schemas.microsoft.com/office/powerpoint/2010/main" val="2355374781"/>
              </p:ext>
            </p:extLst>
          </p:nvPr>
        </p:nvGraphicFramePr>
        <p:xfrm>
          <a:off x="142875" y="1537195"/>
          <a:ext cx="11906250" cy="1744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5E27A4A2-5D6E-4F76-4F4C-1479837D9594}"/>
              </a:ext>
            </a:extLst>
          </p:cNvPr>
          <p:cNvSpPr>
            <a:spLocks noGrp="1"/>
          </p:cNvSpPr>
          <p:nvPr>
            <p:ph type="title"/>
          </p:nvPr>
        </p:nvSpPr>
        <p:spPr/>
        <p:txBody>
          <a:bodyPr/>
          <a:lstStyle/>
          <a:p>
            <a:r>
              <a:rPr lang="en-GB" dirty="0"/>
              <a:t>Kanban - Tools</a:t>
            </a:r>
          </a:p>
        </p:txBody>
      </p:sp>
      <p:sp>
        <p:nvSpPr>
          <p:cNvPr id="3" name="Text Placeholder 2">
            <a:extLst>
              <a:ext uri="{FF2B5EF4-FFF2-40B4-BE49-F238E27FC236}">
                <a16:creationId xmlns:a16="http://schemas.microsoft.com/office/drawing/2014/main" id="{A834B6E9-56FE-AB24-5D25-9E3DBE34648A}"/>
              </a:ext>
            </a:extLst>
          </p:cNvPr>
          <p:cNvSpPr>
            <a:spLocks noGrp="1"/>
          </p:cNvSpPr>
          <p:nvPr>
            <p:ph type="body" sz="quarter" idx="10"/>
          </p:nvPr>
        </p:nvSpPr>
        <p:spPr/>
        <p:txBody>
          <a:bodyPr/>
          <a:lstStyle/>
          <a:p>
            <a:r>
              <a:rPr lang="en-GB" dirty="0"/>
              <a:t>K1, K5, K6</a:t>
            </a:r>
          </a:p>
        </p:txBody>
      </p:sp>
      <p:sp>
        <p:nvSpPr>
          <p:cNvPr id="5" name="Text Placeholder 4">
            <a:extLst>
              <a:ext uri="{FF2B5EF4-FFF2-40B4-BE49-F238E27FC236}">
                <a16:creationId xmlns:a16="http://schemas.microsoft.com/office/drawing/2014/main" id="{92F99429-77BB-CC21-892B-8388D72A5F9A}"/>
              </a:ext>
            </a:extLst>
          </p:cNvPr>
          <p:cNvSpPr>
            <a:spLocks noGrp="1"/>
          </p:cNvSpPr>
          <p:nvPr>
            <p:ph type="body" sz="quarter" idx="11"/>
          </p:nvPr>
        </p:nvSpPr>
        <p:spPr/>
        <p:txBody>
          <a:bodyPr/>
          <a:lstStyle/>
          <a:p>
            <a:endParaRPr lang="en-GB"/>
          </a:p>
        </p:txBody>
      </p:sp>
      <p:grpSp>
        <p:nvGrpSpPr>
          <p:cNvPr id="6" name="Group 5">
            <a:extLst>
              <a:ext uri="{FF2B5EF4-FFF2-40B4-BE49-F238E27FC236}">
                <a16:creationId xmlns:a16="http://schemas.microsoft.com/office/drawing/2014/main" id="{4919584C-2339-ABB0-1F9D-36934651A574}"/>
              </a:ext>
            </a:extLst>
          </p:cNvPr>
          <p:cNvGrpSpPr/>
          <p:nvPr/>
        </p:nvGrpSpPr>
        <p:grpSpPr>
          <a:xfrm>
            <a:off x="461457" y="3281768"/>
            <a:ext cx="11269085" cy="3112133"/>
            <a:chOff x="464389" y="3373503"/>
            <a:chExt cx="11269085" cy="3112133"/>
          </a:xfrm>
        </p:grpSpPr>
        <p:grpSp>
          <p:nvGrpSpPr>
            <p:cNvPr id="45" name="Group 44">
              <a:extLst>
                <a:ext uri="{FF2B5EF4-FFF2-40B4-BE49-F238E27FC236}">
                  <a16:creationId xmlns:a16="http://schemas.microsoft.com/office/drawing/2014/main" id="{55C7DD26-0D63-CE26-708F-D96A61A3CE8E}"/>
                </a:ext>
              </a:extLst>
            </p:cNvPr>
            <p:cNvGrpSpPr/>
            <p:nvPr/>
          </p:nvGrpSpPr>
          <p:grpSpPr>
            <a:xfrm>
              <a:off x="2133591" y="4125359"/>
              <a:ext cx="7924819" cy="2360277"/>
              <a:chOff x="1651800" y="3915825"/>
              <a:chExt cx="8898232" cy="2650192"/>
            </a:xfrm>
          </p:grpSpPr>
          <p:sp>
            <p:nvSpPr>
              <p:cNvPr id="10" name="Rectangle: Top Corners Rounded 9">
                <a:extLst>
                  <a:ext uri="{FF2B5EF4-FFF2-40B4-BE49-F238E27FC236}">
                    <a16:creationId xmlns:a16="http://schemas.microsoft.com/office/drawing/2014/main" id="{1D930CDD-BC6E-00D6-6FE2-23F04819FFB2}"/>
                  </a:ext>
                </a:extLst>
              </p:cNvPr>
              <p:cNvSpPr/>
              <p:nvPr/>
            </p:nvSpPr>
            <p:spPr>
              <a:xfrm>
                <a:off x="1651820" y="3925657"/>
                <a:ext cx="8888361" cy="2632459"/>
              </a:xfrm>
              <a:prstGeom prst="round2SameRect">
                <a:avLst>
                  <a:gd name="adj1" fmla="val 21896"/>
                  <a:gd name="adj2" fmla="val 0"/>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11" name="Rectangle: Top Corners Rounded 10">
                <a:extLst>
                  <a:ext uri="{FF2B5EF4-FFF2-40B4-BE49-F238E27FC236}">
                    <a16:creationId xmlns:a16="http://schemas.microsoft.com/office/drawing/2014/main" id="{9D34271C-2066-8CC0-90BD-5B8429A89CC9}"/>
                  </a:ext>
                </a:extLst>
              </p:cNvPr>
              <p:cNvSpPr/>
              <p:nvPr/>
            </p:nvSpPr>
            <p:spPr>
              <a:xfrm>
                <a:off x="1651820" y="3915825"/>
                <a:ext cx="8878534" cy="521816"/>
              </a:xfrm>
              <a:prstGeom prst="round2SameRect">
                <a:avLst>
                  <a:gd name="adj1" fmla="val 50000"/>
                  <a:gd name="adj2" fmla="val 0"/>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1600" dirty="0"/>
              </a:p>
            </p:txBody>
          </p:sp>
          <p:sp>
            <p:nvSpPr>
              <p:cNvPr id="12" name="Rectangle 11">
                <a:extLst>
                  <a:ext uri="{FF2B5EF4-FFF2-40B4-BE49-F238E27FC236}">
                    <a16:creationId xmlns:a16="http://schemas.microsoft.com/office/drawing/2014/main" id="{CC233212-1343-AB8D-0D73-1D2787E384E4}"/>
                  </a:ext>
                </a:extLst>
              </p:cNvPr>
              <p:cNvSpPr/>
              <p:nvPr/>
            </p:nvSpPr>
            <p:spPr>
              <a:xfrm>
                <a:off x="1858297" y="3983669"/>
                <a:ext cx="1632155" cy="422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Backlog</a:t>
                </a:r>
              </a:p>
            </p:txBody>
          </p:sp>
          <p:sp>
            <p:nvSpPr>
              <p:cNvPr id="13" name="Rectangle 12">
                <a:extLst>
                  <a:ext uri="{FF2B5EF4-FFF2-40B4-BE49-F238E27FC236}">
                    <a16:creationId xmlns:a16="http://schemas.microsoft.com/office/drawing/2014/main" id="{A6D33DE6-7AEB-4488-F2B0-F4FA2FFA4011}"/>
                  </a:ext>
                </a:extLst>
              </p:cNvPr>
              <p:cNvSpPr/>
              <p:nvPr/>
            </p:nvSpPr>
            <p:spPr>
              <a:xfrm>
                <a:off x="8681884" y="3983669"/>
                <a:ext cx="1632155" cy="422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Done</a:t>
                </a:r>
              </a:p>
            </p:txBody>
          </p:sp>
          <p:sp>
            <p:nvSpPr>
              <p:cNvPr id="14" name="Rectangle 13">
                <a:extLst>
                  <a:ext uri="{FF2B5EF4-FFF2-40B4-BE49-F238E27FC236}">
                    <a16:creationId xmlns:a16="http://schemas.microsoft.com/office/drawing/2014/main" id="{109AE3DC-2C2D-6E30-9A79-5270C5CF0D51}"/>
                  </a:ext>
                </a:extLst>
              </p:cNvPr>
              <p:cNvSpPr/>
              <p:nvPr/>
            </p:nvSpPr>
            <p:spPr>
              <a:xfrm>
                <a:off x="3897946" y="3983669"/>
                <a:ext cx="1632155" cy="422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Development</a:t>
                </a:r>
              </a:p>
            </p:txBody>
          </p:sp>
          <p:sp>
            <p:nvSpPr>
              <p:cNvPr id="15" name="Rectangle 14">
                <a:extLst>
                  <a:ext uri="{FF2B5EF4-FFF2-40B4-BE49-F238E27FC236}">
                    <a16:creationId xmlns:a16="http://schemas.microsoft.com/office/drawing/2014/main" id="{9E882BDA-8263-B5C5-FFC6-B5F5791D26CC}"/>
                  </a:ext>
                </a:extLst>
              </p:cNvPr>
              <p:cNvSpPr/>
              <p:nvPr/>
            </p:nvSpPr>
            <p:spPr>
              <a:xfrm>
                <a:off x="6172475" y="3983669"/>
                <a:ext cx="1632155" cy="422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Testing</a:t>
                </a:r>
              </a:p>
            </p:txBody>
          </p:sp>
          <p:cxnSp>
            <p:nvCxnSpPr>
              <p:cNvPr id="16" name="Straight Connector 15">
                <a:extLst>
                  <a:ext uri="{FF2B5EF4-FFF2-40B4-BE49-F238E27FC236}">
                    <a16:creationId xmlns:a16="http://schemas.microsoft.com/office/drawing/2014/main" id="{845FD31E-FFC4-F877-D616-35D8793772D5}"/>
                  </a:ext>
                </a:extLst>
              </p:cNvPr>
              <p:cNvCxnSpPr>
                <a:cxnSpLocks/>
              </p:cNvCxnSpPr>
              <p:nvPr/>
            </p:nvCxnSpPr>
            <p:spPr>
              <a:xfrm>
                <a:off x="3811639" y="3943005"/>
                <a:ext cx="0" cy="50411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236F82A-D415-1AE6-7DD4-B7B0BCD7030F}"/>
                  </a:ext>
                </a:extLst>
              </p:cNvPr>
              <p:cNvCxnSpPr>
                <a:cxnSpLocks/>
              </p:cNvCxnSpPr>
              <p:nvPr/>
            </p:nvCxnSpPr>
            <p:spPr>
              <a:xfrm>
                <a:off x="8360697" y="3943005"/>
                <a:ext cx="0" cy="50411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485B639-3575-A7A8-C785-55A237D7183D}"/>
                  </a:ext>
                </a:extLst>
              </p:cNvPr>
              <p:cNvCxnSpPr>
                <a:cxnSpLocks/>
              </p:cNvCxnSpPr>
              <p:nvPr/>
            </p:nvCxnSpPr>
            <p:spPr>
              <a:xfrm>
                <a:off x="6086168" y="3943005"/>
                <a:ext cx="0" cy="50411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5C88275-4439-31B6-CBE2-A787AE918FB4}"/>
                  </a:ext>
                </a:extLst>
              </p:cNvPr>
              <p:cNvCxnSpPr>
                <a:cxnSpLocks/>
              </p:cNvCxnSpPr>
              <p:nvPr/>
            </p:nvCxnSpPr>
            <p:spPr>
              <a:xfrm>
                <a:off x="3811639" y="4466265"/>
                <a:ext cx="0" cy="209185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5FC6E88-4CB1-A695-F66B-BE507713C026}"/>
                  </a:ext>
                </a:extLst>
              </p:cNvPr>
              <p:cNvCxnSpPr>
                <a:cxnSpLocks/>
              </p:cNvCxnSpPr>
              <p:nvPr/>
            </p:nvCxnSpPr>
            <p:spPr>
              <a:xfrm>
                <a:off x="6086168" y="4456417"/>
                <a:ext cx="0" cy="21096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A546527-9EDE-02AA-84A7-F877DBDD5ABA}"/>
                  </a:ext>
                </a:extLst>
              </p:cNvPr>
              <p:cNvCxnSpPr>
                <a:cxnSpLocks/>
              </p:cNvCxnSpPr>
              <p:nvPr/>
            </p:nvCxnSpPr>
            <p:spPr>
              <a:xfrm>
                <a:off x="8390192" y="4447473"/>
                <a:ext cx="0" cy="211064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A95E5D90-932B-7332-61B8-954AE9EBA594}"/>
                  </a:ext>
                </a:extLst>
              </p:cNvPr>
              <p:cNvSpPr>
                <a:spLocks noChangeAspect="1"/>
              </p:cNvSpPr>
              <p:nvPr/>
            </p:nvSpPr>
            <p:spPr>
              <a:xfrm rot="20993466">
                <a:off x="1926894" y="4931601"/>
                <a:ext cx="658755" cy="421533"/>
              </a:xfrm>
              <a:prstGeom prst="roundRect">
                <a:avLst/>
              </a:prstGeom>
              <a:ln w="25400">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sz="1600" dirty="0">
                    <a:solidFill>
                      <a:schemeClr val="tx1"/>
                    </a:solidFill>
                  </a:rPr>
                  <a:t>F</a:t>
                </a:r>
              </a:p>
            </p:txBody>
          </p:sp>
          <p:sp>
            <p:nvSpPr>
              <p:cNvPr id="23" name="Rectangle: Rounded Corners 22">
                <a:extLst>
                  <a:ext uri="{FF2B5EF4-FFF2-40B4-BE49-F238E27FC236}">
                    <a16:creationId xmlns:a16="http://schemas.microsoft.com/office/drawing/2014/main" id="{27327984-F21B-DDA9-AD76-008EDBC3511F}"/>
                  </a:ext>
                </a:extLst>
              </p:cNvPr>
              <p:cNvSpPr>
                <a:spLocks noChangeAspect="1"/>
              </p:cNvSpPr>
              <p:nvPr/>
            </p:nvSpPr>
            <p:spPr>
              <a:xfrm rot="432656">
                <a:off x="4146305" y="4961267"/>
                <a:ext cx="658755" cy="421533"/>
              </a:xfrm>
              <a:prstGeom prst="roundRect">
                <a:avLst/>
              </a:prstGeom>
              <a:ln w="25400">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sz="1600" dirty="0">
                    <a:solidFill>
                      <a:schemeClr val="tx1"/>
                    </a:solidFill>
                  </a:rPr>
                  <a:t>A</a:t>
                </a:r>
              </a:p>
            </p:txBody>
          </p:sp>
          <p:sp>
            <p:nvSpPr>
              <p:cNvPr id="24" name="Rectangle: Rounded Corners 23">
                <a:extLst>
                  <a:ext uri="{FF2B5EF4-FFF2-40B4-BE49-F238E27FC236}">
                    <a16:creationId xmlns:a16="http://schemas.microsoft.com/office/drawing/2014/main" id="{C756BDB2-C72C-971F-3C37-266417D1AD11}"/>
                  </a:ext>
                </a:extLst>
              </p:cNvPr>
              <p:cNvSpPr>
                <a:spLocks noChangeAspect="1"/>
              </p:cNvSpPr>
              <p:nvPr/>
            </p:nvSpPr>
            <p:spPr>
              <a:xfrm rot="20993466">
                <a:off x="6902620" y="4943041"/>
                <a:ext cx="658755" cy="421533"/>
              </a:xfrm>
              <a:prstGeom prst="roundRect">
                <a:avLst/>
              </a:prstGeom>
              <a:ln w="25400">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sz="1600" dirty="0">
                    <a:solidFill>
                      <a:schemeClr val="tx1"/>
                    </a:solidFill>
                  </a:rPr>
                  <a:t>B</a:t>
                </a:r>
              </a:p>
            </p:txBody>
          </p:sp>
          <p:sp>
            <p:nvSpPr>
              <p:cNvPr id="25" name="Rectangle: Rounded Corners 24">
                <a:extLst>
                  <a:ext uri="{FF2B5EF4-FFF2-40B4-BE49-F238E27FC236}">
                    <a16:creationId xmlns:a16="http://schemas.microsoft.com/office/drawing/2014/main" id="{BEF7101F-F9F3-BB0D-EE24-EA3F89B4D502}"/>
                  </a:ext>
                </a:extLst>
              </p:cNvPr>
              <p:cNvSpPr>
                <a:spLocks noChangeAspect="1"/>
              </p:cNvSpPr>
              <p:nvPr/>
            </p:nvSpPr>
            <p:spPr>
              <a:xfrm rot="650920">
                <a:off x="2344998" y="5982686"/>
                <a:ext cx="658755" cy="421533"/>
              </a:xfrm>
              <a:prstGeom prst="roundRect">
                <a:avLst/>
              </a:prstGeom>
              <a:ln w="25400">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sz="1600" dirty="0">
                    <a:solidFill>
                      <a:schemeClr val="tx1"/>
                    </a:solidFill>
                  </a:rPr>
                  <a:t>C</a:t>
                </a:r>
              </a:p>
            </p:txBody>
          </p:sp>
          <p:sp>
            <p:nvSpPr>
              <p:cNvPr id="26" name="Rectangle: Rounded Corners 25">
                <a:extLst>
                  <a:ext uri="{FF2B5EF4-FFF2-40B4-BE49-F238E27FC236}">
                    <a16:creationId xmlns:a16="http://schemas.microsoft.com/office/drawing/2014/main" id="{95C03216-F537-2365-0615-910B8A07D37E}"/>
                  </a:ext>
                </a:extLst>
              </p:cNvPr>
              <p:cNvSpPr>
                <a:spLocks noChangeAspect="1"/>
              </p:cNvSpPr>
              <p:nvPr/>
            </p:nvSpPr>
            <p:spPr>
              <a:xfrm rot="376823">
                <a:off x="9063407" y="4863191"/>
                <a:ext cx="658755" cy="421533"/>
              </a:xfrm>
              <a:prstGeom prst="roundRect">
                <a:avLst/>
              </a:prstGeom>
              <a:ln w="25400">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sz="1600" dirty="0">
                    <a:solidFill>
                      <a:schemeClr val="tx1"/>
                    </a:solidFill>
                  </a:rPr>
                  <a:t>D</a:t>
                </a:r>
              </a:p>
            </p:txBody>
          </p:sp>
          <p:sp>
            <p:nvSpPr>
              <p:cNvPr id="27" name="Rectangle: Rounded Corners 26">
                <a:extLst>
                  <a:ext uri="{FF2B5EF4-FFF2-40B4-BE49-F238E27FC236}">
                    <a16:creationId xmlns:a16="http://schemas.microsoft.com/office/drawing/2014/main" id="{A8CB99E8-0CA5-8901-8C5B-B29BB3531F40}"/>
                  </a:ext>
                </a:extLst>
              </p:cNvPr>
              <p:cNvSpPr>
                <a:spLocks noChangeAspect="1"/>
              </p:cNvSpPr>
              <p:nvPr/>
            </p:nvSpPr>
            <p:spPr>
              <a:xfrm rot="20993466">
                <a:off x="4745904" y="5986374"/>
                <a:ext cx="658755" cy="421533"/>
              </a:xfrm>
              <a:prstGeom prst="roundRect">
                <a:avLst/>
              </a:prstGeom>
              <a:ln w="25400">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sz="1600" dirty="0">
                    <a:solidFill>
                      <a:schemeClr val="tx1"/>
                    </a:solidFill>
                  </a:rPr>
                  <a:t>E</a:t>
                </a:r>
              </a:p>
            </p:txBody>
          </p:sp>
          <p:sp>
            <p:nvSpPr>
              <p:cNvPr id="28" name="Oval 27">
                <a:extLst>
                  <a:ext uri="{FF2B5EF4-FFF2-40B4-BE49-F238E27FC236}">
                    <a16:creationId xmlns:a16="http://schemas.microsoft.com/office/drawing/2014/main" id="{670B057B-F93E-9A27-66D9-53C6E137BAF9}"/>
                  </a:ext>
                </a:extLst>
              </p:cNvPr>
              <p:cNvSpPr/>
              <p:nvPr/>
            </p:nvSpPr>
            <p:spPr>
              <a:xfrm>
                <a:off x="5616408" y="4023351"/>
                <a:ext cx="383454" cy="343422"/>
              </a:xfrm>
              <a:prstGeom prst="ellipse">
                <a:avLst/>
              </a:prstGeom>
              <a:ln w="25400">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600" dirty="0">
                    <a:solidFill>
                      <a:schemeClr val="tx1"/>
                    </a:solidFill>
                  </a:rPr>
                  <a:t>2</a:t>
                </a:r>
              </a:p>
            </p:txBody>
          </p:sp>
          <p:sp>
            <p:nvSpPr>
              <p:cNvPr id="29" name="Oval 28">
                <a:extLst>
                  <a:ext uri="{FF2B5EF4-FFF2-40B4-BE49-F238E27FC236}">
                    <a16:creationId xmlns:a16="http://schemas.microsoft.com/office/drawing/2014/main" id="{3DDF3D52-B81D-E473-889B-3004DC5B47D1}"/>
                  </a:ext>
                </a:extLst>
              </p:cNvPr>
              <p:cNvSpPr/>
              <p:nvPr/>
            </p:nvSpPr>
            <p:spPr>
              <a:xfrm>
                <a:off x="7890937" y="4023351"/>
                <a:ext cx="383454" cy="343422"/>
              </a:xfrm>
              <a:prstGeom prst="ellipse">
                <a:avLst/>
              </a:prstGeom>
              <a:ln w="25400">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600" dirty="0">
                    <a:solidFill>
                      <a:schemeClr val="tx1"/>
                    </a:solidFill>
                  </a:rPr>
                  <a:t>3</a:t>
                </a:r>
              </a:p>
            </p:txBody>
          </p:sp>
          <p:sp>
            <p:nvSpPr>
              <p:cNvPr id="42" name="Rectangle 41">
                <a:extLst>
                  <a:ext uri="{FF2B5EF4-FFF2-40B4-BE49-F238E27FC236}">
                    <a16:creationId xmlns:a16="http://schemas.microsoft.com/office/drawing/2014/main" id="{55A1C54C-930E-5E58-D26C-B60DE74A3169}"/>
                  </a:ext>
                </a:extLst>
              </p:cNvPr>
              <p:cNvSpPr/>
              <p:nvPr/>
            </p:nvSpPr>
            <p:spPr>
              <a:xfrm>
                <a:off x="1661632" y="4437288"/>
                <a:ext cx="8888400" cy="381299"/>
              </a:xfrm>
              <a:prstGeom prst="rect">
                <a:avLst/>
              </a:prstGeom>
              <a:solidFill>
                <a:schemeClr val="accent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Back-end</a:t>
                </a:r>
              </a:p>
            </p:txBody>
          </p:sp>
          <p:sp>
            <p:nvSpPr>
              <p:cNvPr id="43" name="Rectangle 42">
                <a:extLst>
                  <a:ext uri="{FF2B5EF4-FFF2-40B4-BE49-F238E27FC236}">
                    <a16:creationId xmlns:a16="http://schemas.microsoft.com/office/drawing/2014/main" id="{632403D7-F59D-7E47-EF1B-5E18817D6173}"/>
                  </a:ext>
                </a:extLst>
              </p:cNvPr>
              <p:cNvSpPr/>
              <p:nvPr/>
            </p:nvSpPr>
            <p:spPr>
              <a:xfrm>
                <a:off x="1651800" y="5464540"/>
                <a:ext cx="8888400" cy="381299"/>
              </a:xfrm>
              <a:prstGeom prst="rect">
                <a:avLst/>
              </a:prstGeom>
              <a:solidFill>
                <a:schemeClr val="accent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Front-end</a:t>
                </a:r>
              </a:p>
            </p:txBody>
          </p:sp>
          <p:sp>
            <p:nvSpPr>
              <p:cNvPr id="44" name="Rectangle: Top Corners Rounded 43">
                <a:extLst>
                  <a:ext uri="{FF2B5EF4-FFF2-40B4-BE49-F238E27FC236}">
                    <a16:creationId xmlns:a16="http://schemas.microsoft.com/office/drawing/2014/main" id="{F5B522C2-FB14-8162-43A6-5787FAF0B152}"/>
                  </a:ext>
                </a:extLst>
              </p:cNvPr>
              <p:cNvSpPr/>
              <p:nvPr/>
            </p:nvSpPr>
            <p:spPr>
              <a:xfrm>
                <a:off x="1661646" y="3931638"/>
                <a:ext cx="8888361" cy="2632459"/>
              </a:xfrm>
              <a:prstGeom prst="round2SameRect">
                <a:avLst>
                  <a:gd name="adj1" fmla="val 11438"/>
                  <a:gd name="adj2" fmla="val 0"/>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grpSp>
        <p:cxnSp>
          <p:nvCxnSpPr>
            <p:cNvPr id="55" name="Straight Arrow Connector 54">
              <a:extLst>
                <a:ext uri="{FF2B5EF4-FFF2-40B4-BE49-F238E27FC236}">
                  <a16:creationId xmlns:a16="http://schemas.microsoft.com/office/drawing/2014/main" id="{CBE3C197-3A56-8EC7-CD06-6CCEDEB37CEA}"/>
                </a:ext>
              </a:extLst>
            </p:cNvPr>
            <p:cNvCxnSpPr>
              <a:cxnSpLocks/>
              <a:stCxn id="49" idx="2"/>
            </p:cNvCxnSpPr>
            <p:nvPr/>
          </p:nvCxnSpPr>
          <p:spPr>
            <a:xfrm>
              <a:off x="4932646" y="3868091"/>
              <a:ext cx="0" cy="250294"/>
            </a:xfrm>
            <a:prstGeom prst="straightConnector1">
              <a:avLst/>
            </a:prstGeom>
            <a:ln w="38100" cap="rnd">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F62C9E42-CDB2-6B49-FE49-149D3411AC3A}"/>
                </a:ext>
              </a:extLst>
            </p:cNvPr>
            <p:cNvCxnSpPr>
              <a:cxnSpLocks/>
              <a:stCxn id="51" idx="2"/>
            </p:cNvCxnSpPr>
            <p:nvPr/>
          </p:nvCxnSpPr>
          <p:spPr>
            <a:xfrm>
              <a:off x="7854945" y="3868091"/>
              <a:ext cx="0" cy="527569"/>
            </a:xfrm>
            <a:prstGeom prst="straightConnector1">
              <a:avLst/>
            </a:prstGeom>
            <a:ln w="38100" cap="rnd">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087DC31E-774D-F2F0-8A5D-F4FC5A1D488C}"/>
                </a:ext>
              </a:extLst>
            </p:cNvPr>
            <p:cNvCxnSpPr>
              <a:cxnSpLocks/>
              <a:stCxn id="47" idx="1"/>
            </p:cNvCxnSpPr>
            <p:nvPr/>
          </p:nvCxnSpPr>
          <p:spPr>
            <a:xfrm flipH="1">
              <a:off x="10040885" y="4121266"/>
              <a:ext cx="495237" cy="106107"/>
            </a:xfrm>
            <a:prstGeom prst="straightConnector1">
              <a:avLst/>
            </a:prstGeom>
            <a:ln w="38100" cap="rnd">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64EF9615-DC8C-5647-36EE-A32200BE5371}"/>
                </a:ext>
              </a:extLst>
            </p:cNvPr>
            <p:cNvCxnSpPr>
              <a:cxnSpLocks/>
              <a:stCxn id="46" idx="3"/>
            </p:cNvCxnSpPr>
            <p:nvPr/>
          </p:nvCxnSpPr>
          <p:spPr>
            <a:xfrm>
              <a:off x="1661741" y="4133851"/>
              <a:ext cx="463116" cy="113715"/>
            </a:xfrm>
            <a:prstGeom prst="straightConnector1">
              <a:avLst/>
            </a:prstGeom>
            <a:ln w="38100" cap="rnd">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8FC3DD1-F33C-647A-9CEB-6BF4AD14D2C5}"/>
                </a:ext>
              </a:extLst>
            </p:cNvPr>
            <p:cNvCxnSpPr>
              <a:cxnSpLocks/>
              <a:stCxn id="48" idx="3"/>
            </p:cNvCxnSpPr>
            <p:nvPr/>
          </p:nvCxnSpPr>
          <p:spPr>
            <a:xfrm>
              <a:off x="1661741" y="4888297"/>
              <a:ext cx="688457" cy="235184"/>
            </a:xfrm>
            <a:prstGeom prst="straightConnector1">
              <a:avLst/>
            </a:prstGeom>
            <a:ln w="38100" cap="rnd">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3D6E56E5-9246-8774-26CC-A6FACC464CF0}"/>
                </a:ext>
              </a:extLst>
            </p:cNvPr>
            <p:cNvCxnSpPr>
              <a:cxnSpLocks/>
              <a:stCxn id="50" idx="3"/>
            </p:cNvCxnSpPr>
            <p:nvPr/>
          </p:nvCxnSpPr>
          <p:spPr>
            <a:xfrm>
              <a:off x="1664264" y="5673534"/>
              <a:ext cx="404489" cy="0"/>
            </a:xfrm>
            <a:prstGeom prst="straightConnector1">
              <a:avLst/>
            </a:prstGeom>
            <a:ln w="38100" cap="rnd">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76BE6ADC-5350-6534-C4C9-1C3519C4A7EC}"/>
                </a:ext>
              </a:extLst>
            </p:cNvPr>
            <p:cNvSpPr/>
            <p:nvPr/>
          </p:nvSpPr>
          <p:spPr>
            <a:xfrm>
              <a:off x="464389" y="3886557"/>
              <a:ext cx="1197352" cy="494588"/>
            </a:xfrm>
            <a:prstGeom prst="rect">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rPr>
                <a:t>Commitment Point</a:t>
              </a:r>
            </a:p>
          </p:txBody>
        </p:sp>
        <p:sp>
          <p:nvSpPr>
            <p:cNvPr id="47" name="Rectangle 46">
              <a:extLst>
                <a:ext uri="{FF2B5EF4-FFF2-40B4-BE49-F238E27FC236}">
                  <a16:creationId xmlns:a16="http://schemas.microsoft.com/office/drawing/2014/main" id="{B3CFBBE6-1479-6D0C-8910-1C3064F62511}"/>
                </a:ext>
              </a:extLst>
            </p:cNvPr>
            <p:cNvSpPr/>
            <p:nvPr/>
          </p:nvSpPr>
          <p:spPr>
            <a:xfrm>
              <a:off x="10536122" y="3873972"/>
              <a:ext cx="1197352" cy="494588"/>
            </a:xfrm>
            <a:prstGeom prst="rect">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rPr>
                <a:t>Delivery Point</a:t>
              </a:r>
            </a:p>
          </p:txBody>
        </p:sp>
        <p:sp>
          <p:nvSpPr>
            <p:cNvPr id="48" name="Rectangle 47">
              <a:extLst>
                <a:ext uri="{FF2B5EF4-FFF2-40B4-BE49-F238E27FC236}">
                  <a16:creationId xmlns:a16="http://schemas.microsoft.com/office/drawing/2014/main" id="{EE9035E4-762F-38BD-84BA-B7CCA7B9E037}"/>
                </a:ext>
              </a:extLst>
            </p:cNvPr>
            <p:cNvSpPr/>
            <p:nvPr/>
          </p:nvSpPr>
          <p:spPr>
            <a:xfrm>
              <a:off x="464389" y="4641003"/>
              <a:ext cx="1197352" cy="494588"/>
            </a:xfrm>
            <a:prstGeom prst="rect">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rPr>
                <a:t>Card</a:t>
              </a:r>
            </a:p>
          </p:txBody>
        </p:sp>
        <p:sp>
          <p:nvSpPr>
            <p:cNvPr id="49" name="Rectangle 48">
              <a:extLst>
                <a:ext uri="{FF2B5EF4-FFF2-40B4-BE49-F238E27FC236}">
                  <a16:creationId xmlns:a16="http://schemas.microsoft.com/office/drawing/2014/main" id="{1683A124-008B-C2E7-8BD3-AAA4FC8B0C15}"/>
                </a:ext>
              </a:extLst>
            </p:cNvPr>
            <p:cNvSpPr/>
            <p:nvPr/>
          </p:nvSpPr>
          <p:spPr>
            <a:xfrm>
              <a:off x="4333970" y="3373503"/>
              <a:ext cx="1197352" cy="494588"/>
            </a:xfrm>
            <a:prstGeom prst="rect">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rPr>
                <a:t>Column</a:t>
              </a:r>
            </a:p>
          </p:txBody>
        </p:sp>
        <p:sp>
          <p:nvSpPr>
            <p:cNvPr id="50" name="Rectangle 49">
              <a:extLst>
                <a:ext uri="{FF2B5EF4-FFF2-40B4-BE49-F238E27FC236}">
                  <a16:creationId xmlns:a16="http://schemas.microsoft.com/office/drawing/2014/main" id="{F36F9F0E-9BD9-916B-A8C5-E9A564C75F05}"/>
                </a:ext>
              </a:extLst>
            </p:cNvPr>
            <p:cNvSpPr/>
            <p:nvPr/>
          </p:nvSpPr>
          <p:spPr>
            <a:xfrm>
              <a:off x="466912" y="5426240"/>
              <a:ext cx="1197352" cy="494588"/>
            </a:xfrm>
            <a:prstGeom prst="rect">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rPr>
                <a:t>Swimlane</a:t>
              </a:r>
            </a:p>
          </p:txBody>
        </p:sp>
        <p:sp>
          <p:nvSpPr>
            <p:cNvPr id="51" name="Rectangle 50">
              <a:extLst>
                <a:ext uri="{FF2B5EF4-FFF2-40B4-BE49-F238E27FC236}">
                  <a16:creationId xmlns:a16="http://schemas.microsoft.com/office/drawing/2014/main" id="{2AE431CF-B1A0-B8A7-791D-2FD9D6E87F21}"/>
                </a:ext>
              </a:extLst>
            </p:cNvPr>
            <p:cNvSpPr/>
            <p:nvPr/>
          </p:nvSpPr>
          <p:spPr>
            <a:xfrm>
              <a:off x="7256269" y="3373503"/>
              <a:ext cx="1197352" cy="494588"/>
            </a:xfrm>
            <a:prstGeom prst="rect">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err="1">
                  <a:solidFill>
                    <a:schemeClr val="tx1"/>
                  </a:solidFill>
                </a:rPr>
                <a:t>WiP</a:t>
              </a:r>
              <a:r>
                <a:rPr lang="en-GB" sz="1200" dirty="0">
                  <a:solidFill>
                    <a:schemeClr val="tx1"/>
                  </a:solidFill>
                </a:rPr>
                <a:t> Limit</a:t>
              </a:r>
            </a:p>
          </p:txBody>
        </p:sp>
      </p:grpSp>
    </p:spTree>
    <p:extLst>
      <p:ext uri="{BB962C8B-B14F-4D97-AF65-F5344CB8AC3E}">
        <p14:creationId xmlns:p14="http://schemas.microsoft.com/office/powerpoint/2010/main" val="153563027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A150F1-9B75-EF4F-4B18-A9D1DA24BE56}"/>
              </a:ext>
            </a:extLst>
          </p:cNvPr>
          <p:cNvSpPr>
            <a:spLocks noGrp="1"/>
          </p:cNvSpPr>
          <p:nvPr>
            <p:ph idx="1"/>
          </p:nvPr>
        </p:nvSpPr>
        <p:spPr/>
        <p:txBody>
          <a:bodyPr/>
          <a:lstStyle/>
          <a:p>
            <a:r>
              <a:rPr lang="en-GB" dirty="0"/>
              <a:t>The major advantage of Kanban is that it helps the teams move from a ‘push’ system to a ‘pull’ system</a:t>
            </a:r>
          </a:p>
          <a:p>
            <a:endParaRPr lang="en-GB" dirty="0"/>
          </a:p>
          <a:p>
            <a:r>
              <a:rPr lang="en-GB" dirty="0"/>
              <a:t>‘Push’ systems happen naturally within teams one person finishes their work and pushes it onto the next stage without worrying about the capacity of that stage</a:t>
            </a:r>
          </a:p>
          <a:p>
            <a:endParaRPr lang="en-GB" dirty="0"/>
          </a:p>
          <a:p>
            <a:r>
              <a:rPr lang="en-GB" dirty="0"/>
              <a:t>The problem with a ‘push’ system is that it sees the stages as silos where people’s functions are completed in isolation rather than being seen as a system</a:t>
            </a:r>
          </a:p>
          <a:p>
            <a:endParaRPr lang="en-GB" dirty="0"/>
          </a:p>
          <a:p>
            <a:r>
              <a:rPr lang="en-GB" dirty="0"/>
              <a:t>With Kanban tasks are pulled from one stage to the next when the person completing the next stage has the capacity to complete that task</a:t>
            </a:r>
          </a:p>
        </p:txBody>
      </p:sp>
      <p:sp>
        <p:nvSpPr>
          <p:cNvPr id="2" name="Title 1">
            <a:extLst>
              <a:ext uri="{FF2B5EF4-FFF2-40B4-BE49-F238E27FC236}">
                <a16:creationId xmlns:a16="http://schemas.microsoft.com/office/drawing/2014/main" id="{946BCFA5-482E-B826-CBE9-ECD7B55489D0}"/>
              </a:ext>
            </a:extLst>
          </p:cNvPr>
          <p:cNvSpPr>
            <a:spLocks noGrp="1"/>
          </p:cNvSpPr>
          <p:nvPr>
            <p:ph type="title"/>
          </p:nvPr>
        </p:nvSpPr>
        <p:spPr/>
        <p:txBody>
          <a:bodyPr/>
          <a:lstStyle/>
          <a:p>
            <a:r>
              <a:rPr lang="en-GB" dirty="0"/>
              <a:t>Kanban – Pull System</a:t>
            </a:r>
          </a:p>
        </p:txBody>
      </p:sp>
      <p:sp>
        <p:nvSpPr>
          <p:cNvPr id="4" name="Text Placeholder 3">
            <a:extLst>
              <a:ext uri="{FF2B5EF4-FFF2-40B4-BE49-F238E27FC236}">
                <a16:creationId xmlns:a16="http://schemas.microsoft.com/office/drawing/2014/main" id="{AE64CA20-0093-1CC6-F069-1C635664AB31}"/>
              </a:ext>
            </a:extLst>
          </p:cNvPr>
          <p:cNvSpPr>
            <a:spLocks noGrp="1"/>
          </p:cNvSpPr>
          <p:nvPr>
            <p:ph type="body" sz="quarter" idx="10"/>
          </p:nvPr>
        </p:nvSpPr>
        <p:spPr/>
        <p:txBody>
          <a:bodyPr/>
          <a:lstStyle/>
          <a:p>
            <a:r>
              <a:rPr lang="en-GB" dirty="0"/>
              <a:t>K1, K5, K6</a:t>
            </a:r>
          </a:p>
        </p:txBody>
      </p:sp>
      <p:sp>
        <p:nvSpPr>
          <p:cNvPr id="5" name="Text Placeholder 4">
            <a:extLst>
              <a:ext uri="{FF2B5EF4-FFF2-40B4-BE49-F238E27FC236}">
                <a16:creationId xmlns:a16="http://schemas.microsoft.com/office/drawing/2014/main" id="{E1E59009-B527-79FE-1EDC-09DB29145632}"/>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126201442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BFA9F36-1511-29CC-88BC-23F75B8FB10A}"/>
              </a:ext>
            </a:extLst>
          </p:cNvPr>
          <p:cNvGraphicFramePr>
            <a:graphicFrameLocks noGrp="1"/>
          </p:cNvGraphicFramePr>
          <p:nvPr>
            <p:ph idx="1"/>
            <p:extLst>
              <p:ext uri="{D42A27DB-BD31-4B8C-83A1-F6EECF244321}">
                <p14:modId xmlns:p14="http://schemas.microsoft.com/office/powerpoint/2010/main" val="2821082987"/>
              </p:ext>
            </p:extLst>
          </p:nvPr>
        </p:nvGraphicFramePr>
        <p:xfrm>
          <a:off x="142875" y="1679575"/>
          <a:ext cx="11906250" cy="468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03EEACF9-B0E0-BFF7-929C-9F8B2529BC6D}"/>
              </a:ext>
            </a:extLst>
          </p:cNvPr>
          <p:cNvSpPr>
            <a:spLocks noGrp="1"/>
          </p:cNvSpPr>
          <p:nvPr>
            <p:ph type="title"/>
          </p:nvPr>
        </p:nvSpPr>
        <p:spPr/>
        <p:txBody>
          <a:bodyPr/>
          <a:lstStyle/>
          <a:p>
            <a:r>
              <a:rPr lang="en-GB" dirty="0"/>
              <a:t>Kanban - Practices</a:t>
            </a:r>
          </a:p>
        </p:txBody>
      </p:sp>
      <p:sp>
        <p:nvSpPr>
          <p:cNvPr id="3" name="Text Placeholder 2">
            <a:extLst>
              <a:ext uri="{FF2B5EF4-FFF2-40B4-BE49-F238E27FC236}">
                <a16:creationId xmlns:a16="http://schemas.microsoft.com/office/drawing/2014/main" id="{1F36A1DB-605D-473F-1756-08F8420DB3A4}"/>
              </a:ext>
            </a:extLst>
          </p:cNvPr>
          <p:cNvSpPr>
            <a:spLocks noGrp="1"/>
          </p:cNvSpPr>
          <p:nvPr>
            <p:ph type="body" sz="quarter" idx="10"/>
          </p:nvPr>
        </p:nvSpPr>
        <p:spPr/>
        <p:txBody>
          <a:bodyPr/>
          <a:lstStyle/>
          <a:p>
            <a:r>
              <a:rPr lang="en-GB" dirty="0"/>
              <a:t>K1, K5, K6</a:t>
            </a:r>
          </a:p>
        </p:txBody>
      </p:sp>
      <p:sp>
        <p:nvSpPr>
          <p:cNvPr id="5" name="Text Placeholder 4">
            <a:extLst>
              <a:ext uri="{FF2B5EF4-FFF2-40B4-BE49-F238E27FC236}">
                <a16:creationId xmlns:a16="http://schemas.microsoft.com/office/drawing/2014/main" id="{101C457B-8D73-2A1B-B990-104F82013237}"/>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335721901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BFA9F36-1511-29CC-88BC-23F75B8FB10A}"/>
              </a:ext>
            </a:extLst>
          </p:cNvPr>
          <p:cNvGraphicFramePr>
            <a:graphicFrameLocks noGrp="1"/>
          </p:cNvGraphicFramePr>
          <p:nvPr>
            <p:ph idx="1"/>
            <p:extLst>
              <p:ext uri="{D42A27DB-BD31-4B8C-83A1-F6EECF244321}">
                <p14:modId xmlns:p14="http://schemas.microsoft.com/office/powerpoint/2010/main" val="568792107"/>
              </p:ext>
            </p:extLst>
          </p:nvPr>
        </p:nvGraphicFramePr>
        <p:xfrm>
          <a:off x="142875" y="1679575"/>
          <a:ext cx="11906250" cy="468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03EEACF9-B0E0-BFF7-929C-9F8B2529BC6D}"/>
              </a:ext>
            </a:extLst>
          </p:cNvPr>
          <p:cNvSpPr>
            <a:spLocks noGrp="1"/>
          </p:cNvSpPr>
          <p:nvPr>
            <p:ph type="title"/>
          </p:nvPr>
        </p:nvSpPr>
        <p:spPr/>
        <p:txBody>
          <a:bodyPr/>
          <a:lstStyle/>
          <a:p>
            <a:r>
              <a:rPr lang="en-GB" dirty="0"/>
              <a:t>Kanban - Practices</a:t>
            </a:r>
          </a:p>
        </p:txBody>
      </p:sp>
      <p:sp>
        <p:nvSpPr>
          <p:cNvPr id="3" name="Text Placeholder 2">
            <a:extLst>
              <a:ext uri="{FF2B5EF4-FFF2-40B4-BE49-F238E27FC236}">
                <a16:creationId xmlns:a16="http://schemas.microsoft.com/office/drawing/2014/main" id="{91E7E6E6-41EB-EB56-8C15-0FEABD66F3CD}"/>
              </a:ext>
            </a:extLst>
          </p:cNvPr>
          <p:cNvSpPr>
            <a:spLocks noGrp="1"/>
          </p:cNvSpPr>
          <p:nvPr>
            <p:ph type="body" sz="quarter" idx="10"/>
          </p:nvPr>
        </p:nvSpPr>
        <p:spPr/>
        <p:txBody>
          <a:bodyPr/>
          <a:lstStyle/>
          <a:p>
            <a:r>
              <a:rPr lang="en-GB" dirty="0"/>
              <a:t>K1, K5, K6</a:t>
            </a:r>
          </a:p>
        </p:txBody>
      </p:sp>
      <p:sp>
        <p:nvSpPr>
          <p:cNvPr id="5" name="Text Placeholder 4">
            <a:extLst>
              <a:ext uri="{FF2B5EF4-FFF2-40B4-BE49-F238E27FC236}">
                <a16:creationId xmlns:a16="http://schemas.microsoft.com/office/drawing/2014/main" id="{7DD1088F-E635-E975-313D-5AF2BFD866BD}"/>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159693894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B8DC33-D064-3C57-DA09-08C35B191F48}"/>
              </a:ext>
            </a:extLst>
          </p:cNvPr>
          <p:cNvSpPr>
            <a:spLocks noGrp="1"/>
          </p:cNvSpPr>
          <p:nvPr>
            <p:ph idx="1"/>
          </p:nvPr>
        </p:nvSpPr>
        <p:spPr/>
        <p:txBody>
          <a:bodyPr>
            <a:normAutofit/>
          </a:bodyPr>
          <a:lstStyle/>
          <a:p>
            <a:r>
              <a:rPr lang="en-GB" dirty="0"/>
              <a:t>Consider Kanban</a:t>
            </a:r>
          </a:p>
          <a:p>
            <a:endParaRPr lang="en-GB" dirty="0"/>
          </a:p>
          <a:p>
            <a:r>
              <a:rPr lang="en-GB" dirty="0"/>
              <a:t>Have you ever used it?</a:t>
            </a:r>
          </a:p>
          <a:p>
            <a:endParaRPr lang="en-GB" dirty="0"/>
          </a:p>
          <a:p>
            <a:r>
              <a:rPr lang="en-GB" dirty="0"/>
              <a:t>Write a short summary of it</a:t>
            </a:r>
          </a:p>
          <a:p>
            <a:endParaRPr lang="en-GB" dirty="0"/>
          </a:p>
          <a:p>
            <a:r>
              <a:rPr lang="en-GB" dirty="0"/>
              <a:t>What pitfalls may exist in this approach?</a:t>
            </a:r>
          </a:p>
          <a:p>
            <a:endParaRPr lang="en-GB" dirty="0"/>
          </a:p>
          <a:p>
            <a:r>
              <a:rPr lang="en-GB" dirty="0"/>
              <a:t>Can you think of any situations where this methodology may still be used?</a:t>
            </a:r>
          </a:p>
          <a:p>
            <a:endParaRPr lang="en-GB" dirty="0"/>
          </a:p>
          <a:p>
            <a:r>
              <a:rPr lang="en-GB" dirty="0"/>
              <a:t>What advantages and disadvantages of this approach can you think of?</a:t>
            </a:r>
          </a:p>
        </p:txBody>
      </p:sp>
      <p:sp>
        <p:nvSpPr>
          <p:cNvPr id="2" name="Title 1">
            <a:extLst>
              <a:ext uri="{FF2B5EF4-FFF2-40B4-BE49-F238E27FC236}">
                <a16:creationId xmlns:a16="http://schemas.microsoft.com/office/drawing/2014/main" id="{205C68A4-C795-7D89-3CED-CC9DAB44E70A}"/>
              </a:ext>
            </a:extLst>
          </p:cNvPr>
          <p:cNvSpPr>
            <a:spLocks noGrp="1"/>
          </p:cNvSpPr>
          <p:nvPr>
            <p:ph type="title"/>
          </p:nvPr>
        </p:nvSpPr>
        <p:spPr/>
        <p:txBody>
          <a:bodyPr/>
          <a:lstStyle/>
          <a:p>
            <a:r>
              <a:rPr lang="en-GB" dirty="0"/>
              <a:t>Kanban</a:t>
            </a:r>
          </a:p>
        </p:txBody>
      </p:sp>
      <p:sp>
        <p:nvSpPr>
          <p:cNvPr id="4" name="Text Placeholder 3">
            <a:extLst>
              <a:ext uri="{FF2B5EF4-FFF2-40B4-BE49-F238E27FC236}">
                <a16:creationId xmlns:a16="http://schemas.microsoft.com/office/drawing/2014/main" id="{2B684FF8-42E7-A74B-A3CF-F66F92AAA982}"/>
              </a:ext>
            </a:extLst>
          </p:cNvPr>
          <p:cNvSpPr>
            <a:spLocks noGrp="1"/>
          </p:cNvSpPr>
          <p:nvPr>
            <p:ph type="body" sz="quarter" idx="10"/>
          </p:nvPr>
        </p:nvSpPr>
        <p:spPr/>
        <p:txBody>
          <a:bodyPr/>
          <a:lstStyle/>
          <a:p>
            <a:r>
              <a:rPr lang="en-GB" dirty="0"/>
              <a:t>K1, K5, S11, B9</a:t>
            </a:r>
          </a:p>
        </p:txBody>
      </p:sp>
      <p:sp>
        <p:nvSpPr>
          <p:cNvPr id="5" name="Text Placeholder 4">
            <a:extLst>
              <a:ext uri="{FF2B5EF4-FFF2-40B4-BE49-F238E27FC236}">
                <a16:creationId xmlns:a16="http://schemas.microsoft.com/office/drawing/2014/main" id="{91C98DF0-E9D1-3D4B-6D8C-231D6DB10050}"/>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135417167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FC7E955-AF2C-51DC-1F5E-2FA17B20B553}"/>
              </a:ext>
            </a:extLst>
          </p:cNvPr>
          <p:cNvSpPr>
            <a:spLocks noGrp="1"/>
          </p:cNvSpPr>
          <p:nvPr>
            <p:ph type="body" idx="1"/>
          </p:nvPr>
        </p:nvSpPr>
        <p:spPr/>
        <p:txBody>
          <a:bodyPr/>
          <a:lstStyle/>
          <a:p>
            <a:r>
              <a:rPr lang="en-GB" dirty="0"/>
              <a:t>Advantages</a:t>
            </a:r>
          </a:p>
        </p:txBody>
      </p:sp>
      <p:sp>
        <p:nvSpPr>
          <p:cNvPr id="4" name="Content Placeholder 3">
            <a:extLst>
              <a:ext uri="{FF2B5EF4-FFF2-40B4-BE49-F238E27FC236}">
                <a16:creationId xmlns:a16="http://schemas.microsoft.com/office/drawing/2014/main" id="{F25727D1-C738-4266-00C1-C1C53D7B4588}"/>
              </a:ext>
            </a:extLst>
          </p:cNvPr>
          <p:cNvSpPr>
            <a:spLocks noGrp="1"/>
          </p:cNvSpPr>
          <p:nvPr>
            <p:ph sz="half" idx="2"/>
          </p:nvPr>
        </p:nvSpPr>
        <p:spPr/>
        <p:txBody>
          <a:bodyPr>
            <a:normAutofit fontScale="92500" lnSpcReduction="20000"/>
          </a:bodyPr>
          <a:lstStyle/>
          <a:p>
            <a:r>
              <a:rPr lang="en-GB" dirty="0"/>
              <a:t>Enhanced flexibility</a:t>
            </a:r>
          </a:p>
          <a:p>
            <a:pPr lvl="1"/>
            <a:r>
              <a:rPr lang="en-GB" dirty="0"/>
              <a:t>the queue can be rearranged and reprioritised as needed without impacting the other product development activities</a:t>
            </a:r>
          </a:p>
          <a:p>
            <a:pPr lvl="1"/>
            <a:r>
              <a:rPr lang="en-GB" dirty="0"/>
              <a:t>No rules regarding prioritisation, decision-making, processes required to enter or exit stages</a:t>
            </a:r>
          </a:p>
          <a:p>
            <a:r>
              <a:rPr lang="en-GB" dirty="0"/>
              <a:t>Alignment of the team</a:t>
            </a:r>
          </a:p>
          <a:p>
            <a:pPr lvl="1"/>
            <a:r>
              <a:rPr lang="en-GB" dirty="0"/>
              <a:t>all team members are kept on the same page and are aware of what is being worked on</a:t>
            </a:r>
          </a:p>
          <a:p>
            <a:r>
              <a:rPr lang="en-GB" dirty="0"/>
              <a:t>Exposes chokepoints and bottlenecks</a:t>
            </a:r>
          </a:p>
          <a:p>
            <a:pPr lvl="1"/>
            <a:r>
              <a:rPr lang="en-GB" dirty="0"/>
              <a:t>When columns on the board start getting too long they indicate problems between resourcing and demand</a:t>
            </a:r>
          </a:p>
        </p:txBody>
      </p:sp>
      <p:sp>
        <p:nvSpPr>
          <p:cNvPr id="5" name="Text Placeholder 4">
            <a:extLst>
              <a:ext uri="{FF2B5EF4-FFF2-40B4-BE49-F238E27FC236}">
                <a16:creationId xmlns:a16="http://schemas.microsoft.com/office/drawing/2014/main" id="{1ABF7A6D-551B-6CB5-54BE-5C70CD58AED1}"/>
              </a:ext>
            </a:extLst>
          </p:cNvPr>
          <p:cNvSpPr>
            <a:spLocks noGrp="1"/>
          </p:cNvSpPr>
          <p:nvPr>
            <p:ph type="body" sz="quarter" idx="3"/>
          </p:nvPr>
        </p:nvSpPr>
        <p:spPr/>
        <p:txBody>
          <a:bodyPr/>
          <a:lstStyle/>
          <a:p>
            <a:r>
              <a:rPr lang="en-GB" dirty="0"/>
              <a:t>Disadvantages</a:t>
            </a:r>
          </a:p>
        </p:txBody>
      </p:sp>
      <p:sp>
        <p:nvSpPr>
          <p:cNvPr id="6" name="Content Placeholder 5">
            <a:extLst>
              <a:ext uri="{FF2B5EF4-FFF2-40B4-BE49-F238E27FC236}">
                <a16:creationId xmlns:a16="http://schemas.microsoft.com/office/drawing/2014/main" id="{53ADF224-6AC2-F2CE-6FF1-6891078ABBF0}"/>
              </a:ext>
            </a:extLst>
          </p:cNvPr>
          <p:cNvSpPr>
            <a:spLocks noGrp="1"/>
          </p:cNvSpPr>
          <p:nvPr>
            <p:ph sz="quarter" idx="4"/>
          </p:nvPr>
        </p:nvSpPr>
        <p:spPr/>
        <p:txBody>
          <a:bodyPr>
            <a:normAutofit/>
          </a:bodyPr>
          <a:lstStyle/>
          <a:p>
            <a:r>
              <a:rPr lang="en-GB" dirty="0"/>
              <a:t>Potentially outdated</a:t>
            </a:r>
          </a:p>
          <a:p>
            <a:pPr lvl="1"/>
            <a:r>
              <a:rPr lang="en-GB" dirty="0"/>
              <a:t>The board must be kept up to date because if it isn’t then issues may arise with the development</a:t>
            </a:r>
          </a:p>
          <a:p>
            <a:r>
              <a:rPr lang="en-GB" dirty="0"/>
              <a:t>Board Complexity</a:t>
            </a:r>
          </a:p>
          <a:p>
            <a:pPr lvl="1"/>
            <a:r>
              <a:rPr lang="en-GB" dirty="0"/>
              <a:t>The board can become too complicated to be managed efficiently</a:t>
            </a:r>
          </a:p>
          <a:p>
            <a:r>
              <a:rPr lang="en-GB" dirty="0"/>
              <a:t>Timeless</a:t>
            </a:r>
          </a:p>
          <a:p>
            <a:pPr lvl="1"/>
            <a:r>
              <a:rPr lang="en-GB" dirty="0"/>
              <a:t>There is no timing so there are no timeframes attached to the various stages</a:t>
            </a:r>
          </a:p>
        </p:txBody>
      </p:sp>
      <p:sp>
        <p:nvSpPr>
          <p:cNvPr id="2" name="Title 1">
            <a:extLst>
              <a:ext uri="{FF2B5EF4-FFF2-40B4-BE49-F238E27FC236}">
                <a16:creationId xmlns:a16="http://schemas.microsoft.com/office/drawing/2014/main" id="{FC30C812-7C4E-E741-9D72-98A5DFF0AF26}"/>
              </a:ext>
            </a:extLst>
          </p:cNvPr>
          <p:cNvSpPr>
            <a:spLocks noGrp="1"/>
          </p:cNvSpPr>
          <p:nvPr>
            <p:ph type="title"/>
          </p:nvPr>
        </p:nvSpPr>
        <p:spPr/>
        <p:txBody>
          <a:bodyPr/>
          <a:lstStyle/>
          <a:p>
            <a:r>
              <a:rPr lang="en-GB" dirty="0"/>
              <a:t>Kanban</a:t>
            </a:r>
          </a:p>
        </p:txBody>
      </p:sp>
      <p:sp>
        <p:nvSpPr>
          <p:cNvPr id="7" name="Text Placeholder 6">
            <a:extLst>
              <a:ext uri="{FF2B5EF4-FFF2-40B4-BE49-F238E27FC236}">
                <a16:creationId xmlns:a16="http://schemas.microsoft.com/office/drawing/2014/main" id="{36D884ED-EA37-32D9-33E8-566CD5BE9443}"/>
              </a:ext>
            </a:extLst>
          </p:cNvPr>
          <p:cNvSpPr>
            <a:spLocks noGrp="1"/>
          </p:cNvSpPr>
          <p:nvPr>
            <p:ph type="body" sz="quarter" idx="10"/>
          </p:nvPr>
        </p:nvSpPr>
        <p:spPr/>
        <p:txBody>
          <a:bodyPr/>
          <a:lstStyle/>
          <a:p>
            <a:r>
              <a:rPr lang="en-GB" dirty="0"/>
              <a:t>K1, K5</a:t>
            </a:r>
          </a:p>
        </p:txBody>
      </p:sp>
      <p:sp>
        <p:nvSpPr>
          <p:cNvPr id="8" name="Text Placeholder 7">
            <a:extLst>
              <a:ext uri="{FF2B5EF4-FFF2-40B4-BE49-F238E27FC236}">
                <a16:creationId xmlns:a16="http://schemas.microsoft.com/office/drawing/2014/main" id="{0BFA3F9A-AA01-FE8D-2E31-EA9630A445FB}"/>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2360818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F5872-CD46-BE7A-FAD4-4352C88B79B7}"/>
              </a:ext>
            </a:extLst>
          </p:cNvPr>
          <p:cNvSpPr>
            <a:spLocks noGrp="1"/>
          </p:cNvSpPr>
          <p:nvPr>
            <p:ph type="ctrTitle"/>
          </p:nvPr>
        </p:nvSpPr>
        <p:spPr/>
        <p:txBody>
          <a:bodyPr/>
          <a:lstStyle/>
          <a:p>
            <a:r>
              <a:rPr lang="en-GB" dirty="0"/>
              <a:t>Your Methodology</a:t>
            </a:r>
          </a:p>
        </p:txBody>
      </p:sp>
      <p:sp>
        <p:nvSpPr>
          <p:cNvPr id="4" name="Subtitle 3">
            <a:extLst>
              <a:ext uri="{FF2B5EF4-FFF2-40B4-BE49-F238E27FC236}">
                <a16:creationId xmlns:a16="http://schemas.microsoft.com/office/drawing/2014/main" id="{0B6C039F-84EB-5919-ABB1-40604ADF0BF6}"/>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44949760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C4E804-2FF4-DB90-A9BB-BD09A1DD0FC8}"/>
              </a:ext>
            </a:extLst>
          </p:cNvPr>
          <p:cNvSpPr>
            <a:spLocks noGrp="1"/>
          </p:cNvSpPr>
          <p:nvPr>
            <p:ph idx="1"/>
          </p:nvPr>
        </p:nvSpPr>
        <p:spPr/>
        <p:txBody>
          <a:bodyPr/>
          <a:lstStyle/>
          <a:p>
            <a:r>
              <a:rPr lang="en-GB" dirty="0"/>
              <a:t>Consider the Development Process within your current team</a:t>
            </a:r>
          </a:p>
          <a:p>
            <a:endParaRPr lang="en-GB" dirty="0"/>
          </a:p>
          <a:p>
            <a:r>
              <a:rPr lang="en-GB" dirty="0"/>
              <a:t>Summarise the stages and events that occur within it</a:t>
            </a:r>
          </a:p>
          <a:p>
            <a:endParaRPr lang="en-GB" dirty="0"/>
          </a:p>
          <a:p>
            <a:r>
              <a:rPr lang="en-GB" dirty="0"/>
              <a:t>What type of methodology would you classify it as?</a:t>
            </a:r>
          </a:p>
          <a:p>
            <a:endParaRPr lang="en-GB" dirty="0"/>
          </a:p>
          <a:p>
            <a:r>
              <a:rPr lang="en-GB" dirty="0"/>
              <a:t>Try to explain and justify why you feel your team develops in this way</a:t>
            </a:r>
          </a:p>
        </p:txBody>
      </p:sp>
      <p:sp>
        <p:nvSpPr>
          <p:cNvPr id="2" name="Title 1">
            <a:extLst>
              <a:ext uri="{FF2B5EF4-FFF2-40B4-BE49-F238E27FC236}">
                <a16:creationId xmlns:a16="http://schemas.microsoft.com/office/drawing/2014/main" id="{0AEF73D4-7A00-140C-CDFA-41561B879B41}"/>
              </a:ext>
            </a:extLst>
          </p:cNvPr>
          <p:cNvSpPr>
            <a:spLocks noGrp="1"/>
          </p:cNvSpPr>
          <p:nvPr>
            <p:ph type="title"/>
          </p:nvPr>
        </p:nvSpPr>
        <p:spPr/>
        <p:txBody>
          <a:bodyPr/>
          <a:lstStyle/>
          <a:p>
            <a:r>
              <a:rPr lang="en-GB" dirty="0"/>
              <a:t>Your Methodology</a:t>
            </a:r>
          </a:p>
        </p:txBody>
      </p:sp>
      <p:sp>
        <p:nvSpPr>
          <p:cNvPr id="4" name="Text Placeholder 3">
            <a:extLst>
              <a:ext uri="{FF2B5EF4-FFF2-40B4-BE49-F238E27FC236}">
                <a16:creationId xmlns:a16="http://schemas.microsoft.com/office/drawing/2014/main" id="{130B8540-1B26-9494-D0F5-F0FCFA35A11F}"/>
              </a:ext>
            </a:extLst>
          </p:cNvPr>
          <p:cNvSpPr>
            <a:spLocks noGrp="1"/>
          </p:cNvSpPr>
          <p:nvPr>
            <p:ph type="body" sz="quarter" idx="10"/>
          </p:nvPr>
        </p:nvSpPr>
        <p:spPr/>
        <p:txBody>
          <a:bodyPr/>
          <a:lstStyle/>
          <a:p>
            <a:r>
              <a:rPr lang="en-GB" dirty="0"/>
              <a:t>K1, K2, K3, K5, K6, S15, B1, B2, B7, B8, B9</a:t>
            </a:r>
          </a:p>
        </p:txBody>
      </p:sp>
      <p:sp>
        <p:nvSpPr>
          <p:cNvPr id="5" name="Text Placeholder 4">
            <a:extLst>
              <a:ext uri="{FF2B5EF4-FFF2-40B4-BE49-F238E27FC236}">
                <a16:creationId xmlns:a16="http://schemas.microsoft.com/office/drawing/2014/main" id="{5DB0C41E-C4BA-D2A1-F434-FE743F897BC6}"/>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126544262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05476-ACA3-1662-9B50-06281EC36AFB}"/>
              </a:ext>
            </a:extLst>
          </p:cNvPr>
          <p:cNvSpPr>
            <a:spLocks noGrp="1"/>
          </p:cNvSpPr>
          <p:nvPr>
            <p:ph type="ctrTitle"/>
          </p:nvPr>
        </p:nvSpPr>
        <p:spPr/>
        <p:txBody>
          <a:bodyPr/>
          <a:lstStyle/>
          <a:p>
            <a:r>
              <a:rPr lang="en-GB" dirty="0"/>
              <a:t>Summary</a:t>
            </a:r>
          </a:p>
        </p:txBody>
      </p:sp>
      <p:sp>
        <p:nvSpPr>
          <p:cNvPr id="4" name="Subtitle 3">
            <a:extLst>
              <a:ext uri="{FF2B5EF4-FFF2-40B4-BE49-F238E27FC236}">
                <a16:creationId xmlns:a16="http://schemas.microsoft.com/office/drawing/2014/main" id="{498F797A-CD12-19E8-7F81-560F7B5AFD03}"/>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64728709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3882F-78FD-6A9E-9FC7-D8256C8049F2}"/>
              </a:ext>
            </a:extLst>
          </p:cNvPr>
          <p:cNvSpPr>
            <a:spLocks noGrp="1"/>
          </p:cNvSpPr>
          <p:nvPr>
            <p:ph type="title"/>
          </p:nvPr>
        </p:nvSpPr>
        <p:spPr/>
        <p:txBody>
          <a:bodyPr/>
          <a:lstStyle/>
          <a:p>
            <a:r>
              <a:rPr lang="en-GB" dirty="0"/>
              <a:t>Achieving Learning Aim and Objectives</a:t>
            </a:r>
          </a:p>
        </p:txBody>
      </p:sp>
      <p:sp>
        <p:nvSpPr>
          <p:cNvPr id="8" name="Content Placeholder 7">
            <a:extLst>
              <a:ext uri="{FF2B5EF4-FFF2-40B4-BE49-F238E27FC236}">
                <a16:creationId xmlns:a16="http://schemas.microsoft.com/office/drawing/2014/main" id="{542BCA84-A954-2C61-A88D-253467BB33B0}"/>
              </a:ext>
            </a:extLst>
          </p:cNvPr>
          <p:cNvSpPr>
            <a:spLocks noGrp="1"/>
          </p:cNvSpPr>
          <p:nvPr>
            <p:ph idx="1"/>
          </p:nvPr>
        </p:nvSpPr>
        <p:spPr/>
        <p:txBody>
          <a:bodyPr>
            <a:normAutofit fontScale="70000" lnSpcReduction="20000"/>
          </a:bodyPr>
          <a:lstStyle/>
          <a:p>
            <a:pPr marL="0" indent="0">
              <a:buNone/>
            </a:pPr>
            <a:r>
              <a:rPr lang="en-GB" b="1" dirty="0"/>
              <a:t>Session Aim</a:t>
            </a:r>
          </a:p>
          <a:p>
            <a:r>
              <a:rPr lang="en-GB" dirty="0"/>
              <a:t>Understand that there are different types of methodologies in use within Software Development (D2, D3, D4, D11, D21)</a:t>
            </a:r>
          </a:p>
          <a:p>
            <a:pPr marL="0" indent="0">
              <a:buNone/>
            </a:pPr>
            <a:endParaRPr lang="en-GB" dirty="0"/>
          </a:p>
          <a:p>
            <a:pPr marL="0" indent="0">
              <a:buNone/>
            </a:pPr>
            <a:r>
              <a:rPr lang="en-GB" b="1" dirty="0"/>
              <a:t>Objectives</a:t>
            </a:r>
          </a:p>
        </p:txBody>
      </p:sp>
      <p:graphicFrame>
        <p:nvGraphicFramePr>
          <p:cNvPr id="10" name="Content Placeholder 9">
            <a:extLst>
              <a:ext uri="{FF2B5EF4-FFF2-40B4-BE49-F238E27FC236}">
                <a16:creationId xmlns:a16="http://schemas.microsoft.com/office/drawing/2014/main" id="{60AD5100-C69B-A180-700D-ADB2C80E18C3}"/>
              </a:ext>
            </a:extLst>
          </p:cNvPr>
          <p:cNvGraphicFramePr>
            <a:graphicFrameLocks noGrp="1"/>
          </p:cNvGraphicFramePr>
          <p:nvPr>
            <p:ph sz="quarter" idx="11"/>
            <p:extLst>
              <p:ext uri="{D42A27DB-BD31-4B8C-83A1-F6EECF244321}">
                <p14:modId xmlns:p14="http://schemas.microsoft.com/office/powerpoint/2010/main" val="1661842910"/>
              </p:ext>
            </p:extLst>
          </p:nvPr>
        </p:nvGraphicFramePr>
        <p:xfrm>
          <a:off x="2251075" y="3038475"/>
          <a:ext cx="9801225" cy="36449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7499275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C34B5-61E9-0920-1721-A8E7FA1A230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F193A1-60F3-B3A6-C1E5-F9EF38A9B09A}"/>
              </a:ext>
            </a:extLst>
          </p:cNvPr>
          <p:cNvSpPr>
            <a:spLocks noGrp="1"/>
          </p:cNvSpPr>
          <p:nvPr>
            <p:ph type="title"/>
          </p:nvPr>
        </p:nvSpPr>
        <p:spPr/>
        <p:txBody>
          <a:bodyPr>
            <a:normAutofit/>
          </a:bodyPr>
          <a:lstStyle/>
          <a:p>
            <a:r>
              <a:rPr lang="en-GB" dirty="0"/>
              <a:t>Competencies and Coverage</a:t>
            </a:r>
          </a:p>
        </p:txBody>
      </p:sp>
      <p:graphicFrame>
        <p:nvGraphicFramePr>
          <p:cNvPr id="2" name="Table 4">
            <a:extLst>
              <a:ext uri="{FF2B5EF4-FFF2-40B4-BE49-F238E27FC236}">
                <a16:creationId xmlns:a16="http://schemas.microsoft.com/office/drawing/2014/main" id="{9F85A3F7-4CED-4E81-D016-EA1A8423F0B4}"/>
              </a:ext>
            </a:extLst>
          </p:cNvPr>
          <p:cNvGraphicFramePr>
            <a:graphicFrameLocks noGrp="1"/>
          </p:cNvGraphicFramePr>
          <p:nvPr>
            <p:extLst>
              <p:ext uri="{D42A27DB-BD31-4B8C-83A1-F6EECF244321}">
                <p14:modId xmlns:p14="http://schemas.microsoft.com/office/powerpoint/2010/main" val="1953603895"/>
              </p:ext>
            </p:extLst>
          </p:nvPr>
        </p:nvGraphicFramePr>
        <p:xfrm>
          <a:off x="264883" y="2498799"/>
          <a:ext cx="8127999" cy="1371600"/>
        </p:xfrm>
        <a:graphic>
          <a:graphicData uri="http://schemas.openxmlformats.org/drawingml/2006/table">
            <a:tbl>
              <a:tblPr firstRow="1" bandRow="1">
                <a:tableStyleId>{69012ECD-51FC-41F1-AA8D-1B2483CD663E}</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238094">
                <a:tc gridSpan="3">
                  <a:txBody>
                    <a:bodyPr/>
                    <a:lstStyle/>
                    <a:p>
                      <a:pPr algn="ctr"/>
                      <a:r>
                        <a:rPr lang="en-GB" dirty="0"/>
                        <a:t>Professional Discussion underpinned by Portfolio</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238094">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515930">
                <a:tc>
                  <a:txBody>
                    <a:bodyPr/>
                    <a:lstStyle/>
                    <a:p>
                      <a:pPr algn="ctr"/>
                      <a:r>
                        <a:rPr lang="en-GB" b="1" dirty="0">
                          <a:solidFill>
                            <a:schemeClr val="tx1"/>
                          </a:solidFill>
                        </a:rPr>
                        <a:t>K1</a:t>
                      </a:r>
                      <a:r>
                        <a:rPr lang="en-GB" dirty="0">
                          <a:solidFill>
                            <a:schemeClr val="bg1">
                              <a:lumMod val="75000"/>
                            </a:schemeClr>
                          </a:solidFill>
                        </a:rPr>
                        <a:t>, </a:t>
                      </a:r>
                      <a:r>
                        <a:rPr lang="en-GB" sz="1800" b="1" kern="1200" dirty="0">
                          <a:solidFill>
                            <a:schemeClr val="tx1"/>
                          </a:solidFill>
                          <a:latin typeface="+mn-lt"/>
                          <a:ea typeface="+mn-ea"/>
                          <a:cs typeface="+mn-cs"/>
                        </a:rPr>
                        <a:t>K3</a:t>
                      </a:r>
                      <a:r>
                        <a:rPr lang="en-GB" dirty="0">
                          <a:solidFill>
                            <a:schemeClr val="bg1">
                              <a:lumMod val="75000"/>
                            </a:schemeClr>
                          </a:solidFill>
                        </a:rPr>
                        <a:t>, </a:t>
                      </a:r>
                      <a:r>
                        <a:rPr lang="en-GB" b="1" dirty="0">
                          <a:solidFill>
                            <a:schemeClr val="tx1"/>
                          </a:solidFill>
                        </a:rPr>
                        <a:t>K4</a:t>
                      </a:r>
                      <a:r>
                        <a:rPr lang="en-GB" dirty="0">
                          <a:solidFill>
                            <a:schemeClr val="bg1">
                              <a:lumMod val="75000"/>
                            </a:schemeClr>
                          </a:solidFill>
                        </a:rPr>
                        <a:t>, </a:t>
                      </a:r>
                      <a:r>
                        <a:rPr lang="en-GB" sz="1800" b="1" kern="1200" dirty="0">
                          <a:solidFill>
                            <a:schemeClr val="tx1"/>
                          </a:solidFill>
                          <a:latin typeface="+mn-lt"/>
                          <a:ea typeface="+mn-ea"/>
                          <a:cs typeface="+mn-cs"/>
                        </a:rPr>
                        <a:t>K5</a:t>
                      </a:r>
                      <a:r>
                        <a:rPr lang="en-GB" dirty="0">
                          <a:solidFill>
                            <a:schemeClr val="bg1">
                              <a:lumMod val="75000"/>
                            </a:schemeClr>
                          </a:solidFill>
                        </a:rPr>
                        <a:t>, K7, K8, K10, K12</a:t>
                      </a:r>
                    </a:p>
                  </a:txBody>
                  <a:tcPr/>
                </a:tc>
                <a:tc>
                  <a:txBody>
                    <a:bodyPr/>
                    <a:lstStyle/>
                    <a:p>
                      <a:pPr algn="ctr"/>
                      <a:r>
                        <a:rPr lang="en-GB" dirty="0">
                          <a:solidFill>
                            <a:schemeClr val="bg1">
                              <a:lumMod val="75000"/>
                            </a:schemeClr>
                          </a:solidFill>
                        </a:rPr>
                        <a:t>S2, S3, S5, S8, S9, S13, S14, </a:t>
                      </a:r>
                      <a:r>
                        <a:rPr lang="en-GB" sz="1800" b="1" kern="1200" dirty="0">
                          <a:solidFill>
                            <a:schemeClr val="tx1"/>
                          </a:solidFill>
                          <a:latin typeface="+mn-lt"/>
                          <a:ea typeface="+mn-ea"/>
                          <a:cs typeface="+mn-cs"/>
                        </a:rPr>
                        <a:t>S15</a:t>
                      </a:r>
                      <a:r>
                        <a:rPr lang="en-GB" sz="1800" kern="1200" dirty="0">
                          <a:solidFill>
                            <a:schemeClr val="bg1">
                              <a:lumMod val="75000"/>
                            </a:schemeClr>
                          </a:solidFill>
                          <a:latin typeface="+mn-lt"/>
                          <a:ea typeface="+mn-ea"/>
                          <a:cs typeface="+mn-cs"/>
                        </a:rPr>
                        <a:t>, S</a:t>
                      </a:r>
                      <a:r>
                        <a:rPr lang="en-GB" dirty="0">
                          <a:solidFill>
                            <a:schemeClr val="bg1">
                              <a:lumMod val="75000"/>
                            </a:schemeClr>
                          </a:solidFill>
                        </a:rPr>
                        <a:t>17</a:t>
                      </a:r>
                    </a:p>
                  </a:txBody>
                  <a:tcPr/>
                </a:tc>
                <a:tc>
                  <a:txBody>
                    <a:bodyPr/>
                    <a:lstStyle/>
                    <a:p>
                      <a:pPr algn="ctr"/>
                      <a:r>
                        <a:rPr lang="en-GB" sz="1800" b="1" kern="1200" dirty="0">
                          <a:solidFill>
                            <a:schemeClr val="tx1"/>
                          </a:solidFill>
                          <a:latin typeface="+mn-lt"/>
                          <a:ea typeface="+mn-ea"/>
                          <a:cs typeface="+mn-cs"/>
                        </a:rPr>
                        <a:t>B1</a:t>
                      </a:r>
                      <a:r>
                        <a:rPr lang="en-GB" sz="1800" kern="1200" dirty="0">
                          <a:solidFill>
                            <a:schemeClr val="bg1">
                              <a:lumMod val="75000"/>
                            </a:schemeClr>
                          </a:solidFill>
                          <a:latin typeface="+mn-lt"/>
                          <a:ea typeface="+mn-ea"/>
                          <a:cs typeface="+mn-cs"/>
                        </a:rPr>
                        <a:t>, </a:t>
                      </a:r>
                      <a:r>
                        <a:rPr lang="en-GB" sz="1800" b="1" kern="1200" dirty="0">
                          <a:solidFill>
                            <a:schemeClr val="tx1"/>
                          </a:solidFill>
                          <a:latin typeface="+mn-lt"/>
                          <a:ea typeface="+mn-ea"/>
                          <a:cs typeface="+mn-cs"/>
                        </a:rPr>
                        <a:t>B4</a:t>
                      </a:r>
                      <a:r>
                        <a:rPr lang="en-GB" sz="1800" kern="1200" dirty="0">
                          <a:solidFill>
                            <a:schemeClr val="bg1">
                              <a:lumMod val="75000"/>
                            </a:schemeClr>
                          </a:solidFill>
                          <a:latin typeface="+mn-lt"/>
                          <a:ea typeface="+mn-ea"/>
                          <a:cs typeface="+mn-cs"/>
                        </a:rPr>
                        <a:t>, B5, B6, </a:t>
                      </a:r>
                      <a:r>
                        <a:rPr lang="en-GB" sz="1800" b="1" kern="1200" dirty="0">
                          <a:solidFill>
                            <a:schemeClr val="tx1"/>
                          </a:solidFill>
                          <a:latin typeface="+mn-lt"/>
                          <a:ea typeface="+mn-ea"/>
                          <a:cs typeface="+mn-cs"/>
                        </a:rPr>
                        <a:t>B7</a:t>
                      </a:r>
                      <a:r>
                        <a:rPr lang="en-GB" sz="1800" kern="1200" dirty="0">
                          <a:solidFill>
                            <a:schemeClr val="bg1">
                              <a:lumMod val="75000"/>
                            </a:schemeClr>
                          </a:solidFill>
                          <a:latin typeface="+mn-lt"/>
                          <a:ea typeface="+mn-ea"/>
                          <a:cs typeface="+mn-cs"/>
                        </a:rPr>
                        <a:t>, </a:t>
                      </a:r>
                      <a:r>
                        <a:rPr lang="en-GB" sz="1800" b="1" kern="1200" dirty="0">
                          <a:solidFill>
                            <a:schemeClr val="tx1"/>
                          </a:solidFill>
                          <a:latin typeface="+mn-lt"/>
                          <a:ea typeface="+mn-ea"/>
                          <a:cs typeface="+mn-cs"/>
                        </a:rPr>
                        <a:t>B8</a:t>
                      </a:r>
                      <a:r>
                        <a:rPr lang="en-GB" sz="1800" kern="1200" dirty="0">
                          <a:solidFill>
                            <a:schemeClr val="bg1">
                              <a:lumMod val="75000"/>
                            </a:schemeClr>
                          </a:solidFill>
                          <a:latin typeface="+mn-lt"/>
                          <a:ea typeface="+mn-ea"/>
                          <a:cs typeface="+mn-cs"/>
                        </a:rPr>
                        <a:t>, </a:t>
                      </a:r>
                      <a:r>
                        <a:rPr lang="en-GB" sz="1800" b="1" kern="1200" dirty="0">
                          <a:solidFill>
                            <a:schemeClr val="tx1"/>
                          </a:solidFill>
                          <a:latin typeface="+mn-lt"/>
                          <a:ea typeface="+mn-ea"/>
                          <a:cs typeface="+mn-cs"/>
                        </a:rPr>
                        <a:t>B9</a:t>
                      </a:r>
                    </a:p>
                  </a:txBody>
                  <a:tcPr/>
                </a:tc>
                <a:extLst>
                  <a:ext uri="{0D108BD9-81ED-4DB2-BD59-A6C34878D82A}">
                    <a16:rowId xmlns:a16="http://schemas.microsoft.com/office/drawing/2014/main" val="2058850495"/>
                  </a:ext>
                </a:extLst>
              </a:tr>
            </a:tbl>
          </a:graphicData>
        </a:graphic>
      </p:graphicFrame>
      <p:graphicFrame>
        <p:nvGraphicFramePr>
          <p:cNvPr id="5" name="Table 4">
            <a:extLst>
              <a:ext uri="{FF2B5EF4-FFF2-40B4-BE49-F238E27FC236}">
                <a16:creationId xmlns:a16="http://schemas.microsoft.com/office/drawing/2014/main" id="{53348D4F-F1CE-A1B8-BEBC-F893EB0129B2}"/>
              </a:ext>
            </a:extLst>
          </p:cNvPr>
          <p:cNvGraphicFramePr>
            <a:graphicFrameLocks noGrp="1"/>
          </p:cNvGraphicFramePr>
          <p:nvPr>
            <p:extLst>
              <p:ext uri="{D42A27DB-BD31-4B8C-83A1-F6EECF244321}">
                <p14:modId xmlns:p14="http://schemas.microsoft.com/office/powerpoint/2010/main" val="264809249"/>
              </p:ext>
            </p:extLst>
          </p:nvPr>
        </p:nvGraphicFramePr>
        <p:xfrm>
          <a:off x="3799118" y="4327941"/>
          <a:ext cx="8127999" cy="1371600"/>
        </p:xfrm>
        <a:graphic>
          <a:graphicData uri="http://schemas.openxmlformats.org/drawingml/2006/table">
            <a:tbl>
              <a:tblPr firstRow="1" bandRow="1">
                <a:tableStyleId>{72833802-FEF1-4C79-8D5D-14CF1EAF98D9}</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186663">
                <a:tc gridSpan="3">
                  <a:txBody>
                    <a:bodyPr/>
                    <a:lstStyle/>
                    <a:p>
                      <a:pPr algn="ctr"/>
                      <a:r>
                        <a:rPr lang="en-GB" dirty="0"/>
                        <a:t>Work-based Project with Questioning</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186663">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388410">
                <a:tc>
                  <a:txBody>
                    <a:bodyPr/>
                    <a:lstStyle/>
                    <a:p>
                      <a:pPr algn="ctr"/>
                      <a:r>
                        <a:rPr lang="en-GB" sz="1800" b="1" kern="1200" dirty="0">
                          <a:solidFill>
                            <a:schemeClr val="tx1"/>
                          </a:solidFill>
                          <a:latin typeface="+mn-lt"/>
                          <a:ea typeface="+mn-ea"/>
                          <a:cs typeface="+mn-cs"/>
                        </a:rPr>
                        <a:t>K2</a:t>
                      </a:r>
                      <a:r>
                        <a:rPr lang="en-GB" sz="1800" kern="1200" dirty="0">
                          <a:solidFill>
                            <a:schemeClr val="bg1">
                              <a:lumMod val="75000"/>
                            </a:schemeClr>
                          </a:solidFill>
                          <a:latin typeface="+mn-lt"/>
                          <a:ea typeface="+mn-ea"/>
                          <a:cs typeface="+mn-cs"/>
                        </a:rPr>
                        <a:t>,</a:t>
                      </a:r>
                      <a:r>
                        <a:rPr lang="en-GB" dirty="0">
                          <a:solidFill>
                            <a:schemeClr val="bg1">
                              <a:lumMod val="75000"/>
                            </a:schemeClr>
                          </a:solidFill>
                        </a:rPr>
                        <a:t> </a:t>
                      </a:r>
                      <a:r>
                        <a:rPr lang="en-GB" b="1" dirty="0">
                          <a:solidFill>
                            <a:schemeClr val="tx1"/>
                          </a:solidFill>
                        </a:rPr>
                        <a:t>K6</a:t>
                      </a:r>
                      <a:r>
                        <a:rPr lang="en-GB" dirty="0">
                          <a:solidFill>
                            <a:schemeClr val="bg1">
                              <a:lumMod val="75000"/>
                            </a:schemeClr>
                          </a:solidFill>
                        </a:rPr>
                        <a:t>, K9, K11</a:t>
                      </a:r>
                      <a:endParaRPr lang="en-GB" b="1" dirty="0">
                        <a:solidFill>
                          <a:schemeClr val="tx1"/>
                        </a:solidFill>
                      </a:endParaRPr>
                    </a:p>
                  </a:txBody>
                  <a:tcPr/>
                </a:tc>
                <a:tc>
                  <a:txBody>
                    <a:bodyPr/>
                    <a:lstStyle/>
                    <a:p>
                      <a:pPr algn="ctr"/>
                      <a:r>
                        <a:rPr lang="en-GB" dirty="0">
                          <a:solidFill>
                            <a:schemeClr val="bg1">
                              <a:lumMod val="75000"/>
                            </a:schemeClr>
                          </a:solidFill>
                        </a:rPr>
                        <a:t>S1, S4, S6, S7, S10, </a:t>
                      </a:r>
                      <a:r>
                        <a:rPr lang="en-GB" b="1" dirty="0">
                          <a:solidFill>
                            <a:schemeClr val="tx1"/>
                          </a:solidFill>
                        </a:rPr>
                        <a:t>S11</a:t>
                      </a:r>
                      <a:r>
                        <a:rPr lang="en-GB" dirty="0">
                          <a:solidFill>
                            <a:schemeClr val="bg1">
                              <a:lumMod val="75000"/>
                            </a:schemeClr>
                          </a:solidFill>
                        </a:rPr>
                        <a:t>, S12, S16</a:t>
                      </a:r>
                    </a:p>
                  </a:txBody>
                  <a:tcPr/>
                </a:tc>
                <a:tc>
                  <a:txBody>
                    <a:bodyPr/>
                    <a:lstStyle/>
                    <a:p>
                      <a:pPr algn="ctr"/>
                      <a:r>
                        <a:rPr lang="en-GB" sz="1800" b="1" kern="1200" dirty="0">
                          <a:solidFill>
                            <a:schemeClr val="tx1"/>
                          </a:solidFill>
                          <a:latin typeface="+mn-lt"/>
                          <a:ea typeface="+mn-ea"/>
                          <a:cs typeface="+mn-cs"/>
                        </a:rPr>
                        <a:t>B2</a:t>
                      </a:r>
                      <a:r>
                        <a:rPr lang="en-GB" sz="1800" kern="1200" dirty="0">
                          <a:solidFill>
                            <a:schemeClr val="bg1">
                              <a:lumMod val="75000"/>
                            </a:schemeClr>
                          </a:solidFill>
                          <a:latin typeface="+mn-lt"/>
                          <a:ea typeface="+mn-ea"/>
                          <a:cs typeface="+mn-cs"/>
                        </a:rPr>
                        <a:t>, B3</a:t>
                      </a:r>
                    </a:p>
                  </a:txBody>
                  <a:tcPr/>
                </a:tc>
                <a:extLst>
                  <a:ext uri="{0D108BD9-81ED-4DB2-BD59-A6C34878D82A}">
                    <a16:rowId xmlns:a16="http://schemas.microsoft.com/office/drawing/2014/main" val="2058850495"/>
                  </a:ext>
                </a:extLst>
              </a:tr>
            </a:tbl>
          </a:graphicData>
        </a:graphic>
      </p:graphicFrame>
    </p:spTree>
    <p:custDataLst>
      <p:tags r:id="rId1"/>
    </p:custDataLst>
    <p:extLst>
      <p:ext uri="{BB962C8B-B14F-4D97-AF65-F5344CB8AC3E}">
        <p14:creationId xmlns:p14="http://schemas.microsoft.com/office/powerpoint/2010/main" val="53575357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E92F91-456C-7A83-3869-3712623534B9}"/>
              </a:ext>
            </a:extLst>
          </p:cNvPr>
          <p:cNvSpPr>
            <a:spLocks noGrp="1"/>
          </p:cNvSpPr>
          <p:nvPr>
            <p:ph type="body" sz="quarter" idx="10"/>
          </p:nvPr>
        </p:nvSpPr>
        <p:spPr/>
        <p:txBody>
          <a:bodyPr/>
          <a:lstStyle/>
          <a:p>
            <a:endParaRPr lang="en-GB"/>
          </a:p>
        </p:txBody>
      </p:sp>
      <p:sp>
        <p:nvSpPr>
          <p:cNvPr id="3" name="Title 2">
            <a:extLst>
              <a:ext uri="{FF2B5EF4-FFF2-40B4-BE49-F238E27FC236}">
                <a16:creationId xmlns:a16="http://schemas.microsoft.com/office/drawing/2014/main" id="{1CBAF9C0-7DB5-4966-DFE1-68E814A873A7}"/>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17741389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Firebrand">
      <a:dk1>
        <a:srgbClr val="111110"/>
      </a:dk1>
      <a:lt1>
        <a:srgbClr val="FFFFFF"/>
      </a:lt1>
      <a:dk2>
        <a:srgbClr val="3B3B3A"/>
      </a:dk2>
      <a:lt2>
        <a:srgbClr val="F9F7F7"/>
      </a:lt2>
      <a:accent1>
        <a:srgbClr val="D30047"/>
      </a:accent1>
      <a:accent2>
        <a:srgbClr val="FF6717"/>
      </a:accent2>
      <a:accent3>
        <a:srgbClr val="FFDB46"/>
      </a:accent3>
      <a:accent4>
        <a:srgbClr val="D30047"/>
      </a:accent4>
      <a:accent5>
        <a:srgbClr val="FF6717"/>
      </a:accent5>
      <a:accent6>
        <a:srgbClr val="FFDB46"/>
      </a:accent6>
      <a:hlink>
        <a:srgbClr val="00B0F0"/>
      </a:hlink>
      <a:folHlink>
        <a:srgbClr val="00CFB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0b87968-6865-4029-8dea-377bb56c67df">
      <Terms xmlns="http://schemas.microsoft.com/office/infopath/2007/PartnerControls"/>
    </lcf76f155ced4ddcb4097134ff3c332f>
    <TaxCatchAll xmlns="07227ca3-12f4-4989-82a5-2752d4afcbb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907E80B901FE44787F31FF6EE1E667A" ma:contentTypeVersion="12" ma:contentTypeDescription="Create a new document." ma:contentTypeScope="" ma:versionID="36f97bdd8a811af635b62d6528a9f31f">
  <xsd:schema xmlns:xsd="http://www.w3.org/2001/XMLSchema" xmlns:xs="http://www.w3.org/2001/XMLSchema" xmlns:p="http://schemas.microsoft.com/office/2006/metadata/properties" xmlns:ns2="30b87968-6865-4029-8dea-377bb56c67df" xmlns:ns3="07227ca3-12f4-4989-82a5-2752d4afcbb2" targetNamespace="http://schemas.microsoft.com/office/2006/metadata/properties" ma:root="true" ma:fieldsID="9a7b9cdf5da5d647bb3de7c041bfbd25" ns2:_="" ns3:_="">
    <xsd:import namespace="30b87968-6865-4029-8dea-377bb56c67df"/>
    <xsd:import namespace="07227ca3-12f4-4989-82a5-2752d4afcbb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b87968-6865-4029-8dea-377bb56c67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2764dbc-7309-45b3-8ffb-b5aa3fc55abb"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7227ca3-12f4-4989-82a5-2752d4afcbb2"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f150ec1-2474-4b82-8252-cfef7524f9d2}" ma:internalName="TaxCatchAll" ma:showField="CatchAllData" ma:web="07227ca3-12f4-4989-82a5-2752d4afcbb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6831D08-0091-4FD6-BC61-A7A261C1F3EB}">
  <ds:schemaRefs>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c69e57dd-4b01-4106-900e-f9a18139baff"/>
    <ds:schemaRef ds:uri="967f75fe-2e59-4dde-be94-0a8bfc312cf2"/>
    <ds:schemaRef ds:uri="http://schemas.microsoft.com/office/2006/metadata/properties"/>
    <ds:schemaRef ds:uri="http://www.w3.org/XML/1998/namespace"/>
    <ds:schemaRef ds:uri="http://purl.org/dc/dcmitype/"/>
    <ds:schemaRef ds:uri="ca7576cf-6e24-46cd-9834-137838317a61"/>
    <ds:schemaRef ds:uri="e7c3de4d-a658-4fb0-9e10-c4121cf93e9c"/>
    <ds:schemaRef ds:uri="30b87968-6865-4029-8dea-377bb56c67df"/>
    <ds:schemaRef ds:uri="07227ca3-12f4-4989-82a5-2752d4afcbb2"/>
  </ds:schemaRefs>
</ds:datastoreItem>
</file>

<file path=customXml/itemProps2.xml><?xml version="1.0" encoding="utf-8"?>
<ds:datastoreItem xmlns:ds="http://schemas.openxmlformats.org/officeDocument/2006/customXml" ds:itemID="{E3E3AB2D-54FA-45BC-BC86-F71AA892080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b87968-6865-4029-8dea-377bb56c67df"/>
    <ds:schemaRef ds:uri="07227ca3-12f4-4989-82a5-2752d4afcb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2238B2B-749C-442A-9899-6F2A92B3828C}">
  <ds:schemaRefs>
    <ds:schemaRef ds:uri="http://schemas.microsoft.com/sharepoint/v3/contenttype/forms"/>
  </ds:schemaRefs>
</ds:datastoreItem>
</file>

<file path=docMetadata/LabelInfo.xml><?xml version="1.0" encoding="utf-8"?>
<clbl:labelList xmlns:clbl="http://schemas.microsoft.com/office/2020/mipLabelMetadata">
  <clbl:label id="{3e2d752b-4bff-4307-bf29-f83cd9f18672}" enabled="0" method="" siteId="{3e2d752b-4bff-4307-bf29-f83cd9f18672}" removed="1"/>
</clbl:labelList>
</file>

<file path=docProps/app.xml><?xml version="1.0" encoding="utf-8"?>
<Properties xmlns="http://schemas.openxmlformats.org/officeDocument/2006/extended-properties" xmlns:vt="http://schemas.openxmlformats.org/officeDocument/2006/docPropsVTypes">
  <Template/>
  <TotalTime>5535</TotalTime>
  <Words>7051</Words>
  <Application>Microsoft Office PowerPoint</Application>
  <PresentationFormat>Widescreen</PresentationFormat>
  <Paragraphs>1077</Paragraphs>
  <Slides>90</Slides>
  <Notes>19</Notes>
  <HiddenSlides>0</HiddenSlides>
  <MMClips>0</MMClips>
  <ScaleCrop>false</ScaleCrop>
  <HeadingPairs>
    <vt:vector size="4" baseType="variant">
      <vt:variant>
        <vt:lpstr>Theme</vt:lpstr>
      </vt:variant>
      <vt:variant>
        <vt:i4>1</vt:i4>
      </vt:variant>
      <vt:variant>
        <vt:lpstr>Slide Titles</vt:lpstr>
      </vt:variant>
      <vt:variant>
        <vt:i4>90</vt:i4>
      </vt:variant>
    </vt:vector>
  </HeadingPairs>
  <TitlesOfParts>
    <vt:vector size="91" baseType="lpstr">
      <vt:lpstr>1_Office Theme</vt:lpstr>
      <vt:lpstr>Methodologies</vt:lpstr>
      <vt:lpstr>PowerPoint Presentation</vt:lpstr>
      <vt:lpstr>PowerPoint Presentation</vt:lpstr>
      <vt:lpstr>Methodologies</vt:lpstr>
      <vt:lpstr>Learning Aim and Objectives</vt:lpstr>
      <vt:lpstr>Competencies and Coverage</vt:lpstr>
      <vt:lpstr>Software Development Methodologies</vt:lpstr>
      <vt:lpstr>Methodologies</vt:lpstr>
      <vt:lpstr>Waterfall</vt:lpstr>
      <vt:lpstr>Waterfall</vt:lpstr>
      <vt:lpstr>Waterfall</vt:lpstr>
      <vt:lpstr>Waterfall</vt:lpstr>
      <vt:lpstr>Spiral</vt:lpstr>
      <vt:lpstr>Spiral</vt:lpstr>
      <vt:lpstr>Spiral</vt:lpstr>
      <vt:lpstr>Spiral</vt:lpstr>
      <vt:lpstr>Prototyping</vt:lpstr>
      <vt:lpstr>Prototyping</vt:lpstr>
      <vt:lpstr>Prototyping</vt:lpstr>
      <vt:lpstr>Prototyping</vt:lpstr>
      <vt:lpstr>V-Model</vt:lpstr>
      <vt:lpstr>V-Model</vt:lpstr>
      <vt:lpstr>V-Model</vt:lpstr>
      <vt:lpstr>V-Model</vt:lpstr>
      <vt:lpstr>RAD</vt:lpstr>
      <vt:lpstr>RAD</vt:lpstr>
      <vt:lpstr>RAD</vt:lpstr>
      <vt:lpstr>RAD</vt:lpstr>
      <vt:lpstr>RAD</vt:lpstr>
      <vt:lpstr>DSDM</vt:lpstr>
      <vt:lpstr>DSDM</vt:lpstr>
      <vt:lpstr>DSDM</vt:lpstr>
      <vt:lpstr>DSDM</vt:lpstr>
      <vt:lpstr>DSDM</vt:lpstr>
      <vt:lpstr>XP</vt:lpstr>
      <vt:lpstr>XP</vt:lpstr>
      <vt:lpstr>XP</vt:lpstr>
      <vt:lpstr>XP</vt:lpstr>
      <vt:lpstr>Summary</vt:lpstr>
      <vt:lpstr>Achieving Learning Aim and Objectives</vt:lpstr>
      <vt:lpstr>Competencies and Coverage</vt:lpstr>
      <vt:lpstr>PowerPoint Presentation</vt:lpstr>
      <vt:lpstr>Methodologies</vt:lpstr>
      <vt:lpstr>PowerPoint Presentation</vt:lpstr>
      <vt:lpstr>PowerPoint Presentation</vt:lpstr>
      <vt:lpstr>Methodologies</vt:lpstr>
      <vt:lpstr>Learning Aim and Objectives</vt:lpstr>
      <vt:lpstr>Competencies and Coverage</vt:lpstr>
      <vt:lpstr>Review</vt:lpstr>
      <vt:lpstr>Reviewing models</vt:lpstr>
      <vt:lpstr>Agile</vt:lpstr>
      <vt:lpstr>Agile</vt:lpstr>
      <vt:lpstr>Agile History</vt:lpstr>
      <vt:lpstr>Agile History</vt:lpstr>
      <vt:lpstr>Agile (in general)</vt:lpstr>
      <vt:lpstr>Methodologies</vt:lpstr>
      <vt:lpstr>Scrum</vt:lpstr>
      <vt:lpstr>Scrum – Overview</vt:lpstr>
      <vt:lpstr>Scrum Overview</vt:lpstr>
      <vt:lpstr>Scrum – History</vt:lpstr>
      <vt:lpstr>Scrum – Roles &amp; Responsibilities</vt:lpstr>
      <vt:lpstr>Scrum – Events</vt:lpstr>
      <vt:lpstr>Scrum – Events</vt:lpstr>
      <vt:lpstr>Scrum – Artifacts</vt:lpstr>
      <vt:lpstr>Scrum – Process</vt:lpstr>
      <vt:lpstr>Scrum</vt:lpstr>
      <vt:lpstr>Scrum</vt:lpstr>
      <vt:lpstr>Kanban</vt:lpstr>
      <vt:lpstr>Kanban – Overview</vt:lpstr>
      <vt:lpstr>Kanban – History</vt:lpstr>
      <vt:lpstr>Kanban - Principles</vt:lpstr>
      <vt:lpstr>Kanban - Principles</vt:lpstr>
      <vt:lpstr>Kanban - Practices</vt:lpstr>
      <vt:lpstr>Kanban – Roles &amp; Responsibilities</vt:lpstr>
      <vt:lpstr>Kanban – Events</vt:lpstr>
      <vt:lpstr>Kanban – Events</vt:lpstr>
      <vt:lpstr>Kanban – Stages</vt:lpstr>
      <vt:lpstr>Kanban – Tools</vt:lpstr>
      <vt:lpstr>Kanban - Tools</vt:lpstr>
      <vt:lpstr>Kanban – Pull System</vt:lpstr>
      <vt:lpstr>Kanban - Practices</vt:lpstr>
      <vt:lpstr>Kanban - Practices</vt:lpstr>
      <vt:lpstr>Kanban</vt:lpstr>
      <vt:lpstr>Kanban</vt:lpstr>
      <vt:lpstr>Your Methodology</vt:lpstr>
      <vt:lpstr>Your Methodology</vt:lpstr>
      <vt:lpstr>Summary</vt:lpstr>
      <vt:lpstr>Achieving Learning Aim and Objectives</vt:lpstr>
      <vt:lpstr>Competencies and Coverage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 Chapman</dc:creator>
  <cp:lastModifiedBy>Steph Ferguson</cp:lastModifiedBy>
  <cp:revision>20</cp:revision>
  <dcterms:created xsi:type="dcterms:W3CDTF">2025-07-24T10:07:49Z</dcterms:created>
  <dcterms:modified xsi:type="dcterms:W3CDTF">2026-08-04T12:44:16Z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0x0101005907E80B901FE44787F31FF6EE1E667A</vt:lpwstr>
  </property>
  <property fmtid="{D5CDD505-2E9C-101B-9397-08002B2CF9AE}" pid="3" name="MediaServiceImageTags">
    <vt:lpwstr/>
  </property>
  <property fmtid="{D5CDD505-2E9C-101B-9397-08002B2CF9AE}" pid="4" name="KSB">
    <vt:lpwstr/>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xd_Signature">
    <vt:bool>false</vt:bool>
  </property>
  <property fmtid="{D5CDD505-2E9C-101B-9397-08002B2CF9AE}" pid="11" name="Competency">
    <vt:lpwstr/>
  </property>
</Properties>
</file>