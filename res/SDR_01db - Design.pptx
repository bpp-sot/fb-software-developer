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xml" ContentType="application/vnd.openxmlformats-officedocument.presentationml.tags+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0.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ags/tag3.xml" ContentType="application/vnd.openxmlformats-officedocument.presentationml.tags+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4"/>
  </p:sldMasterIdLst>
  <p:notesMasterIdLst>
    <p:notesMasterId r:id="rId36"/>
  </p:notesMasterIdLst>
  <p:handoutMasterIdLst>
    <p:handoutMasterId r:id="rId37"/>
  </p:handoutMasterIdLst>
  <p:sldIdLst>
    <p:sldId id="992" r:id="rId5"/>
    <p:sldId id="256" r:id="rId6"/>
    <p:sldId id="375" r:id="rId7"/>
    <p:sldId id="585" r:id="rId8"/>
    <p:sldId id="281" r:id="rId9"/>
    <p:sldId id="572" r:id="rId10"/>
    <p:sldId id="288" r:id="rId11"/>
    <p:sldId id="339" r:id="rId12"/>
    <p:sldId id="340" r:id="rId13"/>
    <p:sldId id="292" r:id="rId14"/>
    <p:sldId id="325" r:id="rId15"/>
    <p:sldId id="341" r:id="rId16"/>
    <p:sldId id="293" r:id="rId17"/>
    <p:sldId id="345" r:id="rId18"/>
    <p:sldId id="342" r:id="rId19"/>
    <p:sldId id="291" r:id="rId20"/>
    <p:sldId id="331" r:id="rId21"/>
    <p:sldId id="294" r:id="rId22"/>
    <p:sldId id="289" r:id="rId23"/>
    <p:sldId id="333" r:id="rId24"/>
    <p:sldId id="305" r:id="rId25"/>
    <p:sldId id="343" r:id="rId26"/>
    <p:sldId id="334" r:id="rId27"/>
    <p:sldId id="308" r:id="rId28"/>
    <p:sldId id="329" r:id="rId29"/>
    <p:sldId id="330" r:id="rId30"/>
    <p:sldId id="309" r:id="rId31"/>
    <p:sldId id="991" r:id="rId32"/>
    <p:sldId id="344" r:id="rId33"/>
    <p:sldId id="993" r:id="rId34"/>
    <p:sldId id="962"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0013A8F-88B8-42D4-8F20-24C9F2C72B4A}">
          <p14:sldIdLst>
            <p14:sldId id="992"/>
            <p14:sldId id="256"/>
            <p14:sldId id="375"/>
            <p14:sldId id="585"/>
          </p14:sldIdLst>
        </p14:section>
        <p14:section name="Objectives" id="{58052AD5-B5F2-4043-9C33-3A427EAE037E}">
          <p14:sldIdLst>
            <p14:sldId id="281"/>
            <p14:sldId id="572"/>
          </p14:sldIdLst>
        </p14:section>
        <p14:section name="Content" id="{01568920-2250-4F43-BC1F-AD43DE6CE5A6}">
          <p14:sldIdLst>
            <p14:sldId id="288"/>
            <p14:sldId id="339"/>
            <p14:sldId id="340"/>
            <p14:sldId id="292"/>
            <p14:sldId id="325"/>
            <p14:sldId id="341"/>
            <p14:sldId id="293"/>
            <p14:sldId id="345"/>
            <p14:sldId id="342"/>
            <p14:sldId id="291"/>
            <p14:sldId id="331"/>
            <p14:sldId id="294"/>
            <p14:sldId id="289"/>
            <p14:sldId id="333"/>
            <p14:sldId id="305"/>
            <p14:sldId id="343"/>
            <p14:sldId id="334"/>
            <p14:sldId id="308"/>
            <p14:sldId id="329"/>
            <p14:sldId id="330"/>
            <p14:sldId id="309"/>
          </p14:sldIdLst>
        </p14:section>
        <p14:section name="Wrap-up" id="{71603E5A-30A7-48E3-A3B4-F039B3B467C5}">
          <p14:sldIdLst>
            <p14:sldId id="991"/>
            <p14:sldId id="344"/>
            <p14:sldId id="993"/>
            <p14:sldId id="96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A65CE"/>
    <a:srgbClr val="00CFBF"/>
    <a:srgbClr val="FFDB46"/>
    <a:srgbClr val="FF6717"/>
    <a:srgbClr val="D30047"/>
    <a:srgbClr val="D9D0C3"/>
    <a:srgbClr val="23CEFD"/>
    <a:srgbClr val="FA388E"/>
    <a:srgbClr val="7950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2D4AB2-8D7F-43F0-32F7-FDA5BC4DD447}" v="3" dt="2026-08-04T12:46:23.157"/>
  </p1510:revLst>
</p1510:revInfo>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12" autoAdjust="0"/>
    <p:restoredTop sz="94660"/>
  </p:normalViewPr>
  <p:slideViewPr>
    <p:cSldViewPr snapToGrid="0">
      <p:cViewPr varScale="1">
        <p:scale>
          <a:sx n="102" d="100"/>
          <a:sy n="102" d="100"/>
        </p:scale>
        <p:origin x="1050" y="102"/>
      </p:cViewPr>
      <p:guideLst/>
    </p:cSldViewPr>
  </p:slideViewPr>
  <p:notesTextViewPr>
    <p:cViewPr>
      <p:scale>
        <a:sx n="1" d="1"/>
        <a:sy n="1" d="1"/>
      </p:scale>
      <p:origin x="0" y="0"/>
    </p:cViewPr>
  </p:notesTextViewPr>
  <p:notesViewPr>
    <p:cSldViewPr snapToGrid="0">
      <p:cViewPr varScale="1">
        <p:scale>
          <a:sx n="79" d="100"/>
          <a:sy n="79" d="100"/>
        </p:scale>
        <p:origin x="3942"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handoutMaster" Target="handoutMasters/handoutMaster1.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ott Kenyon" userId="S::scottkenyon@bpp.com::e0a4f75c-ff2f-4b47-b5b5-5accc1cea1d5" providerId="AD" clId="Web-{EF2D4AB2-8D7F-43F0-32F7-FDA5BC4DD447}"/>
    <pc:docChg chg="addSld delSld modSection">
      <pc:chgData name="Scott Kenyon" userId="S::scottkenyon@bpp.com::e0a4f75c-ff2f-4b47-b5b5-5accc1cea1d5" providerId="AD" clId="Web-{EF2D4AB2-8D7F-43F0-32F7-FDA5BC4DD447}" dt="2026-08-04T12:46:23.157" v="2"/>
      <pc:docMkLst>
        <pc:docMk/>
      </pc:docMkLst>
      <pc:sldChg chg="add">
        <pc:chgData name="Scott Kenyon" userId="S::scottkenyon@bpp.com::e0a4f75c-ff2f-4b47-b5b5-5accc1cea1d5" providerId="AD" clId="Web-{EF2D4AB2-8D7F-43F0-32F7-FDA5BC4DD447}" dt="2026-08-04T12:46:15.907" v="0"/>
        <pc:sldMkLst>
          <pc:docMk/>
          <pc:sldMk cId="1329777431" sldId="375"/>
        </pc:sldMkLst>
      </pc:sldChg>
      <pc:sldChg chg="del">
        <pc:chgData name="Scott Kenyon" userId="S::scottkenyon@bpp.com::e0a4f75c-ff2f-4b47-b5b5-5accc1cea1d5" providerId="AD" clId="Web-{EF2D4AB2-8D7F-43F0-32F7-FDA5BC4DD447}" dt="2026-08-04T12:46:23.157" v="2"/>
        <pc:sldMkLst>
          <pc:docMk/>
          <pc:sldMk cId="3459574300" sldId="581"/>
        </pc:sldMkLst>
      </pc:sldChg>
      <pc:sldChg chg="add">
        <pc:chgData name="Scott Kenyon" userId="S::scottkenyon@bpp.com::e0a4f75c-ff2f-4b47-b5b5-5accc1cea1d5" providerId="AD" clId="Web-{EF2D4AB2-8D7F-43F0-32F7-FDA5BC4DD447}" dt="2026-08-04T12:46:16.267" v="1"/>
        <pc:sldMkLst>
          <pc:docMk/>
          <pc:sldMk cId="2777191371" sldId="585"/>
        </pc:sldMkLst>
      </pc:sldChg>
      <pc:sldMasterChg chg="addSldLayout">
        <pc:chgData name="Scott Kenyon" userId="S::scottkenyon@bpp.com::e0a4f75c-ff2f-4b47-b5b5-5accc1cea1d5" providerId="AD" clId="Web-{EF2D4AB2-8D7F-43F0-32F7-FDA5BC4DD447}" dt="2026-08-04T12:46:15.907" v="0"/>
        <pc:sldMasterMkLst>
          <pc:docMk/>
          <pc:sldMasterMk cId="2891293072" sldId="2147483686"/>
        </pc:sldMasterMkLst>
        <pc:sldLayoutChg chg="add">
          <pc:chgData name="Scott Kenyon" userId="S::scottkenyon@bpp.com::e0a4f75c-ff2f-4b47-b5b5-5accc1cea1d5" providerId="AD" clId="Web-{EF2D4AB2-8D7F-43F0-32F7-FDA5BC4DD447}" dt="2026-08-04T12:46:15.907" v="0"/>
          <pc:sldLayoutMkLst>
            <pc:docMk/>
            <pc:sldMasterMk cId="2891293072" sldId="2147483686"/>
            <pc:sldLayoutMk cId="2781813737" sldId="2147483714"/>
          </pc:sldLayoutMkLst>
        </pc:sldLayoutChg>
      </pc:sldMaster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hyperlink" Target="mailto:safeguarding@bpp.com" TargetMode="External"/><Relationship Id="rId4" Type="http://schemas.openxmlformats.org/officeDocument/2006/relationships/image" Target="../media/image1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hyperlink" Target="mailto:safeguarding@bpp.com" TargetMode="External"/><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F0FED63-0D31-44AB-B0E3-B071C589F1D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GB"/>
        </a:p>
      </dgm:t>
    </dgm:pt>
    <dgm:pt modelId="{FDE026C3-DA7A-46B1-ADA6-F5324AC79498}">
      <dgm:prSet/>
      <dgm:spPr/>
      <dgm:t>
        <a:bodyPr/>
        <a:lstStyle/>
        <a:p>
          <a:r>
            <a:rPr lang="en-GB" b="1"/>
            <a:t>Session Recording</a:t>
          </a:r>
          <a:endParaRPr lang="en-GB"/>
        </a:p>
      </dgm:t>
    </dgm:pt>
    <dgm:pt modelId="{0DCA9DE3-7D85-4555-8C69-E62982FBD879}" type="parTrans" cxnId="{E4164DC3-C02E-4186-9C1D-D73E7AE470E6}">
      <dgm:prSet/>
      <dgm:spPr/>
      <dgm:t>
        <a:bodyPr/>
        <a:lstStyle/>
        <a:p>
          <a:endParaRPr lang="en-GB"/>
        </a:p>
      </dgm:t>
    </dgm:pt>
    <dgm:pt modelId="{E249CE21-5B36-4D9E-99BF-2C2C51243FB0}" type="sibTrans" cxnId="{E4164DC3-C02E-4186-9C1D-D73E7AE470E6}">
      <dgm:prSet/>
      <dgm:spPr/>
      <dgm:t>
        <a:bodyPr/>
        <a:lstStyle/>
        <a:p>
          <a:endParaRPr lang="en-GB"/>
        </a:p>
      </dgm:t>
    </dgm:pt>
    <dgm:pt modelId="{917FCFB2-8C22-49C4-B6AC-6FB5E24C9FCF}">
      <dgm:prSet/>
      <dgm:spPr/>
      <dgm:t>
        <a:bodyPr/>
        <a:lstStyle/>
        <a:p>
          <a:r>
            <a:rPr lang="en-US" dirty="0"/>
            <a:t>All training sessions are recorded to:</a:t>
          </a:r>
          <a:endParaRPr lang="en-GB" dirty="0"/>
        </a:p>
      </dgm:t>
    </dgm:pt>
    <dgm:pt modelId="{158B5EAB-237D-4E83-AD92-80AE3FFB1A47}" type="parTrans" cxnId="{279BB417-90AF-435B-B67E-1C73A656E297}">
      <dgm:prSet/>
      <dgm:spPr/>
      <dgm:t>
        <a:bodyPr/>
        <a:lstStyle/>
        <a:p>
          <a:endParaRPr lang="en-GB"/>
        </a:p>
      </dgm:t>
    </dgm:pt>
    <dgm:pt modelId="{47ACA70B-DDBB-403B-AB1C-96862A3814D4}" type="sibTrans" cxnId="{279BB417-90AF-435B-B67E-1C73A656E297}">
      <dgm:prSet/>
      <dgm:spPr/>
      <dgm:t>
        <a:bodyPr/>
        <a:lstStyle/>
        <a:p>
          <a:endParaRPr lang="en-GB"/>
        </a:p>
      </dgm:t>
    </dgm:pt>
    <dgm:pt modelId="{9E0B245E-8AFB-4C99-8968-6B3DF1C512BF}">
      <dgm:prSet/>
      <dgm:spPr/>
      <dgm:t>
        <a:bodyPr/>
        <a:lstStyle/>
        <a:p>
          <a:r>
            <a:rPr lang="en-GB"/>
            <a:t>Support learner progress</a:t>
          </a:r>
        </a:p>
      </dgm:t>
    </dgm:pt>
    <dgm:pt modelId="{9CBAEC7D-27A6-4F40-9919-D6B0DFD648C6}" type="parTrans" cxnId="{68D683FC-0C55-4A71-8058-CC22813438EF}">
      <dgm:prSet/>
      <dgm:spPr/>
      <dgm:t>
        <a:bodyPr/>
        <a:lstStyle/>
        <a:p>
          <a:endParaRPr lang="en-GB"/>
        </a:p>
      </dgm:t>
    </dgm:pt>
    <dgm:pt modelId="{5C331BE5-4E19-4653-A709-5582998E5295}" type="sibTrans" cxnId="{68D683FC-0C55-4A71-8058-CC22813438EF}">
      <dgm:prSet/>
      <dgm:spPr/>
      <dgm:t>
        <a:bodyPr/>
        <a:lstStyle/>
        <a:p>
          <a:endParaRPr lang="en-GB"/>
        </a:p>
      </dgm:t>
    </dgm:pt>
    <dgm:pt modelId="{F9846799-A32E-4711-9248-5B718ADDEDD1}">
      <dgm:prSet/>
      <dgm:spPr/>
      <dgm:t>
        <a:bodyPr/>
        <a:lstStyle/>
        <a:p>
          <a:r>
            <a:rPr lang="en-GB"/>
            <a:t>Enable review of content</a:t>
          </a:r>
        </a:p>
      </dgm:t>
    </dgm:pt>
    <dgm:pt modelId="{6A677E30-C000-4D81-BADA-850A0AD46DD1}" type="parTrans" cxnId="{8ED22146-CFC8-4357-A7EE-4A27F4ED3BF5}">
      <dgm:prSet/>
      <dgm:spPr/>
      <dgm:t>
        <a:bodyPr/>
        <a:lstStyle/>
        <a:p>
          <a:endParaRPr lang="en-GB"/>
        </a:p>
      </dgm:t>
    </dgm:pt>
    <dgm:pt modelId="{65C169BF-3B94-48CC-949A-9547B5573E84}" type="sibTrans" cxnId="{8ED22146-CFC8-4357-A7EE-4A27F4ED3BF5}">
      <dgm:prSet/>
      <dgm:spPr/>
      <dgm:t>
        <a:bodyPr/>
        <a:lstStyle/>
        <a:p>
          <a:endParaRPr lang="en-GB"/>
        </a:p>
      </dgm:t>
    </dgm:pt>
    <dgm:pt modelId="{FA6519F2-CAA6-479A-96E0-DF3E984DDF09}">
      <dgm:prSet/>
      <dgm:spPr/>
      <dgm:t>
        <a:bodyPr/>
        <a:lstStyle/>
        <a:p>
          <a:r>
            <a:rPr lang="en-US"/>
            <a:t>Maintain quality and compliance standards</a:t>
          </a:r>
          <a:endParaRPr lang="en-GB"/>
        </a:p>
      </dgm:t>
    </dgm:pt>
    <dgm:pt modelId="{6F4A7DFC-9225-44EE-B9AE-EB2AC47FD332}" type="parTrans" cxnId="{11DE9207-0988-41B7-BAB5-EF1BC4AF0A8B}">
      <dgm:prSet/>
      <dgm:spPr/>
      <dgm:t>
        <a:bodyPr/>
        <a:lstStyle/>
        <a:p>
          <a:endParaRPr lang="en-GB"/>
        </a:p>
      </dgm:t>
    </dgm:pt>
    <dgm:pt modelId="{25FB8CE4-9C81-4399-8A2D-80BA9AD5C51D}" type="sibTrans" cxnId="{11DE9207-0988-41B7-BAB5-EF1BC4AF0A8B}">
      <dgm:prSet/>
      <dgm:spPr/>
      <dgm:t>
        <a:bodyPr/>
        <a:lstStyle/>
        <a:p>
          <a:endParaRPr lang="en-GB"/>
        </a:p>
      </dgm:t>
    </dgm:pt>
    <dgm:pt modelId="{57A9F304-0F1F-4B8E-A0DE-C626C8F5A85A}">
      <dgm:prSet/>
      <dgm:spPr/>
      <dgm:t>
        <a:bodyPr/>
        <a:lstStyle/>
        <a:p>
          <a:r>
            <a:rPr lang="en-US"/>
            <a:t>By attending this session, you acknowledge that recording is taking place.</a:t>
          </a:r>
          <a:endParaRPr lang="en-GB"/>
        </a:p>
      </dgm:t>
    </dgm:pt>
    <dgm:pt modelId="{3AE66EA6-B310-4D76-AD24-25CD3239FC92}" type="parTrans" cxnId="{7FFD092B-32F5-4FA0-8DE4-A0D63EC4FF66}">
      <dgm:prSet/>
      <dgm:spPr/>
      <dgm:t>
        <a:bodyPr/>
        <a:lstStyle/>
        <a:p>
          <a:endParaRPr lang="en-GB"/>
        </a:p>
      </dgm:t>
    </dgm:pt>
    <dgm:pt modelId="{45D623A2-E302-458E-96ED-4DB492BE6285}" type="sibTrans" cxnId="{7FFD092B-32F5-4FA0-8DE4-A0D63EC4FF66}">
      <dgm:prSet/>
      <dgm:spPr/>
      <dgm:t>
        <a:bodyPr/>
        <a:lstStyle/>
        <a:p>
          <a:endParaRPr lang="en-GB"/>
        </a:p>
      </dgm:t>
    </dgm:pt>
    <dgm:pt modelId="{870D59FD-9719-45F1-BC26-5123A77E2B00}">
      <dgm:prSet/>
      <dgm:spPr/>
      <dgm:t>
        <a:bodyPr/>
        <a:lstStyle/>
        <a:p>
          <a:r>
            <a:rPr lang="fr-FR" b="1"/>
            <a:t>Camera &amp; Participation Expectations</a:t>
          </a:r>
          <a:endParaRPr lang="en-GB"/>
        </a:p>
      </dgm:t>
    </dgm:pt>
    <dgm:pt modelId="{E6063C19-FFCD-4A80-B21E-7D1FD25F7715}" type="parTrans" cxnId="{BFF5A2A4-75A6-411A-BCCD-A1851111E553}">
      <dgm:prSet/>
      <dgm:spPr/>
      <dgm:t>
        <a:bodyPr/>
        <a:lstStyle/>
        <a:p>
          <a:endParaRPr lang="en-GB"/>
        </a:p>
      </dgm:t>
    </dgm:pt>
    <dgm:pt modelId="{601FA339-FE45-4BDD-BEA7-96F27F142A1B}" type="sibTrans" cxnId="{BFF5A2A4-75A6-411A-BCCD-A1851111E553}">
      <dgm:prSet/>
      <dgm:spPr/>
      <dgm:t>
        <a:bodyPr/>
        <a:lstStyle/>
        <a:p>
          <a:endParaRPr lang="en-GB"/>
        </a:p>
      </dgm:t>
    </dgm:pt>
    <dgm:pt modelId="{6221AEC9-C322-423A-86FF-2755BCAC9B14}">
      <dgm:prSet/>
      <dgm:spPr/>
      <dgm:t>
        <a:bodyPr/>
        <a:lstStyle/>
        <a:p>
          <a:r>
            <a:rPr lang="en-US"/>
            <a:t>To support engagement and attendance monitoring:</a:t>
          </a:r>
          <a:endParaRPr lang="en-GB"/>
        </a:p>
      </dgm:t>
    </dgm:pt>
    <dgm:pt modelId="{566C1C4E-A20E-453F-A7F5-2943C2FB4996}" type="parTrans" cxnId="{B56758A9-B3C9-48D2-A95D-F9C2F5E66046}">
      <dgm:prSet/>
      <dgm:spPr/>
      <dgm:t>
        <a:bodyPr/>
        <a:lstStyle/>
        <a:p>
          <a:endParaRPr lang="en-GB"/>
        </a:p>
      </dgm:t>
    </dgm:pt>
    <dgm:pt modelId="{EFA4CB43-AB67-4F1E-AC07-938417D2CD23}" type="sibTrans" cxnId="{B56758A9-B3C9-48D2-A95D-F9C2F5E66046}">
      <dgm:prSet/>
      <dgm:spPr/>
      <dgm:t>
        <a:bodyPr/>
        <a:lstStyle/>
        <a:p>
          <a:endParaRPr lang="en-GB"/>
        </a:p>
      </dgm:t>
    </dgm:pt>
    <dgm:pt modelId="{6BC9725C-8BED-499F-8E6D-C34F30E54D75}">
      <dgm:prSet/>
      <dgm:spPr/>
      <dgm:t>
        <a:bodyPr/>
        <a:lstStyle/>
        <a:p>
          <a:r>
            <a:rPr lang="en-US"/>
            <a:t>Cameras should remain on during the session</a:t>
          </a:r>
          <a:endParaRPr lang="en-GB"/>
        </a:p>
      </dgm:t>
    </dgm:pt>
    <dgm:pt modelId="{C8033E3E-83F8-42EB-A4F4-66041CBE8698}" type="parTrans" cxnId="{1EA6ADB1-A99E-4363-864A-C10AB97F886E}">
      <dgm:prSet/>
      <dgm:spPr/>
      <dgm:t>
        <a:bodyPr/>
        <a:lstStyle/>
        <a:p>
          <a:endParaRPr lang="en-GB"/>
        </a:p>
      </dgm:t>
    </dgm:pt>
    <dgm:pt modelId="{55F3EB25-25EF-4C87-A632-336AB8B98022}" type="sibTrans" cxnId="{1EA6ADB1-A99E-4363-864A-C10AB97F886E}">
      <dgm:prSet/>
      <dgm:spPr/>
      <dgm:t>
        <a:bodyPr/>
        <a:lstStyle/>
        <a:p>
          <a:endParaRPr lang="en-GB"/>
        </a:p>
      </dgm:t>
    </dgm:pt>
    <dgm:pt modelId="{D101DD14-E066-4CA9-8D40-8D4ED59799B5}">
      <dgm:prSet/>
      <dgm:spPr/>
      <dgm:t>
        <a:bodyPr/>
        <a:lstStyle/>
        <a:p>
          <a:r>
            <a:rPr lang="en-US"/>
            <a:t>Please participate actively in discussions and activities</a:t>
          </a:r>
          <a:endParaRPr lang="en-GB"/>
        </a:p>
      </dgm:t>
    </dgm:pt>
    <dgm:pt modelId="{507A8C9D-AF4F-410B-99C7-84C811EF1A6D}" type="parTrans" cxnId="{FA536F33-5ACB-4532-932E-D2DBD8CBB84F}">
      <dgm:prSet/>
      <dgm:spPr/>
      <dgm:t>
        <a:bodyPr/>
        <a:lstStyle/>
        <a:p>
          <a:endParaRPr lang="en-GB"/>
        </a:p>
      </dgm:t>
    </dgm:pt>
    <dgm:pt modelId="{E99A59C4-CC9C-457D-85C6-91BA064E4D19}" type="sibTrans" cxnId="{FA536F33-5ACB-4532-932E-D2DBD8CBB84F}">
      <dgm:prSet/>
      <dgm:spPr/>
      <dgm:t>
        <a:bodyPr/>
        <a:lstStyle/>
        <a:p>
          <a:endParaRPr lang="en-GB"/>
        </a:p>
      </dgm:t>
    </dgm:pt>
    <dgm:pt modelId="{3B7844BC-A322-4C85-8FFF-6C17C908885D}">
      <dgm:prSet/>
      <dgm:spPr/>
      <dgm:t>
        <a:bodyPr/>
        <a:lstStyle/>
        <a:p>
          <a:r>
            <a:rPr lang="en-US"/>
            <a:t>If you are unable to use your camera or microphone for any reason, please inform your tutor directly via chat or message.</a:t>
          </a:r>
          <a:endParaRPr lang="en-GB"/>
        </a:p>
      </dgm:t>
    </dgm:pt>
    <dgm:pt modelId="{2BF36C44-32D2-4955-AB8B-CA14141B8DF2}" type="parTrans" cxnId="{3DC61D1D-112A-461B-891F-2436D8692508}">
      <dgm:prSet/>
      <dgm:spPr/>
      <dgm:t>
        <a:bodyPr/>
        <a:lstStyle/>
        <a:p>
          <a:endParaRPr lang="en-GB"/>
        </a:p>
      </dgm:t>
    </dgm:pt>
    <dgm:pt modelId="{8121291A-77D9-461E-9884-DDD3DA0D8C11}" type="sibTrans" cxnId="{3DC61D1D-112A-461B-891F-2436D8692508}">
      <dgm:prSet/>
      <dgm:spPr/>
      <dgm:t>
        <a:bodyPr/>
        <a:lstStyle/>
        <a:p>
          <a:endParaRPr lang="en-GB"/>
        </a:p>
      </dgm:t>
    </dgm:pt>
    <dgm:pt modelId="{0CE66663-DD68-47A3-B4F7-F818A7096FF5}">
      <dgm:prSet/>
      <dgm:spPr/>
      <dgm:t>
        <a:bodyPr/>
        <a:lstStyle/>
        <a:p>
          <a:r>
            <a:rPr lang="en-US" dirty="0"/>
            <a:t>This session forms part of your professional apprenticeship experience. Please engage respectfully and professionally throughout.</a:t>
          </a:r>
          <a:endParaRPr lang="en-GB" dirty="0"/>
        </a:p>
      </dgm:t>
    </dgm:pt>
    <dgm:pt modelId="{C9A1C40A-4E27-4D8B-B87C-570AE0BA30E8}" type="parTrans" cxnId="{9444C23A-8C60-4CEA-8F56-FCFA14C360C6}">
      <dgm:prSet/>
      <dgm:spPr/>
      <dgm:t>
        <a:bodyPr/>
        <a:lstStyle/>
        <a:p>
          <a:endParaRPr lang="en-GB"/>
        </a:p>
      </dgm:t>
    </dgm:pt>
    <dgm:pt modelId="{C4465673-1F8F-4DCE-8B17-640A6786EDB2}" type="sibTrans" cxnId="{9444C23A-8C60-4CEA-8F56-FCFA14C360C6}">
      <dgm:prSet/>
      <dgm:spPr/>
      <dgm:t>
        <a:bodyPr/>
        <a:lstStyle/>
        <a:p>
          <a:endParaRPr lang="en-GB"/>
        </a:p>
      </dgm:t>
    </dgm:pt>
    <dgm:pt modelId="{DB6EAC83-30C0-4D95-8961-630B899B90AF}" type="pres">
      <dgm:prSet presAssocID="{9F0FED63-0D31-44AB-B0E3-B071C589F1D1}" presName="linear" presStyleCnt="0">
        <dgm:presLayoutVars>
          <dgm:animLvl val="lvl"/>
          <dgm:resizeHandles val="exact"/>
        </dgm:presLayoutVars>
      </dgm:prSet>
      <dgm:spPr/>
    </dgm:pt>
    <dgm:pt modelId="{5E71EAE4-B026-4525-85E3-C3615E6B8A43}" type="pres">
      <dgm:prSet presAssocID="{FDE026C3-DA7A-46B1-ADA6-F5324AC79498}" presName="parentText" presStyleLbl="node1" presStyleIdx="0" presStyleCnt="3">
        <dgm:presLayoutVars>
          <dgm:chMax val="0"/>
          <dgm:bulletEnabled val="1"/>
        </dgm:presLayoutVars>
      </dgm:prSet>
      <dgm:spPr/>
    </dgm:pt>
    <dgm:pt modelId="{7B846167-ADC9-464B-A39F-E462D3CA5C60}" type="pres">
      <dgm:prSet presAssocID="{FDE026C3-DA7A-46B1-ADA6-F5324AC79498}" presName="childText" presStyleLbl="revTx" presStyleIdx="0" presStyleCnt="2">
        <dgm:presLayoutVars>
          <dgm:bulletEnabled val="1"/>
        </dgm:presLayoutVars>
      </dgm:prSet>
      <dgm:spPr/>
    </dgm:pt>
    <dgm:pt modelId="{B572A4D5-6571-48AA-A905-6A06E4484385}" type="pres">
      <dgm:prSet presAssocID="{870D59FD-9719-45F1-BC26-5123A77E2B00}" presName="parentText" presStyleLbl="node1" presStyleIdx="1" presStyleCnt="3">
        <dgm:presLayoutVars>
          <dgm:chMax val="0"/>
          <dgm:bulletEnabled val="1"/>
        </dgm:presLayoutVars>
      </dgm:prSet>
      <dgm:spPr/>
    </dgm:pt>
    <dgm:pt modelId="{10B94E7B-15F2-4141-BB59-B3D4C03A9028}" type="pres">
      <dgm:prSet presAssocID="{870D59FD-9719-45F1-BC26-5123A77E2B00}" presName="childText" presStyleLbl="revTx" presStyleIdx="1" presStyleCnt="2">
        <dgm:presLayoutVars>
          <dgm:bulletEnabled val="1"/>
        </dgm:presLayoutVars>
      </dgm:prSet>
      <dgm:spPr/>
    </dgm:pt>
    <dgm:pt modelId="{6F6CB04F-68D2-4C5C-8D4A-3DE017DABFAE}" type="pres">
      <dgm:prSet presAssocID="{0CE66663-DD68-47A3-B4F7-F818A7096FF5}" presName="parentText" presStyleLbl="node1" presStyleIdx="2" presStyleCnt="3">
        <dgm:presLayoutVars>
          <dgm:chMax val="0"/>
          <dgm:bulletEnabled val="1"/>
        </dgm:presLayoutVars>
      </dgm:prSet>
      <dgm:spPr/>
    </dgm:pt>
  </dgm:ptLst>
  <dgm:cxnLst>
    <dgm:cxn modelId="{11DE9207-0988-41B7-BAB5-EF1BC4AF0A8B}" srcId="{917FCFB2-8C22-49C4-B6AC-6FB5E24C9FCF}" destId="{FA6519F2-CAA6-479A-96E0-DF3E984DDF09}" srcOrd="2" destOrd="0" parTransId="{6F4A7DFC-9225-44EE-B9AE-EB2AC47FD332}" sibTransId="{25FB8CE4-9C81-4399-8A2D-80BA9AD5C51D}"/>
    <dgm:cxn modelId="{4A690E08-879F-4E3A-AD68-5A45A0E98E0E}" type="presOf" srcId="{917FCFB2-8C22-49C4-B6AC-6FB5E24C9FCF}" destId="{7B846167-ADC9-464B-A39F-E462D3CA5C60}" srcOrd="0" destOrd="0" presId="urn:microsoft.com/office/officeart/2005/8/layout/vList2"/>
    <dgm:cxn modelId="{279BB417-90AF-435B-B67E-1C73A656E297}" srcId="{FDE026C3-DA7A-46B1-ADA6-F5324AC79498}" destId="{917FCFB2-8C22-49C4-B6AC-6FB5E24C9FCF}" srcOrd="0" destOrd="0" parTransId="{158B5EAB-237D-4E83-AD92-80AE3FFB1A47}" sibTransId="{47ACA70B-DDBB-403B-AB1C-96862A3814D4}"/>
    <dgm:cxn modelId="{3DC61D1D-112A-461B-891F-2436D8692508}" srcId="{6221AEC9-C322-423A-86FF-2755BCAC9B14}" destId="{3B7844BC-A322-4C85-8FFF-6C17C908885D}" srcOrd="2" destOrd="0" parTransId="{2BF36C44-32D2-4955-AB8B-CA14141B8DF2}" sibTransId="{8121291A-77D9-461E-9884-DDD3DA0D8C11}"/>
    <dgm:cxn modelId="{5FDD3221-CB8B-401D-B90B-A7206A44554F}" type="presOf" srcId="{9E0B245E-8AFB-4C99-8968-6B3DF1C512BF}" destId="{7B846167-ADC9-464B-A39F-E462D3CA5C60}" srcOrd="0" destOrd="1" presId="urn:microsoft.com/office/officeart/2005/8/layout/vList2"/>
    <dgm:cxn modelId="{7FFD092B-32F5-4FA0-8DE4-A0D63EC4FF66}" srcId="{FDE026C3-DA7A-46B1-ADA6-F5324AC79498}" destId="{57A9F304-0F1F-4B8E-A0DE-C626C8F5A85A}" srcOrd="1" destOrd="0" parTransId="{3AE66EA6-B310-4D76-AD24-25CD3239FC92}" sibTransId="{45D623A2-E302-458E-96ED-4DB492BE6285}"/>
    <dgm:cxn modelId="{FA536F33-5ACB-4532-932E-D2DBD8CBB84F}" srcId="{6221AEC9-C322-423A-86FF-2755BCAC9B14}" destId="{D101DD14-E066-4CA9-8D40-8D4ED59799B5}" srcOrd="1" destOrd="0" parTransId="{507A8C9D-AF4F-410B-99C7-84C811EF1A6D}" sibTransId="{E99A59C4-CC9C-457D-85C6-91BA064E4D19}"/>
    <dgm:cxn modelId="{9444C23A-8C60-4CEA-8F56-FCFA14C360C6}" srcId="{9F0FED63-0D31-44AB-B0E3-B071C589F1D1}" destId="{0CE66663-DD68-47A3-B4F7-F818A7096FF5}" srcOrd="2" destOrd="0" parTransId="{C9A1C40A-4E27-4D8B-B87C-570AE0BA30E8}" sibTransId="{C4465673-1F8F-4DCE-8B17-640A6786EDB2}"/>
    <dgm:cxn modelId="{4A541D5E-DDBA-4299-9E2E-640251371334}" type="presOf" srcId="{6BC9725C-8BED-499F-8E6D-C34F30E54D75}" destId="{10B94E7B-15F2-4141-BB59-B3D4C03A9028}" srcOrd="0" destOrd="1" presId="urn:microsoft.com/office/officeart/2005/8/layout/vList2"/>
    <dgm:cxn modelId="{8ED22146-CFC8-4357-A7EE-4A27F4ED3BF5}" srcId="{917FCFB2-8C22-49C4-B6AC-6FB5E24C9FCF}" destId="{F9846799-A32E-4711-9248-5B718ADDEDD1}" srcOrd="1" destOrd="0" parTransId="{6A677E30-C000-4D81-BADA-850A0AD46DD1}" sibTransId="{65C169BF-3B94-48CC-949A-9547B5573E84}"/>
    <dgm:cxn modelId="{F316E159-78E2-4DD7-8B7E-2CD12FD0C319}" type="presOf" srcId="{0CE66663-DD68-47A3-B4F7-F818A7096FF5}" destId="{6F6CB04F-68D2-4C5C-8D4A-3DE017DABFAE}" srcOrd="0" destOrd="0" presId="urn:microsoft.com/office/officeart/2005/8/layout/vList2"/>
    <dgm:cxn modelId="{89F41995-C0F7-498A-B393-6EFFA6D2C712}" type="presOf" srcId="{870D59FD-9719-45F1-BC26-5123A77E2B00}" destId="{B572A4D5-6571-48AA-A905-6A06E4484385}" srcOrd="0" destOrd="0" presId="urn:microsoft.com/office/officeart/2005/8/layout/vList2"/>
    <dgm:cxn modelId="{23244598-5301-48C8-BAFC-2EB2F327ACA4}" type="presOf" srcId="{6221AEC9-C322-423A-86FF-2755BCAC9B14}" destId="{10B94E7B-15F2-4141-BB59-B3D4C03A9028}" srcOrd="0" destOrd="0" presId="urn:microsoft.com/office/officeart/2005/8/layout/vList2"/>
    <dgm:cxn modelId="{1489D09B-DEB1-443B-85CD-2AAAEA71BD1C}" type="presOf" srcId="{9F0FED63-0D31-44AB-B0E3-B071C589F1D1}" destId="{DB6EAC83-30C0-4D95-8961-630B899B90AF}" srcOrd="0" destOrd="0" presId="urn:microsoft.com/office/officeart/2005/8/layout/vList2"/>
    <dgm:cxn modelId="{BFF5A2A4-75A6-411A-BCCD-A1851111E553}" srcId="{9F0FED63-0D31-44AB-B0E3-B071C589F1D1}" destId="{870D59FD-9719-45F1-BC26-5123A77E2B00}" srcOrd="1" destOrd="0" parTransId="{E6063C19-FFCD-4A80-B21E-7D1FD25F7715}" sibTransId="{601FA339-FE45-4BDD-BEA7-96F27F142A1B}"/>
    <dgm:cxn modelId="{B56758A9-B3C9-48D2-A95D-F9C2F5E66046}" srcId="{870D59FD-9719-45F1-BC26-5123A77E2B00}" destId="{6221AEC9-C322-423A-86FF-2755BCAC9B14}" srcOrd="0" destOrd="0" parTransId="{566C1C4E-A20E-453F-A7F5-2943C2FB4996}" sibTransId="{EFA4CB43-AB67-4F1E-AC07-938417D2CD23}"/>
    <dgm:cxn modelId="{6B9863AB-7E3A-40A5-8353-F18A55141E84}" type="presOf" srcId="{F9846799-A32E-4711-9248-5B718ADDEDD1}" destId="{7B846167-ADC9-464B-A39F-E462D3CA5C60}" srcOrd="0" destOrd="2" presId="urn:microsoft.com/office/officeart/2005/8/layout/vList2"/>
    <dgm:cxn modelId="{1EA6ADB1-A99E-4363-864A-C10AB97F886E}" srcId="{6221AEC9-C322-423A-86FF-2755BCAC9B14}" destId="{6BC9725C-8BED-499F-8E6D-C34F30E54D75}" srcOrd="0" destOrd="0" parTransId="{C8033E3E-83F8-42EB-A4F4-66041CBE8698}" sibTransId="{55F3EB25-25EF-4C87-A632-336AB8B98022}"/>
    <dgm:cxn modelId="{5527EDB4-6B8A-40AF-8FC8-A2095B02343E}" type="presOf" srcId="{FDE026C3-DA7A-46B1-ADA6-F5324AC79498}" destId="{5E71EAE4-B026-4525-85E3-C3615E6B8A43}" srcOrd="0" destOrd="0" presId="urn:microsoft.com/office/officeart/2005/8/layout/vList2"/>
    <dgm:cxn modelId="{C3F23FC3-0151-4793-876B-F2F336185607}" type="presOf" srcId="{D101DD14-E066-4CA9-8D40-8D4ED59799B5}" destId="{10B94E7B-15F2-4141-BB59-B3D4C03A9028}" srcOrd="0" destOrd="2" presId="urn:microsoft.com/office/officeart/2005/8/layout/vList2"/>
    <dgm:cxn modelId="{E4164DC3-C02E-4186-9C1D-D73E7AE470E6}" srcId="{9F0FED63-0D31-44AB-B0E3-B071C589F1D1}" destId="{FDE026C3-DA7A-46B1-ADA6-F5324AC79498}" srcOrd="0" destOrd="0" parTransId="{0DCA9DE3-7D85-4555-8C69-E62982FBD879}" sibTransId="{E249CE21-5B36-4D9E-99BF-2C2C51243FB0}"/>
    <dgm:cxn modelId="{645BD6E0-B520-4D1B-920A-E2EE8400DDB6}" type="presOf" srcId="{FA6519F2-CAA6-479A-96E0-DF3E984DDF09}" destId="{7B846167-ADC9-464B-A39F-E462D3CA5C60}" srcOrd="0" destOrd="3" presId="urn:microsoft.com/office/officeart/2005/8/layout/vList2"/>
    <dgm:cxn modelId="{DD23BAEB-37B3-4328-A361-DD9F1BE67AC1}" type="presOf" srcId="{3B7844BC-A322-4C85-8FFF-6C17C908885D}" destId="{10B94E7B-15F2-4141-BB59-B3D4C03A9028}" srcOrd="0" destOrd="3" presId="urn:microsoft.com/office/officeart/2005/8/layout/vList2"/>
    <dgm:cxn modelId="{68D683FC-0C55-4A71-8058-CC22813438EF}" srcId="{917FCFB2-8C22-49C4-B6AC-6FB5E24C9FCF}" destId="{9E0B245E-8AFB-4C99-8968-6B3DF1C512BF}" srcOrd="0" destOrd="0" parTransId="{9CBAEC7D-27A6-4F40-9919-D6B0DFD648C6}" sibTransId="{5C331BE5-4E19-4653-A709-5582998E5295}"/>
    <dgm:cxn modelId="{7B64F3FE-1F91-4E0F-8A62-FA4613005C66}" type="presOf" srcId="{57A9F304-0F1F-4B8E-A0DE-C626C8F5A85A}" destId="{7B846167-ADC9-464B-A39F-E462D3CA5C60}" srcOrd="0" destOrd="4" presId="urn:microsoft.com/office/officeart/2005/8/layout/vList2"/>
    <dgm:cxn modelId="{8415E6C0-29F2-4861-A546-3F411177160B}" type="presParOf" srcId="{DB6EAC83-30C0-4D95-8961-630B899B90AF}" destId="{5E71EAE4-B026-4525-85E3-C3615E6B8A43}" srcOrd="0" destOrd="0" presId="urn:microsoft.com/office/officeart/2005/8/layout/vList2"/>
    <dgm:cxn modelId="{60018189-9486-45F0-8666-74D059EBA252}" type="presParOf" srcId="{DB6EAC83-30C0-4D95-8961-630B899B90AF}" destId="{7B846167-ADC9-464B-A39F-E462D3CA5C60}" srcOrd="1" destOrd="0" presId="urn:microsoft.com/office/officeart/2005/8/layout/vList2"/>
    <dgm:cxn modelId="{937B6E2E-8491-45E1-804E-BE3A5635A9E0}" type="presParOf" srcId="{DB6EAC83-30C0-4D95-8961-630B899B90AF}" destId="{B572A4D5-6571-48AA-A905-6A06E4484385}" srcOrd="2" destOrd="0" presId="urn:microsoft.com/office/officeart/2005/8/layout/vList2"/>
    <dgm:cxn modelId="{9329A64E-9E6F-451C-896F-61E0899FEE35}" type="presParOf" srcId="{DB6EAC83-30C0-4D95-8961-630B899B90AF}" destId="{10B94E7B-15F2-4141-BB59-B3D4C03A9028}" srcOrd="3" destOrd="0" presId="urn:microsoft.com/office/officeart/2005/8/layout/vList2"/>
    <dgm:cxn modelId="{DBB50BB8-707F-4EB5-885F-ED07698246A5}" type="presParOf" srcId="{DB6EAC83-30C0-4D95-8961-630B899B90AF}" destId="{6F6CB04F-68D2-4C5C-8D4A-3DE017DABFAE}"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2B12767-4B81-4A96-891D-08E405B48EB1}" type="doc">
      <dgm:prSet loTypeId="urn:microsoft.com/office/officeart/2005/8/layout/bList2" loCatId="picture" qsTypeId="urn:microsoft.com/office/officeart/2005/8/quickstyle/simple1" qsCatId="simple" csTypeId="urn:microsoft.com/office/officeart/2005/8/colors/accent3_2" csCatId="accent3" phldr="1"/>
      <dgm:spPr/>
      <dgm:t>
        <a:bodyPr/>
        <a:lstStyle/>
        <a:p>
          <a:endParaRPr lang="en-GB"/>
        </a:p>
      </dgm:t>
    </dgm:pt>
    <dgm:pt modelId="{56D07340-75E1-4AD6-87B9-922F01533C6D}">
      <dgm:prSet phldrT="[Text]"/>
      <dgm:spPr/>
      <dgm:t>
        <a:bodyPr/>
        <a:lstStyle/>
        <a:p>
          <a:pPr>
            <a:buNone/>
          </a:pPr>
          <a:r>
            <a:rPr lang="en-GB" b="1" dirty="0"/>
            <a:t>Safeguarding</a:t>
          </a:r>
          <a:endParaRPr lang="en-GB" dirty="0"/>
        </a:p>
      </dgm:t>
    </dgm:pt>
    <dgm:pt modelId="{85D96B4E-1D91-44D5-92BD-5A8D61869AC9}" type="parTrans" cxnId="{915886FD-D4B5-4B22-BD74-AB441E0CE114}">
      <dgm:prSet/>
      <dgm:spPr/>
      <dgm:t>
        <a:bodyPr/>
        <a:lstStyle/>
        <a:p>
          <a:endParaRPr lang="en-GB"/>
        </a:p>
      </dgm:t>
    </dgm:pt>
    <dgm:pt modelId="{F50FB9DF-7138-4F48-A1CF-9268D5B21D43}" type="sibTrans" cxnId="{915886FD-D4B5-4B22-BD74-AB441E0CE114}">
      <dgm:prSet/>
      <dgm:spPr/>
      <dgm:t>
        <a:bodyPr/>
        <a:lstStyle/>
        <a:p>
          <a:endParaRPr lang="en-GB"/>
        </a:p>
      </dgm:t>
    </dgm:pt>
    <dgm:pt modelId="{EC470828-F188-40F1-9BAD-24DA8EC8498A}">
      <dgm:prSet phldrT="[Text]"/>
      <dgm:spPr/>
      <dgm:t>
        <a:bodyPr/>
        <a:lstStyle/>
        <a:p>
          <a:pPr>
            <a:buNone/>
          </a:pPr>
          <a:r>
            <a:rPr lang="en-GB" b="1" dirty="0"/>
            <a:t>British Values</a:t>
          </a:r>
          <a:endParaRPr lang="en-GB" dirty="0"/>
        </a:p>
      </dgm:t>
    </dgm:pt>
    <dgm:pt modelId="{AF7BAD48-7E45-4B61-A7BB-088538057FB1}" type="parTrans" cxnId="{92F38D82-1A53-436B-8F78-FBAC98C75696}">
      <dgm:prSet/>
      <dgm:spPr/>
      <dgm:t>
        <a:bodyPr/>
        <a:lstStyle/>
        <a:p>
          <a:endParaRPr lang="en-GB"/>
        </a:p>
      </dgm:t>
    </dgm:pt>
    <dgm:pt modelId="{FBB04D87-02F6-4CF5-9F5A-41A665659D9E}" type="sibTrans" cxnId="{92F38D82-1A53-436B-8F78-FBAC98C75696}">
      <dgm:prSet/>
      <dgm:spPr/>
      <dgm:t>
        <a:bodyPr/>
        <a:lstStyle/>
        <a:p>
          <a:endParaRPr lang="en-GB"/>
        </a:p>
      </dgm:t>
    </dgm:pt>
    <dgm:pt modelId="{CCCD779C-5571-4406-86BA-B93A56C0F092}">
      <dgm:prSet phldrT="[Text]"/>
      <dgm:spPr/>
      <dgm:t>
        <a:bodyPr/>
        <a:lstStyle/>
        <a:p>
          <a:pPr>
            <a:buNone/>
          </a:pPr>
          <a:r>
            <a:rPr lang="en-GB" b="1" dirty="0"/>
            <a:t>Prevent</a:t>
          </a:r>
          <a:endParaRPr lang="en-GB" dirty="0"/>
        </a:p>
      </dgm:t>
    </dgm:pt>
    <dgm:pt modelId="{0475E061-26B7-40EF-BFE3-7EAE14461042}" type="parTrans" cxnId="{E70337FA-EA0D-449D-A6EE-5C95931B9BF4}">
      <dgm:prSet/>
      <dgm:spPr/>
      <dgm:t>
        <a:bodyPr/>
        <a:lstStyle/>
        <a:p>
          <a:endParaRPr lang="en-GB"/>
        </a:p>
      </dgm:t>
    </dgm:pt>
    <dgm:pt modelId="{0FEA00F7-95D2-41FD-A093-A774F4D3CD18}" type="sibTrans" cxnId="{E70337FA-EA0D-449D-A6EE-5C95931B9BF4}">
      <dgm:prSet/>
      <dgm:spPr/>
      <dgm:t>
        <a:bodyPr/>
        <a:lstStyle/>
        <a:p>
          <a:endParaRPr lang="en-GB"/>
        </a:p>
      </dgm:t>
    </dgm:pt>
    <dgm:pt modelId="{DAB29B63-5C0F-4F8E-81F6-23C876AC6360}">
      <dgm:prSet custT="1"/>
      <dgm:spPr/>
      <dgm:t>
        <a:bodyPr/>
        <a:lstStyle/>
        <a:p>
          <a:pPr>
            <a:buNone/>
          </a:pPr>
          <a:r>
            <a:rPr lang="en-US" sz="1400" dirty="0"/>
            <a:t>Safeguarding protects individuals from harm, abuse, neglect, </a:t>
          </a:r>
          <a:r>
            <a:rPr lang="en-US" sz="1400" dirty="0" err="1"/>
            <a:t>radicalisation</a:t>
          </a:r>
          <a:r>
            <a:rPr lang="en-US" sz="1400" dirty="0"/>
            <a:t> and exploitation.</a:t>
          </a:r>
          <a:br>
            <a:rPr lang="en-US" sz="1400" dirty="0"/>
          </a:br>
          <a:endParaRPr lang="en-US" sz="1400" dirty="0"/>
        </a:p>
      </dgm:t>
    </dgm:pt>
    <dgm:pt modelId="{93FA374D-760E-41E6-A69C-826D26E6A5E7}" type="parTrans" cxnId="{391E11A1-9311-4F1E-94A3-6F33E3EA6217}">
      <dgm:prSet/>
      <dgm:spPr/>
      <dgm:t>
        <a:bodyPr/>
        <a:lstStyle/>
        <a:p>
          <a:endParaRPr lang="en-GB"/>
        </a:p>
      </dgm:t>
    </dgm:pt>
    <dgm:pt modelId="{C0E5BD99-0E51-48B2-81AA-50C939EA07D4}" type="sibTrans" cxnId="{391E11A1-9311-4F1E-94A3-6F33E3EA6217}">
      <dgm:prSet/>
      <dgm:spPr/>
      <dgm:t>
        <a:bodyPr/>
        <a:lstStyle/>
        <a:p>
          <a:endParaRPr lang="en-GB"/>
        </a:p>
      </dgm:t>
    </dgm:pt>
    <dgm:pt modelId="{863F5D25-B0A4-45A6-85E5-AE73281BB623}">
      <dgm:prSet custT="1"/>
      <dgm:spPr/>
      <dgm:t>
        <a:bodyPr/>
        <a:lstStyle/>
        <a:p>
          <a:pPr>
            <a:buNone/>
          </a:pPr>
          <a:r>
            <a:rPr lang="en-US" sz="1400" dirty="0"/>
            <a:t>If you have a concern about yourself or someone else, email:</a:t>
          </a:r>
        </a:p>
      </dgm:t>
    </dgm:pt>
    <dgm:pt modelId="{D469A54B-4E53-4FB2-9790-90B262FF3A64}" type="parTrans" cxnId="{62C84980-B1ED-4F43-A191-38AFFEC046C5}">
      <dgm:prSet/>
      <dgm:spPr/>
      <dgm:t>
        <a:bodyPr/>
        <a:lstStyle/>
        <a:p>
          <a:endParaRPr lang="en-GB"/>
        </a:p>
      </dgm:t>
    </dgm:pt>
    <dgm:pt modelId="{629F08C9-3514-41B0-A4A9-DB7488EB6A77}" type="sibTrans" cxnId="{62C84980-B1ED-4F43-A191-38AFFEC046C5}">
      <dgm:prSet/>
      <dgm:spPr/>
      <dgm:t>
        <a:bodyPr/>
        <a:lstStyle/>
        <a:p>
          <a:endParaRPr lang="en-GB"/>
        </a:p>
      </dgm:t>
    </dgm:pt>
    <dgm:pt modelId="{463032AE-3A43-47A3-8A25-32BC3C86FB5A}">
      <dgm:prSet custT="1"/>
      <dgm:spPr/>
      <dgm:t>
        <a:bodyPr/>
        <a:lstStyle/>
        <a:p>
          <a:pPr>
            <a:buNone/>
          </a:pPr>
          <a:r>
            <a:rPr lang="en-US" sz="1400" dirty="0"/>
            <a:t>We treat all concerns seriously and confidentially.</a:t>
          </a:r>
        </a:p>
      </dgm:t>
    </dgm:pt>
    <dgm:pt modelId="{4633167A-FC33-4561-81C8-185AEAB8DB8F}" type="parTrans" cxnId="{9B511289-C885-4D3F-9809-624FD77B230F}">
      <dgm:prSet/>
      <dgm:spPr/>
      <dgm:t>
        <a:bodyPr/>
        <a:lstStyle/>
        <a:p>
          <a:endParaRPr lang="en-GB"/>
        </a:p>
      </dgm:t>
    </dgm:pt>
    <dgm:pt modelId="{D0EB7A02-01FE-41F1-89B0-6A6753FB0ED6}" type="sibTrans" cxnId="{9B511289-C885-4D3F-9809-624FD77B230F}">
      <dgm:prSet/>
      <dgm:spPr/>
      <dgm:t>
        <a:bodyPr/>
        <a:lstStyle/>
        <a:p>
          <a:endParaRPr lang="en-GB"/>
        </a:p>
      </dgm:t>
    </dgm:pt>
    <dgm:pt modelId="{03451262-3EDA-42D8-8845-4A5EC165AF16}">
      <dgm:prSet custT="1"/>
      <dgm:spPr/>
      <dgm:t>
        <a:bodyPr/>
        <a:lstStyle/>
        <a:p>
          <a:pPr>
            <a:buNone/>
          </a:pPr>
          <a:r>
            <a:rPr lang="en-US" sz="1400" dirty="0"/>
            <a:t>These values underpin everything we do in professional and digital environments.</a:t>
          </a:r>
        </a:p>
      </dgm:t>
    </dgm:pt>
    <dgm:pt modelId="{5D4AA6F6-EEB2-4359-8B5F-C7D09C28B952}" type="parTrans" cxnId="{686D8691-1133-42DD-9896-6363F8746916}">
      <dgm:prSet/>
      <dgm:spPr/>
      <dgm:t>
        <a:bodyPr/>
        <a:lstStyle/>
        <a:p>
          <a:endParaRPr lang="en-GB"/>
        </a:p>
      </dgm:t>
    </dgm:pt>
    <dgm:pt modelId="{0A0CCB7E-300B-4173-A37F-7F5DE851BD11}" type="sibTrans" cxnId="{686D8691-1133-42DD-9896-6363F8746916}">
      <dgm:prSet/>
      <dgm:spPr/>
      <dgm:t>
        <a:bodyPr/>
        <a:lstStyle/>
        <a:p>
          <a:endParaRPr lang="en-GB"/>
        </a:p>
      </dgm:t>
    </dgm:pt>
    <dgm:pt modelId="{69025F71-BA54-42C9-B65F-B3A0D6819F03}">
      <dgm:prSet phldrT="[Text]" custT="1"/>
      <dgm:spPr/>
      <dgm:t>
        <a:bodyPr/>
        <a:lstStyle/>
        <a:p>
          <a:pPr>
            <a:buNone/>
          </a:pPr>
          <a:r>
            <a:rPr lang="en-US" sz="1400" dirty="0"/>
            <a:t>The British Values are:</a:t>
          </a:r>
          <a:br>
            <a:rPr lang="en-US" sz="1400" dirty="0"/>
          </a:br>
          <a:endParaRPr lang="en-GB" sz="1400" b="1" dirty="0"/>
        </a:p>
      </dgm:t>
    </dgm:pt>
    <dgm:pt modelId="{5BAA4E8D-3142-44FA-8BA8-D889713EE084}" type="parTrans" cxnId="{EEE3C980-0D82-4379-9DDE-E3DBC7A17B81}">
      <dgm:prSet/>
      <dgm:spPr/>
      <dgm:t>
        <a:bodyPr/>
        <a:lstStyle/>
        <a:p>
          <a:endParaRPr lang="en-GB"/>
        </a:p>
      </dgm:t>
    </dgm:pt>
    <dgm:pt modelId="{81F1F430-5508-4486-8CFC-5EF8E032006C}" type="sibTrans" cxnId="{EEE3C980-0D82-4379-9DDE-E3DBC7A17B81}">
      <dgm:prSet/>
      <dgm:spPr/>
      <dgm:t>
        <a:bodyPr/>
        <a:lstStyle/>
        <a:p>
          <a:endParaRPr lang="en-GB"/>
        </a:p>
      </dgm:t>
    </dgm:pt>
    <dgm:pt modelId="{22011C8F-8C8B-479E-86D9-FCDDD9058F05}">
      <dgm:prSet custT="1"/>
      <dgm:spPr/>
      <dgm:t>
        <a:bodyPr/>
        <a:lstStyle/>
        <a:p>
          <a:pPr>
            <a:buNone/>
          </a:pPr>
          <a:r>
            <a:rPr lang="en-US" sz="1400" dirty="0"/>
            <a:t>Prevent is about protecting people from being drawn into extremism or </a:t>
          </a:r>
          <a:r>
            <a:rPr lang="en-US" sz="1400" dirty="0" err="1"/>
            <a:t>radicalisation</a:t>
          </a:r>
          <a:r>
            <a:rPr lang="en-US" sz="1400" dirty="0"/>
            <a:t>.</a:t>
          </a:r>
          <a:br>
            <a:rPr lang="en-US" sz="1400" dirty="0"/>
          </a:br>
          <a:endParaRPr lang="en-US" sz="1400" dirty="0"/>
        </a:p>
      </dgm:t>
    </dgm:pt>
    <dgm:pt modelId="{EA598542-29C0-4C63-9692-B860F546AE9B}" type="parTrans" cxnId="{7B8918B8-0E38-4C18-A731-C2EBA22F3EA5}">
      <dgm:prSet/>
      <dgm:spPr/>
      <dgm:t>
        <a:bodyPr/>
        <a:lstStyle/>
        <a:p>
          <a:endParaRPr lang="en-GB"/>
        </a:p>
      </dgm:t>
    </dgm:pt>
    <dgm:pt modelId="{32F125C0-2F63-4B56-A05D-D98C65320181}" type="sibTrans" cxnId="{7B8918B8-0E38-4C18-A731-C2EBA22F3EA5}">
      <dgm:prSet/>
      <dgm:spPr/>
      <dgm:t>
        <a:bodyPr/>
        <a:lstStyle/>
        <a:p>
          <a:endParaRPr lang="en-GB"/>
        </a:p>
      </dgm:t>
    </dgm:pt>
    <dgm:pt modelId="{E722A7F8-D148-429E-B9D5-EEA038CC1821}">
      <dgm:prSet custT="1"/>
      <dgm:spPr/>
      <dgm:t>
        <a:bodyPr/>
        <a:lstStyle/>
        <a:p>
          <a:pPr>
            <a:buNone/>
          </a:pPr>
          <a:r>
            <a:rPr lang="en-US" sz="1400" dirty="0"/>
            <a:t>In our </a:t>
          </a:r>
          <a:r>
            <a:rPr lang="en-US" sz="1400" dirty="0" err="1"/>
            <a:t>programmes</a:t>
          </a:r>
          <a:r>
            <a:rPr lang="en-US" sz="1400" dirty="0"/>
            <a:t>, Prevent links to:</a:t>
          </a:r>
          <a:br>
            <a:rPr lang="en-US" sz="1400" dirty="0"/>
          </a:br>
          <a:br>
            <a:rPr lang="en-US" sz="1400" dirty="0"/>
          </a:br>
          <a:r>
            <a:rPr lang="en-US" sz="1400" b="1" dirty="0"/>
            <a:t>• Online safety</a:t>
          </a:r>
          <a:br>
            <a:rPr lang="en-US" sz="1400" b="1" dirty="0"/>
          </a:br>
          <a:r>
            <a:rPr lang="en-US" sz="1400" b="1" dirty="0"/>
            <a:t>• Digital responsibility</a:t>
          </a:r>
          <a:br>
            <a:rPr lang="en-US" sz="1400" b="1" dirty="0"/>
          </a:br>
          <a:r>
            <a:rPr lang="en-US" sz="1400" b="1" dirty="0"/>
            <a:t>• Critical thinking</a:t>
          </a:r>
          <a:br>
            <a:rPr lang="en-US" sz="1400" b="1" dirty="0"/>
          </a:br>
          <a:r>
            <a:rPr lang="en-US" sz="1400" b="1" dirty="0"/>
            <a:t>• Professional ethics</a:t>
          </a:r>
        </a:p>
      </dgm:t>
    </dgm:pt>
    <dgm:pt modelId="{29D8F00E-4EE7-43CD-AEE1-EEBE4D9345D9}" type="parTrans" cxnId="{E1414484-9238-4AFB-B77F-A6E76619BC63}">
      <dgm:prSet/>
      <dgm:spPr/>
      <dgm:t>
        <a:bodyPr/>
        <a:lstStyle/>
        <a:p>
          <a:endParaRPr lang="en-GB"/>
        </a:p>
      </dgm:t>
    </dgm:pt>
    <dgm:pt modelId="{C73C49A6-1F43-4277-80E9-74AC48648C96}" type="sibTrans" cxnId="{E1414484-9238-4AFB-B77F-A6E76619BC63}">
      <dgm:prSet/>
      <dgm:spPr/>
      <dgm:t>
        <a:bodyPr/>
        <a:lstStyle/>
        <a:p>
          <a:endParaRPr lang="en-GB"/>
        </a:p>
      </dgm:t>
    </dgm:pt>
    <dgm:pt modelId="{CD591B15-0AFB-427B-9D7F-5C5DBD255982}">
      <dgm:prSet custT="1"/>
      <dgm:spPr/>
      <dgm:t>
        <a:bodyPr/>
        <a:lstStyle/>
        <a:p>
          <a:pPr>
            <a:buNone/>
          </a:pPr>
          <a:r>
            <a:rPr lang="en-US" sz="1400" dirty="0">
              <a:hlinkClick xmlns:r="http://schemas.openxmlformats.org/officeDocument/2006/relationships" r:id="rId1"/>
            </a:rPr>
            <a:t>safeguarding@bpp.com</a:t>
          </a:r>
          <a:br>
            <a:rPr lang="en-US" sz="1400" dirty="0"/>
          </a:br>
          <a:br>
            <a:rPr lang="en-US" sz="1400" dirty="0"/>
          </a:br>
          <a:r>
            <a:rPr lang="en-US" sz="1400" dirty="0"/>
            <a:t>Or speak to your tutor privately.</a:t>
          </a:r>
          <a:br>
            <a:rPr lang="en-US" sz="1400" dirty="0"/>
          </a:br>
          <a:endParaRPr lang="en-US" sz="1400" dirty="0"/>
        </a:p>
      </dgm:t>
    </dgm:pt>
    <dgm:pt modelId="{1FB5DA67-104F-467A-B04D-EB05521F1FD3}" type="parTrans" cxnId="{B0D82476-838A-448A-A0BF-FC1F6F1293FC}">
      <dgm:prSet/>
      <dgm:spPr/>
      <dgm:t>
        <a:bodyPr/>
        <a:lstStyle/>
        <a:p>
          <a:endParaRPr lang="en-GB"/>
        </a:p>
      </dgm:t>
    </dgm:pt>
    <dgm:pt modelId="{C4238EDF-4C52-4145-86DD-8A682CFE3230}" type="sibTrans" cxnId="{B0D82476-838A-448A-A0BF-FC1F6F1293FC}">
      <dgm:prSet/>
      <dgm:spPr/>
      <dgm:t>
        <a:bodyPr/>
        <a:lstStyle/>
        <a:p>
          <a:endParaRPr lang="en-GB"/>
        </a:p>
      </dgm:t>
    </dgm:pt>
    <dgm:pt modelId="{75538982-FD70-4DC6-AAE0-159B168AB9D2}">
      <dgm:prSet phldrT="[Text]" custT="1"/>
      <dgm:spPr/>
      <dgm:t>
        <a:bodyPr/>
        <a:lstStyle/>
        <a:p>
          <a:pPr>
            <a:buNone/>
          </a:pPr>
          <a:r>
            <a:rPr lang="en-US" sz="1400" b="1" dirty="0"/>
            <a:t>1. Democracy</a:t>
          </a:r>
          <a:endParaRPr lang="en-GB" sz="1400" b="1" dirty="0"/>
        </a:p>
      </dgm:t>
    </dgm:pt>
    <dgm:pt modelId="{A0FE9843-57AE-430F-9125-011C60C7B7AB}" type="parTrans" cxnId="{87D04A37-6D2C-4950-ADB4-84440DCAA652}">
      <dgm:prSet/>
      <dgm:spPr/>
      <dgm:t>
        <a:bodyPr/>
        <a:lstStyle/>
        <a:p>
          <a:endParaRPr lang="en-GB"/>
        </a:p>
      </dgm:t>
    </dgm:pt>
    <dgm:pt modelId="{110EF384-963C-47EA-99D4-A45E59F5DB14}" type="sibTrans" cxnId="{87D04A37-6D2C-4950-ADB4-84440DCAA652}">
      <dgm:prSet/>
      <dgm:spPr/>
      <dgm:t>
        <a:bodyPr/>
        <a:lstStyle/>
        <a:p>
          <a:endParaRPr lang="en-GB"/>
        </a:p>
      </dgm:t>
    </dgm:pt>
    <dgm:pt modelId="{F8D7A63F-C565-4D8A-AE52-7E8946D59289}">
      <dgm:prSet phldrT="[Text]" custT="1"/>
      <dgm:spPr/>
      <dgm:t>
        <a:bodyPr/>
        <a:lstStyle/>
        <a:p>
          <a:pPr>
            <a:buNone/>
          </a:pPr>
          <a:r>
            <a:rPr lang="en-US" sz="1400" b="1" dirty="0"/>
            <a:t>2. Rule of Law</a:t>
          </a:r>
          <a:endParaRPr lang="en-GB" sz="1400" b="1" dirty="0"/>
        </a:p>
      </dgm:t>
    </dgm:pt>
    <dgm:pt modelId="{2732ED9F-4C65-4939-A9CB-EE6144D6E388}" type="parTrans" cxnId="{11F4EB43-205A-4426-8AB3-4A0CAFB3E418}">
      <dgm:prSet/>
      <dgm:spPr/>
      <dgm:t>
        <a:bodyPr/>
        <a:lstStyle/>
        <a:p>
          <a:endParaRPr lang="en-GB"/>
        </a:p>
      </dgm:t>
    </dgm:pt>
    <dgm:pt modelId="{FCDCEE1F-E4CC-4BF8-91F5-7CD11D70D40A}" type="sibTrans" cxnId="{11F4EB43-205A-4426-8AB3-4A0CAFB3E418}">
      <dgm:prSet/>
      <dgm:spPr/>
      <dgm:t>
        <a:bodyPr/>
        <a:lstStyle/>
        <a:p>
          <a:endParaRPr lang="en-GB"/>
        </a:p>
      </dgm:t>
    </dgm:pt>
    <dgm:pt modelId="{2433DF1C-7206-47F7-A12F-ABF6D6571963}">
      <dgm:prSet phldrT="[Text]" custT="1"/>
      <dgm:spPr/>
      <dgm:t>
        <a:bodyPr/>
        <a:lstStyle/>
        <a:p>
          <a:pPr>
            <a:buNone/>
          </a:pPr>
          <a:r>
            <a:rPr lang="en-US" sz="1400" b="1" dirty="0"/>
            <a:t>3. Individual Liberty</a:t>
          </a:r>
          <a:endParaRPr lang="en-GB" sz="1400" b="1" dirty="0"/>
        </a:p>
      </dgm:t>
    </dgm:pt>
    <dgm:pt modelId="{BFA8B94C-85F5-43DC-8BDC-A069343C8F69}" type="parTrans" cxnId="{0F3C4FD6-AA3D-4FD1-B611-9A0DF1F28882}">
      <dgm:prSet/>
      <dgm:spPr/>
      <dgm:t>
        <a:bodyPr/>
        <a:lstStyle/>
        <a:p>
          <a:endParaRPr lang="en-GB"/>
        </a:p>
      </dgm:t>
    </dgm:pt>
    <dgm:pt modelId="{B32537B1-DF7B-4E14-99A4-C9E87B10E8FB}" type="sibTrans" cxnId="{0F3C4FD6-AA3D-4FD1-B611-9A0DF1F28882}">
      <dgm:prSet/>
      <dgm:spPr/>
      <dgm:t>
        <a:bodyPr/>
        <a:lstStyle/>
        <a:p>
          <a:endParaRPr lang="en-GB"/>
        </a:p>
      </dgm:t>
    </dgm:pt>
    <dgm:pt modelId="{B86F58AF-23C9-4590-8B85-D0FD5BF63739}">
      <dgm:prSet phldrT="[Text]" custT="1"/>
      <dgm:spPr/>
      <dgm:t>
        <a:bodyPr/>
        <a:lstStyle/>
        <a:p>
          <a:pPr>
            <a:buNone/>
          </a:pPr>
          <a:r>
            <a:rPr lang="en-US" sz="1400" b="1" dirty="0"/>
            <a:t>4. Mutual Respect</a:t>
          </a:r>
          <a:endParaRPr lang="en-GB" sz="1400" b="1" dirty="0"/>
        </a:p>
      </dgm:t>
    </dgm:pt>
    <dgm:pt modelId="{99049DFF-F522-4CEE-86F1-3106A98D1228}" type="parTrans" cxnId="{13942C34-BE79-47E7-8C01-30B5C0440B82}">
      <dgm:prSet/>
      <dgm:spPr/>
      <dgm:t>
        <a:bodyPr/>
        <a:lstStyle/>
        <a:p>
          <a:endParaRPr lang="en-GB"/>
        </a:p>
      </dgm:t>
    </dgm:pt>
    <dgm:pt modelId="{D163573A-5663-4719-B727-A3413297E0EA}" type="sibTrans" cxnId="{13942C34-BE79-47E7-8C01-30B5C0440B82}">
      <dgm:prSet/>
      <dgm:spPr/>
      <dgm:t>
        <a:bodyPr/>
        <a:lstStyle/>
        <a:p>
          <a:endParaRPr lang="en-GB"/>
        </a:p>
      </dgm:t>
    </dgm:pt>
    <dgm:pt modelId="{19B6A5AA-0C05-4739-97C3-287820CEC391}">
      <dgm:prSet phldrT="[Text]" custT="1"/>
      <dgm:spPr/>
      <dgm:t>
        <a:bodyPr/>
        <a:lstStyle/>
        <a:p>
          <a:pPr>
            <a:buNone/>
          </a:pPr>
          <a:r>
            <a:rPr lang="en-US" sz="1400" b="1" dirty="0"/>
            <a:t>5. Tolerance of Different Faiths and Beliefs</a:t>
          </a:r>
          <a:br>
            <a:rPr lang="en-US" sz="1400" b="1" dirty="0"/>
          </a:br>
          <a:endParaRPr lang="en-GB" sz="1400" b="1" dirty="0"/>
        </a:p>
      </dgm:t>
    </dgm:pt>
    <dgm:pt modelId="{11941308-3490-47CC-8034-0D04F633D6A8}" type="parTrans" cxnId="{1D6A1129-C469-431A-BB8D-84ADA878481E}">
      <dgm:prSet/>
      <dgm:spPr/>
      <dgm:t>
        <a:bodyPr/>
        <a:lstStyle/>
        <a:p>
          <a:endParaRPr lang="en-GB"/>
        </a:p>
      </dgm:t>
    </dgm:pt>
    <dgm:pt modelId="{DA2AF159-8ADF-4D92-B329-D2336DC9575B}" type="sibTrans" cxnId="{1D6A1129-C469-431A-BB8D-84ADA878481E}">
      <dgm:prSet/>
      <dgm:spPr/>
      <dgm:t>
        <a:bodyPr/>
        <a:lstStyle/>
        <a:p>
          <a:endParaRPr lang="en-GB"/>
        </a:p>
      </dgm:t>
    </dgm:pt>
    <dgm:pt modelId="{47A33140-3A47-404F-8E7F-FD5872ED4C05}" type="pres">
      <dgm:prSet presAssocID="{E2B12767-4B81-4A96-891D-08E405B48EB1}" presName="diagram" presStyleCnt="0">
        <dgm:presLayoutVars>
          <dgm:dir/>
          <dgm:animLvl val="lvl"/>
          <dgm:resizeHandles val="exact"/>
        </dgm:presLayoutVars>
      </dgm:prSet>
      <dgm:spPr/>
    </dgm:pt>
    <dgm:pt modelId="{DD7CA9C7-FAAB-4752-93E6-DFEA2F0643E7}" type="pres">
      <dgm:prSet presAssocID="{56D07340-75E1-4AD6-87B9-922F01533C6D}" presName="compNode" presStyleCnt="0"/>
      <dgm:spPr/>
    </dgm:pt>
    <dgm:pt modelId="{D10EC809-8A62-4994-AFA3-5836513960D1}" type="pres">
      <dgm:prSet presAssocID="{56D07340-75E1-4AD6-87B9-922F01533C6D}" presName="childRect" presStyleLbl="bgAcc1" presStyleIdx="0" presStyleCnt="3">
        <dgm:presLayoutVars>
          <dgm:bulletEnabled val="1"/>
        </dgm:presLayoutVars>
      </dgm:prSet>
      <dgm:spPr/>
    </dgm:pt>
    <dgm:pt modelId="{1DE8D5CA-19FD-4C8F-9E6E-77530DBCA067}" type="pres">
      <dgm:prSet presAssocID="{56D07340-75E1-4AD6-87B9-922F01533C6D}" presName="parentText" presStyleLbl="node1" presStyleIdx="0" presStyleCnt="0">
        <dgm:presLayoutVars>
          <dgm:chMax val="0"/>
          <dgm:bulletEnabled val="1"/>
        </dgm:presLayoutVars>
      </dgm:prSet>
      <dgm:spPr/>
    </dgm:pt>
    <dgm:pt modelId="{48F786DA-DE1C-49AB-A9EC-F4B26E445636}" type="pres">
      <dgm:prSet presAssocID="{56D07340-75E1-4AD6-87B9-922F01533C6D}" presName="parentRect" presStyleLbl="alignNode1" presStyleIdx="0" presStyleCnt="3"/>
      <dgm:spPr/>
    </dgm:pt>
    <dgm:pt modelId="{D9ADFEC3-3FB9-439A-9A95-7FF03D05B279}" type="pres">
      <dgm:prSet presAssocID="{56D07340-75E1-4AD6-87B9-922F01533C6D}" presName="adorn" presStyleLbl="fgAccFollowNode1" presStyleIdx="0" presStyleCnt="3"/>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Shield Tick with solid fill"/>
        </a:ext>
      </dgm:extLst>
    </dgm:pt>
    <dgm:pt modelId="{A88A01B7-E93F-4801-992D-C8B8CF1A7AF2}" type="pres">
      <dgm:prSet presAssocID="{F50FB9DF-7138-4F48-A1CF-9268D5B21D43}" presName="sibTrans" presStyleLbl="sibTrans2D1" presStyleIdx="0" presStyleCnt="0"/>
      <dgm:spPr/>
    </dgm:pt>
    <dgm:pt modelId="{D672379D-7E2B-4AA2-9A7E-B53F125FEAA4}" type="pres">
      <dgm:prSet presAssocID="{EC470828-F188-40F1-9BAD-24DA8EC8498A}" presName="compNode" presStyleCnt="0"/>
      <dgm:spPr/>
    </dgm:pt>
    <dgm:pt modelId="{3ED92AB1-FC73-4B9A-8E1D-4ACFC692581E}" type="pres">
      <dgm:prSet presAssocID="{EC470828-F188-40F1-9BAD-24DA8EC8498A}" presName="childRect" presStyleLbl="bgAcc1" presStyleIdx="1" presStyleCnt="3">
        <dgm:presLayoutVars>
          <dgm:bulletEnabled val="1"/>
        </dgm:presLayoutVars>
      </dgm:prSet>
      <dgm:spPr/>
    </dgm:pt>
    <dgm:pt modelId="{2496D8E3-A063-4674-ABA5-D8719CAEF8BC}" type="pres">
      <dgm:prSet presAssocID="{EC470828-F188-40F1-9BAD-24DA8EC8498A}" presName="parentText" presStyleLbl="node1" presStyleIdx="0" presStyleCnt="0">
        <dgm:presLayoutVars>
          <dgm:chMax val="0"/>
          <dgm:bulletEnabled val="1"/>
        </dgm:presLayoutVars>
      </dgm:prSet>
      <dgm:spPr/>
    </dgm:pt>
    <dgm:pt modelId="{73228723-6C68-46A8-96CF-D4508B53BCEB}" type="pres">
      <dgm:prSet presAssocID="{EC470828-F188-40F1-9BAD-24DA8EC8498A}" presName="parentRect" presStyleLbl="alignNode1" presStyleIdx="1" presStyleCnt="3"/>
      <dgm:spPr/>
    </dgm:pt>
    <dgm:pt modelId="{B04E7D05-003F-4073-A2E0-8A6D05F1F5E9}" type="pres">
      <dgm:prSet presAssocID="{EC470828-F188-40F1-9BAD-24DA8EC8498A}" presName="adorn" presStyleLbl="fgAccFollowNode1" presStyleIdx="1"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Scales of justice with solid fill"/>
        </a:ext>
      </dgm:extLst>
    </dgm:pt>
    <dgm:pt modelId="{D10565B5-B10E-43C3-B9E8-CB6B3F1FB19A}" type="pres">
      <dgm:prSet presAssocID="{FBB04D87-02F6-4CF5-9F5A-41A665659D9E}" presName="sibTrans" presStyleLbl="sibTrans2D1" presStyleIdx="0" presStyleCnt="0"/>
      <dgm:spPr/>
    </dgm:pt>
    <dgm:pt modelId="{3C061DF8-267F-40C0-BFE9-F3F9B8C81599}" type="pres">
      <dgm:prSet presAssocID="{CCCD779C-5571-4406-86BA-B93A56C0F092}" presName="compNode" presStyleCnt="0"/>
      <dgm:spPr/>
    </dgm:pt>
    <dgm:pt modelId="{846A71B0-4F5B-47B2-8980-46D3D2DDB15D}" type="pres">
      <dgm:prSet presAssocID="{CCCD779C-5571-4406-86BA-B93A56C0F092}" presName="childRect" presStyleLbl="bgAcc1" presStyleIdx="2" presStyleCnt="3">
        <dgm:presLayoutVars>
          <dgm:bulletEnabled val="1"/>
        </dgm:presLayoutVars>
      </dgm:prSet>
      <dgm:spPr/>
    </dgm:pt>
    <dgm:pt modelId="{74ADB85B-5AE7-4BE7-A2A7-FAEDFDBE0B8D}" type="pres">
      <dgm:prSet presAssocID="{CCCD779C-5571-4406-86BA-B93A56C0F092}" presName="parentText" presStyleLbl="node1" presStyleIdx="0" presStyleCnt="0">
        <dgm:presLayoutVars>
          <dgm:chMax val="0"/>
          <dgm:bulletEnabled val="1"/>
        </dgm:presLayoutVars>
      </dgm:prSet>
      <dgm:spPr/>
    </dgm:pt>
    <dgm:pt modelId="{A330D0D8-36E0-4D22-9693-859DCEFD00F6}" type="pres">
      <dgm:prSet presAssocID="{CCCD779C-5571-4406-86BA-B93A56C0F092}" presName="parentRect" presStyleLbl="alignNode1" presStyleIdx="2" presStyleCnt="3"/>
      <dgm:spPr/>
    </dgm:pt>
    <dgm:pt modelId="{C95D7B44-50D7-459C-A076-A823BE9D40B9}" type="pres">
      <dgm:prSet presAssocID="{CCCD779C-5571-4406-86BA-B93A56C0F092}" presName="adorn" presStyleLbl="fgAccFollowNode1" presStyleIdx="2" presStyleCnt="3"/>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Flag with solid fill"/>
        </a:ext>
      </dgm:extLst>
    </dgm:pt>
  </dgm:ptLst>
  <dgm:cxnLst>
    <dgm:cxn modelId="{1D6A1129-C469-431A-BB8D-84ADA878481E}" srcId="{69025F71-BA54-42C9-B65F-B3A0D6819F03}" destId="{19B6A5AA-0C05-4739-97C3-287820CEC391}" srcOrd="4" destOrd="0" parTransId="{11941308-3490-47CC-8034-0D04F633D6A8}" sibTransId="{DA2AF159-8ADF-4D92-B329-D2336DC9575B}"/>
    <dgm:cxn modelId="{7BA9542E-9EDA-4EF2-AB9F-0A7A7BDE14CE}" type="presOf" srcId="{B86F58AF-23C9-4590-8B85-D0FD5BF63739}" destId="{3ED92AB1-FC73-4B9A-8E1D-4ACFC692581E}" srcOrd="0" destOrd="4" presId="urn:microsoft.com/office/officeart/2005/8/layout/bList2"/>
    <dgm:cxn modelId="{BB0FF52E-ABB8-4694-BFE3-9BC054767498}" type="presOf" srcId="{EC470828-F188-40F1-9BAD-24DA8EC8498A}" destId="{73228723-6C68-46A8-96CF-D4508B53BCEB}" srcOrd="1" destOrd="0" presId="urn:microsoft.com/office/officeart/2005/8/layout/bList2"/>
    <dgm:cxn modelId="{13942C34-BE79-47E7-8C01-30B5C0440B82}" srcId="{69025F71-BA54-42C9-B65F-B3A0D6819F03}" destId="{B86F58AF-23C9-4590-8B85-D0FD5BF63739}" srcOrd="3" destOrd="0" parTransId="{99049DFF-F522-4CEE-86F1-3106A98D1228}" sibTransId="{D163573A-5663-4719-B727-A3413297E0EA}"/>
    <dgm:cxn modelId="{87D04A37-6D2C-4950-ADB4-84440DCAA652}" srcId="{69025F71-BA54-42C9-B65F-B3A0D6819F03}" destId="{75538982-FD70-4DC6-AAE0-159B168AB9D2}" srcOrd="0" destOrd="0" parTransId="{A0FE9843-57AE-430F-9125-011C60C7B7AB}" sibTransId="{110EF384-963C-47EA-99D4-A45E59F5DB14}"/>
    <dgm:cxn modelId="{1A72075E-E878-4C81-8905-9803D8515758}" type="presOf" srcId="{2433DF1C-7206-47F7-A12F-ABF6D6571963}" destId="{3ED92AB1-FC73-4B9A-8E1D-4ACFC692581E}" srcOrd="0" destOrd="3" presId="urn:microsoft.com/office/officeart/2005/8/layout/bList2"/>
    <dgm:cxn modelId="{11F4EB43-205A-4426-8AB3-4A0CAFB3E418}" srcId="{69025F71-BA54-42C9-B65F-B3A0D6819F03}" destId="{F8D7A63F-C565-4D8A-AE52-7E8946D59289}" srcOrd="1" destOrd="0" parTransId="{2732ED9F-4C65-4939-A9CB-EE6144D6E388}" sibTransId="{FCDCEE1F-E4CC-4BF8-91F5-7CD11D70D40A}"/>
    <dgm:cxn modelId="{9CAEDA68-8701-49B1-8436-871507F34338}" type="presOf" srcId="{F8D7A63F-C565-4D8A-AE52-7E8946D59289}" destId="{3ED92AB1-FC73-4B9A-8E1D-4ACFC692581E}" srcOrd="0" destOrd="2" presId="urn:microsoft.com/office/officeart/2005/8/layout/bList2"/>
    <dgm:cxn modelId="{A0BE1E6D-4D4E-4BE8-A719-A27A4184554C}" type="presOf" srcId="{19B6A5AA-0C05-4739-97C3-287820CEC391}" destId="{3ED92AB1-FC73-4B9A-8E1D-4ACFC692581E}" srcOrd="0" destOrd="5" presId="urn:microsoft.com/office/officeart/2005/8/layout/bList2"/>
    <dgm:cxn modelId="{537FBF4E-0B29-4685-92F2-6BD1D93F6B22}" type="presOf" srcId="{CD591B15-0AFB-427B-9D7F-5C5DBD255982}" destId="{D10EC809-8A62-4994-AFA3-5836513960D1}" srcOrd="0" destOrd="2" presId="urn:microsoft.com/office/officeart/2005/8/layout/bList2"/>
    <dgm:cxn modelId="{E6E6F070-4BB4-4CB8-A110-6EA5A6E54106}" type="presOf" srcId="{F50FB9DF-7138-4F48-A1CF-9268D5B21D43}" destId="{A88A01B7-E93F-4801-992D-C8B8CF1A7AF2}" srcOrd="0" destOrd="0" presId="urn:microsoft.com/office/officeart/2005/8/layout/bList2"/>
    <dgm:cxn modelId="{45162076-5C99-4721-ACA7-BB5C236B2761}" type="presOf" srcId="{03451262-3EDA-42D8-8845-4A5EC165AF16}" destId="{3ED92AB1-FC73-4B9A-8E1D-4ACFC692581E}" srcOrd="0" destOrd="6" presId="urn:microsoft.com/office/officeart/2005/8/layout/bList2"/>
    <dgm:cxn modelId="{B0D82476-838A-448A-A0BF-FC1F6F1293FC}" srcId="{56D07340-75E1-4AD6-87B9-922F01533C6D}" destId="{CD591B15-0AFB-427B-9D7F-5C5DBD255982}" srcOrd="2" destOrd="0" parTransId="{1FB5DA67-104F-467A-B04D-EB05521F1FD3}" sibTransId="{C4238EDF-4C52-4145-86DD-8A682CFE3230}"/>
    <dgm:cxn modelId="{62C84980-B1ED-4F43-A191-38AFFEC046C5}" srcId="{56D07340-75E1-4AD6-87B9-922F01533C6D}" destId="{863F5D25-B0A4-45A6-85E5-AE73281BB623}" srcOrd="1" destOrd="0" parTransId="{D469A54B-4E53-4FB2-9790-90B262FF3A64}" sibTransId="{629F08C9-3514-41B0-A4A9-DB7488EB6A77}"/>
    <dgm:cxn modelId="{EEE3C980-0D82-4379-9DDE-E3DBC7A17B81}" srcId="{EC470828-F188-40F1-9BAD-24DA8EC8498A}" destId="{69025F71-BA54-42C9-B65F-B3A0D6819F03}" srcOrd="0" destOrd="0" parTransId="{5BAA4E8D-3142-44FA-8BA8-D889713EE084}" sibTransId="{81F1F430-5508-4486-8CFC-5EF8E032006C}"/>
    <dgm:cxn modelId="{92F38D82-1A53-436B-8F78-FBAC98C75696}" srcId="{E2B12767-4B81-4A96-891D-08E405B48EB1}" destId="{EC470828-F188-40F1-9BAD-24DA8EC8498A}" srcOrd="1" destOrd="0" parTransId="{AF7BAD48-7E45-4B61-A7BB-088538057FB1}" sibTransId="{FBB04D87-02F6-4CF5-9F5A-41A665659D9E}"/>
    <dgm:cxn modelId="{E1414484-9238-4AFB-B77F-A6E76619BC63}" srcId="{CCCD779C-5571-4406-86BA-B93A56C0F092}" destId="{E722A7F8-D148-429E-B9D5-EEA038CC1821}" srcOrd="1" destOrd="0" parTransId="{29D8F00E-4EE7-43CD-AEE1-EEBE4D9345D9}" sibTransId="{C73C49A6-1F43-4277-80E9-74AC48648C96}"/>
    <dgm:cxn modelId="{BD303988-C3B8-4638-BA91-FD71C8AA5BE6}" type="presOf" srcId="{E722A7F8-D148-429E-B9D5-EEA038CC1821}" destId="{846A71B0-4F5B-47B2-8980-46D3D2DDB15D}" srcOrd="0" destOrd="1" presId="urn:microsoft.com/office/officeart/2005/8/layout/bList2"/>
    <dgm:cxn modelId="{3228DE88-1665-4F2F-81DF-6C7B1DAF67CE}" type="presOf" srcId="{863F5D25-B0A4-45A6-85E5-AE73281BB623}" destId="{D10EC809-8A62-4994-AFA3-5836513960D1}" srcOrd="0" destOrd="1" presId="urn:microsoft.com/office/officeart/2005/8/layout/bList2"/>
    <dgm:cxn modelId="{9B511289-C885-4D3F-9809-624FD77B230F}" srcId="{56D07340-75E1-4AD6-87B9-922F01533C6D}" destId="{463032AE-3A43-47A3-8A25-32BC3C86FB5A}" srcOrd="3" destOrd="0" parTransId="{4633167A-FC33-4561-81C8-185AEAB8DB8F}" sibTransId="{D0EB7A02-01FE-41F1-89B0-6A6753FB0ED6}"/>
    <dgm:cxn modelId="{686D8691-1133-42DD-9896-6363F8746916}" srcId="{EC470828-F188-40F1-9BAD-24DA8EC8498A}" destId="{03451262-3EDA-42D8-8845-4A5EC165AF16}" srcOrd="1" destOrd="0" parTransId="{5D4AA6F6-EEB2-4359-8B5F-C7D09C28B952}" sibTransId="{0A0CCB7E-300B-4173-A37F-7F5DE851BD11}"/>
    <dgm:cxn modelId="{C31B6B9D-1A81-41BA-9C5C-A2AECA3E456B}" type="presOf" srcId="{56D07340-75E1-4AD6-87B9-922F01533C6D}" destId="{1DE8D5CA-19FD-4C8F-9E6E-77530DBCA067}" srcOrd="0" destOrd="0" presId="urn:microsoft.com/office/officeart/2005/8/layout/bList2"/>
    <dgm:cxn modelId="{391E11A1-9311-4F1E-94A3-6F33E3EA6217}" srcId="{56D07340-75E1-4AD6-87B9-922F01533C6D}" destId="{DAB29B63-5C0F-4F8E-81F6-23C876AC6360}" srcOrd="0" destOrd="0" parTransId="{93FA374D-760E-41E6-A69C-826D26E6A5E7}" sibTransId="{C0E5BD99-0E51-48B2-81AA-50C939EA07D4}"/>
    <dgm:cxn modelId="{9D75F0A7-8972-4C43-A4CF-4BDDBAB67150}" type="presOf" srcId="{75538982-FD70-4DC6-AAE0-159B168AB9D2}" destId="{3ED92AB1-FC73-4B9A-8E1D-4ACFC692581E}" srcOrd="0" destOrd="1" presId="urn:microsoft.com/office/officeart/2005/8/layout/bList2"/>
    <dgm:cxn modelId="{076AB7AB-4E4B-422C-AC00-E342265B6720}" type="presOf" srcId="{69025F71-BA54-42C9-B65F-B3A0D6819F03}" destId="{3ED92AB1-FC73-4B9A-8E1D-4ACFC692581E}" srcOrd="0" destOrd="0" presId="urn:microsoft.com/office/officeart/2005/8/layout/bList2"/>
    <dgm:cxn modelId="{CE8F6BB7-AD4B-417C-A8E7-483F7D747321}" type="presOf" srcId="{DAB29B63-5C0F-4F8E-81F6-23C876AC6360}" destId="{D10EC809-8A62-4994-AFA3-5836513960D1}" srcOrd="0" destOrd="0" presId="urn:microsoft.com/office/officeart/2005/8/layout/bList2"/>
    <dgm:cxn modelId="{7B8918B8-0E38-4C18-A731-C2EBA22F3EA5}" srcId="{CCCD779C-5571-4406-86BA-B93A56C0F092}" destId="{22011C8F-8C8B-479E-86D9-FCDDD9058F05}" srcOrd="0" destOrd="0" parTransId="{EA598542-29C0-4C63-9692-B860F546AE9B}" sibTransId="{32F125C0-2F63-4B56-A05D-D98C65320181}"/>
    <dgm:cxn modelId="{E5A1AEBE-CDF5-43F1-90D8-25B779FB08F0}" type="presOf" srcId="{463032AE-3A43-47A3-8A25-32BC3C86FB5A}" destId="{D10EC809-8A62-4994-AFA3-5836513960D1}" srcOrd="0" destOrd="3" presId="urn:microsoft.com/office/officeart/2005/8/layout/bList2"/>
    <dgm:cxn modelId="{F5F165C2-BAA7-4678-92A6-F4FA74A261DE}" type="presOf" srcId="{EC470828-F188-40F1-9BAD-24DA8EC8498A}" destId="{2496D8E3-A063-4674-ABA5-D8719CAEF8BC}" srcOrd="0" destOrd="0" presId="urn:microsoft.com/office/officeart/2005/8/layout/bList2"/>
    <dgm:cxn modelId="{2F074CCB-902F-44E9-86E2-EEC9AF43F744}" type="presOf" srcId="{FBB04D87-02F6-4CF5-9F5A-41A665659D9E}" destId="{D10565B5-B10E-43C3-B9E8-CB6B3F1FB19A}" srcOrd="0" destOrd="0" presId="urn:microsoft.com/office/officeart/2005/8/layout/bList2"/>
    <dgm:cxn modelId="{232BB7D4-77A6-434D-93A6-31FB55D8F1D3}" type="presOf" srcId="{E2B12767-4B81-4A96-891D-08E405B48EB1}" destId="{47A33140-3A47-404F-8E7F-FD5872ED4C05}" srcOrd="0" destOrd="0" presId="urn:microsoft.com/office/officeart/2005/8/layout/bList2"/>
    <dgm:cxn modelId="{0F3C4FD6-AA3D-4FD1-B611-9A0DF1F28882}" srcId="{69025F71-BA54-42C9-B65F-B3A0D6819F03}" destId="{2433DF1C-7206-47F7-A12F-ABF6D6571963}" srcOrd="2" destOrd="0" parTransId="{BFA8B94C-85F5-43DC-8BDC-A069343C8F69}" sibTransId="{B32537B1-DF7B-4E14-99A4-C9E87B10E8FB}"/>
    <dgm:cxn modelId="{7760EDDB-E8F1-4BA6-B11B-836958FFE3EA}" type="presOf" srcId="{CCCD779C-5571-4406-86BA-B93A56C0F092}" destId="{74ADB85B-5AE7-4BE7-A2A7-FAEDFDBE0B8D}" srcOrd="0" destOrd="0" presId="urn:microsoft.com/office/officeart/2005/8/layout/bList2"/>
    <dgm:cxn modelId="{27C2E3E0-90A3-43EE-997A-03EA77414A0C}" type="presOf" srcId="{56D07340-75E1-4AD6-87B9-922F01533C6D}" destId="{48F786DA-DE1C-49AB-A9EC-F4B26E445636}" srcOrd="1" destOrd="0" presId="urn:microsoft.com/office/officeart/2005/8/layout/bList2"/>
    <dgm:cxn modelId="{72845CED-67F3-4257-A6A2-715928E7B1A3}" type="presOf" srcId="{22011C8F-8C8B-479E-86D9-FCDDD9058F05}" destId="{846A71B0-4F5B-47B2-8980-46D3D2DDB15D}" srcOrd="0" destOrd="0" presId="urn:microsoft.com/office/officeart/2005/8/layout/bList2"/>
    <dgm:cxn modelId="{E70337FA-EA0D-449D-A6EE-5C95931B9BF4}" srcId="{E2B12767-4B81-4A96-891D-08E405B48EB1}" destId="{CCCD779C-5571-4406-86BA-B93A56C0F092}" srcOrd="2" destOrd="0" parTransId="{0475E061-26B7-40EF-BFE3-7EAE14461042}" sibTransId="{0FEA00F7-95D2-41FD-A093-A774F4D3CD18}"/>
    <dgm:cxn modelId="{915886FD-D4B5-4B22-BD74-AB441E0CE114}" srcId="{E2B12767-4B81-4A96-891D-08E405B48EB1}" destId="{56D07340-75E1-4AD6-87B9-922F01533C6D}" srcOrd="0" destOrd="0" parTransId="{85D96B4E-1D91-44D5-92BD-5A8D61869AC9}" sibTransId="{F50FB9DF-7138-4F48-A1CF-9268D5B21D43}"/>
    <dgm:cxn modelId="{0DA11FFE-B166-426A-B887-B9B620F6F0A2}" type="presOf" srcId="{CCCD779C-5571-4406-86BA-B93A56C0F092}" destId="{A330D0D8-36E0-4D22-9693-859DCEFD00F6}" srcOrd="1" destOrd="0" presId="urn:microsoft.com/office/officeart/2005/8/layout/bList2"/>
    <dgm:cxn modelId="{CA2185B3-EBFB-4B03-A426-BAFC48A57961}" type="presParOf" srcId="{47A33140-3A47-404F-8E7F-FD5872ED4C05}" destId="{DD7CA9C7-FAAB-4752-93E6-DFEA2F0643E7}" srcOrd="0" destOrd="0" presId="urn:microsoft.com/office/officeart/2005/8/layout/bList2"/>
    <dgm:cxn modelId="{02770F56-4A38-4BA8-841A-AD15A26ECD29}" type="presParOf" srcId="{DD7CA9C7-FAAB-4752-93E6-DFEA2F0643E7}" destId="{D10EC809-8A62-4994-AFA3-5836513960D1}" srcOrd="0" destOrd="0" presId="urn:microsoft.com/office/officeart/2005/8/layout/bList2"/>
    <dgm:cxn modelId="{148A886D-447B-45F3-BB44-4F152217D719}" type="presParOf" srcId="{DD7CA9C7-FAAB-4752-93E6-DFEA2F0643E7}" destId="{1DE8D5CA-19FD-4C8F-9E6E-77530DBCA067}" srcOrd="1" destOrd="0" presId="urn:microsoft.com/office/officeart/2005/8/layout/bList2"/>
    <dgm:cxn modelId="{164230C1-7B2D-457E-B657-61E7DF51A054}" type="presParOf" srcId="{DD7CA9C7-FAAB-4752-93E6-DFEA2F0643E7}" destId="{48F786DA-DE1C-49AB-A9EC-F4B26E445636}" srcOrd="2" destOrd="0" presId="urn:microsoft.com/office/officeart/2005/8/layout/bList2"/>
    <dgm:cxn modelId="{A6694382-EC76-4069-8E78-3F5D1BF925AC}" type="presParOf" srcId="{DD7CA9C7-FAAB-4752-93E6-DFEA2F0643E7}" destId="{D9ADFEC3-3FB9-439A-9A95-7FF03D05B279}" srcOrd="3" destOrd="0" presId="urn:microsoft.com/office/officeart/2005/8/layout/bList2"/>
    <dgm:cxn modelId="{FB90BDC0-D5E6-4A2D-A3BE-F6F9C0009D1C}" type="presParOf" srcId="{47A33140-3A47-404F-8E7F-FD5872ED4C05}" destId="{A88A01B7-E93F-4801-992D-C8B8CF1A7AF2}" srcOrd="1" destOrd="0" presId="urn:microsoft.com/office/officeart/2005/8/layout/bList2"/>
    <dgm:cxn modelId="{CF64BA5A-DCE9-412F-A339-08449379E776}" type="presParOf" srcId="{47A33140-3A47-404F-8E7F-FD5872ED4C05}" destId="{D672379D-7E2B-4AA2-9A7E-B53F125FEAA4}" srcOrd="2" destOrd="0" presId="urn:microsoft.com/office/officeart/2005/8/layout/bList2"/>
    <dgm:cxn modelId="{9B75E5B2-D3CB-4125-9450-82B0CD7E6023}" type="presParOf" srcId="{D672379D-7E2B-4AA2-9A7E-B53F125FEAA4}" destId="{3ED92AB1-FC73-4B9A-8E1D-4ACFC692581E}" srcOrd="0" destOrd="0" presId="urn:microsoft.com/office/officeart/2005/8/layout/bList2"/>
    <dgm:cxn modelId="{B01CFCAB-4CE0-4563-8463-8ED341997541}" type="presParOf" srcId="{D672379D-7E2B-4AA2-9A7E-B53F125FEAA4}" destId="{2496D8E3-A063-4674-ABA5-D8719CAEF8BC}" srcOrd="1" destOrd="0" presId="urn:microsoft.com/office/officeart/2005/8/layout/bList2"/>
    <dgm:cxn modelId="{5B7A64DB-7B84-4DE2-8276-E470ED2B2FF9}" type="presParOf" srcId="{D672379D-7E2B-4AA2-9A7E-B53F125FEAA4}" destId="{73228723-6C68-46A8-96CF-D4508B53BCEB}" srcOrd="2" destOrd="0" presId="urn:microsoft.com/office/officeart/2005/8/layout/bList2"/>
    <dgm:cxn modelId="{6150F38A-62F4-4AD8-B2C7-0305AA7395AB}" type="presParOf" srcId="{D672379D-7E2B-4AA2-9A7E-B53F125FEAA4}" destId="{B04E7D05-003F-4073-A2E0-8A6D05F1F5E9}" srcOrd="3" destOrd="0" presId="urn:microsoft.com/office/officeart/2005/8/layout/bList2"/>
    <dgm:cxn modelId="{A53F5ADB-4E01-4796-969F-334595B208BB}" type="presParOf" srcId="{47A33140-3A47-404F-8E7F-FD5872ED4C05}" destId="{D10565B5-B10E-43C3-B9E8-CB6B3F1FB19A}" srcOrd="3" destOrd="0" presId="urn:microsoft.com/office/officeart/2005/8/layout/bList2"/>
    <dgm:cxn modelId="{C092E915-C87D-467F-8E9C-0D2A44C7E9FF}" type="presParOf" srcId="{47A33140-3A47-404F-8E7F-FD5872ED4C05}" destId="{3C061DF8-267F-40C0-BFE9-F3F9B8C81599}" srcOrd="4" destOrd="0" presId="urn:microsoft.com/office/officeart/2005/8/layout/bList2"/>
    <dgm:cxn modelId="{37C785A4-89E3-4FA9-AFC8-7A281BFDBBD1}" type="presParOf" srcId="{3C061DF8-267F-40C0-BFE9-F3F9B8C81599}" destId="{846A71B0-4F5B-47B2-8980-46D3D2DDB15D}" srcOrd="0" destOrd="0" presId="urn:microsoft.com/office/officeart/2005/8/layout/bList2"/>
    <dgm:cxn modelId="{61D93D7D-2B80-44EE-B115-4AA29334CA69}" type="presParOf" srcId="{3C061DF8-267F-40C0-BFE9-F3F9B8C81599}" destId="{74ADB85B-5AE7-4BE7-A2A7-FAEDFDBE0B8D}" srcOrd="1" destOrd="0" presId="urn:microsoft.com/office/officeart/2005/8/layout/bList2"/>
    <dgm:cxn modelId="{1139507B-3954-4178-B6C6-3551AE2E1A08}" type="presParOf" srcId="{3C061DF8-267F-40C0-BFE9-F3F9B8C81599}" destId="{A330D0D8-36E0-4D22-9693-859DCEFD00F6}" srcOrd="2" destOrd="0" presId="urn:microsoft.com/office/officeart/2005/8/layout/bList2"/>
    <dgm:cxn modelId="{E273D7A7-A226-4FA0-9120-2CA2B9D661D0}" type="presParOf" srcId="{3C061DF8-267F-40C0-BFE9-F3F9B8C81599}" destId="{C95D7B44-50D7-459C-A076-A823BE9D40B9}" srcOrd="3" destOrd="0" presId="urn:microsoft.com/office/officeart/2005/8/layout/b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C879A0B-428D-4525-9651-9534D60B1122}"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GB"/>
        </a:p>
      </dgm:t>
    </dgm:pt>
    <dgm:pt modelId="{123A1A60-B1F6-4FEA-85D0-33C3E73B5E6A}">
      <dgm:prSet/>
      <dgm:spPr/>
      <dgm:t>
        <a:bodyPr/>
        <a:lstStyle/>
        <a:p>
          <a:r>
            <a:rPr lang="en-GB"/>
            <a:t>Describe</a:t>
          </a:r>
          <a:endParaRPr lang="en-GB" dirty="0"/>
        </a:p>
      </dgm:t>
    </dgm:pt>
    <dgm:pt modelId="{10F3AB44-FBA4-4D6C-B156-2E2A85AC85E9}" type="parTrans" cxnId="{7A92A0A7-FFAF-4A31-88A8-AE797606F6EF}">
      <dgm:prSet/>
      <dgm:spPr/>
      <dgm:t>
        <a:bodyPr/>
        <a:lstStyle/>
        <a:p>
          <a:endParaRPr lang="en-GB"/>
        </a:p>
      </dgm:t>
    </dgm:pt>
    <dgm:pt modelId="{2C41772B-FC59-4590-80BE-606523E45EB2}" type="sibTrans" cxnId="{7A92A0A7-FFAF-4A31-88A8-AE797606F6EF}">
      <dgm:prSet/>
      <dgm:spPr/>
      <dgm:t>
        <a:bodyPr/>
        <a:lstStyle/>
        <a:p>
          <a:endParaRPr lang="en-GB"/>
        </a:p>
      </dgm:t>
    </dgm:pt>
    <dgm:pt modelId="{8975F561-6563-4FA6-85A1-2ABF235C4F8A}">
      <dgm:prSet/>
      <dgm:spPr/>
      <dgm:t>
        <a:bodyPr/>
        <a:lstStyle/>
        <a:p>
          <a:r>
            <a:rPr lang="en-GB" dirty="0"/>
            <a:t>Describe the basics of the Planning and Analysis stages of the SDLC</a:t>
          </a:r>
        </a:p>
      </dgm:t>
    </dgm:pt>
    <dgm:pt modelId="{90C98C62-6482-4220-B075-A137FB961302}" type="parTrans" cxnId="{4EB6BED7-2F31-4F58-B9FB-C5762016A632}">
      <dgm:prSet/>
      <dgm:spPr/>
      <dgm:t>
        <a:bodyPr/>
        <a:lstStyle/>
        <a:p>
          <a:endParaRPr lang="en-GB"/>
        </a:p>
      </dgm:t>
    </dgm:pt>
    <dgm:pt modelId="{4257DCCA-DF51-45AD-A2BC-BB3E5A60A1C2}" type="sibTrans" cxnId="{4EB6BED7-2F31-4F58-B9FB-C5762016A632}">
      <dgm:prSet/>
      <dgm:spPr/>
      <dgm:t>
        <a:bodyPr/>
        <a:lstStyle/>
        <a:p>
          <a:endParaRPr lang="en-GB"/>
        </a:p>
      </dgm:t>
    </dgm:pt>
    <dgm:pt modelId="{0682BB3D-B014-4575-9A68-D3D1E1EB1F15}">
      <dgm:prSet/>
      <dgm:spPr/>
      <dgm:t>
        <a:bodyPr/>
        <a:lstStyle/>
        <a:p>
          <a:r>
            <a:rPr lang="en-GB" dirty="0">
              <a:solidFill>
                <a:schemeClr val="tx2"/>
              </a:solidFill>
            </a:rPr>
            <a:t>Justify</a:t>
          </a:r>
        </a:p>
      </dgm:t>
    </dgm:pt>
    <dgm:pt modelId="{9816FE7D-B991-44A3-B37E-DBC3583CE161}" type="parTrans" cxnId="{84FF5451-1398-4419-B513-1F23B368C8E4}">
      <dgm:prSet/>
      <dgm:spPr/>
      <dgm:t>
        <a:bodyPr/>
        <a:lstStyle/>
        <a:p>
          <a:endParaRPr lang="en-GB"/>
        </a:p>
      </dgm:t>
    </dgm:pt>
    <dgm:pt modelId="{C30309AF-10BA-4BC0-AC07-B1BD6A0EF36E}" type="sibTrans" cxnId="{84FF5451-1398-4419-B513-1F23B368C8E4}">
      <dgm:prSet/>
      <dgm:spPr/>
      <dgm:t>
        <a:bodyPr/>
        <a:lstStyle/>
        <a:p>
          <a:endParaRPr lang="en-GB"/>
        </a:p>
      </dgm:t>
    </dgm:pt>
    <dgm:pt modelId="{4BF394B0-2F3C-4667-962A-FAD9B121CF57}">
      <dgm:prSet phldrT="[Text]"/>
      <dgm:spPr/>
      <dgm:t>
        <a:bodyPr/>
        <a:lstStyle/>
        <a:p>
          <a:r>
            <a:rPr lang="en-GB" dirty="0"/>
            <a:t>Justify the need for the Feasibility Study and Business Case</a:t>
          </a:r>
        </a:p>
      </dgm:t>
    </dgm:pt>
    <dgm:pt modelId="{9DEDB3A7-EE1E-4386-927E-0594712D711C}" type="parTrans" cxnId="{96F7FF76-A7E5-4196-93DB-1F8E07F0ACE7}">
      <dgm:prSet/>
      <dgm:spPr/>
      <dgm:t>
        <a:bodyPr/>
        <a:lstStyle/>
        <a:p>
          <a:endParaRPr lang="en-GB"/>
        </a:p>
      </dgm:t>
    </dgm:pt>
    <dgm:pt modelId="{4C0ED38B-5E70-437E-A4B0-A31DD954897B}" type="sibTrans" cxnId="{96F7FF76-A7E5-4196-93DB-1F8E07F0ACE7}">
      <dgm:prSet/>
      <dgm:spPr/>
      <dgm:t>
        <a:bodyPr/>
        <a:lstStyle/>
        <a:p>
          <a:endParaRPr lang="en-GB"/>
        </a:p>
      </dgm:t>
    </dgm:pt>
    <dgm:pt modelId="{DC8FA01D-E728-42F4-B407-F90391D0C940}">
      <dgm:prSet phldrT="[Text]"/>
      <dgm:spPr/>
      <dgm:t>
        <a:bodyPr/>
        <a:lstStyle/>
        <a:p>
          <a:r>
            <a:rPr lang="en-GB" dirty="0"/>
            <a:t>Develop</a:t>
          </a:r>
        </a:p>
      </dgm:t>
    </dgm:pt>
    <dgm:pt modelId="{341625D2-DEDC-4240-9518-D4FF8E30D28D}" type="parTrans" cxnId="{ECF1E981-2DCE-4A19-B190-00DF57B208B6}">
      <dgm:prSet/>
      <dgm:spPr/>
      <dgm:t>
        <a:bodyPr/>
        <a:lstStyle/>
        <a:p>
          <a:endParaRPr lang="en-GB"/>
        </a:p>
      </dgm:t>
    </dgm:pt>
    <dgm:pt modelId="{6C576350-4AF6-49EB-ADDD-F640631FD085}" type="sibTrans" cxnId="{ECF1E981-2DCE-4A19-B190-00DF57B208B6}">
      <dgm:prSet/>
      <dgm:spPr/>
      <dgm:t>
        <a:bodyPr/>
        <a:lstStyle/>
        <a:p>
          <a:endParaRPr lang="en-GB"/>
        </a:p>
      </dgm:t>
    </dgm:pt>
    <dgm:pt modelId="{29354E1A-E204-4CD1-A897-F747764F9DE7}">
      <dgm:prSet phldrT="[Text]"/>
      <dgm:spPr/>
      <dgm:t>
        <a:bodyPr/>
        <a:lstStyle/>
        <a:p>
          <a:r>
            <a:rPr lang="en-GB" dirty="0"/>
            <a:t>Develop user stories to represent requirements from the users perspective</a:t>
          </a:r>
        </a:p>
      </dgm:t>
    </dgm:pt>
    <dgm:pt modelId="{4787197F-9077-4A63-8D6B-505C3D508FA9}" type="parTrans" cxnId="{62DFCB2A-787A-4F57-AE9E-4BD9A3190AAE}">
      <dgm:prSet/>
      <dgm:spPr/>
      <dgm:t>
        <a:bodyPr/>
        <a:lstStyle/>
        <a:p>
          <a:endParaRPr lang="en-GB"/>
        </a:p>
      </dgm:t>
    </dgm:pt>
    <dgm:pt modelId="{2B34C27F-2AEC-4601-A1ED-8AC7F696FA7A}" type="sibTrans" cxnId="{62DFCB2A-787A-4F57-AE9E-4BD9A3190AAE}">
      <dgm:prSet/>
      <dgm:spPr/>
      <dgm:t>
        <a:bodyPr/>
        <a:lstStyle/>
        <a:p>
          <a:endParaRPr lang="en-GB"/>
        </a:p>
      </dgm:t>
    </dgm:pt>
    <dgm:pt modelId="{472880D1-5EB2-4CBA-A9A5-89CF421052F9}" type="pres">
      <dgm:prSet presAssocID="{AC879A0B-428D-4525-9651-9534D60B1122}" presName="linear" presStyleCnt="0">
        <dgm:presLayoutVars>
          <dgm:dir/>
          <dgm:animLvl val="lvl"/>
          <dgm:resizeHandles val="exact"/>
        </dgm:presLayoutVars>
      </dgm:prSet>
      <dgm:spPr/>
    </dgm:pt>
    <dgm:pt modelId="{41526C7D-8F4A-4710-BE6C-B6B8E6DFF89D}" type="pres">
      <dgm:prSet presAssocID="{123A1A60-B1F6-4FEA-85D0-33C3E73B5E6A}" presName="parentLin" presStyleCnt="0"/>
      <dgm:spPr/>
    </dgm:pt>
    <dgm:pt modelId="{CA172F62-06B4-4087-A822-E967D1E2241B}" type="pres">
      <dgm:prSet presAssocID="{123A1A60-B1F6-4FEA-85D0-33C3E73B5E6A}" presName="parentLeftMargin" presStyleLbl="node1" presStyleIdx="0" presStyleCnt="3"/>
      <dgm:spPr/>
    </dgm:pt>
    <dgm:pt modelId="{65A44C23-CAC5-4E39-A309-13AFBD9A74F7}" type="pres">
      <dgm:prSet presAssocID="{123A1A60-B1F6-4FEA-85D0-33C3E73B5E6A}" presName="parentText" presStyleLbl="node1" presStyleIdx="0" presStyleCnt="3">
        <dgm:presLayoutVars>
          <dgm:chMax val="0"/>
          <dgm:bulletEnabled val="1"/>
        </dgm:presLayoutVars>
      </dgm:prSet>
      <dgm:spPr/>
    </dgm:pt>
    <dgm:pt modelId="{F3FD6D4F-4EE4-486A-A482-1BEED204F0B3}" type="pres">
      <dgm:prSet presAssocID="{123A1A60-B1F6-4FEA-85D0-33C3E73B5E6A}" presName="negativeSpace" presStyleCnt="0"/>
      <dgm:spPr/>
    </dgm:pt>
    <dgm:pt modelId="{61702F9D-D6DE-4BAD-84E4-B0A24950545C}" type="pres">
      <dgm:prSet presAssocID="{123A1A60-B1F6-4FEA-85D0-33C3E73B5E6A}" presName="childText" presStyleLbl="conFgAcc1" presStyleIdx="0" presStyleCnt="3">
        <dgm:presLayoutVars>
          <dgm:bulletEnabled val="1"/>
        </dgm:presLayoutVars>
      </dgm:prSet>
      <dgm:spPr/>
    </dgm:pt>
    <dgm:pt modelId="{35929291-091C-4164-8506-C5E894A4D55F}" type="pres">
      <dgm:prSet presAssocID="{2C41772B-FC59-4590-80BE-606523E45EB2}" presName="spaceBetweenRectangles" presStyleCnt="0"/>
      <dgm:spPr/>
    </dgm:pt>
    <dgm:pt modelId="{7053C39F-4F84-4BBA-9C87-9755583262A3}" type="pres">
      <dgm:prSet presAssocID="{0682BB3D-B014-4575-9A68-D3D1E1EB1F15}" presName="parentLin" presStyleCnt="0"/>
      <dgm:spPr/>
    </dgm:pt>
    <dgm:pt modelId="{9BB0C858-0B44-4A8A-8D4B-2C1792CA4B64}" type="pres">
      <dgm:prSet presAssocID="{0682BB3D-B014-4575-9A68-D3D1E1EB1F15}" presName="parentLeftMargin" presStyleLbl="node1" presStyleIdx="0" presStyleCnt="3"/>
      <dgm:spPr/>
    </dgm:pt>
    <dgm:pt modelId="{4DE9954D-43D0-4157-B5AE-602597D4B6C9}" type="pres">
      <dgm:prSet presAssocID="{0682BB3D-B014-4575-9A68-D3D1E1EB1F15}" presName="parentText" presStyleLbl="node1" presStyleIdx="1" presStyleCnt="3">
        <dgm:presLayoutVars>
          <dgm:chMax val="0"/>
          <dgm:bulletEnabled val="1"/>
        </dgm:presLayoutVars>
      </dgm:prSet>
      <dgm:spPr/>
    </dgm:pt>
    <dgm:pt modelId="{861BBF8A-CDCD-44CD-956A-5B169B9B8FAC}" type="pres">
      <dgm:prSet presAssocID="{0682BB3D-B014-4575-9A68-D3D1E1EB1F15}" presName="negativeSpace" presStyleCnt="0"/>
      <dgm:spPr/>
    </dgm:pt>
    <dgm:pt modelId="{B0A2A451-22DB-4C89-898A-2DF661B45702}" type="pres">
      <dgm:prSet presAssocID="{0682BB3D-B014-4575-9A68-D3D1E1EB1F15}" presName="childText" presStyleLbl="conFgAcc1" presStyleIdx="1" presStyleCnt="3">
        <dgm:presLayoutVars>
          <dgm:bulletEnabled val="1"/>
        </dgm:presLayoutVars>
      </dgm:prSet>
      <dgm:spPr/>
    </dgm:pt>
    <dgm:pt modelId="{15418406-9C2F-451E-A1B6-CF3343F957A4}" type="pres">
      <dgm:prSet presAssocID="{C30309AF-10BA-4BC0-AC07-B1BD6A0EF36E}" presName="spaceBetweenRectangles" presStyleCnt="0"/>
      <dgm:spPr/>
    </dgm:pt>
    <dgm:pt modelId="{774F09BC-A81D-40E9-AE32-39A1BC2F3AAD}" type="pres">
      <dgm:prSet presAssocID="{DC8FA01D-E728-42F4-B407-F90391D0C940}" presName="parentLin" presStyleCnt="0"/>
      <dgm:spPr/>
    </dgm:pt>
    <dgm:pt modelId="{25534166-2EAB-45AE-BDA1-ECD9EA0C58E0}" type="pres">
      <dgm:prSet presAssocID="{DC8FA01D-E728-42F4-B407-F90391D0C940}" presName="parentLeftMargin" presStyleLbl="node1" presStyleIdx="1" presStyleCnt="3"/>
      <dgm:spPr/>
    </dgm:pt>
    <dgm:pt modelId="{837735FC-6421-42B9-AB49-089C964ABA26}" type="pres">
      <dgm:prSet presAssocID="{DC8FA01D-E728-42F4-B407-F90391D0C940}" presName="parentText" presStyleLbl="node1" presStyleIdx="2" presStyleCnt="3">
        <dgm:presLayoutVars>
          <dgm:chMax val="0"/>
          <dgm:bulletEnabled val="1"/>
        </dgm:presLayoutVars>
      </dgm:prSet>
      <dgm:spPr/>
    </dgm:pt>
    <dgm:pt modelId="{21A1BF8D-2934-43EB-BF2C-133EA9AAF5BB}" type="pres">
      <dgm:prSet presAssocID="{DC8FA01D-E728-42F4-B407-F90391D0C940}" presName="negativeSpace" presStyleCnt="0"/>
      <dgm:spPr/>
    </dgm:pt>
    <dgm:pt modelId="{E0479F73-7424-441B-AF39-D85A122442FD}" type="pres">
      <dgm:prSet presAssocID="{DC8FA01D-E728-42F4-B407-F90391D0C940}" presName="childText" presStyleLbl="conFgAcc1" presStyleIdx="2" presStyleCnt="3">
        <dgm:presLayoutVars>
          <dgm:bulletEnabled val="1"/>
        </dgm:presLayoutVars>
      </dgm:prSet>
      <dgm:spPr/>
    </dgm:pt>
  </dgm:ptLst>
  <dgm:cxnLst>
    <dgm:cxn modelId="{AC45A507-C5CB-40DE-B6CF-17D142780531}" type="presOf" srcId="{0682BB3D-B014-4575-9A68-D3D1E1EB1F15}" destId="{9BB0C858-0B44-4A8A-8D4B-2C1792CA4B64}" srcOrd="0" destOrd="0" presId="urn:microsoft.com/office/officeart/2005/8/layout/list1"/>
    <dgm:cxn modelId="{77ACDB28-873E-4189-BCA8-D119D012CD43}" type="presOf" srcId="{0682BB3D-B014-4575-9A68-D3D1E1EB1F15}" destId="{4DE9954D-43D0-4157-B5AE-602597D4B6C9}" srcOrd="1" destOrd="0" presId="urn:microsoft.com/office/officeart/2005/8/layout/list1"/>
    <dgm:cxn modelId="{62DFCB2A-787A-4F57-AE9E-4BD9A3190AAE}" srcId="{DC8FA01D-E728-42F4-B407-F90391D0C940}" destId="{29354E1A-E204-4CD1-A897-F747764F9DE7}" srcOrd="0" destOrd="0" parTransId="{4787197F-9077-4A63-8D6B-505C3D508FA9}" sibTransId="{2B34C27F-2AEC-4601-A1ED-8AC7F696FA7A}"/>
    <dgm:cxn modelId="{8D387367-7E89-4320-8166-A69A427D3E0A}" type="presOf" srcId="{AC879A0B-428D-4525-9651-9534D60B1122}" destId="{472880D1-5EB2-4CBA-A9A5-89CF421052F9}" srcOrd="0" destOrd="0" presId="urn:microsoft.com/office/officeart/2005/8/layout/list1"/>
    <dgm:cxn modelId="{84FF5451-1398-4419-B513-1F23B368C8E4}" srcId="{AC879A0B-428D-4525-9651-9534D60B1122}" destId="{0682BB3D-B014-4575-9A68-D3D1E1EB1F15}" srcOrd="1" destOrd="0" parTransId="{9816FE7D-B991-44A3-B37E-DBC3583CE161}" sibTransId="{C30309AF-10BA-4BC0-AC07-B1BD6A0EF36E}"/>
    <dgm:cxn modelId="{96F7FF76-A7E5-4196-93DB-1F8E07F0ACE7}" srcId="{0682BB3D-B014-4575-9A68-D3D1E1EB1F15}" destId="{4BF394B0-2F3C-4667-962A-FAD9B121CF57}" srcOrd="0" destOrd="0" parTransId="{9DEDB3A7-EE1E-4386-927E-0594712D711C}" sibTransId="{4C0ED38B-5E70-437E-A4B0-A31DD954897B}"/>
    <dgm:cxn modelId="{12AD7C59-7A43-4DB1-A76F-3A56C31FFDFB}" type="presOf" srcId="{4BF394B0-2F3C-4667-962A-FAD9B121CF57}" destId="{B0A2A451-22DB-4C89-898A-2DF661B45702}" srcOrd="0" destOrd="0" presId="urn:microsoft.com/office/officeart/2005/8/layout/list1"/>
    <dgm:cxn modelId="{ECF1E981-2DCE-4A19-B190-00DF57B208B6}" srcId="{AC879A0B-428D-4525-9651-9534D60B1122}" destId="{DC8FA01D-E728-42F4-B407-F90391D0C940}" srcOrd="2" destOrd="0" parTransId="{341625D2-DEDC-4240-9518-D4FF8E30D28D}" sibTransId="{6C576350-4AF6-49EB-ADDD-F640631FD085}"/>
    <dgm:cxn modelId="{F794D191-8C37-4364-AFF8-837A6FDA9DC4}" type="presOf" srcId="{8975F561-6563-4FA6-85A1-2ABF235C4F8A}" destId="{61702F9D-D6DE-4BAD-84E4-B0A24950545C}" srcOrd="0" destOrd="0" presId="urn:microsoft.com/office/officeart/2005/8/layout/list1"/>
    <dgm:cxn modelId="{7A92A0A7-FFAF-4A31-88A8-AE797606F6EF}" srcId="{AC879A0B-428D-4525-9651-9534D60B1122}" destId="{123A1A60-B1F6-4FEA-85D0-33C3E73B5E6A}" srcOrd="0" destOrd="0" parTransId="{10F3AB44-FBA4-4D6C-B156-2E2A85AC85E9}" sibTransId="{2C41772B-FC59-4590-80BE-606523E45EB2}"/>
    <dgm:cxn modelId="{90D2CCC0-743C-45BB-954D-80FA7A2CCCB4}" type="presOf" srcId="{123A1A60-B1F6-4FEA-85D0-33C3E73B5E6A}" destId="{65A44C23-CAC5-4E39-A309-13AFBD9A74F7}" srcOrd="1" destOrd="0" presId="urn:microsoft.com/office/officeart/2005/8/layout/list1"/>
    <dgm:cxn modelId="{4EB6BED7-2F31-4F58-B9FB-C5762016A632}" srcId="{123A1A60-B1F6-4FEA-85D0-33C3E73B5E6A}" destId="{8975F561-6563-4FA6-85A1-2ABF235C4F8A}" srcOrd="0" destOrd="0" parTransId="{90C98C62-6482-4220-B075-A137FB961302}" sibTransId="{4257DCCA-DF51-45AD-A2BC-BB3E5A60A1C2}"/>
    <dgm:cxn modelId="{A089AEDC-CA47-4035-9088-38CF4014E3DE}" type="presOf" srcId="{DC8FA01D-E728-42F4-B407-F90391D0C940}" destId="{837735FC-6421-42B9-AB49-089C964ABA26}" srcOrd="1" destOrd="0" presId="urn:microsoft.com/office/officeart/2005/8/layout/list1"/>
    <dgm:cxn modelId="{FEB35FE9-7243-480D-B900-36DF81946DE7}" type="presOf" srcId="{DC8FA01D-E728-42F4-B407-F90391D0C940}" destId="{25534166-2EAB-45AE-BDA1-ECD9EA0C58E0}" srcOrd="0" destOrd="0" presId="urn:microsoft.com/office/officeart/2005/8/layout/list1"/>
    <dgm:cxn modelId="{061CF5E9-8647-4213-81AE-4EA88D77CB10}" type="presOf" srcId="{123A1A60-B1F6-4FEA-85D0-33C3E73B5E6A}" destId="{CA172F62-06B4-4087-A822-E967D1E2241B}" srcOrd="0" destOrd="0" presId="urn:microsoft.com/office/officeart/2005/8/layout/list1"/>
    <dgm:cxn modelId="{930E70EF-7151-4E4B-BFBF-28E26BBA46FB}" type="presOf" srcId="{29354E1A-E204-4CD1-A897-F747764F9DE7}" destId="{E0479F73-7424-441B-AF39-D85A122442FD}" srcOrd="0" destOrd="0" presId="urn:microsoft.com/office/officeart/2005/8/layout/list1"/>
    <dgm:cxn modelId="{9A70D672-31A9-482B-BDD5-52A97BDB35F2}" type="presParOf" srcId="{472880D1-5EB2-4CBA-A9A5-89CF421052F9}" destId="{41526C7D-8F4A-4710-BE6C-B6B8E6DFF89D}" srcOrd="0" destOrd="0" presId="urn:microsoft.com/office/officeart/2005/8/layout/list1"/>
    <dgm:cxn modelId="{382FD03D-B4C3-4105-8ACA-6F20E3405DC2}" type="presParOf" srcId="{41526C7D-8F4A-4710-BE6C-B6B8E6DFF89D}" destId="{CA172F62-06B4-4087-A822-E967D1E2241B}" srcOrd="0" destOrd="0" presId="urn:microsoft.com/office/officeart/2005/8/layout/list1"/>
    <dgm:cxn modelId="{206CE4EC-84DA-4349-8763-64D2B70AD3E3}" type="presParOf" srcId="{41526C7D-8F4A-4710-BE6C-B6B8E6DFF89D}" destId="{65A44C23-CAC5-4E39-A309-13AFBD9A74F7}" srcOrd="1" destOrd="0" presId="urn:microsoft.com/office/officeart/2005/8/layout/list1"/>
    <dgm:cxn modelId="{5ECD56CC-097F-4970-B89D-DACE77787FD4}" type="presParOf" srcId="{472880D1-5EB2-4CBA-A9A5-89CF421052F9}" destId="{F3FD6D4F-4EE4-486A-A482-1BEED204F0B3}" srcOrd="1" destOrd="0" presId="urn:microsoft.com/office/officeart/2005/8/layout/list1"/>
    <dgm:cxn modelId="{D0CF3FD8-EB0F-4929-A30B-E32DE5A4727A}" type="presParOf" srcId="{472880D1-5EB2-4CBA-A9A5-89CF421052F9}" destId="{61702F9D-D6DE-4BAD-84E4-B0A24950545C}" srcOrd="2" destOrd="0" presId="urn:microsoft.com/office/officeart/2005/8/layout/list1"/>
    <dgm:cxn modelId="{8299ED43-2A52-4C50-839E-EAE38E596CF6}" type="presParOf" srcId="{472880D1-5EB2-4CBA-A9A5-89CF421052F9}" destId="{35929291-091C-4164-8506-C5E894A4D55F}" srcOrd="3" destOrd="0" presId="urn:microsoft.com/office/officeart/2005/8/layout/list1"/>
    <dgm:cxn modelId="{4500D90C-96CA-46B4-A26C-5B037C94AB91}" type="presParOf" srcId="{472880D1-5EB2-4CBA-A9A5-89CF421052F9}" destId="{7053C39F-4F84-4BBA-9C87-9755583262A3}" srcOrd="4" destOrd="0" presId="urn:microsoft.com/office/officeart/2005/8/layout/list1"/>
    <dgm:cxn modelId="{E61795D1-50E5-47D6-A688-ADCAD55E42E0}" type="presParOf" srcId="{7053C39F-4F84-4BBA-9C87-9755583262A3}" destId="{9BB0C858-0B44-4A8A-8D4B-2C1792CA4B64}" srcOrd="0" destOrd="0" presId="urn:microsoft.com/office/officeart/2005/8/layout/list1"/>
    <dgm:cxn modelId="{D56CF133-6A94-48DC-A8AA-B6D4C1A031F9}" type="presParOf" srcId="{7053C39F-4F84-4BBA-9C87-9755583262A3}" destId="{4DE9954D-43D0-4157-B5AE-602597D4B6C9}" srcOrd="1" destOrd="0" presId="urn:microsoft.com/office/officeart/2005/8/layout/list1"/>
    <dgm:cxn modelId="{76CF5E6E-3DBB-4422-B7A6-CE8F6CF206B5}" type="presParOf" srcId="{472880D1-5EB2-4CBA-A9A5-89CF421052F9}" destId="{861BBF8A-CDCD-44CD-956A-5B169B9B8FAC}" srcOrd="5" destOrd="0" presId="urn:microsoft.com/office/officeart/2005/8/layout/list1"/>
    <dgm:cxn modelId="{1623E579-AF2D-40AC-BB64-74D0CE303DBA}" type="presParOf" srcId="{472880D1-5EB2-4CBA-A9A5-89CF421052F9}" destId="{B0A2A451-22DB-4C89-898A-2DF661B45702}" srcOrd="6" destOrd="0" presId="urn:microsoft.com/office/officeart/2005/8/layout/list1"/>
    <dgm:cxn modelId="{C5A4A422-6A1B-43FE-ACE4-E7B19905D44E}" type="presParOf" srcId="{472880D1-5EB2-4CBA-A9A5-89CF421052F9}" destId="{15418406-9C2F-451E-A1B6-CF3343F957A4}" srcOrd="7" destOrd="0" presId="urn:microsoft.com/office/officeart/2005/8/layout/list1"/>
    <dgm:cxn modelId="{0271AB6F-5FF9-426A-824B-8D26018B594D}" type="presParOf" srcId="{472880D1-5EB2-4CBA-A9A5-89CF421052F9}" destId="{774F09BC-A81D-40E9-AE32-39A1BC2F3AAD}" srcOrd="8" destOrd="0" presId="urn:microsoft.com/office/officeart/2005/8/layout/list1"/>
    <dgm:cxn modelId="{B8997284-A635-4E22-B249-EC427C146054}" type="presParOf" srcId="{774F09BC-A81D-40E9-AE32-39A1BC2F3AAD}" destId="{25534166-2EAB-45AE-BDA1-ECD9EA0C58E0}" srcOrd="0" destOrd="0" presId="urn:microsoft.com/office/officeart/2005/8/layout/list1"/>
    <dgm:cxn modelId="{11B79323-F11D-4E11-A4AC-1050D694212A}" type="presParOf" srcId="{774F09BC-A81D-40E9-AE32-39A1BC2F3AAD}" destId="{837735FC-6421-42B9-AB49-089C964ABA26}" srcOrd="1" destOrd="0" presId="urn:microsoft.com/office/officeart/2005/8/layout/list1"/>
    <dgm:cxn modelId="{FCFF6225-A040-4DCC-884F-DBB083D36695}" type="presParOf" srcId="{472880D1-5EB2-4CBA-A9A5-89CF421052F9}" destId="{21A1BF8D-2934-43EB-BF2C-133EA9AAF5BB}" srcOrd="9" destOrd="0" presId="urn:microsoft.com/office/officeart/2005/8/layout/list1"/>
    <dgm:cxn modelId="{EAC77F0B-7BB7-4066-9D95-1A934E23718D}" type="presParOf" srcId="{472880D1-5EB2-4CBA-A9A5-89CF421052F9}" destId="{E0479F73-7424-441B-AF39-D85A122442FD}"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C1644ED-C84C-4230-8B85-E2FD67F66BE9}" type="doc">
      <dgm:prSet loTypeId="urn:microsoft.com/office/officeart/2005/8/layout/cycle3" loCatId="cycle" qsTypeId="urn:microsoft.com/office/officeart/2005/8/quickstyle/simple1" qsCatId="simple" csTypeId="urn:microsoft.com/office/officeart/2005/8/colors/accent1_1" csCatId="accent1" phldr="1"/>
      <dgm:spPr/>
      <dgm:t>
        <a:bodyPr/>
        <a:lstStyle/>
        <a:p>
          <a:endParaRPr lang="en-GB"/>
        </a:p>
      </dgm:t>
    </dgm:pt>
    <dgm:pt modelId="{D006CFF8-FDEC-4A2E-BDA7-EFB3C76F44C3}">
      <dgm:prSet phldrT="[Text]"/>
      <dgm:spPr>
        <a:solidFill>
          <a:schemeClr val="accent1">
            <a:lumMod val="40000"/>
            <a:lumOff val="60000"/>
          </a:schemeClr>
        </a:solidFill>
      </dgm:spPr>
      <dgm:t>
        <a:bodyPr/>
        <a:lstStyle/>
        <a:p>
          <a:r>
            <a:rPr lang="en-GB"/>
            <a:t>Planning</a:t>
          </a:r>
          <a:endParaRPr lang="en-GB" dirty="0"/>
        </a:p>
      </dgm:t>
    </dgm:pt>
    <dgm:pt modelId="{A3776735-030C-40E4-84FC-2224FB9ADE95}" type="parTrans" cxnId="{087CEC9F-0457-4792-9E89-FA0F5FD40339}">
      <dgm:prSet/>
      <dgm:spPr/>
      <dgm:t>
        <a:bodyPr/>
        <a:lstStyle/>
        <a:p>
          <a:endParaRPr lang="en-GB">
            <a:solidFill>
              <a:schemeClr val="tx1"/>
            </a:solidFill>
          </a:endParaRPr>
        </a:p>
      </dgm:t>
    </dgm:pt>
    <dgm:pt modelId="{E19B2AD8-A074-4ED4-8E8B-387F66D620DA}" type="sibTrans" cxnId="{087CEC9F-0457-4792-9E89-FA0F5FD40339}">
      <dgm:prSet/>
      <dgm:spPr/>
      <dgm:t>
        <a:bodyPr/>
        <a:lstStyle/>
        <a:p>
          <a:endParaRPr lang="en-GB">
            <a:solidFill>
              <a:schemeClr val="tx1"/>
            </a:solidFill>
          </a:endParaRPr>
        </a:p>
      </dgm:t>
    </dgm:pt>
    <dgm:pt modelId="{17612F30-FB6A-4C58-B487-E44A7678F3FD}">
      <dgm:prSet phldrT="[Text]"/>
      <dgm:spPr>
        <a:solidFill>
          <a:schemeClr val="accent5">
            <a:lumMod val="40000"/>
            <a:lumOff val="60000"/>
          </a:schemeClr>
        </a:solidFill>
      </dgm:spPr>
      <dgm:t>
        <a:bodyPr/>
        <a:lstStyle/>
        <a:p>
          <a:r>
            <a:rPr lang="en-GB"/>
            <a:t>Analysis</a:t>
          </a:r>
          <a:endParaRPr lang="en-GB" dirty="0"/>
        </a:p>
      </dgm:t>
    </dgm:pt>
    <dgm:pt modelId="{ECE3B7A8-7F84-4F41-A386-9995F607A4B4}" type="parTrans" cxnId="{9C9E46FE-88CF-4B9C-8BC0-D4A4ACB24375}">
      <dgm:prSet/>
      <dgm:spPr/>
      <dgm:t>
        <a:bodyPr/>
        <a:lstStyle/>
        <a:p>
          <a:endParaRPr lang="en-GB">
            <a:solidFill>
              <a:schemeClr val="tx1"/>
            </a:solidFill>
          </a:endParaRPr>
        </a:p>
      </dgm:t>
    </dgm:pt>
    <dgm:pt modelId="{3BBBF8B3-F9A6-4A48-BC05-1FE4A53D16EE}" type="sibTrans" cxnId="{9C9E46FE-88CF-4B9C-8BC0-D4A4ACB24375}">
      <dgm:prSet/>
      <dgm:spPr/>
      <dgm:t>
        <a:bodyPr/>
        <a:lstStyle/>
        <a:p>
          <a:endParaRPr lang="en-GB">
            <a:solidFill>
              <a:schemeClr val="tx1"/>
            </a:solidFill>
          </a:endParaRPr>
        </a:p>
      </dgm:t>
    </dgm:pt>
    <dgm:pt modelId="{DCE997DC-A56F-4E9D-A402-A89700B666A8}">
      <dgm:prSet phldrT="[Text]"/>
      <dgm:spPr/>
      <dgm:t>
        <a:bodyPr/>
        <a:lstStyle/>
        <a:p>
          <a:r>
            <a:rPr lang="en-GB"/>
            <a:t>Design</a:t>
          </a:r>
          <a:endParaRPr lang="en-GB" dirty="0"/>
        </a:p>
      </dgm:t>
    </dgm:pt>
    <dgm:pt modelId="{19F84F6B-D93A-4F35-8776-ABA46D3A26ED}" type="parTrans" cxnId="{A15FD9E3-7585-4372-AE33-D96F3075FBE8}">
      <dgm:prSet/>
      <dgm:spPr/>
      <dgm:t>
        <a:bodyPr/>
        <a:lstStyle/>
        <a:p>
          <a:endParaRPr lang="en-GB">
            <a:solidFill>
              <a:schemeClr val="tx1"/>
            </a:solidFill>
          </a:endParaRPr>
        </a:p>
      </dgm:t>
    </dgm:pt>
    <dgm:pt modelId="{E64EEAA2-B2BE-40CC-8614-8ACF63E898F5}" type="sibTrans" cxnId="{A15FD9E3-7585-4372-AE33-D96F3075FBE8}">
      <dgm:prSet/>
      <dgm:spPr/>
      <dgm:t>
        <a:bodyPr/>
        <a:lstStyle/>
        <a:p>
          <a:endParaRPr lang="en-GB">
            <a:solidFill>
              <a:schemeClr val="tx1"/>
            </a:solidFill>
          </a:endParaRPr>
        </a:p>
      </dgm:t>
    </dgm:pt>
    <dgm:pt modelId="{0595BB9D-C6A8-4A14-B4A0-8E05E90617E8}">
      <dgm:prSet phldrT="[Text]"/>
      <dgm:spPr/>
      <dgm:t>
        <a:bodyPr/>
        <a:lstStyle/>
        <a:p>
          <a:r>
            <a:rPr lang="en-GB"/>
            <a:t>Implementation</a:t>
          </a:r>
          <a:endParaRPr lang="en-GB" dirty="0"/>
        </a:p>
      </dgm:t>
    </dgm:pt>
    <dgm:pt modelId="{E79298C3-3653-4DD1-BAA7-BC3B087F9ACB}" type="parTrans" cxnId="{D5D06DE9-2D29-45BD-8B7A-E27F8A2B8979}">
      <dgm:prSet/>
      <dgm:spPr/>
      <dgm:t>
        <a:bodyPr/>
        <a:lstStyle/>
        <a:p>
          <a:endParaRPr lang="en-GB">
            <a:solidFill>
              <a:schemeClr val="tx1"/>
            </a:solidFill>
          </a:endParaRPr>
        </a:p>
      </dgm:t>
    </dgm:pt>
    <dgm:pt modelId="{23C438AE-3EAE-43D0-AA1D-F877A9FCAE6E}" type="sibTrans" cxnId="{D5D06DE9-2D29-45BD-8B7A-E27F8A2B8979}">
      <dgm:prSet/>
      <dgm:spPr/>
      <dgm:t>
        <a:bodyPr/>
        <a:lstStyle/>
        <a:p>
          <a:endParaRPr lang="en-GB">
            <a:solidFill>
              <a:schemeClr val="tx1"/>
            </a:solidFill>
          </a:endParaRPr>
        </a:p>
      </dgm:t>
    </dgm:pt>
    <dgm:pt modelId="{D1FD3A6A-B5B0-41F9-9CDF-3F38BC5CB8B1}">
      <dgm:prSet phldrT="[Text]"/>
      <dgm:spPr/>
      <dgm:t>
        <a:bodyPr/>
        <a:lstStyle/>
        <a:p>
          <a:r>
            <a:rPr lang="en-GB"/>
            <a:t>Testing</a:t>
          </a:r>
          <a:endParaRPr lang="en-GB" dirty="0"/>
        </a:p>
      </dgm:t>
    </dgm:pt>
    <dgm:pt modelId="{334E322C-46AB-4077-A91E-AAA760D6DBA1}" type="parTrans" cxnId="{847C6D85-5037-49A7-8EFA-9D2C8DB704E6}">
      <dgm:prSet/>
      <dgm:spPr/>
      <dgm:t>
        <a:bodyPr/>
        <a:lstStyle/>
        <a:p>
          <a:endParaRPr lang="en-GB">
            <a:solidFill>
              <a:schemeClr val="tx1"/>
            </a:solidFill>
          </a:endParaRPr>
        </a:p>
      </dgm:t>
    </dgm:pt>
    <dgm:pt modelId="{0905125A-FE04-44D4-A16B-BC04276C83F5}" type="sibTrans" cxnId="{847C6D85-5037-49A7-8EFA-9D2C8DB704E6}">
      <dgm:prSet/>
      <dgm:spPr/>
      <dgm:t>
        <a:bodyPr/>
        <a:lstStyle/>
        <a:p>
          <a:endParaRPr lang="en-GB">
            <a:solidFill>
              <a:schemeClr val="tx1"/>
            </a:solidFill>
          </a:endParaRPr>
        </a:p>
      </dgm:t>
    </dgm:pt>
    <dgm:pt modelId="{052D19C9-33B8-4696-8F3C-A03A6609DFAE}">
      <dgm:prSet phldrT="[Text]"/>
      <dgm:spPr/>
      <dgm:t>
        <a:bodyPr/>
        <a:lstStyle/>
        <a:p>
          <a:r>
            <a:rPr lang="en-GB"/>
            <a:t>Deployment</a:t>
          </a:r>
          <a:endParaRPr lang="en-GB" dirty="0"/>
        </a:p>
      </dgm:t>
    </dgm:pt>
    <dgm:pt modelId="{86C288C6-661D-4555-9D7C-755FB12C0CDA}" type="parTrans" cxnId="{DF2503E1-A410-4D81-9722-04B5AEFF0D11}">
      <dgm:prSet/>
      <dgm:spPr/>
      <dgm:t>
        <a:bodyPr/>
        <a:lstStyle/>
        <a:p>
          <a:endParaRPr lang="en-GB">
            <a:solidFill>
              <a:schemeClr val="tx1"/>
            </a:solidFill>
          </a:endParaRPr>
        </a:p>
      </dgm:t>
    </dgm:pt>
    <dgm:pt modelId="{4B67C311-93FB-4D7B-80B7-73CDFB7C88F6}" type="sibTrans" cxnId="{DF2503E1-A410-4D81-9722-04B5AEFF0D11}">
      <dgm:prSet/>
      <dgm:spPr/>
      <dgm:t>
        <a:bodyPr/>
        <a:lstStyle/>
        <a:p>
          <a:endParaRPr lang="en-GB">
            <a:solidFill>
              <a:schemeClr val="tx1"/>
            </a:solidFill>
          </a:endParaRPr>
        </a:p>
      </dgm:t>
    </dgm:pt>
    <dgm:pt modelId="{06B25EEF-56F3-495C-8490-1E548C63F27E}">
      <dgm:prSet phldrT="[Text]"/>
      <dgm:spPr/>
      <dgm:t>
        <a:bodyPr/>
        <a:lstStyle/>
        <a:p>
          <a:r>
            <a:rPr lang="en-GB"/>
            <a:t>Maintenance</a:t>
          </a:r>
          <a:endParaRPr lang="en-GB" dirty="0"/>
        </a:p>
      </dgm:t>
    </dgm:pt>
    <dgm:pt modelId="{15A169A6-FA0C-48D4-8222-D04790DC3943}" type="parTrans" cxnId="{BA7D070E-932F-47F0-A619-F2448EE13B10}">
      <dgm:prSet/>
      <dgm:spPr/>
      <dgm:t>
        <a:bodyPr/>
        <a:lstStyle/>
        <a:p>
          <a:endParaRPr lang="en-GB">
            <a:solidFill>
              <a:schemeClr val="tx1"/>
            </a:solidFill>
          </a:endParaRPr>
        </a:p>
      </dgm:t>
    </dgm:pt>
    <dgm:pt modelId="{02790C07-0B8E-448A-AF61-7D11E38DA3AF}" type="sibTrans" cxnId="{BA7D070E-932F-47F0-A619-F2448EE13B10}">
      <dgm:prSet/>
      <dgm:spPr/>
      <dgm:t>
        <a:bodyPr/>
        <a:lstStyle/>
        <a:p>
          <a:endParaRPr lang="en-GB">
            <a:solidFill>
              <a:schemeClr val="tx1"/>
            </a:solidFill>
          </a:endParaRPr>
        </a:p>
      </dgm:t>
    </dgm:pt>
    <dgm:pt modelId="{D3ADA6E3-276F-43FF-8536-03E246127645}" type="pres">
      <dgm:prSet presAssocID="{9C1644ED-C84C-4230-8B85-E2FD67F66BE9}" presName="Name0" presStyleCnt="0">
        <dgm:presLayoutVars>
          <dgm:dir/>
          <dgm:resizeHandles val="exact"/>
        </dgm:presLayoutVars>
      </dgm:prSet>
      <dgm:spPr/>
    </dgm:pt>
    <dgm:pt modelId="{B7484AC9-B45A-48DA-9440-4BBD3E24D20A}" type="pres">
      <dgm:prSet presAssocID="{9C1644ED-C84C-4230-8B85-E2FD67F66BE9}" presName="cycle" presStyleCnt="0"/>
      <dgm:spPr/>
    </dgm:pt>
    <dgm:pt modelId="{2389C88F-36DA-4118-86AF-2CB6C28DA51F}" type="pres">
      <dgm:prSet presAssocID="{D006CFF8-FDEC-4A2E-BDA7-EFB3C76F44C3}" presName="nodeFirstNode" presStyleLbl="node1" presStyleIdx="0" presStyleCnt="7">
        <dgm:presLayoutVars>
          <dgm:bulletEnabled val="1"/>
        </dgm:presLayoutVars>
      </dgm:prSet>
      <dgm:spPr/>
    </dgm:pt>
    <dgm:pt modelId="{40C6C4C3-F73A-43BB-8DC9-19DBFD1569FC}" type="pres">
      <dgm:prSet presAssocID="{E19B2AD8-A074-4ED4-8E8B-387F66D620DA}" presName="sibTransFirstNode" presStyleLbl="bgShp" presStyleIdx="0" presStyleCnt="1"/>
      <dgm:spPr/>
    </dgm:pt>
    <dgm:pt modelId="{5780F230-B10F-4D42-9084-12395BA8CC0C}" type="pres">
      <dgm:prSet presAssocID="{17612F30-FB6A-4C58-B487-E44A7678F3FD}" presName="nodeFollowingNodes" presStyleLbl="node1" presStyleIdx="1" presStyleCnt="7">
        <dgm:presLayoutVars>
          <dgm:bulletEnabled val="1"/>
        </dgm:presLayoutVars>
      </dgm:prSet>
      <dgm:spPr/>
    </dgm:pt>
    <dgm:pt modelId="{AD50AD5E-9A5F-4B79-A83F-AE7D716BA78C}" type="pres">
      <dgm:prSet presAssocID="{DCE997DC-A56F-4E9D-A402-A89700B666A8}" presName="nodeFollowingNodes" presStyleLbl="node1" presStyleIdx="2" presStyleCnt="7">
        <dgm:presLayoutVars>
          <dgm:bulletEnabled val="1"/>
        </dgm:presLayoutVars>
      </dgm:prSet>
      <dgm:spPr/>
    </dgm:pt>
    <dgm:pt modelId="{2639692A-6F89-4C3F-8857-3D4ABD7A69CF}" type="pres">
      <dgm:prSet presAssocID="{0595BB9D-C6A8-4A14-B4A0-8E05E90617E8}" presName="nodeFollowingNodes" presStyleLbl="node1" presStyleIdx="3" presStyleCnt="7">
        <dgm:presLayoutVars>
          <dgm:bulletEnabled val="1"/>
        </dgm:presLayoutVars>
      </dgm:prSet>
      <dgm:spPr/>
    </dgm:pt>
    <dgm:pt modelId="{7C3976D4-5160-433B-BA9A-4EC44ED55B05}" type="pres">
      <dgm:prSet presAssocID="{D1FD3A6A-B5B0-41F9-9CDF-3F38BC5CB8B1}" presName="nodeFollowingNodes" presStyleLbl="node1" presStyleIdx="4" presStyleCnt="7">
        <dgm:presLayoutVars>
          <dgm:bulletEnabled val="1"/>
        </dgm:presLayoutVars>
      </dgm:prSet>
      <dgm:spPr/>
    </dgm:pt>
    <dgm:pt modelId="{04642913-ADD7-4B45-960E-6B625EE94E8E}" type="pres">
      <dgm:prSet presAssocID="{052D19C9-33B8-4696-8F3C-A03A6609DFAE}" presName="nodeFollowingNodes" presStyleLbl="node1" presStyleIdx="5" presStyleCnt="7">
        <dgm:presLayoutVars>
          <dgm:bulletEnabled val="1"/>
        </dgm:presLayoutVars>
      </dgm:prSet>
      <dgm:spPr/>
    </dgm:pt>
    <dgm:pt modelId="{D21C20D2-BA20-4B6F-9D8D-DC38A4DF0D97}" type="pres">
      <dgm:prSet presAssocID="{06B25EEF-56F3-495C-8490-1E548C63F27E}" presName="nodeFollowingNodes" presStyleLbl="node1" presStyleIdx="6" presStyleCnt="7">
        <dgm:presLayoutVars>
          <dgm:bulletEnabled val="1"/>
        </dgm:presLayoutVars>
      </dgm:prSet>
      <dgm:spPr/>
    </dgm:pt>
  </dgm:ptLst>
  <dgm:cxnLst>
    <dgm:cxn modelId="{8810B700-B5B3-48BC-B397-C2C9A88F8BAD}" type="presOf" srcId="{06B25EEF-56F3-495C-8490-1E548C63F27E}" destId="{D21C20D2-BA20-4B6F-9D8D-DC38A4DF0D97}" srcOrd="0" destOrd="0" presId="urn:microsoft.com/office/officeart/2005/8/layout/cycle3"/>
    <dgm:cxn modelId="{DB1AD204-8640-4D33-B373-11B15416F243}" type="presOf" srcId="{D1FD3A6A-B5B0-41F9-9CDF-3F38BC5CB8B1}" destId="{7C3976D4-5160-433B-BA9A-4EC44ED55B05}" srcOrd="0" destOrd="0" presId="urn:microsoft.com/office/officeart/2005/8/layout/cycle3"/>
    <dgm:cxn modelId="{BA7D070E-932F-47F0-A619-F2448EE13B10}" srcId="{9C1644ED-C84C-4230-8B85-E2FD67F66BE9}" destId="{06B25EEF-56F3-495C-8490-1E548C63F27E}" srcOrd="6" destOrd="0" parTransId="{15A169A6-FA0C-48D4-8222-D04790DC3943}" sibTransId="{02790C07-0B8E-448A-AF61-7D11E38DA3AF}"/>
    <dgm:cxn modelId="{F273191E-A7FC-451A-AF75-86677E0BD97D}" type="presOf" srcId="{052D19C9-33B8-4696-8F3C-A03A6609DFAE}" destId="{04642913-ADD7-4B45-960E-6B625EE94E8E}" srcOrd="0" destOrd="0" presId="urn:microsoft.com/office/officeart/2005/8/layout/cycle3"/>
    <dgm:cxn modelId="{ACC89D3D-6861-44D2-8ECD-F76E806689BC}" type="presOf" srcId="{DCE997DC-A56F-4E9D-A402-A89700B666A8}" destId="{AD50AD5E-9A5F-4B79-A83F-AE7D716BA78C}" srcOrd="0" destOrd="0" presId="urn:microsoft.com/office/officeart/2005/8/layout/cycle3"/>
    <dgm:cxn modelId="{FE732B49-F65D-4207-B089-9BFBCFADB5F9}" type="presOf" srcId="{9C1644ED-C84C-4230-8B85-E2FD67F66BE9}" destId="{D3ADA6E3-276F-43FF-8536-03E246127645}" srcOrd="0" destOrd="0" presId="urn:microsoft.com/office/officeart/2005/8/layout/cycle3"/>
    <dgm:cxn modelId="{5400F24A-8449-411C-88EF-C4B14E8F2C72}" type="presOf" srcId="{E19B2AD8-A074-4ED4-8E8B-387F66D620DA}" destId="{40C6C4C3-F73A-43BB-8DC9-19DBFD1569FC}" srcOrd="0" destOrd="0" presId="urn:microsoft.com/office/officeart/2005/8/layout/cycle3"/>
    <dgm:cxn modelId="{089B446B-3D52-469E-958F-65C6C9677175}" type="presOf" srcId="{0595BB9D-C6A8-4A14-B4A0-8E05E90617E8}" destId="{2639692A-6F89-4C3F-8857-3D4ABD7A69CF}" srcOrd="0" destOrd="0" presId="urn:microsoft.com/office/officeart/2005/8/layout/cycle3"/>
    <dgm:cxn modelId="{154E534B-B68F-4656-BD85-F05F0D1F9F41}" type="presOf" srcId="{D006CFF8-FDEC-4A2E-BDA7-EFB3C76F44C3}" destId="{2389C88F-36DA-4118-86AF-2CB6C28DA51F}" srcOrd="0" destOrd="0" presId="urn:microsoft.com/office/officeart/2005/8/layout/cycle3"/>
    <dgm:cxn modelId="{847C6D85-5037-49A7-8EFA-9D2C8DB704E6}" srcId="{9C1644ED-C84C-4230-8B85-E2FD67F66BE9}" destId="{D1FD3A6A-B5B0-41F9-9CDF-3F38BC5CB8B1}" srcOrd="4" destOrd="0" parTransId="{334E322C-46AB-4077-A91E-AAA760D6DBA1}" sibTransId="{0905125A-FE04-44D4-A16B-BC04276C83F5}"/>
    <dgm:cxn modelId="{228BA489-EE6E-4D3C-97A6-8F913E0AE5AE}" type="presOf" srcId="{17612F30-FB6A-4C58-B487-E44A7678F3FD}" destId="{5780F230-B10F-4D42-9084-12395BA8CC0C}" srcOrd="0" destOrd="0" presId="urn:microsoft.com/office/officeart/2005/8/layout/cycle3"/>
    <dgm:cxn modelId="{087CEC9F-0457-4792-9E89-FA0F5FD40339}" srcId="{9C1644ED-C84C-4230-8B85-E2FD67F66BE9}" destId="{D006CFF8-FDEC-4A2E-BDA7-EFB3C76F44C3}" srcOrd="0" destOrd="0" parTransId="{A3776735-030C-40E4-84FC-2224FB9ADE95}" sibTransId="{E19B2AD8-A074-4ED4-8E8B-387F66D620DA}"/>
    <dgm:cxn modelId="{DF2503E1-A410-4D81-9722-04B5AEFF0D11}" srcId="{9C1644ED-C84C-4230-8B85-E2FD67F66BE9}" destId="{052D19C9-33B8-4696-8F3C-A03A6609DFAE}" srcOrd="5" destOrd="0" parTransId="{86C288C6-661D-4555-9D7C-755FB12C0CDA}" sibTransId="{4B67C311-93FB-4D7B-80B7-73CDFB7C88F6}"/>
    <dgm:cxn modelId="{A15FD9E3-7585-4372-AE33-D96F3075FBE8}" srcId="{9C1644ED-C84C-4230-8B85-E2FD67F66BE9}" destId="{DCE997DC-A56F-4E9D-A402-A89700B666A8}" srcOrd="2" destOrd="0" parTransId="{19F84F6B-D93A-4F35-8776-ABA46D3A26ED}" sibTransId="{E64EEAA2-B2BE-40CC-8614-8ACF63E898F5}"/>
    <dgm:cxn modelId="{D5D06DE9-2D29-45BD-8B7A-E27F8A2B8979}" srcId="{9C1644ED-C84C-4230-8B85-E2FD67F66BE9}" destId="{0595BB9D-C6A8-4A14-B4A0-8E05E90617E8}" srcOrd="3" destOrd="0" parTransId="{E79298C3-3653-4DD1-BAA7-BC3B087F9ACB}" sibTransId="{23C438AE-3EAE-43D0-AA1D-F877A9FCAE6E}"/>
    <dgm:cxn modelId="{9C9E46FE-88CF-4B9C-8BC0-D4A4ACB24375}" srcId="{9C1644ED-C84C-4230-8B85-E2FD67F66BE9}" destId="{17612F30-FB6A-4C58-B487-E44A7678F3FD}" srcOrd="1" destOrd="0" parTransId="{ECE3B7A8-7F84-4F41-A386-9995F607A4B4}" sibTransId="{3BBBF8B3-F9A6-4A48-BC05-1FE4A53D16EE}"/>
    <dgm:cxn modelId="{B545F2BC-47EA-4E2E-8246-DE6D434778D2}" type="presParOf" srcId="{D3ADA6E3-276F-43FF-8536-03E246127645}" destId="{B7484AC9-B45A-48DA-9440-4BBD3E24D20A}" srcOrd="0" destOrd="0" presId="urn:microsoft.com/office/officeart/2005/8/layout/cycle3"/>
    <dgm:cxn modelId="{1D4D2519-77A4-4BE2-AA1E-56CAE8C631DD}" type="presParOf" srcId="{B7484AC9-B45A-48DA-9440-4BBD3E24D20A}" destId="{2389C88F-36DA-4118-86AF-2CB6C28DA51F}" srcOrd="0" destOrd="0" presId="urn:microsoft.com/office/officeart/2005/8/layout/cycle3"/>
    <dgm:cxn modelId="{0AB3FC40-6714-4EEB-8229-8F9FBF9AB6E9}" type="presParOf" srcId="{B7484AC9-B45A-48DA-9440-4BBD3E24D20A}" destId="{40C6C4C3-F73A-43BB-8DC9-19DBFD1569FC}" srcOrd="1" destOrd="0" presId="urn:microsoft.com/office/officeart/2005/8/layout/cycle3"/>
    <dgm:cxn modelId="{C11AE389-EB05-44AE-B1FF-89912E3429DD}" type="presParOf" srcId="{B7484AC9-B45A-48DA-9440-4BBD3E24D20A}" destId="{5780F230-B10F-4D42-9084-12395BA8CC0C}" srcOrd="2" destOrd="0" presId="urn:microsoft.com/office/officeart/2005/8/layout/cycle3"/>
    <dgm:cxn modelId="{CC47E6B9-3228-45B2-917C-4FF2FAB5B2E5}" type="presParOf" srcId="{B7484AC9-B45A-48DA-9440-4BBD3E24D20A}" destId="{AD50AD5E-9A5F-4B79-A83F-AE7D716BA78C}" srcOrd="3" destOrd="0" presId="urn:microsoft.com/office/officeart/2005/8/layout/cycle3"/>
    <dgm:cxn modelId="{66C7F5CD-AC86-486B-BF56-8EDF94F793DE}" type="presParOf" srcId="{B7484AC9-B45A-48DA-9440-4BBD3E24D20A}" destId="{2639692A-6F89-4C3F-8857-3D4ABD7A69CF}" srcOrd="4" destOrd="0" presId="urn:microsoft.com/office/officeart/2005/8/layout/cycle3"/>
    <dgm:cxn modelId="{D3817D95-0A98-4122-AA93-5DB6E9EBD862}" type="presParOf" srcId="{B7484AC9-B45A-48DA-9440-4BBD3E24D20A}" destId="{7C3976D4-5160-433B-BA9A-4EC44ED55B05}" srcOrd="5" destOrd="0" presId="urn:microsoft.com/office/officeart/2005/8/layout/cycle3"/>
    <dgm:cxn modelId="{7BEDD674-5B56-4940-9FF0-7BEA00E53582}" type="presParOf" srcId="{B7484AC9-B45A-48DA-9440-4BBD3E24D20A}" destId="{04642913-ADD7-4B45-960E-6B625EE94E8E}" srcOrd="6" destOrd="0" presId="urn:microsoft.com/office/officeart/2005/8/layout/cycle3"/>
    <dgm:cxn modelId="{C92B1E69-F303-49F3-9C2E-AB7A7749BCBE}" type="presParOf" srcId="{B7484AC9-B45A-48DA-9440-4BBD3E24D20A}" destId="{D21C20D2-BA20-4B6F-9D8D-DC38A4DF0D97}" srcOrd="7" destOrd="0" presId="urn:microsoft.com/office/officeart/2005/8/layout/cycle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2C39795-B096-4701-A809-ABFF620600BF}" type="doc">
      <dgm:prSet loTypeId="urn:microsoft.com/office/officeart/2005/8/layout/default" loCatId="list" qsTypeId="urn:microsoft.com/office/officeart/2005/8/quickstyle/simple1" qsCatId="simple" csTypeId="urn:microsoft.com/office/officeart/2005/8/colors/accent1_1" csCatId="accent1" phldr="1"/>
      <dgm:spPr/>
      <dgm:t>
        <a:bodyPr/>
        <a:lstStyle/>
        <a:p>
          <a:endParaRPr lang="en-GB"/>
        </a:p>
      </dgm:t>
    </dgm:pt>
    <dgm:pt modelId="{3D43F400-7973-46BE-AD96-A0E507EA9B72}">
      <dgm:prSet/>
      <dgm:spPr/>
      <dgm:t>
        <a:bodyPr/>
        <a:lstStyle/>
        <a:p>
          <a:r>
            <a:rPr lang="en-GB" dirty="0"/>
            <a:t>Security</a:t>
          </a:r>
        </a:p>
      </dgm:t>
    </dgm:pt>
    <dgm:pt modelId="{BF7B6A24-97BB-44CE-87FF-74DABC60F7A1}" type="parTrans" cxnId="{4B97E641-C584-468C-A51F-877E3FAE724D}">
      <dgm:prSet/>
      <dgm:spPr/>
      <dgm:t>
        <a:bodyPr/>
        <a:lstStyle/>
        <a:p>
          <a:endParaRPr lang="en-GB"/>
        </a:p>
      </dgm:t>
    </dgm:pt>
    <dgm:pt modelId="{0BCBCC4D-5112-4419-B20E-47FECDCA2C8E}" type="sibTrans" cxnId="{4B97E641-C584-468C-A51F-877E3FAE724D}">
      <dgm:prSet/>
      <dgm:spPr/>
      <dgm:t>
        <a:bodyPr/>
        <a:lstStyle/>
        <a:p>
          <a:endParaRPr lang="en-GB"/>
        </a:p>
      </dgm:t>
    </dgm:pt>
    <dgm:pt modelId="{E3DBBAF5-79AA-4A5B-B375-966C5218F56D}">
      <dgm:prSet/>
      <dgm:spPr/>
      <dgm:t>
        <a:bodyPr/>
        <a:lstStyle/>
        <a:p>
          <a:r>
            <a:rPr lang="en-GB" dirty="0"/>
            <a:t>Availability</a:t>
          </a:r>
        </a:p>
      </dgm:t>
    </dgm:pt>
    <dgm:pt modelId="{73B8893E-89C3-4566-A34D-5C0500EF734C}" type="parTrans" cxnId="{F2DAF3B7-28A0-405C-9C4F-CCB7BBEEC8A5}">
      <dgm:prSet/>
      <dgm:spPr/>
      <dgm:t>
        <a:bodyPr/>
        <a:lstStyle/>
        <a:p>
          <a:endParaRPr lang="en-GB"/>
        </a:p>
      </dgm:t>
    </dgm:pt>
    <dgm:pt modelId="{B1740DE1-627D-468C-895C-E0798E6D1271}" type="sibTrans" cxnId="{F2DAF3B7-28A0-405C-9C4F-CCB7BBEEC8A5}">
      <dgm:prSet/>
      <dgm:spPr/>
      <dgm:t>
        <a:bodyPr/>
        <a:lstStyle/>
        <a:p>
          <a:endParaRPr lang="en-GB"/>
        </a:p>
      </dgm:t>
    </dgm:pt>
    <dgm:pt modelId="{C8B2B589-359C-41F0-953D-C1D0B8E04A75}">
      <dgm:prSet/>
      <dgm:spPr/>
      <dgm:t>
        <a:bodyPr/>
        <a:lstStyle/>
        <a:p>
          <a:r>
            <a:rPr lang="en-GB"/>
            <a:t>Reliability</a:t>
          </a:r>
        </a:p>
      </dgm:t>
    </dgm:pt>
    <dgm:pt modelId="{61F2C285-8A16-4F3E-A40B-2EAD115227E2}" type="parTrans" cxnId="{67C65ECF-FD5F-46C9-B197-DE2058B1F9B5}">
      <dgm:prSet/>
      <dgm:spPr/>
      <dgm:t>
        <a:bodyPr/>
        <a:lstStyle/>
        <a:p>
          <a:endParaRPr lang="en-GB"/>
        </a:p>
      </dgm:t>
    </dgm:pt>
    <dgm:pt modelId="{8FD7DD27-7699-4C38-AEF0-A8D4F0F614D5}" type="sibTrans" cxnId="{67C65ECF-FD5F-46C9-B197-DE2058B1F9B5}">
      <dgm:prSet/>
      <dgm:spPr/>
      <dgm:t>
        <a:bodyPr/>
        <a:lstStyle/>
        <a:p>
          <a:endParaRPr lang="en-GB"/>
        </a:p>
      </dgm:t>
    </dgm:pt>
    <dgm:pt modelId="{B7221AEB-1AF2-4ABE-B2B7-C058AE5D4E2E}">
      <dgm:prSet/>
      <dgm:spPr/>
      <dgm:t>
        <a:bodyPr/>
        <a:lstStyle/>
        <a:p>
          <a:r>
            <a:rPr lang="en-GB" dirty="0"/>
            <a:t>Performance</a:t>
          </a:r>
        </a:p>
      </dgm:t>
    </dgm:pt>
    <dgm:pt modelId="{75C777BF-E9D0-4960-92D8-FA1D702E0178}" type="parTrans" cxnId="{9A90F0C2-1A98-4DB3-BD1E-621B45C3E24B}">
      <dgm:prSet/>
      <dgm:spPr/>
      <dgm:t>
        <a:bodyPr/>
        <a:lstStyle/>
        <a:p>
          <a:endParaRPr lang="en-GB"/>
        </a:p>
      </dgm:t>
    </dgm:pt>
    <dgm:pt modelId="{70987693-D48A-45FE-AC1C-66A9821D7DEE}" type="sibTrans" cxnId="{9A90F0C2-1A98-4DB3-BD1E-621B45C3E24B}">
      <dgm:prSet/>
      <dgm:spPr/>
      <dgm:t>
        <a:bodyPr/>
        <a:lstStyle/>
        <a:p>
          <a:endParaRPr lang="en-GB"/>
        </a:p>
      </dgm:t>
    </dgm:pt>
    <dgm:pt modelId="{264DE6B4-2FA3-4C64-BA72-7B715516AEF4}">
      <dgm:prSet/>
      <dgm:spPr/>
      <dgm:t>
        <a:bodyPr/>
        <a:lstStyle/>
        <a:p>
          <a:r>
            <a:rPr lang="en-GB"/>
            <a:t>Capacity</a:t>
          </a:r>
        </a:p>
      </dgm:t>
    </dgm:pt>
    <dgm:pt modelId="{B966ECC5-03B1-4BD7-876E-54FA6D560B5B}" type="parTrans" cxnId="{DA16A838-866B-49C6-B4D7-49916B03B070}">
      <dgm:prSet/>
      <dgm:spPr/>
      <dgm:t>
        <a:bodyPr/>
        <a:lstStyle/>
        <a:p>
          <a:endParaRPr lang="en-GB"/>
        </a:p>
      </dgm:t>
    </dgm:pt>
    <dgm:pt modelId="{C9F1F6E1-97A0-4F9B-ADBD-9100C82E619F}" type="sibTrans" cxnId="{DA16A838-866B-49C6-B4D7-49916B03B070}">
      <dgm:prSet/>
      <dgm:spPr/>
      <dgm:t>
        <a:bodyPr/>
        <a:lstStyle/>
        <a:p>
          <a:endParaRPr lang="en-GB"/>
        </a:p>
      </dgm:t>
    </dgm:pt>
    <dgm:pt modelId="{EC5CA9C6-A187-49D2-B288-568A2A952410}">
      <dgm:prSet/>
      <dgm:spPr/>
      <dgm:t>
        <a:bodyPr/>
        <a:lstStyle/>
        <a:p>
          <a:r>
            <a:rPr lang="en-GB" dirty="0"/>
            <a:t>Scalability</a:t>
          </a:r>
        </a:p>
      </dgm:t>
    </dgm:pt>
    <dgm:pt modelId="{3DCD9982-8280-479C-BA5D-0A356DF5457D}" type="parTrans" cxnId="{3B11382D-21F9-4FEF-977B-2D55E01BECBD}">
      <dgm:prSet/>
      <dgm:spPr/>
      <dgm:t>
        <a:bodyPr/>
        <a:lstStyle/>
        <a:p>
          <a:endParaRPr lang="en-GB"/>
        </a:p>
      </dgm:t>
    </dgm:pt>
    <dgm:pt modelId="{AF9C428B-C950-404B-B4E6-2C479C8D56B9}" type="sibTrans" cxnId="{3B11382D-21F9-4FEF-977B-2D55E01BECBD}">
      <dgm:prSet/>
      <dgm:spPr/>
      <dgm:t>
        <a:bodyPr/>
        <a:lstStyle/>
        <a:p>
          <a:endParaRPr lang="en-GB"/>
        </a:p>
      </dgm:t>
    </dgm:pt>
    <dgm:pt modelId="{38920DEF-D8EA-4A9A-9380-BD75DBCFE0C3}">
      <dgm:prSet/>
      <dgm:spPr/>
      <dgm:t>
        <a:bodyPr/>
        <a:lstStyle/>
        <a:p>
          <a:r>
            <a:rPr lang="en-GB"/>
            <a:t>Maintainability</a:t>
          </a:r>
        </a:p>
      </dgm:t>
    </dgm:pt>
    <dgm:pt modelId="{093498FB-8147-4D93-A682-48632676043F}" type="parTrans" cxnId="{FD6AED88-1659-4BB4-B2F8-D93BD03CE43B}">
      <dgm:prSet/>
      <dgm:spPr/>
      <dgm:t>
        <a:bodyPr/>
        <a:lstStyle/>
        <a:p>
          <a:endParaRPr lang="en-GB"/>
        </a:p>
      </dgm:t>
    </dgm:pt>
    <dgm:pt modelId="{8F25E7F8-D086-4FEE-A812-FB3D8BB18C04}" type="sibTrans" cxnId="{FD6AED88-1659-4BB4-B2F8-D93BD03CE43B}">
      <dgm:prSet/>
      <dgm:spPr/>
      <dgm:t>
        <a:bodyPr/>
        <a:lstStyle/>
        <a:p>
          <a:endParaRPr lang="en-GB"/>
        </a:p>
      </dgm:t>
    </dgm:pt>
    <dgm:pt modelId="{015083AD-78F3-4FDA-A1F7-7AED59E25B4B}">
      <dgm:prSet/>
      <dgm:spPr/>
      <dgm:t>
        <a:bodyPr/>
        <a:lstStyle/>
        <a:p>
          <a:r>
            <a:rPr lang="en-GB"/>
            <a:t>Continuity</a:t>
          </a:r>
        </a:p>
      </dgm:t>
    </dgm:pt>
    <dgm:pt modelId="{6156C9F9-269E-4AB6-B189-4A193FEB0E90}" type="parTrans" cxnId="{11FE1772-F249-4DE1-969C-80B2F9F08CC8}">
      <dgm:prSet/>
      <dgm:spPr/>
      <dgm:t>
        <a:bodyPr/>
        <a:lstStyle/>
        <a:p>
          <a:endParaRPr lang="en-GB"/>
        </a:p>
      </dgm:t>
    </dgm:pt>
    <dgm:pt modelId="{3A7B2D42-FD77-458F-9856-0BECEA1BD3FA}" type="sibTrans" cxnId="{11FE1772-F249-4DE1-969C-80B2F9F08CC8}">
      <dgm:prSet/>
      <dgm:spPr/>
      <dgm:t>
        <a:bodyPr/>
        <a:lstStyle/>
        <a:p>
          <a:endParaRPr lang="en-GB"/>
        </a:p>
      </dgm:t>
    </dgm:pt>
    <dgm:pt modelId="{C6A1004B-3CE6-45BF-8900-0505C75F1174}">
      <dgm:prSet/>
      <dgm:spPr/>
      <dgm:t>
        <a:bodyPr/>
        <a:lstStyle/>
        <a:p>
          <a:r>
            <a:rPr lang="en-GB"/>
            <a:t>Supportability</a:t>
          </a:r>
        </a:p>
      </dgm:t>
    </dgm:pt>
    <dgm:pt modelId="{C46084AE-EE9E-49AB-AA14-5CF76CA74A0A}" type="parTrans" cxnId="{FF33BA21-3AD1-46E7-AD15-93BCC81D5795}">
      <dgm:prSet/>
      <dgm:spPr/>
      <dgm:t>
        <a:bodyPr/>
        <a:lstStyle/>
        <a:p>
          <a:endParaRPr lang="en-GB"/>
        </a:p>
      </dgm:t>
    </dgm:pt>
    <dgm:pt modelId="{079FBE04-4178-4EC7-9D6D-ECC9ADBC357B}" type="sibTrans" cxnId="{FF33BA21-3AD1-46E7-AD15-93BCC81D5795}">
      <dgm:prSet/>
      <dgm:spPr/>
      <dgm:t>
        <a:bodyPr/>
        <a:lstStyle/>
        <a:p>
          <a:endParaRPr lang="en-GB"/>
        </a:p>
      </dgm:t>
    </dgm:pt>
    <dgm:pt modelId="{F240A91E-83E0-4C4B-A8F2-F6A509F1FF6B}">
      <dgm:prSet/>
      <dgm:spPr/>
      <dgm:t>
        <a:bodyPr/>
        <a:lstStyle/>
        <a:p>
          <a:r>
            <a:rPr lang="en-GB"/>
            <a:t>Serviceability</a:t>
          </a:r>
        </a:p>
      </dgm:t>
    </dgm:pt>
    <dgm:pt modelId="{FF7C2DFA-AEFF-4A48-AE11-0727A4430F95}" type="parTrans" cxnId="{0D4CC6E0-4C03-4D6C-9816-1E0E66E63A42}">
      <dgm:prSet/>
      <dgm:spPr/>
      <dgm:t>
        <a:bodyPr/>
        <a:lstStyle/>
        <a:p>
          <a:endParaRPr lang="en-GB"/>
        </a:p>
      </dgm:t>
    </dgm:pt>
    <dgm:pt modelId="{8E649838-9B17-4F6E-BB08-FB7216E68974}" type="sibTrans" cxnId="{0D4CC6E0-4C03-4D6C-9816-1E0E66E63A42}">
      <dgm:prSet/>
      <dgm:spPr/>
      <dgm:t>
        <a:bodyPr/>
        <a:lstStyle/>
        <a:p>
          <a:endParaRPr lang="en-GB"/>
        </a:p>
      </dgm:t>
    </dgm:pt>
    <dgm:pt modelId="{C0DD5881-41EC-44D6-87AD-2E1CCAFF1545}">
      <dgm:prSet/>
      <dgm:spPr/>
      <dgm:t>
        <a:bodyPr/>
        <a:lstStyle/>
        <a:p>
          <a:r>
            <a:rPr lang="en-GB" dirty="0"/>
            <a:t>Back-up</a:t>
          </a:r>
        </a:p>
      </dgm:t>
    </dgm:pt>
    <dgm:pt modelId="{81004E46-E035-4922-876A-6851D6C5955B}" type="parTrans" cxnId="{000F5093-DD2C-486D-AF3E-ACA782BE6DC6}">
      <dgm:prSet/>
      <dgm:spPr/>
      <dgm:t>
        <a:bodyPr/>
        <a:lstStyle/>
        <a:p>
          <a:endParaRPr lang="en-GB"/>
        </a:p>
      </dgm:t>
    </dgm:pt>
    <dgm:pt modelId="{3F62565B-1088-491D-9694-859C36F9732F}" type="sibTrans" cxnId="{000F5093-DD2C-486D-AF3E-ACA782BE6DC6}">
      <dgm:prSet/>
      <dgm:spPr/>
      <dgm:t>
        <a:bodyPr/>
        <a:lstStyle/>
        <a:p>
          <a:endParaRPr lang="en-GB"/>
        </a:p>
      </dgm:t>
    </dgm:pt>
    <dgm:pt modelId="{1509C2EE-0CD8-4DA3-B0CB-351C257DB435}">
      <dgm:prSet/>
      <dgm:spPr/>
      <dgm:t>
        <a:bodyPr/>
        <a:lstStyle/>
        <a:p>
          <a:r>
            <a:rPr lang="en-GB" dirty="0"/>
            <a:t>Recoverability</a:t>
          </a:r>
        </a:p>
      </dgm:t>
    </dgm:pt>
    <dgm:pt modelId="{AF6A0514-CD25-44A4-970F-CE296B891EC6}" type="parTrans" cxnId="{4A9E78EA-8D3B-4B73-B9E6-87D1AFC6B528}">
      <dgm:prSet/>
      <dgm:spPr/>
      <dgm:t>
        <a:bodyPr/>
        <a:lstStyle/>
        <a:p>
          <a:endParaRPr lang="en-GB"/>
        </a:p>
      </dgm:t>
    </dgm:pt>
    <dgm:pt modelId="{EF51F208-A314-4D20-90DC-FD8B79223379}" type="sibTrans" cxnId="{4A9E78EA-8D3B-4B73-B9E6-87D1AFC6B528}">
      <dgm:prSet/>
      <dgm:spPr/>
      <dgm:t>
        <a:bodyPr/>
        <a:lstStyle/>
        <a:p>
          <a:endParaRPr lang="en-GB"/>
        </a:p>
      </dgm:t>
    </dgm:pt>
    <dgm:pt modelId="{66F8C840-71AE-48FE-A63D-BEBFDB8C2E1C}" type="pres">
      <dgm:prSet presAssocID="{F2C39795-B096-4701-A809-ABFF620600BF}" presName="diagram" presStyleCnt="0">
        <dgm:presLayoutVars>
          <dgm:dir/>
          <dgm:resizeHandles val="exact"/>
        </dgm:presLayoutVars>
      </dgm:prSet>
      <dgm:spPr/>
    </dgm:pt>
    <dgm:pt modelId="{336BBB06-1C15-47E0-BBA1-9EB56AC5D28E}" type="pres">
      <dgm:prSet presAssocID="{3D43F400-7973-46BE-AD96-A0E507EA9B72}" presName="node" presStyleLbl="node1" presStyleIdx="0" presStyleCnt="12">
        <dgm:presLayoutVars>
          <dgm:bulletEnabled val="1"/>
        </dgm:presLayoutVars>
      </dgm:prSet>
      <dgm:spPr/>
    </dgm:pt>
    <dgm:pt modelId="{0FDD5EC4-57B8-4831-B618-3D522060E205}" type="pres">
      <dgm:prSet presAssocID="{0BCBCC4D-5112-4419-B20E-47FECDCA2C8E}" presName="sibTrans" presStyleCnt="0"/>
      <dgm:spPr/>
    </dgm:pt>
    <dgm:pt modelId="{F94AB33B-10A8-4863-A6BE-F682EF572494}" type="pres">
      <dgm:prSet presAssocID="{E3DBBAF5-79AA-4A5B-B375-966C5218F56D}" presName="node" presStyleLbl="node1" presStyleIdx="1" presStyleCnt="12">
        <dgm:presLayoutVars>
          <dgm:bulletEnabled val="1"/>
        </dgm:presLayoutVars>
      </dgm:prSet>
      <dgm:spPr/>
    </dgm:pt>
    <dgm:pt modelId="{FCED1B5E-55E2-4599-A4CD-680EF6DF5E83}" type="pres">
      <dgm:prSet presAssocID="{B1740DE1-627D-468C-895C-E0798E6D1271}" presName="sibTrans" presStyleCnt="0"/>
      <dgm:spPr/>
    </dgm:pt>
    <dgm:pt modelId="{CAC4CB54-3D99-44EA-ADCE-0999345B6C1F}" type="pres">
      <dgm:prSet presAssocID="{C8B2B589-359C-41F0-953D-C1D0B8E04A75}" presName="node" presStyleLbl="node1" presStyleIdx="2" presStyleCnt="12">
        <dgm:presLayoutVars>
          <dgm:bulletEnabled val="1"/>
        </dgm:presLayoutVars>
      </dgm:prSet>
      <dgm:spPr/>
    </dgm:pt>
    <dgm:pt modelId="{D779466C-0559-452A-BA3E-76848E436D2C}" type="pres">
      <dgm:prSet presAssocID="{8FD7DD27-7699-4C38-AEF0-A8D4F0F614D5}" presName="sibTrans" presStyleCnt="0"/>
      <dgm:spPr/>
    </dgm:pt>
    <dgm:pt modelId="{0D2A2380-BB4E-4077-9CC4-857D42C2DB93}" type="pres">
      <dgm:prSet presAssocID="{B7221AEB-1AF2-4ABE-B2B7-C058AE5D4E2E}" presName="node" presStyleLbl="node1" presStyleIdx="3" presStyleCnt="12">
        <dgm:presLayoutVars>
          <dgm:bulletEnabled val="1"/>
        </dgm:presLayoutVars>
      </dgm:prSet>
      <dgm:spPr/>
    </dgm:pt>
    <dgm:pt modelId="{E583F655-FA2A-4821-8C41-07FC89A95F9F}" type="pres">
      <dgm:prSet presAssocID="{70987693-D48A-45FE-AC1C-66A9821D7DEE}" presName="sibTrans" presStyleCnt="0"/>
      <dgm:spPr/>
    </dgm:pt>
    <dgm:pt modelId="{C23EAB99-D55D-4FF9-9C0A-A28A0B85B1DA}" type="pres">
      <dgm:prSet presAssocID="{264DE6B4-2FA3-4C64-BA72-7B715516AEF4}" presName="node" presStyleLbl="node1" presStyleIdx="4" presStyleCnt="12">
        <dgm:presLayoutVars>
          <dgm:bulletEnabled val="1"/>
        </dgm:presLayoutVars>
      </dgm:prSet>
      <dgm:spPr/>
    </dgm:pt>
    <dgm:pt modelId="{EDCD76A5-6A22-4F39-AE08-FAD33F402105}" type="pres">
      <dgm:prSet presAssocID="{C9F1F6E1-97A0-4F9B-ADBD-9100C82E619F}" presName="sibTrans" presStyleCnt="0"/>
      <dgm:spPr/>
    </dgm:pt>
    <dgm:pt modelId="{E9924DB2-637E-4762-8B32-932EA3CD5641}" type="pres">
      <dgm:prSet presAssocID="{EC5CA9C6-A187-49D2-B288-568A2A952410}" presName="node" presStyleLbl="node1" presStyleIdx="5" presStyleCnt="12">
        <dgm:presLayoutVars>
          <dgm:bulletEnabled val="1"/>
        </dgm:presLayoutVars>
      </dgm:prSet>
      <dgm:spPr/>
    </dgm:pt>
    <dgm:pt modelId="{1B72DCBF-5491-4E66-A91D-80FD6DF9A964}" type="pres">
      <dgm:prSet presAssocID="{AF9C428B-C950-404B-B4E6-2C479C8D56B9}" presName="sibTrans" presStyleCnt="0"/>
      <dgm:spPr/>
    </dgm:pt>
    <dgm:pt modelId="{7B0A022C-19C4-4436-B53B-F1DF42190676}" type="pres">
      <dgm:prSet presAssocID="{38920DEF-D8EA-4A9A-9380-BD75DBCFE0C3}" presName="node" presStyleLbl="node1" presStyleIdx="6" presStyleCnt="12">
        <dgm:presLayoutVars>
          <dgm:bulletEnabled val="1"/>
        </dgm:presLayoutVars>
      </dgm:prSet>
      <dgm:spPr/>
    </dgm:pt>
    <dgm:pt modelId="{E232775D-FEDC-4BCD-995E-A8CF7A2E4BF2}" type="pres">
      <dgm:prSet presAssocID="{8F25E7F8-D086-4FEE-A812-FB3D8BB18C04}" presName="sibTrans" presStyleCnt="0"/>
      <dgm:spPr/>
    </dgm:pt>
    <dgm:pt modelId="{2368F40F-ACC7-40BB-94B3-F339ACFF9DC3}" type="pres">
      <dgm:prSet presAssocID="{015083AD-78F3-4FDA-A1F7-7AED59E25B4B}" presName="node" presStyleLbl="node1" presStyleIdx="7" presStyleCnt="12">
        <dgm:presLayoutVars>
          <dgm:bulletEnabled val="1"/>
        </dgm:presLayoutVars>
      </dgm:prSet>
      <dgm:spPr/>
    </dgm:pt>
    <dgm:pt modelId="{E887A432-533C-4092-B807-91BFB4767E47}" type="pres">
      <dgm:prSet presAssocID="{3A7B2D42-FD77-458F-9856-0BECEA1BD3FA}" presName="sibTrans" presStyleCnt="0"/>
      <dgm:spPr/>
    </dgm:pt>
    <dgm:pt modelId="{E63A72C6-1898-44E0-B454-5042912480E3}" type="pres">
      <dgm:prSet presAssocID="{C6A1004B-3CE6-45BF-8900-0505C75F1174}" presName="node" presStyleLbl="node1" presStyleIdx="8" presStyleCnt="12">
        <dgm:presLayoutVars>
          <dgm:bulletEnabled val="1"/>
        </dgm:presLayoutVars>
      </dgm:prSet>
      <dgm:spPr/>
    </dgm:pt>
    <dgm:pt modelId="{B081B513-C6F2-47AB-9C1D-5C35026BB5E0}" type="pres">
      <dgm:prSet presAssocID="{079FBE04-4178-4EC7-9D6D-ECC9ADBC357B}" presName="sibTrans" presStyleCnt="0"/>
      <dgm:spPr/>
    </dgm:pt>
    <dgm:pt modelId="{B4B9E4D8-01E9-41ED-90CB-EAA77AC0574C}" type="pres">
      <dgm:prSet presAssocID="{F240A91E-83E0-4C4B-A8F2-F6A509F1FF6B}" presName="node" presStyleLbl="node1" presStyleIdx="9" presStyleCnt="12">
        <dgm:presLayoutVars>
          <dgm:bulletEnabled val="1"/>
        </dgm:presLayoutVars>
      </dgm:prSet>
      <dgm:spPr/>
    </dgm:pt>
    <dgm:pt modelId="{354BD8D1-A21B-42B5-8CB9-0082758DC4C4}" type="pres">
      <dgm:prSet presAssocID="{8E649838-9B17-4F6E-BB08-FB7216E68974}" presName="sibTrans" presStyleCnt="0"/>
      <dgm:spPr/>
    </dgm:pt>
    <dgm:pt modelId="{C5996DB9-0225-4602-84B7-786CAB69DE46}" type="pres">
      <dgm:prSet presAssocID="{C0DD5881-41EC-44D6-87AD-2E1CCAFF1545}" presName="node" presStyleLbl="node1" presStyleIdx="10" presStyleCnt="12">
        <dgm:presLayoutVars>
          <dgm:bulletEnabled val="1"/>
        </dgm:presLayoutVars>
      </dgm:prSet>
      <dgm:spPr/>
    </dgm:pt>
    <dgm:pt modelId="{55ECE449-C22A-449F-AD59-76F1A9649C5C}" type="pres">
      <dgm:prSet presAssocID="{3F62565B-1088-491D-9694-859C36F9732F}" presName="sibTrans" presStyleCnt="0"/>
      <dgm:spPr/>
    </dgm:pt>
    <dgm:pt modelId="{C2D1D466-D7B6-441B-AEFB-B1B26409CD3C}" type="pres">
      <dgm:prSet presAssocID="{1509C2EE-0CD8-4DA3-B0CB-351C257DB435}" presName="node" presStyleLbl="node1" presStyleIdx="11" presStyleCnt="12">
        <dgm:presLayoutVars>
          <dgm:bulletEnabled val="1"/>
        </dgm:presLayoutVars>
      </dgm:prSet>
      <dgm:spPr/>
    </dgm:pt>
  </dgm:ptLst>
  <dgm:cxnLst>
    <dgm:cxn modelId="{82C80707-4415-4A5A-93C1-EDB79AE0D2EF}" type="presOf" srcId="{C8B2B589-359C-41F0-953D-C1D0B8E04A75}" destId="{CAC4CB54-3D99-44EA-ADCE-0999345B6C1F}" srcOrd="0" destOrd="0" presId="urn:microsoft.com/office/officeart/2005/8/layout/default"/>
    <dgm:cxn modelId="{CA78300F-6EF3-4CEB-8060-F15145494D55}" type="presOf" srcId="{C6A1004B-3CE6-45BF-8900-0505C75F1174}" destId="{E63A72C6-1898-44E0-B454-5042912480E3}" srcOrd="0" destOrd="0" presId="urn:microsoft.com/office/officeart/2005/8/layout/default"/>
    <dgm:cxn modelId="{FF33BA21-3AD1-46E7-AD15-93BCC81D5795}" srcId="{F2C39795-B096-4701-A809-ABFF620600BF}" destId="{C6A1004B-3CE6-45BF-8900-0505C75F1174}" srcOrd="8" destOrd="0" parTransId="{C46084AE-EE9E-49AB-AA14-5CF76CA74A0A}" sibTransId="{079FBE04-4178-4EC7-9D6D-ECC9ADBC357B}"/>
    <dgm:cxn modelId="{3B11382D-21F9-4FEF-977B-2D55E01BECBD}" srcId="{F2C39795-B096-4701-A809-ABFF620600BF}" destId="{EC5CA9C6-A187-49D2-B288-568A2A952410}" srcOrd="5" destOrd="0" parTransId="{3DCD9982-8280-479C-BA5D-0A356DF5457D}" sibTransId="{AF9C428B-C950-404B-B4E6-2C479C8D56B9}"/>
    <dgm:cxn modelId="{DA16A838-866B-49C6-B4D7-49916B03B070}" srcId="{F2C39795-B096-4701-A809-ABFF620600BF}" destId="{264DE6B4-2FA3-4C64-BA72-7B715516AEF4}" srcOrd="4" destOrd="0" parTransId="{B966ECC5-03B1-4BD7-876E-54FA6D560B5B}" sibTransId="{C9F1F6E1-97A0-4F9B-ADBD-9100C82E619F}"/>
    <dgm:cxn modelId="{4B97E641-C584-468C-A51F-877E3FAE724D}" srcId="{F2C39795-B096-4701-A809-ABFF620600BF}" destId="{3D43F400-7973-46BE-AD96-A0E507EA9B72}" srcOrd="0" destOrd="0" parTransId="{BF7B6A24-97BB-44CE-87FF-74DABC60F7A1}" sibTransId="{0BCBCC4D-5112-4419-B20E-47FECDCA2C8E}"/>
    <dgm:cxn modelId="{E0BCE643-3135-4D68-B251-CD8BF3DA662E}" type="presOf" srcId="{B7221AEB-1AF2-4ABE-B2B7-C058AE5D4E2E}" destId="{0D2A2380-BB4E-4077-9CC4-857D42C2DB93}" srcOrd="0" destOrd="0" presId="urn:microsoft.com/office/officeart/2005/8/layout/default"/>
    <dgm:cxn modelId="{05732446-1872-4F71-A79A-2C6FD3518C10}" type="presOf" srcId="{264DE6B4-2FA3-4C64-BA72-7B715516AEF4}" destId="{C23EAB99-D55D-4FF9-9C0A-A28A0B85B1DA}" srcOrd="0" destOrd="0" presId="urn:microsoft.com/office/officeart/2005/8/layout/default"/>
    <dgm:cxn modelId="{326AB94E-97B0-469A-9124-D4AA394D520E}" type="presOf" srcId="{C0DD5881-41EC-44D6-87AD-2E1CCAFF1545}" destId="{C5996DB9-0225-4602-84B7-786CAB69DE46}" srcOrd="0" destOrd="0" presId="urn:microsoft.com/office/officeart/2005/8/layout/default"/>
    <dgm:cxn modelId="{76DAFD71-45B0-4B44-9F57-2F9BF278CCE3}" type="presOf" srcId="{F240A91E-83E0-4C4B-A8F2-F6A509F1FF6B}" destId="{B4B9E4D8-01E9-41ED-90CB-EAA77AC0574C}" srcOrd="0" destOrd="0" presId="urn:microsoft.com/office/officeart/2005/8/layout/default"/>
    <dgm:cxn modelId="{11FE1772-F249-4DE1-969C-80B2F9F08CC8}" srcId="{F2C39795-B096-4701-A809-ABFF620600BF}" destId="{015083AD-78F3-4FDA-A1F7-7AED59E25B4B}" srcOrd="7" destOrd="0" parTransId="{6156C9F9-269E-4AB6-B189-4A193FEB0E90}" sibTransId="{3A7B2D42-FD77-458F-9856-0BECEA1BD3FA}"/>
    <dgm:cxn modelId="{FD6AED88-1659-4BB4-B2F8-D93BD03CE43B}" srcId="{F2C39795-B096-4701-A809-ABFF620600BF}" destId="{38920DEF-D8EA-4A9A-9380-BD75DBCFE0C3}" srcOrd="6" destOrd="0" parTransId="{093498FB-8147-4D93-A682-48632676043F}" sibTransId="{8F25E7F8-D086-4FEE-A812-FB3D8BB18C04}"/>
    <dgm:cxn modelId="{000F5093-DD2C-486D-AF3E-ACA782BE6DC6}" srcId="{F2C39795-B096-4701-A809-ABFF620600BF}" destId="{C0DD5881-41EC-44D6-87AD-2E1CCAFF1545}" srcOrd="10" destOrd="0" parTransId="{81004E46-E035-4922-876A-6851D6C5955B}" sibTransId="{3F62565B-1088-491D-9694-859C36F9732F}"/>
    <dgm:cxn modelId="{8F0E4498-8420-4E4B-A8E8-FC6F370A7FA4}" type="presOf" srcId="{F2C39795-B096-4701-A809-ABFF620600BF}" destId="{66F8C840-71AE-48FE-A63D-BEBFDB8C2E1C}" srcOrd="0" destOrd="0" presId="urn:microsoft.com/office/officeart/2005/8/layout/default"/>
    <dgm:cxn modelId="{155031AF-0859-4832-A8D0-A589239752C3}" type="presOf" srcId="{EC5CA9C6-A187-49D2-B288-568A2A952410}" destId="{E9924DB2-637E-4762-8B32-932EA3CD5641}" srcOrd="0" destOrd="0" presId="urn:microsoft.com/office/officeart/2005/8/layout/default"/>
    <dgm:cxn modelId="{CD78D3B6-C406-4F06-8558-B4BDFC2F1CD8}" type="presOf" srcId="{015083AD-78F3-4FDA-A1F7-7AED59E25B4B}" destId="{2368F40F-ACC7-40BB-94B3-F339ACFF9DC3}" srcOrd="0" destOrd="0" presId="urn:microsoft.com/office/officeart/2005/8/layout/default"/>
    <dgm:cxn modelId="{F2DAF3B7-28A0-405C-9C4F-CCB7BBEEC8A5}" srcId="{F2C39795-B096-4701-A809-ABFF620600BF}" destId="{E3DBBAF5-79AA-4A5B-B375-966C5218F56D}" srcOrd="1" destOrd="0" parTransId="{73B8893E-89C3-4566-A34D-5C0500EF734C}" sibTransId="{B1740DE1-627D-468C-895C-E0798E6D1271}"/>
    <dgm:cxn modelId="{9A90F0C2-1A98-4DB3-BD1E-621B45C3E24B}" srcId="{F2C39795-B096-4701-A809-ABFF620600BF}" destId="{B7221AEB-1AF2-4ABE-B2B7-C058AE5D4E2E}" srcOrd="3" destOrd="0" parTransId="{75C777BF-E9D0-4960-92D8-FA1D702E0178}" sibTransId="{70987693-D48A-45FE-AC1C-66A9821D7DEE}"/>
    <dgm:cxn modelId="{67C65ECF-FD5F-46C9-B197-DE2058B1F9B5}" srcId="{F2C39795-B096-4701-A809-ABFF620600BF}" destId="{C8B2B589-359C-41F0-953D-C1D0B8E04A75}" srcOrd="2" destOrd="0" parTransId="{61F2C285-8A16-4F3E-A40B-2EAD115227E2}" sibTransId="{8FD7DD27-7699-4C38-AEF0-A8D4F0F614D5}"/>
    <dgm:cxn modelId="{DEFD11D2-E944-4E32-BBCD-77B30815C06F}" type="presOf" srcId="{3D43F400-7973-46BE-AD96-A0E507EA9B72}" destId="{336BBB06-1C15-47E0-BBA1-9EB56AC5D28E}" srcOrd="0" destOrd="0" presId="urn:microsoft.com/office/officeart/2005/8/layout/default"/>
    <dgm:cxn modelId="{0D4CC6E0-4C03-4D6C-9816-1E0E66E63A42}" srcId="{F2C39795-B096-4701-A809-ABFF620600BF}" destId="{F240A91E-83E0-4C4B-A8F2-F6A509F1FF6B}" srcOrd="9" destOrd="0" parTransId="{FF7C2DFA-AEFF-4A48-AE11-0727A4430F95}" sibTransId="{8E649838-9B17-4F6E-BB08-FB7216E68974}"/>
    <dgm:cxn modelId="{9FD3B4E6-F1AF-40BC-B6D3-BB495D7460FB}" type="presOf" srcId="{E3DBBAF5-79AA-4A5B-B375-966C5218F56D}" destId="{F94AB33B-10A8-4863-A6BE-F682EF572494}" srcOrd="0" destOrd="0" presId="urn:microsoft.com/office/officeart/2005/8/layout/default"/>
    <dgm:cxn modelId="{4A9E78EA-8D3B-4B73-B9E6-87D1AFC6B528}" srcId="{F2C39795-B096-4701-A809-ABFF620600BF}" destId="{1509C2EE-0CD8-4DA3-B0CB-351C257DB435}" srcOrd="11" destOrd="0" parTransId="{AF6A0514-CD25-44A4-970F-CE296B891EC6}" sibTransId="{EF51F208-A314-4D20-90DC-FD8B79223379}"/>
    <dgm:cxn modelId="{0BD8F2EA-C790-4910-ABFE-0FA50AFE199F}" type="presOf" srcId="{38920DEF-D8EA-4A9A-9380-BD75DBCFE0C3}" destId="{7B0A022C-19C4-4436-B53B-F1DF42190676}" srcOrd="0" destOrd="0" presId="urn:microsoft.com/office/officeart/2005/8/layout/default"/>
    <dgm:cxn modelId="{906514F9-0BD7-49C6-AE2F-67D532D6E578}" type="presOf" srcId="{1509C2EE-0CD8-4DA3-B0CB-351C257DB435}" destId="{C2D1D466-D7B6-441B-AEFB-B1B26409CD3C}" srcOrd="0" destOrd="0" presId="urn:microsoft.com/office/officeart/2005/8/layout/default"/>
    <dgm:cxn modelId="{5DFF4CDE-BDD6-4FD5-A369-833F0A026C4A}" type="presParOf" srcId="{66F8C840-71AE-48FE-A63D-BEBFDB8C2E1C}" destId="{336BBB06-1C15-47E0-BBA1-9EB56AC5D28E}" srcOrd="0" destOrd="0" presId="urn:microsoft.com/office/officeart/2005/8/layout/default"/>
    <dgm:cxn modelId="{9CA62CA8-4A94-4311-9652-9CC7BBC6CCC0}" type="presParOf" srcId="{66F8C840-71AE-48FE-A63D-BEBFDB8C2E1C}" destId="{0FDD5EC4-57B8-4831-B618-3D522060E205}" srcOrd="1" destOrd="0" presId="urn:microsoft.com/office/officeart/2005/8/layout/default"/>
    <dgm:cxn modelId="{F40E730D-8E02-4A4E-AE16-141CE9256CD4}" type="presParOf" srcId="{66F8C840-71AE-48FE-A63D-BEBFDB8C2E1C}" destId="{F94AB33B-10A8-4863-A6BE-F682EF572494}" srcOrd="2" destOrd="0" presId="urn:microsoft.com/office/officeart/2005/8/layout/default"/>
    <dgm:cxn modelId="{E76EDE52-B246-4CC8-AD9F-EFDD3C373BB3}" type="presParOf" srcId="{66F8C840-71AE-48FE-A63D-BEBFDB8C2E1C}" destId="{FCED1B5E-55E2-4599-A4CD-680EF6DF5E83}" srcOrd="3" destOrd="0" presId="urn:microsoft.com/office/officeart/2005/8/layout/default"/>
    <dgm:cxn modelId="{9B97F5AD-053F-4AB8-83C2-3C26E963B0B6}" type="presParOf" srcId="{66F8C840-71AE-48FE-A63D-BEBFDB8C2E1C}" destId="{CAC4CB54-3D99-44EA-ADCE-0999345B6C1F}" srcOrd="4" destOrd="0" presId="urn:microsoft.com/office/officeart/2005/8/layout/default"/>
    <dgm:cxn modelId="{4AF65E16-C3D8-4298-B7F4-6F295EBBF041}" type="presParOf" srcId="{66F8C840-71AE-48FE-A63D-BEBFDB8C2E1C}" destId="{D779466C-0559-452A-BA3E-76848E436D2C}" srcOrd="5" destOrd="0" presId="urn:microsoft.com/office/officeart/2005/8/layout/default"/>
    <dgm:cxn modelId="{73A7E683-B0C3-445E-8BE8-2D4D4429A1E8}" type="presParOf" srcId="{66F8C840-71AE-48FE-A63D-BEBFDB8C2E1C}" destId="{0D2A2380-BB4E-4077-9CC4-857D42C2DB93}" srcOrd="6" destOrd="0" presId="urn:microsoft.com/office/officeart/2005/8/layout/default"/>
    <dgm:cxn modelId="{85A810E3-8559-472F-9930-29AAEEB27A3F}" type="presParOf" srcId="{66F8C840-71AE-48FE-A63D-BEBFDB8C2E1C}" destId="{E583F655-FA2A-4821-8C41-07FC89A95F9F}" srcOrd="7" destOrd="0" presId="urn:microsoft.com/office/officeart/2005/8/layout/default"/>
    <dgm:cxn modelId="{DD9C1348-8EE9-4E3E-8995-AAC6612BD749}" type="presParOf" srcId="{66F8C840-71AE-48FE-A63D-BEBFDB8C2E1C}" destId="{C23EAB99-D55D-4FF9-9C0A-A28A0B85B1DA}" srcOrd="8" destOrd="0" presId="urn:microsoft.com/office/officeart/2005/8/layout/default"/>
    <dgm:cxn modelId="{15A5A3C4-5588-4771-8CC7-BAA65C22F9A9}" type="presParOf" srcId="{66F8C840-71AE-48FE-A63D-BEBFDB8C2E1C}" destId="{EDCD76A5-6A22-4F39-AE08-FAD33F402105}" srcOrd="9" destOrd="0" presId="urn:microsoft.com/office/officeart/2005/8/layout/default"/>
    <dgm:cxn modelId="{BC39186E-7390-4E8E-AF92-8B2C36ABFB55}" type="presParOf" srcId="{66F8C840-71AE-48FE-A63D-BEBFDB8C2E1C}" destId="{E9924DB2-637E-4762-8B32-932EA3CD5641}" srcOrd="10" destOrd="0" presId="urn:microsoft.com/office/officeart/2005/8/layout/default"/>
    <dgm:cxn modelId="{9D329D76-056B-42DF-9CAA-35F4525C8397}" type="presParOf" srcId="{66F8C840-71AE-48FE-A63D-BEBFDB8C2E1C}" destId="{1B72DCBF-5491-4E66-A91D-80FD6DF9A964}" srcOrd="11" destOrd="0" presId="urn:microsoft.com/office/officeart/2005/8/layout/default"/>
    <dgm:cxn modelId="{C0A7A217-2211-45F5-A88C-3A030C3135E4}" type="presParOf" srcId="{66F8C840-71AE-48FE-A63D-BEBFDB8C2E1C}" destId="{7B0A022C-19C4-4436-B53B-F1DF42190676}" srcOrd="12" destOrd="0" presId="urn:microsoft.com/office/officeart/2005/8/layout/default"/>
    <dgm:cxn modelId="{213B477C-A40F-4BF2-B272-9B611D98CA71}" type="presParOf" srcId="{66F8C840-71AE-48FE-A63D-BEBFDB8C2E1C}" destId="{E232775D-FEDC-4BCD-995E-A8CF7A2E4BF2}" srcOrd="13" destOrd="0" presId="urn:microsoft.com/office/officeart/2005/8/layout/default"/>
    <dgm:cxn modelId="{9D48D2DD-ACD3-4144-97C0-367ACD8F4A32}" type="presParOf" srcId="{66F8C840-71AE-48FE-A63D-BEBFDB8C2E1C}" destId="{2368F40F-ACC7-40BB-94B3-F339ACFF9DC3}" srcOrd="14" destOrd="0" presId="urn:microsoft.com/office/officeart/2005/8/layout/default"/>
    <dgm:cxn modelId="{FA5BE8C2-F5ED-4E03-A919-C97FB9ED1C0F}" type="presParOf" srcId="{66F8C840-71AE-48FE-A63D-BEBFDB8C2E1C}" destId="{E887A432-533C-4092-B807-91BFB4767E47}" srcOrd="15" destOrd="0" presId="urn:microsoft.com/office/officeart/2005/8/layout/default"/>
    <dgm:cxn modelId="{FB3C6BB6-F461-45A3-9895-5827B8B9620D}" type="presParOf" srcId="{66F8C840-71AE-48FE-A63D-BEBFDB8C2E1C}" destId="{E63A72C6-1898-44E0-B454-5042912480E3}" srcOrd="16" destOrd="0" presId="urn:microsoft.com/office/officeart/2005/8/layout/default"/>
    <dgm:cxn modelId="{B48E2708-5BB8-409F-BCD7-7DBF964C5E00}" type="presParOf" srcId="{66F8C840-71AE-48FE-A63D-BEBFDB8C2E1C}" destId="{B081B513-C6F2-47AB-9C1D-5C35026BB5E0}" srcOrd="17" destOrd="0" presId="urn:microsoft.com/office/officeart/2005/8/layout/default"/>
    <dgm:cxn modelId="{2CA71C6D-6205-465B-8908-FF25F847A19E}" type="presParOf" srcId="{66F8C840-71AE-48FE-A63D-BEBFDB8C2E1C}" destId="{B4B9E4D8-01E9-41ED-90CB-EAA77AC0574C}" srcOrd="18" destOrd="0" presId="urn:microsoft.com/office/officeart/2005/8/layout/default"/>
    <dgm:cxn modelId="{703C53D3-8ED8-48AC-A4B4-D0121DA9BEE6}" type="presParOf" srcId="{66F8C840-71AE-48FE-A63D-BEBFDB8C2E1C}" destId="{354BD8D1-A21B-42B5-8CB9-0082758DC4C4}" srcOrd="19" destOrd="0" presId="urn:microsoft.com/office/officeart/2005/8/layout/default"/>
    <dgm:cxn modelId="{53E6983E-A29B-44C1-BEBB-9EFB6091CC6D}" type="presParOf" srcId="{66F8C840-71AE-48FE-A63D-BEBFDB8C2E1C}" destId="{C5996DB9-0225-4602-84B7-786CAB69DE46}" srcOrd="20" destOrd="0" presId="urn:microsoft.com/office/officeart/2005/8/layout/default"/>
    <dgm:cxn modelId="{598D9A01-390B-41F7-9FB3-F3C611FF6833}" type="presParOf" srcId="{66F8C840-71AE-48FE-A63D-BEBFDB8C2E1C}" destId="{55ECE449-C22A-449F-AD59-76F1A9649C5C}" srcOrd="21" destOrd="0" presId="urn:microsoft.com/office/officeart/2005/8/layout/default"/>
    <dgm:cxn modelId="{892B60E9-C582-4FED-8249-BC5A4453DE26}" type="presParOf" srcId="{66F8C840-71AE-48FE-A63D-BEBFDB8C2E1C}" destId="{C2D1D466-D7B6-441B-AEFB-B1B26409CD3C}" srcOrd="2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DA1670B-EFD5-4AA7-9712-7E329258879B}" type="doc">
      <dgm:prSet loTypeId="urn:microsoft.com/office/officeart/2005/8/layout/default" loCatId="list" qsTypeId="urn:microsoft.com/office/officeart/2005/8/quickstyle/simple1" qsCatId="simple" csTypeId="urn:microsoft.com/office/officeart/2005/8/colors/accent1_1" csCatId="accent1" phldr="1"/>
      <dgm:spPr/>
      <dgm:t>
        <a:bodyPr/>
        <a:lstStyle/>
        <a:p>
          <a:endParaRPr lang="en-GB"/>
        </a:p>
      </dgm:t>
    </dgm:pt>
    <dgm:pt modelId="{0D961F7B-E3A6-420F-AC7A-39089C6F2893}">
      <dgm:prSet/>
      <dgm:spPr/>
      <dgm:t>
        <a:bodyPr/>
        <a:lstStyle/>
        <a:p>
          <a:r>
            <a:rPr lang="en-GB" dirty="0"/>
            <a:t>Customers must be able to make a new reservation</a:t>
          </a:r>
        </a:p>
      </dgm:t>
    </dgm:pt>
    <dgm:pt modelId="{D9834F15-50C7-41D4-B988-A65E5D447382}" type="parTrans" cxnId="{CFD7A692-2A6E-4E08-8BB4-981AB5B79EC6}">
      <dgm:prSet/>
      <dgm:spPr/>
      <dgm:t>
        <a:bodyPr/>
        <a:lstStyle/>
        <a:p>
          <a:endParaRPr lang="en-GB"/>
        </a:p>
      </dgm:t>
    </dgm:pt>
    <dgm:pt modelId="{40976A19-CD8F-46C5-8F8F-FE5455149E06}" type="sibTrans" cxnId="{CFD7A692-2A6E-4E08-8BB4-981AB5B79EC6}">
      <dgm:prSet/>
      <dgm:spPr/>
      <dgm:t>
        <a:bodyPr/>
        <a:lstStyle/>
        <a:p>
          <a:endParaRPr lang="en-GB"/>
        </a:p>
      </dgm:t>
    </dgm:pt>
    <dgm:pt modelId="{BAF6EDCF-9D5D-4142-9670-EB197AFE32EC}">
      <dgm:prSet/>
      <dgm:spPr/>
      <dgm:t>
        <a:bodyPr/>
        <a:lstStyle/>
        <a:p>
          <a:r>
            <a:rPr lang="en-GB"/>
            <a:t>Customers must be able to view/amend their bookings</a:t>
          </a:r>
          <a:endParaRPr lang="en-GB" dirty="0"/>
        </a:p>
      </dgm:t>
    </dgm:pt>
    <dgm:pt modelId="{305A30E1-184C-4EEB-9445-157EE9491FBD}" type="parTrans" cxnId="{2BF37A50-A5E2-4653-B99C-265805AF4CCB}">
      <dgm:prSet/>
      <dgm:spPr/>
      <dgm:t>
        <a:bodyPr/>
        <a:lstStyle/>
        <a:p>
          <a:endParaRPr lang="en-GB"/>
        </a:p>
      </dgm:t>
    </dgm:pt>
    <dgm:pt modelId="{0183F1CD-38A5-43D3-8E46-EC0B77C12CB6}" type="sibTrans" cxnId="{2BF37A50-A5E2-4653-B99C-265805AF4CCB}">
      <dgm:prSet/>
      <dgm:spPr/>
      <dgm:t>
        <a:bodyPr/>
        <a:lstStyle/>
        <a:p>
          <a:endParaRPr lang="en-GB"/>
        </a:p>
      </dgm:t>
    </dgm:pt>
    <dgm:pt modelId="{90DA1649-C903-4330-8EE7-2AEB9F14B456}">
      <dgm:prSet/>
      <dgm:spPr/>
      <dgm:t>
        <a:bodyPr/>
        <a:lstStyle/>
        <a:p>
          <a:r>
            <a:rPr lang="en-GB"/>
            <a:t>Employees must be able to view all bookings on a particular flight</a:t>
          </a:r>
        </a:p>
      </dgm:t>
    </dgm:pt>
    <dgm:pt modelId="{290C6B7E-D0F1-44C5-9F3B-B89A6D34D1C4}" type="parTrans" cxnId="{0442C2FD-183C-423F-980B-D77D8BF5CCFC}">
      <dgm:prSet/>
      <dgm:spPr/>
      <dgm:t>
        <a:bodyPr/>
        <a:lstStyle/>
        <a:p>
          <a:endParaRPr lang="en-GB"/>
        </a:p>
      </dgm:t>
    </dgm:pt>
    <dgm:pt modelId="{510C6873-8C50-4117-B365-70C6A6E6F639}" type="sibTrans" cxnId="{0442C2FD-183C-423F-980B-D77D8BF5CCFC}">
      <dgm:prSet/>
      <dgm:spPr/>
      <dgm:t>
        <a:bodyPr/>
        <a:lstStyle/>
        <a:p>
          <a:endParaRPr lang="en-GB"/>
        </a:p>
      </dgm:t>
    </dgm:pt>
    <dgm:pt modelId="{4128A2D2-EDF2-40F5-8EF6-CD65BD642CB6}">
      <dgm:prSet/>
      <dgm:spPr/>
      <dgm:t>
        <a:bodyPr/>
        <a:lstStyle/>
        <a:p>
          <a:r>
            <a:rPr lang="en-GB" dirty="0"/>
            <a:t>Employees must be able to view all flights departing a particular airport</a:t>
          </a:r>
        </a:p>
      </dgm:t>
    </dgm:pt>
    <dgm:pt modelId="{46727B63-77FD-4EB8-89DF-078593DCD2D2}" type="parTrans" cxnId="{799147DD-CC40-4289-85AB-58D1DE3FDECA}">
      <dgm:prSet/>
      <dgm:spPr/>
      <dgm:t>
        <a:bodyPr/>
        <a:lstStyle/>
        <a:p>
          <a:endParaRPr lang="en-GB"/>
        </a:p>
      </dgm:t>
    </dgm:pt>
    <dgm:pt modelId="{39526A29-D3E6-4BCB-802A-5D673853952A}" type="sibTrans" cxnId="{799147DD-CC40-4289-85AB-58D1DE3FDECA}">
      <dgm:prSet/>
      <dgm:spPr/>
      <dgm:t>
        <a:bodyPr/>
        <a:lstStyle/>
        <a:p>
          <a:endParaRPr lang="en-GB"/>
        </a:p>
      </dgm:t>
    </dgm:pt>
    <dgm:pt modelId="{47DE2EC5-C02E-4AB4-9D3B-E83E7C1D4A73}">
      <dgm:prSet/>
      <dgm:spPr/>
      <dgm:t>
        <a:bodyPr/>
        <a:lstStyle/>
        <a:p>
          <a:r>
            <a:rPr lang="en-GB"/>
            <a:t>Admin must be able to add/delete a flight</a:t>
          </a:r>
          <a:endParaRPr lang="en-GB" dirty="0"/>
        </a:p>
      </dgm:t>
    </dgm:pt>
    <dgm:pt modelId="{DE2F54D3-BDF7-4D89-9EF1-E69C2D05AC80}" type="parTrans" cxnId="{CDF8074D-885E-444B-BFE0-EA31F6A45AF0}">
      <dgm:prSet/>
      <dgm:spPr/>
      <dgm:t>
        <a:bodyPr/>
        <a:lstStyle/>
        <a:p>
          <a:endParaRPr lang="en-GB"/>
        </a:p>
      </dgm:t>
    </dgm:pt>
    <dgm:pt modelId="{BB53767B-8EF4-495F-82D0-E3F7B9911680}" type="sibTrans" cxnId="{CDF8074D-885E-444B-BFE0-EA31F6A45AF0}">
      <dgm:prSet/>
      <dgm:spPr/>
      <dgm:t>
        <a:bodyPr/>
        <a:lstStyle/>
        <a:p>
          <a:endParaRPr lang="en-GB"/>
        </a:p>
      </dgm:t>
    </dgm:pt>
    <dgm:pt modelId="{828EF3BC-6AE9-432F-B08A-3939D9864193}">
      <dgm:prSet/>
      <dgm:spPr/>
      <dgm:t>
        <a:bodyPr/>
        <a:lstStyle/>
        <a:p>
          <a:r>
            <a:rPr lang="en-GB"/>
            <a:t>Admin must be able to add new airports</a:t>
          </a:r>
        </a:p>
      </dgm:t>
    </dgm:pt>
    <dgm:pt modelId="{D8E81D43-E255-461D-8491-D8A754B45B55}" type="parTrans" cxnId="{81091285-22FB-4115-BA52-78B68C1B94BD}">
      <dgm:prSet/>
      <dgm:spPr/>
      <dgm:t>
        <a:bodyPr/>
        <a:lstStyle/>
        <a:p>
          <a:endParaRPr lang="en-GB"/>
        </a:p>
      </dgm:t>
    </dgm:pt>
    <dgm:pt modelId="{DB2CA4FC-D4F2-4C99-BBA7-D41968333EF5}" type="sibTrans" cxnId="{81091285-22FB-4115-BA52-78B68C1B94BD}">
      <dgm:prSet/>
      <dgm:spPr/>
      <dgm:t>
        <a:bodyPr/>
        <a:lstStyle/>
        <a:p>
          <a:endParaRPr lang="en-GB"/>
        </a:p>
      </dgm:t>
    </dgm:pt>
    <dgm:pt modelId="{918E67E1-8EA0-4714-B232-477697EA71B0}">
      <dgm:prSet/>
      <dgm:spPr/>
      <dgm:t>
        <a:bodyPr/>
        <a:lstStyle/>
        <a:p>
          <a:r>
            <a:rPr lang="en-GB"/>
            <a:t>The system must allow searches between two airports</a:t>
          </a:r>
          <a:endParaRPr lang="en-GB" dirty="0"/>
        </a:p>
      </dgm:t>
    </dgm:pt>
    <dgm:pt modelId="{41BB37E4-E3B7-4790-B63F-6A536AE39160}" type="parTrans" cxnId="{38DE972B-AAC5-4D75-82CC-98E95483CB07}">
      <dgm:prSet/>
      <dgm:spPr/>
      <dgm:t>
        <a:bodyPr/>
        <a:lstStyle/>
        <a:p>
          <a:endParaRPr lang="en-GB"/>
        </a:p>
      </dgm:t>
    </dgm:pt>
    <dgm:pt modelId="{79D2A409-4A2C-4BE0-A8E0-34D6634A38C6}" type="sibTrans" cxnId="{38DE972B-AAC5-4D75-82CC-98E95483CB07}">
      <dgm:prSet/>
      <dgm:spPr/>
      <dgm:t>
        <a:bodyPr/>
        <a:lstStyle/>
        <a:p>
          <a:endParaRPr lang="en-GB"/>
        </a:p>
      </dgm:t>
    </dgm:pt>
    <dgm:pt modelId="{84ABE39D-5A3F-4A3F-849F-309FDC9840E6}">
      <dgm:prSet/>
      <dgm:spPr/>
      <dgm:t>
        <a:bodyPr/>
        <a:lstStyle/>
        <a:p>
          <a:r>
            <a:rPr lang="en-GB" dirty="0"/>
            <a:t>The system must allow the customer to reserve a seat on a particular flight</a:t>
          </a:r>
        </a:p>
      </dgm:t>
    </dgm:pt>
    <dgm:pt modelId="{2415E4BB-8188-4FF8-A843-AF7E3256C62A}" type="parTrans" cxnId="{177B8765-4CE2-4209-A641-231FBB64AE16}">
      <dgm:prSet/>
      <dgm:spPr/>
      <dgm:t>
        <a:bodyPr/>
        <a:lstStyle/>
        <a:p>
          <a:endParaRPr lang="en-GB"/>
        </a:p>
      </dgm:t>
    </dgm:pt>
    <dgm:pt modelId="{DC51D9B1-02E0-4EC2-9D29-443308227DDA}" type="sibTrans" cxnId="{177B8765-4CE2-4209-A641-231FBB64AE16}">
      <dgm:prSet/>
      <dgm:spPr/>
      <dgm:t>
        <a:bodyPr/>
        <a:lstStyle/>
        <a:p>
          <a:endParaRPr lang="en-GB"/>
        </a:p>
      </dgm:t>
    </dgm:pt>
    <dgm:pt modelId="{5DB92579-BE0C-40CE-BCE1-8B1ED98A9F6E}">
      <dgm:prSet/>
      <dgm:spPr/>
      <dgm:t>
        <a:bodyPr/>
        <a:lstStyle/>
        <a:p>
          <a:r>
            <a:rPr lang="en-GB"/>
            <a:t>The system for customers must run in all web browsers</a:t>
          </a:r>
        </a:p>
      </dgm:t>
    </dgm:pt>
    <dgm:pt modelId="{96DC5128-BCF0-408C-89AC-61CE2341E559}" type="parTrans" cxnId="{0652DBDF-356F-4807-AF93-DCCB13800DE1}">
      <dgm:prSet/>
      <dgm:spPr/>
      <dgm:t>
        <a:bodyPr/>
        <a:lstStyle/>
        <a:p>
          <a:endParaRPr lang="en-GB"/>
        </a:p>
      </dgm:t>
    </dgm:pt>
    <dgm:pt modelId="{68643944-736D-424E-97DF-57DEECBFDF71}" type="sibTrans" cxnId="{0652DBDF-356F-4807-AF93-DCCB13800DE1}">
      <dgm:prSet/>
      <dgm:spPr/>
      <dgm:t>
        <a:bodyPr/>
        <a:lstStyle/>
        <a:p>
          <a:endParaRPr lang="en-GB"/>
        </a:p>
      </dgm:t>
    </dgm:pt>
    <dgm:pt modelId="{3B146E8A-FC77-4486-A969-501DE25A1FB5}">
      <dgm:prSet/>
      <dgm:spPr/>
      <dgm:t>
        <a:bodyPr/>
        <a:lstStyle/>
        <a:p>
          <a:r>
            <a:rPr lang="en-GB"/>
            <a:t>The system must perform a back-up every hour</a:t>
          </a:r>
          <a:endParaRPr lang="en-GB" dirty="0"/>
        </a:p>
      </dgm:t>
    </dgm:pt>
    <dgm:pt modelId="{B79DCFDE-9126-441A-A261-894D4CE829BA}" type="parTrans" cxnId="{5185EF59-F86B-4FF0-9071-7D7EB2973362}">
      <dgm:prSet/>
      <dgm:spPr/>
      <dgm:t>
        <a:bodyPr/>
        <a:lstStyle/>
        <a:p>
          <a:endParaRPr lang="en-GB"/>
        </a:p>
      </dgm:t>
    </dgm:pt>
    <dgm:pt modelId="{86CADC0D-A309-4A0A-9079-1D39455D2581}" type="sibTrans" cxnId="{5185EF59-F86B-4FF0-9071-7D7EB2973362}">
      <dgm:prSet/>
      <dgm:spPr/>
      <dgm:t>
        <a:bodyPr/>
        <a:lstStyle/>
        <a:p>
          <a:endParaRPr lang="en-GB"/>
        </a:p>
      </dgm:t>
    </dgm:pt>
    <dgm:pt modelId="{F08A58D8-512F-497B-85EB-128CAD517CF8}">
      <dgm:prSet/>
      <dgm:spPr/>
      <dgm:t>
        <a:bodyPr/>
        <a:lstStyle/>
        <a:p>
          <a:r>
            <a:rPr lang="en-GB"/>
            <a:t>Customers should only be able to see their own bookings and not those of other customers</a:t>
          </a:r>
        </a:p>
      </dgm:t>
    </dgm:pt>
    <dgm:pt modelId="{1BF2EF02-DD54-4627-BD68-7999239EB188}" type="parTrans" cxnId="{2974C5B0-03DC-499D-9FFA-732B308EC359}">
      <dgm:prSet/>
      <dgm:spPr/>
      <dgm:t>
        <a:bodyPr/>
        <a:lstStyle/>
        <a:p>
          <a:endParaRPr lang="en-GB"/>
        </a:p>
      </dgm:t>
    </dgm:pt>
    <dgm:pt modelId="{EA1020D1-5DE5-4085-A48B-5FBCD86897AD}" type="sibTrans" cxnId="{2974C5B0-03DC-499D-9FFA-732B308EC359}">
      <dgm:prSet/>
      <dgm:spPr/>
      <dgm:t>
        <a:bodyPr/>
        <a:lstStyle/>
        <a:p>
          <a:endParaRPr lang="en-GB"/>
        </a:p>
      </dgm:t>
    </dgm:pt>
    <dgm:pt modelId="{ECCF8F6F-3C30-4BDE-B5E6-FCC4C95866FF}">
      <dgm:prSet/>
      <dgm:spPr/>
      <dgm:t>
        <a:bodyPr/>
        <a:lstStyle/>
        <a:p>
          <a:r>
            <a:rPr lang="en-GB"/>
            <a:t>The interface should be clear and easy to use by customers, employees and admin</a:t>
          </a:r>
          <a:endParaRPr lang="en-GB" dirty="0"/>
        </a:p>
      </dgm:t>
    </dgm:pt>
    <dgm:pt modelId="{A2500191-2079-488E-8F5A-125F005D7C1E}" type="sibTrans" cxnId="{68EA223F-03A5-42F8-A985-661B68A916E1}">
      <dgm:prSet/>
      <dgm:spPr/>
      <dgm:t>
        <a:bodyPr/>
        <a:lstStyle/>
        <a:p>
          <a:endParaRPr lang="en-GB"/>
        </a:p>
      </dgm:t>
    </dgm:pt>
    <dgm:pt modelId="{E20524E0-FD22-4CDF-8ABB-FB63CD5A2960}" type="parTrans" cxnId="{68EA223F-03A5-42F8-A985-661B68A916E1}">
      <dgm:prSet/>
      <dgm:spPr/>
      <dgm:t>
        <a:bodyPr/>
        <a:lstStyle/>
        <a:p>
          <a:endParaRPr lang="en-GB"/>
        </a:p>
      </dgm:t>
    </dgm:pt>
    <dgm:pt modelId="{F9E208E9-423E-4F1B-9515-0C8F38442B80}" type="pres">
      <dgm:prSet presAssocID="{2DA1670B-EFD5-4AA7-9712-7E329258879B}" presName="diagram" presStyleCnt="0">
        <dgm:presLayoutVars>
          <dgm:dir/>
          <dgm:resizeHandles val="exact"/>
        </dgm:presLayoutVars>
      </dgm:prSet>
      <dgm:spPr/>
    </dgm:pt>
    <dgm:pt modelId="{09D732E4-E29D-4B90-BF01-C90D909588F9}" type="pres">
      <dgm:prSet presAssocID="{0D961F7B-E3A6-420F-AC7A-39089C6F2893}" presName="node" presStyleLbl="node1" presStyleIdx="0" presStyleCnt="12">
        <dgm:presLayoutVars>
          <dgm:bulletEnabled val="1"/>
        </dgm:presLayoutVars>
      </dgm:prSet>
      <dgm:spPr/>
    </dgm:pt>
    <dgm:pt modelId="{2CDCE230-820A-44DB-BE19-0F6860E8E67D}" type="pres">
      <dgm:prSet presAssocID="{40976A19-CD8F-46C5-8F8F-FE5455149E06}" presName="sibTrans" presStyleCnt="0"/>
      <dgm:spPr/>
    </dgm:pt>
    <dgm:pt modelId="{F528B67B-42F9-4738-8F1A-A207BA873C2C}" type="pres">
      <dgm:prSet presAssocID="{BAF6EDCF-9D5D-4142-9670-EB197AFE32EC}" presName="node" presStyleLbl="node1" presStyleIdx="1" presStyleCnt="12">
        <dgm:presLayoutVars>
          <dgm:bulletEnabled val="1"/>
        </dgm:presLayoutVars>
      </dgm:prSet>
      <dgm:spPr/>
    </dgm:pt>
    <dgm:pt modelId="{0B82870D-4487-4E33-A0EE-F5006C80F64B}" type="pres">
      <dgm:prSet presAssocID="{0183F1CD-38A5-43D3-8E46-EC0B77C12CB6}" presName="sibTrans" presStyleCnt="0"/>
      <dgm:spPr/>
    </dgm:pt>
    <dgm:pt modelId="{221503CD-102F-4561-BFC7-58C3670A0BE5}" type="pres">
      <dgm:prSet presAssocID="{90DA1649-C903-4330-8EE7-2AEB9F14B456}" presName="node" presStyleLbl="node1" presStyleIdx="2" presStyleCnt="12">
        <dgm:presLayoutVars>
          <dgm:bulletEnabled val="1"/>
        </dgm:presLayoutVars>
      </dgm:prSet>
      <dgm:spPr/>
    </dgm:pt>
    <dgm:pt modelId="{06E6A547-A47C-4B4A-978D-E229A4F36C5B}" type="pres">
      <dgm:prSet presAssocID="{510C6873-8C50-4117-B365-70C6A6E6F639}" presName="sibTrans" presStyleCnt="0"/>
      <dgm:spPr/>
    </dgm:pt>
    <dgm:pt modelId="{63DAC724-9F7D-4B35-9D2C-7BA12EC5539B}" type="pres">
      <dgm:prSet presAssocID="{4128A2D2-EDF2-40F5-8EF6-CD65BD642CB6}" presName="node" presStyleLbl="node1" presStyleIdx="3" presStyleCnt="12">
        <dgm:presLayoutVars>
          <dgm:bulletEnabled val="1"/>
        </dgm:presLayoutVars>
      </dgm:prSet>
      <dgm:spPr/>
    </dgm:pt>
    <dgm:pt modelId="{72CCE66C-AB2B-4E52-881C-25BB0D5EBE29}" type="pres">
      <dgm:prSet presAssocID="{39526A29-D3E6-4BCB-802A-5D673853952A}" presName="sibTrans" presStyleCnt="0"/>
      <dgm:spPr/>
    </dgm:pt>
    <dgm:pt modelId="{6F5E656E-8099-46BF-882E-D9AFC008CBBE}" type="pres">
      <dgm:prSet presAssocID="{47DE2EC5-C02E-4AB4-9D3B-E83E7C1D4A73}" presName="node" presStyleLbl="node1" presStyleIdx="4" presStyleCnt="12">
        <dgm:presLayoutVars>
          <dgm:bulletEnabled val="1"/>
        </dgm:presLayoutVars>
      </dgm:prSet>
      <dgm:spPr/>
    </dgm:pt>
    <dgm:pt modelId="{AD829287-F8EB-405D-BD4C-1336D72B3380}" type="pres">
      <dgm:prSet presAssocID="{BB53767B-8EF4-495F-82D0-E3F7B9911680}" presName="sibTrans" presStyleCnt="0"/>
      <dgm:spPr/>
    </dgm:pt>
    <dgm:pt modelId="{4B88AEA5-7D1B-429E-941F-2F6301315585}" type="pres">
      <dgm:prSet presAssocID="{828EF3BC-6AE9-432F-B08A-3939D9864193}" presName="node" presStyleLbl="node1" presStyleIdx="5" presStyleCnt="12">
        <dgm:presLayoutVars>
          <dgm:bulletEnabled val="1"/>
        </dgm:presLayoutVars>
      </dgm:prSet>
      <dgm:spPr/>
    </dgm:pt>
    <dgm:pt modelId="{AFBF5F87-1627-42AC-8B34-EF34E5BED4A4}" type="pres">
      <dgm:prSet presAssocID="{DB2CA4FC-D4F2-4C99-BBA7-D41968333EF5}" presName="sibTrans" presStyleCnt="0"/>
      <dgm:spPr/>
    </dgm:pt>
    <dgm:pt modelId="{63EC432F-EA1B-44B5-A3CA-85A55E35010D}" type="pres">
      <dgm:prSet presAssocID="{918E67E1-8EA0-4714-B232-477697EA71B0}" presName="node" presStyleLbl="node1" presStyleIdx="6" presStyleCnt="12">
        <dgm:presLayoutVars>
          <dgm:bulletEnabled val="1"/>
        </dgm:presLayoutVars>
      </dgm:prSet>
      <dgm:spPr/>
    </dgm:pt>
    <dgm:pt modelId="{65F7D95D-34B3-483F-88B5-9CF3F6B7E8B5}" type="pres">
      <dgm:prSet presAssocID="{79D2A409-4A2C-4BE0-A8E0-34D6634A38C6}" presName="sibTrans" presStyleCnt="0"/>
      <dgm:spPr/>
    </dgm:pt>
    <dgm:pt modelId="{3D2D3F85-7AA1-4778-B052-06665675C661}" type="pres">
      <dgm:prSet presAssocID="{84ABE39D-5A3F-4A3F-849F-309FDC9840E6}" presName="node" presStyleLbl="node1" presStyleIdx="7" presStyleCnt="12">
        <dgm:presLayoutVars>
          <dgm:bulletEnabled val="1"/>
        </dgm:presLayoutVars>
      </dgm:prSet>
      <dgm:spPr/>
    </dgm:pt>
    <dgm:pt modelId="{6D4D50D6-300F-486E-A379-A210627C0622}" type="pres">
      <dgm:prSet presAssocID="{DC51D9B1-02E0-4EC2-9D29-443308227DDA}" presName="sibTrans" presStyleCnt="0"/>
      <dgm:spPr/>
    </dgm:pt>
    <dgm:pt modelId="{55670F8E-F8D8-4950-B881-80C7D5F1E199}" type="pres">
      <dgm:prSet presAssocID="{5DB92579-BE0C-40CE-BCE1-8B1ED98A9F6E}" presName="node" presStyleLbl="node1" presStyleIdx="8" presStyleCnt="12">
        <dgm:presLayoutVars>
          <dgm:bulletEnabled val="1"/>
        </dgm:presLayoutVars>
      </dgm:prSet>
      <dgm:spPr/>
    </dgm:pt>
    <dgm:pt modelId="{44DA78EA-609A-45B3-9D25-D8D2A4A09B84}" type="pres">
      <dgm:prSet presAssocID="{68643944-736D-424E-97DF-57DEECBFDF71}" presName="sibTrans" presStyleCnt="0"/>
      <dgm:spPr/>
    </dgm:pt>
    <dgm:pt modelId="{801CEEEF-A02B-4E68-A88C-937DA5CC3B6D}" type="pres">
      <dgm:prSet presAssocID="{3B146E8A-FC77-4486-A969-501DE25A1FB5}" presName="node" presStyleLbl="node1" presStyleIdx="9" presStyleCnt="12">
        <dgm:presLayoutVars>
          <dgm:bulletEnabled val="1"/>
        </dgm:presLayoutVars>
      </dgm:prSet>
      <dgm:spPr/>
    </dgm:pt>
    <dgm:pt modelId="{FC8074AD-37E0-46A8-8F38-CDF80ED7105A}" type="pres">
      <dgm:prSet presAssocID="{86CADC0D-A309-4A0A-9079-1D39455D2581}" presName="sibTrans" presStyleCnt="0"/>
      <dgm:spPr/>
    </dgm:pt>
    <dgm:pt modelId="{35F37242-8E55-49EA-A996-0BE3B5409CB1}" type="pres">
      <dgm:prSet presAssocID="{F08A58D8-512F-497B-85EB-128CAD517CF8}" presName="node" presStyleLbl="node1" presStyleIdx="10" presStyleCnt="12">
        <dgm:presLayoutVars>
          <dgm:bulletEnabled val="1"/>
        </dgm:presLayoutVars>
      </dgm:prSet>
      <dgm:spPr/>
    </dgm:pt>
    <dgm:pt modelId="{D6CEF589-F373-4EC6-8E70-465D48ADCEF7}" type="pres">
      <dgm:prSet presAssocID="{EA1020D1-5DE5-4085-A48B-5FBCD86897AD}" presName="sibTrans" presStyleCnt="0"/>
      <dgm:spPr/>
    </dgm:pt>
    <dgm:pt modelId="{EF4E7CE4-BE73-4DD0-8E5B-0E7479E58D9C}" type="pres">
      <dgm:prSet presAssocID="{ECCF8F6F-3C30-4BDE-B5E6-FCC4C95866FF}" presName="node" presStyleLbl="node1" presStyleIdx="11" presStyleCnt="12">
        <dgm:presLayoutVars>
          <dgm:bulletEnabled val="1"/>
        </dgm:presLayoutVars>
      </dgm:prSet>
      <dgm:spPr/>
    </dgm:pt>
  </dgm:ptLst>
  <dgm:cxnLst>
    <dgm:cxn modelId="{7B3F0C0C-B510-4B27-A0C1-97F7F99AA34C}" type="presOf" srcId="{918E67E1-8EA0-4714-B232-477697EA71B0}" destId="{63EC432F-EA1B-44B5-A3CA-85A55E35010D}" srcOrd="0" destOrd="0" presId="urn:microsoft.com/office/officeart/2005/8/layout/default"/>
    <dgm:cxn modelId="{A6E4FD0E-0178-4A34-95AF-A371C87EB6BA}" type="presOf" srcId="{3B146E8A-FC77-4486-A969-501DE25A1FB5}" destId="{801CEEEF-A02B-4E68-A88C-937DA5CC3B6D}" srcOrd="0" destOrd="0" presId="urn:microsoft.com/office/officeart/2005/8/layout/default"/>
    <dgm:cxn modelId="{BD610115-0AF7-4F83-8B76-0A2CF90E9C5F}" type="presOf" srcId="{84ABE39D-5A3F-4A3F-849F-309FDC9840E6}" destId="{3D2D3F85-7AA1-4778-B052-06665675C661}" srcOrd="0" destOrd="0" presId="urn:microsoft.com/office/officeart/2005/8/layout/default"/>
    <dgm:cxn modelId="{38DE972B-AAC5-4D75-82CC-98E95483CB07}" srcId="{2DA1670B-EFD5-4AA7-9712-7E329258879B}" destId="{918E67E1-8EA0-4714-B232-477697EA71B0}" srcOrd="6" destOrd="0" parTransId="{41BB37E4-E3B7-4790-B63F-6A536AE39160}" sibTransId="{79D2A409-4A2C-4BE0-A8E0-34D6634A38C6}"/>
    <dgm:cxn modelId="{68EA223F-03A5-42F8-A985-661B68A916E1}" srcId="{2DA1670B-EFD5-4AA7-9712-7E329258879B}" destId="{ECCF8F6F-3C30-4BDE-B5E6-FCC4C95866FF}" srcOrd="11" destOrd="0" parTransId="{E20524E0-FD22-4CDF-8ABB-FB63CD5A2960}" sibTransId="{A2500191-2079-488E-8F5A-125F005D7C1E}"/>
    <dgm:cxn modelId="{46D2403F-CFDD-4F5D-BF78-4D0681E4612F}" type="presOf" srcId="{828EF3BC-6AE9-432F-B08A-3939D9864193}" destId="{4B88AEA5-7D1B-429E-941F-2F6301315585}" srcOrd="0" destOrd="0" presId="urn:microsoft.com/office/officeart/2005/8/layout/default"/>
    <dgm:cxn modelId="{177B8765-4CE2-4209-A641-231FBB64AE16}" srcId="{2DA1670B-EFD5-4AA7-9712-7E329258879B}" destId="{84ABE39D-5A3F-4A3F-849F-309FDC9840E6}" srcOrd="7" destOrd="0" parTransId="{2415E4BB-8188-4FF8-A843-AF7E3256C62A}" sibTransId="{DC51D9B1-02E0-4EC2-9D29-443308227DDA}"/>
    <dgm:cxn modelId="{CDF8074D-885E-444B-BFE0-EA31F6A45AF0}" srcId="{2DA1670B-EFD5-4AA7-9712-7E329258879B}" destId="{47DE2EC5-C02E-4AB4-9D3B-E83E7C1D4A73}" srcOrd="4" destOrd="0" parTransId="{DE2F54D3-BDF7-4D89-9EF1-E69C2D05AC80}" sibTransId="{BB53767B-8EF4-495F-82D0-E3F7B9911680}"/>
    <dgm:cxn modelId="{2BF37A50-A5E2-4653-B99C-265805AF4CCB}" srcId="{2DA1670B-EFD5-4AA7-9712-7E329258879B}" destId="{BAF6EDCF-9D5D-4142-9670-EB197AFE32EC}" srcOrd="1" destOrd="0" parTransId="{305A30E1-184C-4EEB-9445-157EE9491FBD}" sibTransId="{0183F1CD-38A5-43D3-8E46-EC0B77C12CB6}"/>
    <dgm:cxn modelId="{DA59F553-AC9C-40C3-A0F0-75C3E173D99E}" type="presOf" srcId="{2DA1670B-EFD5-4AA7-9712-7E329258879B}" destId="{F9E208E9-423E-4F1B-9515-0C8F38442B80}" srcOrd="0" destOrd="0" presId="urn:microsoft.com/office/officeart/2005/8/layout/default"/>
    <dgm:cxn modelId="{9F24AC58-A3AB-4BBB-9F36-FD014ED03F77}" type="presOf" srcId="{4128A2D2-EDF2-40F5-8EF6-CD65BD642CB6}" destId="{63DAC724-9F7D-4B35-9D2C-7BA12EC5539B}" srcOrd="0" destOrd="0" presId="urn:microsoft.com/office/officeart/2005/8/layout/default"/>
    <dgm:cxn modelId="{5185EF59-F86B-4FF0-9071-7D7EB2973362}" srcId="{2DA1670B-EFD5-4AA7-9712-7E329258879B}" destId="{3B146E8A-FC77-4486-A969-501DE25A1FB5}" srcOrd="9" destOrd="0" parTransId="{B79DCFDE-9126-441A-A261-894D4CE829BA}" sibTransId="{86CADC0D-A309-4A0A-9079-1D39455D2581}"/>
    <dgm:cxn modelId="{E42E3A5A-DF3F-4534-957A-3CA70F03D5E2}" type="presOf" srcId="{ECCF8F6F-3C30-4BDE-B5E6-FCC4C95866FF}" destId="{EF4E7CE4-BE73-4DD0-8E5B-0E7479E58D9C}" srcOrd="0" destOrd="0" presId="urn:microsoft.com/office/officeart/2005/8/layout/default"/>
    <dgm:cxn modelId="{81091285-22FB-4115-BA52-78B68C1B94BD}" srcId="{2DA1670B-EFD5-4AA7-9712-7E329258879B}" destId="{828EF3BC-6AE9-432F-B08A-3939D9864193}" srcOrd="5" destOrd="0" parTransId="{D8E81D43-E255-461D-8491-D8A754B45B55}" sibTransId="{DB2CA4FC-D4F2-4C99-BBA7-D41968333EF5}"/>
    <dgm:cxn modelId="{A8364788-7D46-4F21-A1B3-724ED56885EC}" type="presOf" srcId="{5DB92579-BE0C-40CE-BCE1-8B1ED98A9F6E}" destId="{55670F8E-F8D8-4950-B881-80C7D5F1E199}" srcOrd="0" destOrd="0" presId="urn:microsoft.com/office/officeart/2005/8/layout/default"/>
    <dgm:cxn modelId="{B1495B8C-8DE7-4AE1-8CCB-4D8D9C56964D}" type="presOf" srcId="{47DE2EC5-C02E-4AB4-9D3B-E83E7C1D4A73}" destId="{6F5E656E-8099-46BF-882E-D9AFC008CBBE}" srcOrd="0" destOrd="0" presId="urn:microsoft.com/office/officeart/2005/8/layout/default"/>
    <dgm:cxn modelId="{CFD7A692-2A6E-4E08-8BB4-981AB5B79EC6}" srcId="{2DA1670B-EFD5-4AA7-9712-7E329258879B}" destId="{0D961F7B-E3A6-420F-AC7A-39089C6F2893}" srcOrd="0" destOrd="0" parTransId="{D9834F15-50C7-41D4-B988-A65E5D447382}" sibTransId="{40976A19-CD8F-46C5-8F8F-FE5455149E06}"/>
    <dgm:cxn modelId="{C8252C93-4A63-435B-9CC8-6789C07908F7}" type="presOf" srcId="{BAF6EDCF-9D5D-4142-9670-EB197AFE32EC}" destId="{F528B67B-42F9-4738-8F1A-A207BA873C2C}" srcOrd="0" destOrd="0" presId="urn:microsoft.com/office/officeart/2005/8/layout/default"/>
    <dgm:cxn modelId="{B247489A-A8C6-49E6-8EF9-2C55B4F85D91}" type="presOf" srcId="{F08A58D8-512F-497B-85EB-128CAD517CF8}" destId="{35F37242-8E55-49EA-A996-0BE3B5409CB1}" srcOrd="0" destOrd="0" presId="urn:microsoft.com/office/officeart/2005/8/layout/default"/>
    <dgm:cxn modelId="{64708A9B-4673-44C5-B8B9-D2ADDA6DC00B}" type="presOf" srcId="{90DA1649-C903-4330-8EE7-2AEB9F14B456}" destId="{221503CD-102F-4561-BFC7-58C3670A0BE5}" srcOrd="0" destOrd="0" presId="urn:microsoft.com/office/officeart/2005/8/layout/default"/>
    <dgm:cxn modelId="{2974C5B0-03DC-499D-9FFA-732B308EC359}" srcId="{2DA1670B-EFD5-4AA7-9712-7E329258879B}" destId="{F08A58D8-512F-497B-85EB-128CAD517CF8}" srcOrd="10" destOrd="0" parTransId="{1BF2EF02-DD54-4627-BD68-7999239EB188}" sibTransId="{EA1020D1-5DE5-4085-A48B-5FBCD86897AD}"/>
    <dgm:cxn modelId="{5A6275C6-1394-470B-9DDD-1C6097FAE422}" type="presOf" srcId="{0D961F7B-E3A6-420F-AC7A-39089C6F2893}" destId="{09D732E4-E29D-4B90-BF01-C90D909588F9}" srcOrd="0" destOrd="0" presId="urn:microsoft.com/office/officeart/2005/8/layout/default"/>
    <dgm:cxn modelId="{799147DD-CC40-4289-85AB-58D1DE3FDECA}" srcId="{2DA1670B-EFD5-4AA7-9712-7E329258879B}" destId="{4128A2D2-EDF2-40F5-8EF6-CD65BD642CB6}" srcOrd="3" destOrd="0" parTransId="{46727B63-77FD-4EB8-89DF-078593DCD2D2}" sibTransId="{39526A29-D3E6-4BCB-802A-5D673853952A}"/>
    <dgm:cxn modelId="{0652DBDF-356F-4807-AF93-DCCB13800DE1}" srcId="{2DA1670B-EFD5-4AA7-9712-7E329258879B}" destId="{5DB92579-BE0C-40CE-BCE1-8B1ED98A9F6E}" srcOrd="8" destOrd="0" parTransId="{96DC5128-BCF0-408C-89AC-61CE2341E559}" sibTransId="{68643944-736D-424E-97DF-57DEECBFDF71}"/>
    <dgm:cxn modelId="{0442C2FD-183C-423F-980B-D77D8BF5CCFC}" srcId="{2DA1670B-EFD5-4AA7-9712-7E329258879B}" destId="{90DA1649-C903-4330-8EE7-2AEB9F14B456}" srcOrd="2" destOrd="0" parTransId="{290C6B7E-D0F1-44C5-9F3B-B89A6D34D1C4}" sibTransId="{510C6873-8C50-4117-B365-70C6A6E6F639}"/>
    <dgm:cxn modelId="{7826812B-77CA-4CF3-9C9F-5B284965E484}" type="presParOf" srcId="{F9E208E9-423E-4F1B-9515-0C8F38442B80}" destId="{09D732E4-E29D-4B90-BF01-C90D909588F9}" srcOrd="0" destOrd="0" presId="urn:microsoft.com/office/officeart/2005/8/layout/default"/>
    <dgm:cxn modelId="{73635899-599F-40A0-8137-B677D5A58D80}" type="presParOf" srcId="{F9E208E9-423E-4F1B-9515-0C8F38442B80}" destId="{2CDCE230-820A-44DB-BE19-0F6860E8E67D}" srcOrd="1" destOrd="0" presId="urn:microsoft.com/office/officeart/2005/8/layout/default"/>
    <dgm:cxn modelId="{9DF4423A-F3BB-4760-A921-25A63243327D}" type="presParOf" srcId="{F9E208E9-423E-4F1B-9515-0C8F38442B80}" destId="{F528B67B-42F9-4738-8F1A-A207BA873C2C}" srcOrd="2" destOrd="0" presId="urn:microsoft.com/office/officeart/2005/8/layout/default"/>
    <dgm:cxn modelId="{DEC8FC4A-F1CD-460E-AF5C-438FA649BA71}" type="presParOf" srcId="{F9E208E9-423E-4F1B-9515-0C8F38442B80}" destId="{0B82870D-4487-4E33-A0EE-F5006C80F64B}" srcOrd="3" destOrd="0" presId="urn:microsoft.com/office/officeart/2005/8/layout/default"/>
    <dgm:cxn modelId="{36BB81A6-1A6F-49DD-B905-4D5C90D5C676}" type="presParOf" srcId="{F9E208E9-423E-4F1B-9515-0C8F38442B80}" destId="{221503CD-102F-4561-BFC7-58C3670A0BE5}" srcOrd="4" destOrd="0" presId="urn:microsoft.com/office/officeart/2005/8/layout/default"/>
    <dgm:cxn modelId="{F380D94B-FD15-4B33-B7B8-7368DA322119}" type="presParOf" srcId="{F9E208E9-423E-4F1B-9515-0C8F38442B80}" destId="{06E6A547-A47C-4B4A-978D-E229A4F36C5B}" srcOrd="5" destOrd="0" presId="urn:microsoft.com/office/officeart/2005/8/layout/default"/>
    <dgm:cxn modelId="{C1C26020-67CB-48C5-B6A4-B420E2574862}" type="presParOf" srcId="{F9E208E9-423E-4F1B-9515-0C8F38442B80}" destId="{63DAC724-9F7D-4B35-9D2C-7BA12EC5539B}" srcOrd="6" destOrd="0" presId="urn:microsoft.com/office/officeart/2005/8/layout/default"/>
    <dgm:cxn modelId="{63104862-6CF2-40BB-A4F0-5E80899C7C55}" type="presParOf" srcId="{F9E208E9-423E-4F1B-9515-0C8F38442B80}" destId="{72CCE66C-AB2B-4E52-881C-25BB0D5EBE29}" srcOrd="7" destOrd="0" presId="urn:microsoft.com/office/officeart/2005/8/layout/default"/>
    <dgm:cxn modelId="{D1E22407-BEDD-4B77-8F1E-4C86C19F2365}" type="presParOf" srcId="{F9E208E9-423E-4F1B-9515-0C8F38442B80}" destId="{6F5E656E-8099-46BF-882E-D9AFC008CBBE}" srcOrd="8" destOrd="0" presId="urn:microsoft.com/office/officeart/2005/8/layout/default"/>
    <dgm:cxn modelId="{682C8D89-CA2F-42CC-B1C0-3672B5A5E122}" type="presParOf" srcId="{F9E208E9-423E-4F1B-9515-0C8F38442B80}" destId="{AD829287-F8EB-405D-BD4C-1336D72B3380}" srcOrd="9" destOrd="0" presId="urn:microsoft.com/office/officeart/2005/8/layout/default"/>
    <dgm:cxn modelId="{3D6097E4-FC7C-4016-A715-048E897427F2}" type="presParOf" srcId="{F9E208E9-423E-4F1B-9515-0C8F38442B80}" destId="{4B88AEA5-7D1B-429E-941F-2F6301315585}" srcOrd="10" destOrd="0" presId="urn:microsoft.com/office/officeart/2005/8/layout/default"/>
    <dgm:cxn modelId="{A5D9CE26-82D2-4565-AFCA-9A4EFC9B5A76}" type="presParOf" srcId="{F9E208E9-423E-4F1B-9515-0C8F38442B80}" destId="{AFBF5F87-1627-42AC-8B34-EF34E5BED4A4}" srcOrd="11" destOrd="0" presId="urn:microsoft.com/office/officeart/2005/8/layout/default"/>
    <dgm:cxn modelId="{A4A548C2-7344-42E5-9418-D825BD3A087E}" type="presParOf" srcId="{F9E208E9-423E-4F1B-9515-0C8F38442B80}" destId="{63EC432F-EA1B-44B5-A3CA-85A55E35010D}" srcOrd="12" destOrd="0" presId="urn:microsoft.com/office/officeart/2005/8/layout/default"/>
    <dgm:cxn modelId="{2A2647F2-9017-403F-A508-10882AC1D63D}" type="presParOf" srcId="{F9E208E9-423E-4F1B-9515-0C8F38442B80}" destId="{65F7D95D-34B3-483F-88B5-9CF3F6B7E8B5}" srcOrd="13" destOrd="0" presId="urn:microsoft.com/office/officeart/2005/8/layout/default"/>
    <dgm:cxn modelId="{82AC3368-2D6B-4D3F-9466-4912ADF17E9E}" type="presParOf" srcId="{F9E208E9-423E-4F1B-9515-0C8F38442B80}" destId="{3D2D3F85-7AA1-4778-B052-06665675C661}" srcOrd="14" destOrd="0" presId="urn:microsoft.com/office/officeart/2005/8/layout/default"/>
    <dgm:cxn modelId="{4C20A416-3911-4B41-BB8A-31914E733E31}" type="presParOf" srcId="{F9E208E9-423E-4F1B-9515-0C8F38442B80}" destId="{6D4D50D6-300F-486E-A379-A210627C0622}" srcOrd="15" destOrd="0" presId="urn:microsoft.com/office/officeart/2005/8/layout/default"/>
    <dgm:cxn modelId="{DE5666CE-F13E-4573-99F2-0D05223E271D}" type="presParOf" srcId="{F9E208E9-423E-4F1B-9515-0C8F38442B80}" destId="{55670F8E-F8D8-4950-B881-80C7D5F1E199}" srcOrd="16" destOrd="0" presId="urn:microsoft.com/office/officeart/2005/8/layout/default"/>
    <dgm:cxn modelId="{3139574A-0A0A-444A-AEAC-9B11EBB38404}" type="presParOf" srcId="{F9E208E9-423E-4F1B-9515-0C8F38442B80}" destId="{44DA78EA-609A-45B3-9D25-D8D2A4A09B84}" srcOrd="17" destOrd="0" presId="urn:microsoft.com/office/officeart/2005/8/layout/default"/>
    <dgm:cxn modelId="{AE764D4D-CF62-45D1-9383-E08D190E5615}" type="presParOf" srcId="{F9E208E9-423E-4F1B-9515-0C8F38442B80}" destId="{801CEEEF-A02B-4E68-A88C-937DA5CC3B6D}" srcOrd="18" destOrd="0" presId="urn:microsoft.com/office/officeart/2005/8/layout/default"/>
    <dgm:cxn modelId="{19AC7D0A-DC7D-4D39-ACAE-8A4BE49F1DD4}" type="presParOf" srcId="{F9E208E9-423E-4F1B-9515-0C8F38442B80}" destId="{FC8074AD-37E0-46A8-8F38-CDF80ED7105A}" srcOrd="19" destOrd="0" presId="urn:microsoft.com/office/officeart/2005/8/layout/default"/>
    <dgm:cxn modelId="{9C2D9EF9-333E-47E0-BEF1-31DE428F4649}" type="presParOf" srcId="{F9E208E9-423E-4F1B-9515-0C8F38442B80}" destId="{35F37242-8E55-49EA-A996-0BE3B5409CB1}" srcOrd="20" destOrd="0" presId="urn:microsoft.com/office/officeart/2005/8/layout/default"/>
    <dgm:cxn modelId="{F93D5D9C-BB68-404C-8112-D7E21F5CBDFC}" type="presParOf" srcId="{F9E208E9-423E-4F1B-9515-0C8F38442B80}" destId="{D6CEF589-F373-4EC6-8E70-465D48ADCEF7}" srcOrd="21" destOrd="0" presId="urn:microsoft.com/office/officeart/2005/8/layout/default"/>
    <dgm:cxn modelId="{4AF318CB-3F80-4C2A-B839-207432116FAB}" type="presParOf" srcId="{F9E208E9-423E-4F1B-9515-0C8F38442B80}" destId="{EF4E7CE4-BE73-4DD0-8E5B-0E7479E58D9C}" srcOrd="2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49FCCBB-F483-4D23-855F-BE3E3D55DD14}"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GB"/>
        </a:p>
      </dgm:t>
    </dgm:pt>
    <dgm:pt modelId="{FDEC694D-FBBD-41C4-8EE7-774BF08729E5}">
      <dgm:prSet phldrT="[Text]"/>
      <dgm:spPr/>
      <dgm:t>
        <a:bodyPr/>
        <a:lstStyle/>
        <a:p>
          <a:r>
            <a:rPr lang="en-GB"/>
            <a:t>Describe</a:t>
          </a:r>
          <a:endParaRPr lang="en-GB" dirty="0"/>
        </a:p>
      </dgm:t>
    </dgm:pt>
    <dgm:pt modelId="{51B0F062-454B-42BA-8584-BF0C934A6CC3}" type="parTrans" cxnId="{228729A8-E670-4ACC-8E4C-D310E9D15B12}">
      <dgm:prSet/>
      <dgm:spPr/>
      <dgm:t>
        <a:bodyPr/>
        <a:lstStyle/>
        <a:p>
          <a:endParaRPr lang="en-GB"/>
        </a:p>
      </dgm:t>
    </dgm:pt>
    <dgm:pt modelId="{875E425B-ED62-4179-8F4D-2316F0146183}" type="sibTrans" cxnId="{228729A8-E670-4ACC-8E4C-D310E9D15B12}">
      <dgm:prSet/>
      <dgm:spPr/>
      <dgm:t>
        <a:bodyPr/>
        <a:lstStyle/>
        <a:p>
          <a:endParaRPr lang="en-GB"/>
        </a:p>
      </dgm:t>
    </dgm:pt>
    <dgm:pt modelId="{D1E0FF60-9471-4125-A08D-D339D493CB9F}">
      <dgm:prSet/>
      <dgm:spPr/>
      <dgm:t>
        <a:bodyPr/>
        <a:lstStyle/>
        <a:p>
          <a:r>
            <a:rPr lang="en-GB" dirty="0"/>
            <a:t>Describe the basics of the Planning and Analysis stages of the SDLC</a:t>
          </a:r>
        </a:p>
      </dgm:t>
    </dgm:pt>
    <dgm:pt modelId="{712F4EFE-E166-467C-B4A0-3DF5D39BD1C1}" type="parTrans" cxnId="{C963E61E-11C5-4FA0-8CCD-F25B97C7E860}">
      <dgm:prSet/>
      <dgm:spPr/>
      <dgm:t>
        <a:bodyPr/>
        <a:lstStyle/>
        <a:p>
          <a:endParaRPr lang="en-GB"/>
        </a:p>
      </dgm:t>
    </dgm:pt>
    <dgm:pt modelId="{D3C7C607-986A-4645-8196-7295F69C4DBD}" type="sibTrans" cxnId="{C963E61E-11C5-4FA0-8CCD-F25B97C7E860}">
      <dgm:prSet/>
      <dgm:spPr/>
      <dgm:t>
        <a:bodyPr/>
        <a:lstStyle/>
        <a:p>
          <a:endParaRPr lang="en-GB"/>
        </a:p>
      </dgm:t>
    </dgm:pt>
    <dgm:pt modelId="{C7403ACF-6F11-4DCF-855A-99CB10E5B530}">
      <dgm:prSet/>
      <dgm:spPr/>
      <dgm:t>
        <a:bodyPr/>
        <a:lstStyle/>
        <a:p>
          <a:r>
            <a:rPr lang="en-GB" dirty="0">
              <a:solidFill>
                <a:schemeClr val="tx2"/>
              </a:solidFill>
            </a:rPr>
            <a:t>Justify</a:t>
          </a:r>
        </a:p>
      </dgm:t>
    </dgm:pt>
    <dgm:pt modelId="{114B1816-7E87-4664-8250-6F16A8B6CE23}" type="parTrans" cxnId="{F256EE7F-CA29-4F42-80FF-0BCF0ADC6A5D}">
      <dgm:prSet/>
      <dgm:spPr/>
      <dgm:t>
        <a:bodyPr/>
        <a:lstStyle/>
        <a:p>
          <a:endParaRPr lang="en-GB"/>
        </a:p>
      </dgm:t>
    </dgm:pt>
    <dgm:pt modelId="{EA1BC9DD-5849-4E43-B5DF-E0D11A15D28C}" type="sibTrans" cxnId="{F256EE7F-CA29-4F42-80FF-0BCF0ADC6A5D}">
      <dgm:prSet/>
      <dgm:spPr/>
      <dgm:t>
        <a:bodyPr/>
        <a:lstStyle/>
        <a:p>
          <a:endParaRPr lang="en-GB"/>
        </a:p>
      </dgm:t>
    </dgm:pt>
    <dgm:pt modelId="{BFF1DE85-CC63-4E72-94C6-A8AF2B0270CB}">
      <dgm:prSet phldrT="[Text]"/>
      <dgm:spPr/>
      <dgm:t>
        <a:bodyPr/>
        <a:lstStyle/>
        <a:p>
          <a:r>
            <a:rPr lang="en-GB" dirty="0"/>
            <a:t>Justify the need for the Feasibility Study and Business Case</a:t>
          </a:r>
        </a:p>
      </dgm:t>
    </dgm:pt>
    <dgm:pt modelId="{347C0087-C934-478F-9719-4D4893C020CF}" type="parTrans" cxnId="{A74E67AD-289B-4711-BCD6-0FD14AF7E8DB}">
      <dgm:prSet/>
      <dgm:spPr/>
      <dgm:t>
        <a:bodyPr/>
        <a:lstStyle/>
        <a:p>
          <a:endParaRPr lang="en-GB"/>
        </a:p>
      </dgm:t>
    </dgm:pt>
    <dgm:pt modelId="{BE605BC7-1F84-43B8-891E-38017DCE7220}" type="sibTrans" cxnId="{A74E67AD-289B-4711-BCD6-0FD14AF7E8DB}">
      <dgm:prSet/>
      <dgm:spPr/>
      <dgm:t>
        <a:bodyPr/>
        <a:lstStyle/>
        <a:p>
          <a:endParaRPr lang="en-GB"/>
        </a:p>
      </dgm:t>
    </dgm:pt>
    <dgm:pt modelId="{8C3C40FF-2F94-4ACD-A055-AE86A1E2CE3F}">
      <dgm:prSet phldrT="[Text]"/>
      <dgm:spPr/>
      <dgm:t>
        <a:bodyPr/>
        <a:lstStyle/>
        <a:p>
          <a:r>
            <a:rPr lang="en-GB" dirty="0"/>
            <a:t>Develop</a:t>
          </a:r>
        </a:p>
      </dgm:t>
    </dgm:pt>
    <dgm:pt modelId="{8C6215A3-C102-483E-A9C2-DC865D8C7000}" type="parTrans" cxnId="{42820D0B-208C-4D62-AF75-E4D09718AF85}">
      <dgm:prSet/>
      <dgm:spPr/>
      <dgm:t>
        <a:bodyPr/>
        <a:lstStyle/>
        <a:p>
          <a:endParaRPr lang="en-GB"/>
        </a:p>
      </dgm:t>
    </dgm:pt>
    <dgm:pt modelId="{5C41EC89-26F9-40E1-9005-8C3C38F61564}" type="sibTrans" cxnId="{42820D0B-208C-4D62-AF75-E4D09718AF85}">
      <dgm:prSet/>
      <dgm:spPr/>
      <dgm:t>
        <a:bodyPr/>
        <a:lstStyle/>
        <a:p>
          <a:endParaRPr lang="en-GB"/>
        </a:p>
      </dgm:t>
    </dgm:pt>
    <dgm:pt modelId="{5645EBD1-6FA8-4083-8D13-1494F9FACCEE}">
      <dgm:prSet phldrT="[Text]"/>
      <dgm:spPr/>
      <dgm:t>
        <a:bodyPr/>
        <a:lstStyle/>
        <a:p>
          <a:r>
            <a:rPr lang="en-GB" dirty="0"/>
            <a:t>Develop user stories to represent requirements from the users perspective</a:t>
          </a:r>
        </a:p>
      </dgm:t>
    </dgm:pt>
    <dgm:pt modelId="{D150617B-44F9-4602-BD49-A0436F55630D}" type="parTrans" cxnId="{84E4C942-B15E-4C42-A296-43840566F9C6}">
      <dgm:prSet/>
      <dgm:spPr/>
      <dgm:t>
        <a:bodyPr/>
        <a:lstStyle/>
        <a:p>
          <a:endParaRPr lang="en-GB"/>
        </a:p>
      </dgm:t>
    </dgm:pt>
    <dgm:pt modelId="{4DAB75D9-66C4-4C88-A6F2-9AE1B4633823}" type="sibTrans" cxnId="{84E4C942-B15E-4C42-A296-43840566F9C6}">
      <dgm:prSet/>
      <dgm:spPr/>
      <dgm:t>
        <a:bodyPr/>
        <a:lstStyle/>
        <a:p>
          <a:endParaRPr lang="en-GB"/>
        </a:p>
      </dgm:t>
    </dgm:pt>
    <dgm:pt modelId="{9C9EE46C-F4E3-4128-A5F7-B5C57F0DB79F}" type="pres">
      <dgm:prSet presAssocID="{449FCCBB-F483-4D23-855F-BE3E3D55DD14}" presName="linear" presStyleCnt="0">
        <dgm:presLayoutVars>
          <dgm:dir/>
          <dgm:animLvl val="lvl"/>
          <dgm:resizeHandles val="exact"/>
        </dgm:presLayoutVars>
      </dgm:prSet>
      <dgm:spPr/>
    </dgm:pt>
    <dgm:pt modelId="{BFCD8B97-B17E-413C-9AF5-8461E7CCF627}" type="pres">
      <dgm:prSet presAssocID="{FDEC694D-FBBD-41C4-8EE7-774BF08729E5}" presName="parentLin" presStyleCnt="0"/>
      <dgm:spPr/>
    </dgm:pt>
    <dgm:pt modelId="{A83B10C3-51AC-42A3-BCFA-4BF44D4F445C}" type="pres">
      <dgm:prSet presAssocID="{FDEC694D-FBBD-41C4-8EE7-774BF08729E5}" presName="parentLeftMargin" presStyleLbl="node1" presStyleIdx="0" presStyleCnt="3"/>
      <dgm:spPr/>
    </dgm:pt>
    <dgm:pt modelId="{9593F4F6-1FB5-4011-A620-DF7A905F7D08}" type="pres">
      <dgm:prSet presAssocID="{FDEC694D-FBBD-41C4-8EE7-774BF08729E5}" presName="parentText" presStyleLbl="node1" presStyleIdx="0" presStyleCnt="3">
        <dgm:presLayoutVars>
          <dgm:chMax val="0"/>
          <dgm:bulletEnabled val="1"/>
        </dgm:presLayoutVars>
      </dgm:prSet>
      <dgm:spPr/>
    </dgm:pt>
    <dgm:pt modelId="{43F7B299-9939-4E8A-B003-086845817577}" type="pres">
      <dgm:prSet presAssocID="{FDEC694D-FBBD-41C4-8EE7-774BF08729E5}" presName="negativeSpace" presStyleCnt="0"/>
      <dgm:spPr/>
    </dgm:pt>
    <dgm:pt modelId="{E847F9F5-5E8E-430F-BA50-C1C30181159B}" type="pres">
      <dgm:prSet presAssocID="{FDEC694D-FBBD-41C4-8EE7-774BF08729E5}" presName="childText" presStyleLbl="conFgAcc1" presStyleIdx="0" presStyleCnt="3">
        <dgm:presLayoutVars>
          <dgm:bulletEnabled val="1"/>
        </dgm:presLayoutVars>
      </dgm:prSet>
      <dgm:spPr/>
    </dgm:pt>
    <dgm:pt modelId="{B10AE6DE-834E-470C-A9B1-6013EB8BD7B8}" type="pres">
      <dgm:prSet presAssocID="{875E425B-ED62-4179-8F4D-2316F0146183}" presName="spaceBetweenRectangles" presStyleCnt="0"/>
      <dgm:spPr/>
    </dgm:pt>
    <dgm:pt modelId="{0D28566A-8977-4312-8C7B-269DF5E595ED}" type="pres">
      <dgm:prSet presAssocID="{C7403ACF-6F11-4DCF-855A-99CB10E5B530}" presName="parentLin" presStyleCnt="0"/>
      <dgm:spPr/>
    </dgm:pt>
    <dgm:pt modelId="{08338CBA-1831-404C-9976-95A45BDADDF2}" type="pres">
      <dgm:prSet presAssocID="{C7403ACF-6F11-4DCF-855A-99CB10E5B530}" presName="parentLeftMargin" presStyleLbl="node1" presStyleIdx="0" presStyleCnt="3"/>
      <dgm:spPr/>
    </dgm:pt>
    <dgm:pt modelId="{366553B3-8418-48BB-8F84-8317B8B96521}" type="pres">
      <dgm:prSet presAssocID="{C7403ACF-6F11-4DCF-855A-99CB10E5B530}" presName="parentText" presStyleLbl="node1" presStyleIdx="1" presStyleCnt="3">
        <dgm:presLayoutVars>
          <dgm:chMax val="0"/>
          <dgm:bulletEnabled val="1"/>
        </dgm:presLayoutVars>
      </dgm:prSet>
      <dgm:spPr/>
    </dgm:pt>
    <dgm:pt modelId="{632B2D0A-67F4-4193-937B-3F43CD6F46EB}" type="pres">
      <dgm:prSet presAssocID="{C7403ACF-6F11-4DCF-855A-99CB10E5B530}" presName="negativeSpace" presStyleCnt="0"/>
      <dgm:spPr/>
    </dgm:pt>
    <dgm:pt modelId="{5DF8F4B9-FFC8-4843-8055-C13581FDB729}" type="pres">
      <dgm:prSet presAssocID="{C7403ACF-6F11-4DCF-855A-99CB10E5B530}" presName="childText" presStyleLbl="conFgAcc1" presStyleIdx="1" presStyleCnt="3">
        <dgm:presLayoutVars>
          <dgm:bulletEnabled val="1"/>
        </dgm:presLayoutVars>
      </dgm:prSet>
      <dgm:spPr/>
    </dgm:pt>
    <dgm:pt modelId="{FA8146A2-8F5A-43E7-A22B-349EA65021F3}" type="pres">
      <dgm:prSet presAssocID="{EA1BC9DD-5849-4E43-B5DF-E0D11A15D28C}" presName="spaceBetweenRectangles" presStyleCnt="0"/>
      <dgm:spPr/>
    </dgm:pt>
    <dgm:pt modelId="{A04DFC5A-6B5D-4CE5-8416-913527838C49}" type="pres">
      <dgm:prSet presAssocID="{8C3C40FF-2F94-4ACD-A055-AE86A1E2CE3F}" presName="parentLin" presStyleCnt="0"/>
      <dgm:spPr/>
    </dgm:pt>
    <dgm:pt modelId="{15DA68DA-53C3-4053-95FB-FA7F13F327C5}" type="pres">
      <dgm:prSet presAssocID="{8C3C40FF-2F94-4ACD-A055-AE86A1E2CE3F}" presName="parentLeftMargin" presStyleLbl="node1" presStyleIdx="1" presStyleCnt="3"/>
      <dgm:spPr/>
    </dgm:pt>
    <dgm:pt modelId="{8CD9B34F-6289-4F68-9A93-96ED3D5A88D4}" type="pres">
      <dgm:prSet presAssocID="{8C3C40FF-2F94-4ACD-A055-AE86A1E2CE3F}" presName="parentText" presStyleLbl="node1" presStyleIdx="2" presStyleCnt="3">
        <dgm:presLayoutVars>
          <dgm:chMax val="0"/>
          <dgm:bulletEnabled val="1"/>
        </dgm:presLayoutVars>
      </dgm:prSet>
      <dgm:spPr/>
    </dgm:pt>
    <dgm:pt modelId="{5418D509-3ACB-434E-A39D-981B2B3A650E}" type="pres">
      <dgm:prSet presAssocID="{8C3C40FF-2F94-4ACD-A055-AE86A1E2CE3F}" presName="negativeSpace" presStyleCnt="0"/>
      <dgm:spPr/>
    </dgm:pt>
    <dgm:pt modelId="{02F00ECF-E59D-4E3B-A95E-C59EA1F77E6B}" type="pres">
      <dgm:prSet presAssocID="{8C3C40FF-2F94-4ACD-A055-AE86A1E2CE3F}" presName="childText" presStyleLbl="conFgAcc1" presStyleIdx="2" presStyleCnt="3">
        <dgm:presLayoutVars>
          <dgm:bulletEnabled val="1"/>
        </dgm:presLayoutVars>
      </dgm:prSet>
      <dgm:spPr/>
    </dgm:pt>
  </dgm:ptLst>
  <dgm:cxnLst>
    <dgm:cxn modelId="{42820D0B-208C-4D62-AF75-E4D09718AF85}" srcId="{449FCCBB-F483-4D23-855F-BE3E3D55DD14}" destId="{8C3C40FF-2F94-4ACD-A055-AE86A1E2CE3F}" srcOrd="2" destOrd="0" parTransId="{8C6215A3-C102-483E-A9C2-DC865D8C7000}" sibTransId="{5C41EC89-26F9-40E1-9005-8C3C38F61564}"/>
    <dgm:cxn modelId="{A799BA14-4E4F-438B-8DDF-0689FD2B4119}" type="presOf" srcId="{FDEC694D-FBBD-41C4-8EE7-774BF08729E5}" destId="{A83B10C3-51AC-42A3-BCFA-4BF44D4F445C}" srcOrd="0" destOrd="0" presId="urn:microsoft.com/office/officeart/2005/8/layout/list1"/>
    <dgm:cxn modelId="{C963E61E-11C5-4FA0-8CCD-F25B97C7E860}" srcId="{FDEC694D-FBBD-41C4-8EE7-774BF08729E5}" destId="{D1E0FF60-9471-4125-A08D-D339D493CB9F}" srcOrd="0" destOrd="0" parTransId="{712F4EFE-E166-467C-B4A0-3DF5D39BD1C1}" sibTransId="{D3C7C607-986A-4645-8196-7295F69C4DBD}"/>
    <dgm:cxn modelId="{E6D9B02C-3DF9-4C9C-8AB0-7EA3826CC8D9}" type="presOf" srcId="{8C3C40FF-2F94-4ACD-A055-AE86A1E2CE3F}" destId="{8CD9B34F-6289-4F68-9A93-96ED3D5A88D4}" srcOrd="1" destOrd="0" presId="urn:microsoft.com/office/officeart/2005/8/layout/list1"/>
    <dgm:cxn modelId="{D195AE2F-8404-4C87-BF62-E32E1871CAA8}" type="presOf" srcId="{5645EBD1-6FA8-4083-8D13-1494F9FACCEE}" destId="{02F00ECF-E59D-4E3B-A95E-C59EA1F77E6B}" srcOrd="0" destOrd="0" presId="urn:microsoft.com/office/officeart/2005/8/layout/list1"/>
    <dgm:cxn modelId="{1C68225E-0010-4552-AB9F-9E63B8B9A164}" type="presOf" srcId="{C7403ACF-6F11-4DCF-855A-99CB10E5B530}" destId="{366553B3-8418-48BB-8F84-8317B8B96521}" srcOrd="1" destOrd="0" presId="urn:microsoft.com/office/officeart/2005/8/layout/list1"/>
    <dgm:cxn modelId="{84E4C942-B15E-4C42-A296-43840566F9C6}" srcId="{8C3C40FF-2F94-4ACD-A055-AE86A1E2CE3F}" destId="{5645EBD1-6FA8-4083-8D13-1494F9FACCEE}" srcOrd="0" destOrd="0" parTransId="{D150617B-44F9-4602-BD49-A0436F55630D}" sibTransId="{4DAB75D9-66C4-4C88-A6F2-9AE1B4633823}"/>
    <dgm:cxn modelId="{D8413849-C34C-46DE-AFC1-72DA91589649}" type="presOf" srcId="{FDEC694D-FBBD-41C4-8EE7-774BF08729E5}" destId="{9593F4F6-1FB5-4011-A620-DF7A905F7D08}" srcOrd="1" destOrd="0" presId="urn:microsoft.com/office/officeart/2005/8/layout/list1"/>
    <dgm:cxn modelId="{E7D46858-A593-46E4-99E6-B8C918138480}" type="presOf" srcId="{D1E0FF60-9471-4125-A08D-D339D493CB9F}" destId="{E847F9F5-5E8E-430F-BA50-C1C30181159B}" srcOrd="0" destOrd="0" presId="urn:microsoft.com/office/officeart/2005/8/layout/list1"/>
    <dgm:cxn modelId="{8CDF6D7F-39B6-4EBF-8EC9-CAFFE49B8A94}" type="presOf" srcId="{BFF1DE85-CC63-4E72-94C6-A8AF2B0270CB}" destId="{5DF8F4B9-FFC8-4843-8055-C13581FDB729}" srcOrd="0" destOrd="0" presId="urn:microsoft.com/office/officeart/2005/8/layout/list1"/>
    <dgm:cxn modelId="{F256EE7F-CA29-4F42-80FF-0BCF0ADC6A5D}" srcId="{449FCCBB-F483-4D23-855F-BE3E3D55DD14}" destId="{C7403ACF-6F11-4DCF-855A-99CB10E5B530}" srcOrd="1" destOrd="0" parTransId="{114B1816-7E87-4664-8250-6F16A8B6CE23}" sibTransId="{EA1BC9DD-5849-4E43-B5DF-E0D11A15D28C}"/>
    <dgm:cxn modelId="{228729A8-E670-4ACC-8E4C-D310E9D15B12}" srcId="{449FCCBB-F483-4D23-855F-BE3E3D55DD14}" destId="{FDEC694D-FBBD-41C4-8EE7-774BF08729E5}" srcOrd="0" destOrd="0" parTransId="{51B0F062-454B-42BA-8584-BF0C934A6CC3}" sibTransId="{875E425B-ED62-4179-8F4D-2316F0146183}"/>
    <dgm:cxn modelId="{A74E67AD-289B-4711-BCD6-0FD14AF7E8DB}" srcId="{C7403ACF-6F11-4DCF-855A-99CB10E5B530}" destId="{BFF1DE85-CC63-4E72-94C6-A8AF2B0270CB}" srcOrd="0" destOrd="0" parTransId="{347C0087-C934-478F-9719-4D4893C020CF}" sibTransId="{BE605BC7-1F84-43B8-891E-38017DCE7220}"/>
    <dgm:cxn modelId="{00A750B2-3AE7-4FDB-B66F-DF475E779227}" type="presOf" srcId="{C7403ACF-6F11-4DCF-855A-99CB10E5B530}" destId="{08338CBA-1831-404C-9976-95A45BDADDF2}" srcOrd="0" destOrd="0" presId="urn:microsoft.com/office/officeart/2005/8/layout/list1"/>
    <dgm:cxn modelId="{32DA17BB-5B1C-49E7-B5F9-ACE00BA86472}" type="presOf" srcId="{8C3C40FF-2F94-4ACD-A055-AE86A1E2CE3F}" destId="{15DA68DA-53C3-4053-95FB-FA7F13F327C5}" srcOrd="0" destOrd="0" presId="urn:microsoft.com/office/officeart/2005/8/layout/list1"/>
    <dgm:cxn modelId="{402E70E8-5B44-4802-B303-EFB73888523E}" type="presOf" srcId="{449FCCBB-F483-4D23-855F-BE3E3D55DD14}" destId="{9C9EE46C-F4E3-4128-A5F7-B5C57F0DB79F}" srcOrd="0" destOrd="0" presId="urn:microsoft.com/office/officeart/2005/8/layout/list1"/>
    <dgm:cxn modelId="{6818B35C-0BD4-4107-A4F2-8F65648181C3}" type="presParOf" srcId="{9C9EE46C-F4E3-4128-A5F7-B5C57F0DB79F}" destId="{BFCD8B97-B17E-413C-9AF5-8461E7CCF627}" srcOrd="0" destOrd="0" presId="urn:microsoft.com/office/officeart/2005/8/layout/list1"/>
    <dgm:cxn modelId="{0F35489F-C549-4DAD-AFB5-AC0EFF8F342D}" type="presParOf" srcId="{BFCD8B97-B17E-413C-9AF5-8461E7CCF627}" destId="{A83B10C3-51AC-42A3-BCFA-4BF44D4F445C}" srcOrd="0" destOrd="0" presId="urn:microsoft.com/office/officeart/2005/8/layout/list1"/>
    <dgm:cxn modelId="{6559A08C-C4B0-4403-A543-44EA2BAF21C3}" type="presParOf" srcId="{BFCD8B97-B17E-413C-9AF5-8461E7CCF627}" destId="{9593F4F6-1FB5-4011-A620-DF7A905F7D08}" srcOrd="1" destOrd="0" presId="urn:microsoft.com/office/officeart/2005/8/layout/list1"/>
    <dgm:cxn modelId="{10BE63EC-5115-4AB8-A33D-F56BCEFD610B}" type="presParOf" srcId="{9C9EE46C-F4E3-4128-A5F7-B5C57F0DB79F}" destId="{43F7B299-9939-4E8A-B003-086845817577}" srcOrd="1" destOrd="0" presId="urn:microsoft.com/office/officeart/2005/8/layout/list1"/>
    <dgm:cxn modelId="{6769D74E-3027-41D1-B59C-B96A58D4B06C}" type="presParOf" srcId="{9C9EE46C-F4E3-4128-A5F7-B5C57F0DB79F}" destId="{E847F9F5-5E8E-430F-BA50-C1C30181159B}" srcOrd="2" destOrd="0" presId="urn:microsoft.com/office/officeart/2005/8/layout/list1"/>
    <dgm:cxn modelId="{1BE1134D-F7A1-4119-9700-0939586CEE28}" type="presParOf" srcId="{9C9EE46C-F4E3-4128-A5F7-B5C57F0DB79F}" destId="{B10AE6DE-834E-470C-A9B1-6013EB8BD7B8}" srcOrd="3" destOrd="0" presId="urn:microsoft.com/office/officeart/2005/8/layout/list1"/>
    <dgm:cxn modelId="{9168CF23-4B4E-461F-83CB-786108D61385}" type="presParOf" srcId="{9C9EE46C-F4E3-4128-A5F7-B5C57F0DB79F}" destId="{0D28566A-8977-4312-8C7B-269DF5E595ED}" srcOrd="4" destOrd="0" presId="urn:microsoft.com/office/officeart/2005/8/layout/list1"/>
    <dgm:cxn modelId="{1A1B00AB-E8E9-4289-9F3D-1E24EA5323EB}" type="presParOf" srcId="{0D28566A-8977-4312-8C7B-269DF5E595ED}" destId="{08338CBA-1831-404C-9976-95A45BDADDF2}" srcOrd="0" destOrd="0" presId="urn:microsoft.com/office/officeart/2005/8/layout/list1"/>
    <dgm:cxn modelId="{255BA335-DF7B-4065-BA7C-C9FE2B555DDB}" type="presParOf" srcId="{0D28566A-8977-4312-8C7B-269DF5E595ED}" destId="{366553B3-8418-48BB-8F84-8317B8B96521}" srcOrd="1" destOrd="0" presId="urn:microsoft.com/office/officeart/2005/8/layout/list1"/>
    <dgm:cxn modelId="{A47CFB65-943D-492A-AA25-06E7384D2E1A}" type="presParOf" srcId="{9C9EE46C-F4E3-4128-A5F7-B5C57F0DB79F}" destId="{632B2D0A-67F4-4193-937B-3F43CD6F46EB}" srcOrd="5" destOrd="0" presId="urn:microsoft.com/office/officeart/2005/8/layout/list1"/>
    <dgm:cxn modelId="{1A62928B-A0F5-4504-B146-78E418C9F1E1}" type="presParOf" srcId="{9C9EE46C-F4E3-4128-A5F7-B5C57F0DB79F}" destId="{5DF8F4B9-FFC8-4843-8055-C13581FDB729}" srcOrd="6" destOrd="0" presId="urn:microsoft.com/office/officeart/2005/8/layout/list1"/>
    <dgm:cxn modelId="{7F8269E6-475D-4783-A907-EA6EE6E8C20B}" type="presParOf" srcId="{9C9EE46C-F4E3-4128-A5F7-B5C57F0DB79F}" destId="{FA8146A2-8F5A-43E7-A22B-349EA65021F3}" srcOrd="7" destOrd="0" presId="urn:microsoft.com/office/officeart/2005/8/layout/list1"/>
    <dgm:cxn modelId="{3C54930C-3C99-454D-8910-FB1F649137A1}" type="presParOf" srcId="{9C9EE46C-F4E3-4128-A5F7-B5C57F0DB79F}" destId="{A04DFC5A-6B5D-4CE5-8416-913527838C49}" srcOrd="8" destOrd="0" presId="urn:microsoft.com/office/officeart/2005/8/layout/list1"/>
    <dgm:cxn modelId="{7275A1E5-2E4A-4257-929F-733A4E1C9BA8}" type="presParOf" srcId="{A04DFC5A-6B5D-4CE5-8416-913527838C49}" destId="{15DA68DA-53C3-4053-95FB-FA7F13F327C5}" srcOrd="0" destOrd="0" presId="urn:microsoft.com/office/officeart/2005/8/layout/list1"/>
    <dgm:cxn modelId="{3680DF23-53E6-4468-A195-75B2F7A46603}" type="presParOf" srcId="{A04DFC5A-6B5D-4CE5-8416-913527838C49}" destId="{8CD9B34F-6289-4F68-9A93-96ED3D5A88D4}" srcOrd="1" destOrd="0" presId="urn:microsoft.com/office/officeart/2005/8/layout/list1"/>
    <dgm:cxn modelId="{D64CB249-2B9B-467B-B617-C05DBE85EE55}" type="presParOf" srcId="{9C9EE46C-F4E3-4128-A5F7-B5C57F0DB79F}" destId="{5418D509-3ACB-434E-A39D-981B2B3A650E}" srcOrd="9" destOrd="0" presId="urn:microsoft.com/office/officeart/2005/8/layout/list1"/>
    <dgm:cxn modelId="{D152CC6B-564D-406A-AF33-356A9A650721}" type="presParOf" srcId="{9C9EE46C-F4E3-4128-A5F7-B5C57F0DB79F}" destId="{02F00ECF-E59D-4E3B-A95E-C59EA1F77E6B}"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71EAE4-B026-4525-85E3-C3615E6B8A43}">
      <dsp:nvSpPr>
        <dsp:cNvPr id="0" name=""/>
        <dsp:cNvSpPr/>
      </dsp:nvSpPr>
      <dsp:spPr>
        <a:xfrm>
          <a:off x="0" y="145876"/>
          <a:ext cx="11883535" cy="79852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b="1" kern="1200"/>
            <a:t>Session Recording</a:t>
          </a:r>
          <a:endParaRPr lang="en-GB" sz="2100" kern="1200"/>
        </a:p>
      </dsp:txBody>
      <dsp:txXfrm>
        <a:off x="38981" y="184857"/>
        <a:ext cx="11805573" cy="720562"/>
      </dsp:txXfrm>
    </dsp:sp>
    <dsp:sp modelId="{7B846167-ADC9-464B-A39F-E462D3CA5C60}">
      <dsp:nvSpPr>
        <dsp:cNvPr id="0" name=""/>
        <dsp:cNvSpPr/>
      </dsp:nvSpPr>
      <dsp:spPr>
        <a:xfrm>
          <a:off x="0" y="944401"/>
          <a:ext cx="11883535" cy="1304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7302"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dirty="0"/>
            <a:t>All training sessions are recorded to:</a:t>
          </a:r>
          <a:endParaRPr lang="en-GB" sz="1600" kern="1200" dirty="0"/>
        </a:p>
        <a:p>
          <a:pPr marL="342900" lvl="2" indent="-171450" algn="l" defTabSz="711200">
            <a:lnSpc>
              <a:spcPct val="90000"/>
            </a:lnSpc>
            <a:spcBef>
              <a:spcPct val="0"/>
            </a:spcBef>
            <a:spcAft>
              <a:spcPct val="20000"/>
            </a:spcAft>
            <a:buChar char="•"/>
          </a:pPr>
          <a:r>
            <a:rPr lang="en-GB" sz="1600" kern="1200"/>
            <a:t>Support learner progress</a:t>
          </a:r>
        </a:p>
        <a:p>
          <a:pPr marL="342900" lvl="2" indent="-171450" algn="l" defTabSz="711200">
            <a:lnSpc>
              <a:spcPct val="90000"/>
            </a:lnSpc>
            <a:spcBef>
              <a:spcPct val="0"/>
            </a:spcBef>
            <a:spcAft>
              <a:spcPct val="20000"/>
            </a:spcAft>
            <a:buChar char="•"/>
          </a:pPr>
          <a:r>
            <a:rPr lang="en-GB" sz="1600" kern="1200"/>
            <a:t>Enable review of content</a:t>
          </a:r>
        </a:p>
        <a:p>
          <a:pPr marL="342900" lvl="2" indent="-171450" algn="l" defTabSz="711200">
            <a:lnSpc>
              <a:spcPct val="90000"/>
            </a:lnSpc>
            <a:spcBef>
              <a:spcPct val="0"/>
            </a:spcBef>
            <a:spcAft>
              <a:spcPct val="20000"/>
            </a:spcAft>
            <a:buChar char="•"/>
          </a:pPr>
          <a:r>
            <a:rPr lang="en-US" sz="1600" kern="1200"/>
            <a:t>Maintain quality and compliance standards</a:t>
          </a:r>
          <a:endParaRPr lang="en-GB" sz="1600" kern="1200"/>
        </a:p>
        <a:p>
          <a:pPr marL="171450" lvl="1" indent="-171450" algn="l" defTabSz="711200">
            <a:lnSpc>
              <a:spcPct val="90000"/>
            </a:lnSpc>
            <a:spcBef>
              <a:spcPct val="0"/>
            </a:spcBef>
            <a:spcAft>
              <a:spcPct val="20000"/>
            </a:spcAft>
            <a:buChar char="•"/>
          </a:pPr>
          <a:r>
            <a:rPr lang="en-US" sz="1600" kern="1200"/>
            <a:t>By attending this session, you acknowledge that recording is taking place.</a:t>
          </a:r>
          <a:endParaRPr lang="en-GB" sz="1600" kern="1200"/>
        </a:p>
      </dsp:txBody>
      <dsp:txXfrm>
        <a:off x="0" y="944401"/>
        <a:ext cx="11883535" cy="1304100"/>
      </dsp:txXfrm>
    </dsp:sp>
    <dsp:sp modelId="{B572A4D5-6571-48AA-A905-6A06E4484385}">
      <dsp:nvSpPr>
        <dsp:cNvPr id="0" name=""/>
        <dsp:cNvSpPr/>
      </dsp:nvSpPr>
      <dsp:spPr>
        <a:xfrm>
          <a:off x="0" y="2248501"/>
          <a:ext cx="11883535" cy="79852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fr-FR" sz="2100" b="1" kern="1200"/>
            <a:t>Camera &amp; Participation Expectations</a:t>
          </a:r>
          <a:endParaRPr lang="en-GB" sz="2100" kern="1200"/>
        </a:p>
      </dsp:txBody>
      <dsp:txXfrm>
        <a:off x="38981" y="2287482"/>
        <a:ext cx="11805573" cy="720562"/>
      </dsp:txXfrm>
    </dsp:sp>
    <dsp:sp modelId="{10B94E7B-15F2-4141-BB59-B3D4C03A9028}">
      <dsp:nvSpPr>
        <dsp:cNvPr id="0" name=""/>
        <dsp:cNvSpPr/>
      </dsp:nvSpPr>
      <dsp:spPr>
        <a:xfrm>
          <a:off x="0" y="3047026"/>
          <a:ext cx="11883535" cy="1043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77302"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US" sz="1600" kern="1200"/>
            <a:t>To support engagement and attendance monitoring:</a:t>
          </a:r>
          <a:endParaRPr lang="en-GB" sz="1600" kern="1200"/>
        </a:p>
        <a:p>
          <a:pPr marL="342900" lvl="2" indent="-171450" algn="l" defTabSz="711200">
            <a:lnSpc>
              <a:spcPct val="90000"/>
            </a:lnSpc>
            <a:spcBef>
              <a:spcPct val="0"/>
            </a:spcBef>
            <a:spcAft>
              <a:spcPct val="20000"/>
            </a:spcAft>
            <a:buChar char="•"/>
          </a:pPr>
          <a:r>
            <a:rPr lang="en-US" sz="1600" kern="1200"/>
            <a:t>Cameras should remain on during the session</a:t>
          </a:r>
          <a:endParaRPr lang="en-GB" sz="1600" kern="1200"/>
        </a:p>
        <a:p>
          <a:pPr marL="342900" lvl="2" indent="-171450" algn="l" defTabSz="711200">
            <a:lnSpc>
              <a:spcPct val="90000"/>
            </a:lnSpc>
            <a:spcBef>
              <a:spcPct val="0"/>
            </a:spcBef>
            <a:spcAft>
              <a:spcPct val="20000"/>
            </a:spcAft>
            <a:buChar char="•"/>
          </a:pPr>
          <a:r>
            <a:rPr lang="en-US" sz="1600" kern="1200"/>
            <a:t>Please participate actively in discussions and activities</a:t>
          </a:r>
          <a:endParaRPr lang="en-GB" sz="1600" kern="1200"/>
        </a:p>
        <a:p>
          <a:pPr marL="342900" lvl="2" indent="-171450" algn="l" defTabSz="711200">
            <a:lnSpc>
              <a:spcPct val="90000"/>
            </a:lnSpc>
            <a:spcBef>
              <a:spcPct val="0"/>
            </a:spcBef>
            <a:spcAft>
              <a:spcPct val="20000"/>
            </a:spcAft>
            <a:buChar char="•"/>
          </a:pPr>
          <a:r>
            <a:rPr lang="en-US" sz="1600" kern="1200"/>
            <a:t>If you are unable to use your camera or microphone for any reason, please inform your tutor directly via chat or message.</a:t>
          </a:r>
          <a:endParaRPr lang="en-GB" sz="1600" kern="1200"/>
        </a:p>
      </dsp:txBody>
      <dsp:txXfrm>
        <a:off x="0" y="3047026"/>
        <a:ext cx="11883535" cy="1043280"/>
      </dsp:txXfrm>
    </dsp:sp>
    <dsp:sp modelId="{6F6CB04F-68D2-4C5C-8D4A-3DE017DABFAE}">
      <dsp:nvSpPr>
        <dsp:cNvPr id="0" name=""/>
        <dsp:cNvSpPr/>
      </dsp:nvSpPr>
      <dsp:spPr>
        <a:xfrm>
          <a:off x="0" y="4090306"/>
          <a:ext cx="11883535" cy="79852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This session forms part of your professional apprenticeship experience. Please engage respectfully and professionally throughout.</a:t>
          </a:r>
          <a:endParaRPr lang="en-GB" sz="2100" kern="1200" dirty="0"/>
        </a:p>
      </dsp:txBody>
      <dsp:txXfrm>
        <a:off x="38981" y="4129287"/>
        <a:ext cx="11805573" cy="72056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0EC809-8A62-4994-AFA3-5836513960D1}">
      <dsp:nvSpPr>
        <dsp:cNvPr id="0" name=""/>
        <dsp:cNvSpPr/>
      </dsp:nvSpPr>
      <dsp:spPr>
        <a:xfrm>
          <a:off x="7939" y="306750"/>
          <a:ext cx="3429320" cy="2559915"/>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a:lnSpc>
              <a:spcPct val="90000"/>
            </a:lnSpc>
            <a:spcBef>
              <a:spcPct val="0"/>
            </a:spcBef>
            <a:spcAft>
              <a:spcPct val="15000"/>
            </a:spcAft>
            <a:buNone/>
          </a:pPr>
          <a:r>
            <a:rPr lang="en-US" sz="1400" kern="1200" dirty="0"/>
            <a:t>Safeguarding protects individuals from harm, abuse, neglect, </a:t>
          </a:r>
          <a:r>
            <a:rPr lang="en-US" sz="1400" kern="1200" dirty="0" err="1"/>
            <a:t>radicalisation</a:t>
          </a:r>
          <a:r>
            <a:rPr lang="en-US" sz="1400" kern="1200" dirty="0"/>
            <a:t> and exploitation.</a:t>
          </a:r>
          <a:br>
            <a:rPr lang="en-US" sz="1400" kern="1200" dirty="0"/>
          </a:br>
          <a:endParaRPr lang="en-US" sz="1400" kern="1200" dirty="0"/>
        </a:p>
        <a:p>
          <a:pPr marL="114300" lvl="1" indent="-114300" algn="l" defTabSz="622300">
            <a:lnSpc>
              <a:spcPct val="90000"/>
            </a:lnSpc>
            <a:spcBef>
              <a:spcPct val="0"/>
            </a:spcBef>
            <a:spcAft>
              <a:spcPct val="15000"/>
            </a:spcAft>
            <a:buNone/>
          </a:pPr>
          <a:r>
            <a:rPr lang="en-US" sz="1400" kern="1200" dirty="0"/>
            <a:t>If you have a concern about yourself or someone else, email:</a:t>
          </a:r>
        </a:p>
        <a:p>
          <a:pPr marL="114300" lvl="1" indent="-114300" algn="l" defTabSz="622300">
            <a:lnSpc>
              <a:spcPct val="90000"/>
            </a:lnSpc>
            <a:spcBef>
              <a:spcPct val="0"/>
            </a:spcBef>
            <a:spcAft>
              <a:spcPct val="15000"/>
            </a:spcAft>
            <a:buNone/>
          </a:pPr>
          <a:r>
            <a:rPr lang="en-US" sz="1400" kern="1200" dirty="0">
              <a:hlinkClick xmlns:r="http://schemas.openxmlformats.org/officeDocument/2006/relationships" r:id="rId1"/>
            </a:rPr>
            <a:t>safeguarding@bpp.com</a:t>
          </a:r>
          <a:br>
            <a:rPr lang="en-US" sz="1400" kern="1200" dirty="0"/>
          </a:br>
          <a:br>
            <a:rPr lang="en-US" sz="1400" kern="1200" dirty="0"/>
          </a:br>
          <a:r>
            <a:rPr lang="en-US" sz="1400" kern="1200" dirty="0"/>
            <a:t>Or speak to your tutor privately.</a:t>
          </a:r>
          <a:br>
            <a:rPr lang="en-US" sz="1400" kern="1200" dirty="0"/>
          </a:br>
          <a:endParaRPr lang="en-US" sz="1400" kern="1200" dirty="0"/>
        </a:p>
        <a:p>
          <a:pPr marL="114300" lvl="1" indent="-114300" algn="l" defTabSz="622300">
            <a:lnSpc>
              <a:spcPct val="90000"/>
            </a:lnSpc>
            <a:spcBef>
              <a:spcPct val="0"/>
            </a:spcBef>
            <a:spcAft>
              <a:spcPct val="15000"/>
            </a:spcAft>
            <a:buNone/>
          </a:pPr>
          <a:r>
            <a:rPr lang="en-US" sz="1400" kern="1200" dirty="0"/>
            <a:t>We treat all concerns seriously and confidentially.</a:t>
          </a:r>
        </a:p>
      </dsp:txBody>
      <dsp:txXfrm>
        <a:off x="67921" y="366732"/>
        <a:ext cx="3309356" cy="2499933"/>
      </dsp:txXfrm>
    </dsp:sp>
    <dsp:sp modelId="{48F786DA-DE1C-49AB-A9EC-F4B26E445636}">
      <dsp:nvSpPr>
        <dsp:cNvPr id="0" name=""/>
        <dsp:cNvSpPr/>
      </dsp:nvSpPr>
      <dsp:spPr>
        <a:xfrm>
          <a:off x="7939" y="2866665"/>
          <a:ext cx="3429320" cy="1100763"/>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0" rIns="35560" bIns="0" numCol="1" spcCol="1270" anchor="ctr" anchorCtr="0">
          <a:noAutofit/>
        </a:bodyPr>
        <a:lstStyle/>
        <a:p>
          <a:pPr marL="0" lvl="0" indent="0" algn="l" defTabSz="1244600">
            <a:lnSpc>
              <a:spcPct val="90000"/>
            </a:lnSpc>
            <a:spcBef>
              <a:spcPct val="0"/>
            </a:spcBef>
            <a:spcAft>
              <a:spcPct val="35000"/>
            </a:spcAft>
            <a:buNone/>
          </a:pPr>
          <a:r>
            <a:rPr lang="en-GB" sz="2800" b="1" kern="1200" dirty="0"/>
            <a:t>Safeguarding</a:t>
          </a:r>
          <a:endParaRPr lang="en-GB" sz="2800" kern="1200" dirty="0"/>
        </a:p>
      </dsp:txBody>
      <dsp:txXfrm>
        <a:off x="7939" y="2866665"/>
        <a:ext cx="2415014" cy="1100763"/>
      </dsp:txXfrm>
    </dsp:sp>
    <dsp:sp modelId="{D9ADFEC3-3FB9-439A-9A95-7FF03D05B279}">
      <dsp:nvSpPr>
        <dsp:cNvPr id="0" name=""/>
        <dsp:cNvSpPr/>
      </dsp:nvSpPr>
      <dsp:spPr>
        <a:xfrm>
          <a:off x="2519964" y="3041511"/>
          <a:ext cx="1200262" cy="1200262"/>
        </a:xfrm>
        <a:prstGeom prst="ellipse">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1905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ED92AB1-FC73-4B9A-8E1D-4ACFC692581E}">
      <dsp:nvSpPr>
        <dsp:cNvPr id="0" name=""/>
        <dsp:cNvSpPr/>
      </dsp:nvSpPr>
      <dsp:spPr>
        <a:xfrm>
          <a:off x="4017584" y="306750"/>
          <a:ext cx="3429320" cy="2559915"/>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a:lnSpc>
              <a:spcPct val="90000"/>
            </a:lnSpc>
            <a:spcBef>
              <a:spcPct val="0"/>
            </a:spcBef>
            <a:spcAft>
              <a:spcPct val="15000"/>
            </a:spcAft>
            <a:buNone/>
          </a:pPr>
          <a:r>
            <a:rPr lang="en-US" sz="1400" kern="1200" dirty="0"/>
            <a:t>The British Values are:</a:t>
          </a:r>
          <a:br>
            <a:rPr lang="en-US" sz="1400" kern="1200" dirty="0"/>
          </a:br>
          <a:endParaRPr lang="en-GB" sz="1400" b="1" kern="1200" dirty="0"/>
        </a:p>
        <a:p>
          <a:pPr marL="228600" lvl="2" indent="-114300" algn="l" defTabSz="622300">
            <a:lnSpc>
              <a:spcPct val="90000"/>
            </a:lnSpc>
            <a:spcBef>
              <a:spcPct val="0"/>
            </a:spcBef>
            <a:spcAft>
              <a:spcPct val="15000"/>
            </a:spcAft>
            <a:buNone/>
          </a:pPr>
          <a:r>
            <a:rPr lang="en-US" sz="1400" b="1" kern="1200" dirty="0"/>
            <a:t>1. Democracy</a:t>
          </a:r>
          <a:endParaRPr lang="en-GB" sz="1400" b="1" kern="1200" dirty="0"/>
        </a:p>
        <a:p>
          <a:pPr marL="228600" lvl="2" indent="-114300" algn="l" defTabSz="622300">
            <a:lnSpc>
              <a:spcPct val="90000"/>
            </a:lnSpc>
            <a:spcBef>
              <a:spcPct val="0"/>
            </a:spcBef>
            <a:spcAft>
              <a:spcPct val="15000"/>
            </a:spcAft>
            <a:buNone/>
          </a:pPr>
          <a:r>
            <a:rPr lang="en-US" sz="1400" b="1" kern="1200" dirty="0"/>
            <a:t>2. Rule of Law</a:t>
          </a:r>
          <a:endParaRPr lang="en-GB" sz="1400" b="1" kern="1200" dirty="0"/>
        </a:p>
        <a:p>
          <a:pPr marL="228600" lvl="2" indent="-114300" algn="l" defTabSz="622300">
            <a:lnSpc>
              <a:spcPct val="90000"/>
            </a:lnSpc>
            <a:spcBef>
              <a:spcPct val="0"/>
            </a:spcBef>
            <a:spcAft>
              <a:spcPct val="15000"/>
            </a:spcAft>
            <a:buNone/>
          </a:pPr>
          <a:r>
            <a:rPr lang="en-US" sz="1400" b="1" kern="1200" dirty="0"/>
            <a:t>3. Individual Liberty</a:t>
          </a:r>
          <a:endParaRPr lang="en-GB" sz="1400" b="1" kern="1200" dirty="0"/>
        </a:p>
        <a:p>
          <a:pPr marL="228600" lvl="2" indent="-114300" algn="l" defTabSz="622300">
            <a:lnSpc>
              <a:spcPct val="90000"/>
            </a:lnSpc>
            <a:spcBef>
              <a:spcPct val="0"/>
            </a:spcBef>
            <a:spcAft>
              <a:spcPct val="15000"/>
            </a:spcAft>
            <a:buNone/>
          </a:pPr>
          <a:r>
            <a:rPr lang="en-US" sz="1400" b="1" kern="1200" dirty="0"/>
            <a:t>4. Mutual Respect</a:t>
          </a:r>
          <a:endParaRPr lang="en-GB" sz="1400" b="1" kern="1200" dirty="0"/>
        </a:p>
        <a:p>
          <a:pPr marL="228600" lvl="2" indent="-114300" algn="l" defTabSz="622300">
            <a:lnSpc>
              <a:spcPct val="90000"/>
            </a:lnSpc>
            <a:spcBef>
              <a:spcPct val="0"/>
            </a:spcBef>
            <a:spcAft>
              <a:spcPct val="15000"/>
            </a:spcAft>
            <a:buNone/>
          </a:pPr>
          <a:r>
            <a:rPr lang="en-US" sz="1400" b="1" kern="1200" dirty="0"/>
            <a:t>5. Tolerance of Different Faiths and Beliefs</a:t>
          </a:r>
          <a:br>
            <a:rPr lang="en-US" sz="1400" b="1" kern="1200" dirty="0"/>
          </a:br>
          <a:endParaRPr lang="en-GB" sz="1400" b="1" kern="1200" dirty="0"/>
        </a:p>
        <a:p>
          <a:pPr marL="114300" lvl="1" indent="-114300" algn="l" defTabSz="622300">
            <a:lnSpc>
              <a:spcPct val="90000"/>
            </a:lnSpc>
            <a:spcBef>
              <a:spcPct val="0"/>
            </a:spcBef>
            <a:spcAft>
              <a:spcPct val="15000"/>
            </a:spcAft>
            <a:buNone/>
          </a:pPr>
          <a:r>
            <a:rPr lang="en-US" sz="1400" kern="1200" dirty="0"/>
            <a:t>These values underpin everything we do in professional and digital environments.</a:t>
          </a:r>
        </a:p>
      </dsp:txBody>
      <dsp:txXfrm>
        <a:off x="4077566" y="366732"/>
        <a:ext cx="3309356" cy="2499933"/>
      </dsp:txXfrm>
    </dsp:sp>
    <dsp:sp modelId="{73228723-6C68-46A8-96CF-D4508B53BCEB}">
      <dsp:nvSpPr>
        <dsp:cNvPr id="0" name=""/>
        <dsp:cNvSpPr/>
      </dsp:nvSpPr>
      <dsp:spPr>
        <a:xfrm>
          <a:off x="4017584" y="2866665"/>
          <a:ext cx="3429320" cy="1100763"/>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0" rIns="35560" bIns="0" numCol="1" spcCol="1270" anchor="ctr" anchorCtr="0">
          <a:noAutofit/>
        </a:bodyPr>
        <a:lstStyle/>
        <a:p>
          <a:pPr marL="0" lvl="0" indent="0" algn="l" defTabSz="1244600">
            <a:lnSpc>
              <a:spcPct val="90000"/>
            </a:lnSpc>
            <a:spcBef>
              <a:spcPct val="0"/>
            </a:spcBef>
            <a:spcAft>
              <a:spcPct val="35000"/>
            </a:spcAft>
            <a:buNone/>
          </a:pPr>
          <a:r>
            <a:rPr lang="en-GB" sz="2800" b="1" kern="1200" dirty="0"/>
            <a:t>British Values</a:t>
          </a:r>
          <a:endParaRPr lang="en-GB" sz="2800" kern="1200" dirty="0"/>
        </a:p>
      </dsp:txBody>
      <dsp:txXfrm>
        <a:off x="4017584" y="2866665"/>
        <a:ext cx="2415014" cy="1100763"/>
      </dsp:txXfrm>
    </dsp:sp>
    <dsp:sp modelId="{B04E7D05-003F-4073-A2E0-8A6D05F1F5E9}">
      <dsp:nvSpPr>
        <dsp:cNvPr id="0" name=""/>
        <dsp:cNvSpPr/>
      </dsp:nvSpPr>
      <dsp:spPr>
        <a:xfrm>
          <a:off x="6529608" y="3041511"/>
          <a:ext cx="1200262" cy="1200262"/>
        </a:xfrm>
        <a:prstGeom prst="ellipse">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905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46A71B0-4F5B-47B2-8980-46D3D2DDB15D}">
      <dsp:nvSpPr>
        <dsp:cNvPr id="0" name=""/>
        <dsp:cNvSpPr/>
      </dsp:nvSpPr>
      <dsp:spPr>
        <a:xfrm>
          <a:off x="8027228" y="306750"/>
          <a:ext cx="3429320" cy="2559915"/>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780" tIns="53340" rIns="17780" bIns="17780" numCol="1" spcCol="1270" anchor="t" anchorCtr="0">
          <a:noAutofit/>
        </a:bodyPr>
        <a:lstStyle/>
        <a:p>
          <a:pPr marL="114300" lvl="1" indent="-114300" algn="l" defTabSz="622300">
            <a:lnSpc>
              <a:spcPct val="90000"/>
            </a:lnSpc>
            <a:spcBef>
              <a:spcPct val="0"/>
            </a:spcBef>
            <a:spcAft>
              <a:spcPct val="15000"/>
            </a:spcAft>
            <a:buNone/>
          </a:pPr>
          <a:r>
            <a:rPr lang="en-US" sz="1400" kern="1200" dirty="0"/>
            <a:t>Prevent is about protecting people from being drawn into extremism or </a:t>
          </a:r>
          <a:r>
            <a:rPr lang="en-US" sz="1400" kern="1200" dirty="0" err="1"/>
            <a:t>radicalisation</a:t>
          </a:r>
          <a:r>
            <a:rPr lang="en-US" sz="1400" kern="1200" dirty="0"/>
            <a:t>.</a:t>
          </a:r>
          <a:br>
            <a:rPr lang="en-US" sz="1400" kern="1200" dirty="0"/>
          </a:br>
          <a:endParaRPr lang="en-US" sz="1400" kern="1200" dirty="0"/>
        </a:p>
        <a:p>
          <a:pPr marL="114300" lvl="1" indent="-114300" algn="l" defTabSz="622300">
            <a:lnSpc>
              <a:spcPct val="90000"/>
            </a:lnSpc>
            <a:spcBef>
              <a:spcPct val="0"/>
            </a:spcBef>
            <a:spcAft>
              <a:spcPct val="15000"/>
            </a:spcAft>
            <a:buNone/>
          </a:pPr>
          <a:r>
            <a:rPr lang="en-US" sz="1400" kern="1200" dirty="0"/>
            <a:t>In our </a:t>
          </a:r>
          <a:r>
            <a:rPr lang="en-US" sz="1400" kern="1200" dirty="0" err="1"/>
            <a:t>programmes</a:t>
          </a:r>
          <a:r>
            <a:rPr lang="en-US" sz="1400" kern="1200" dirty="0"/>
            <a:t>, Prevent links to:</a:t>
          </a:r>
          <a:br>
            <a:rPr lang="en-US" sz="1400" kern="1200" dirty="0"/>
          </a:br>
          <a:br>
            <a:rPr lang="en-US" sz="1400" kern="1200" dirty="0"/>
          </a:br>
          <a:r>
            <a:rPr lang="en-US" sz="1400" b="1" kern="1200" dirty="0"/>
            <a:t>• Online safety</a:t>
          </a:r>
          <a:br>
            <a:rPr lang="en-US" sz="1400" b="1" kern="1200" dirty="0"/>
          </a:br>
          <a:r>
            <a:rPr lang="en-US" sz="1400" b="1" kern="1200" dirty="0"/>
            <a:t>• Digital responsibility</a:t>
          </a:r>
          <a:br>
            <a:rPr lang="en-US" sz="1400" b="1" kern="1200" dirty="0"/>
          </a:br>
          <a:r>
            <a:rPr lang="en-US" sz="1400" b="1" kern="1200" dirty="0"/>
            <a:t>• Critical thinking</a:t>
          </a:r>
          <a:br>
            <a:rPr lang="en-US" sz="1400" b="1" kern="1200" dirty="0"/>
          </a:br>
          <a:r>
            <a:rPr lang="en-US" sz="1400" b="1" kern="1200" dirty="0"/>
            <a:t>• Professional ethics</a:t>
          </a:r>
        </a:p>
      </dsp:txBody>
      <dsp:txXfrm>
        <a:off x="8087210" y="366732"/>
        <a:ext cx="3309356" cy="2499933"/>
      </dsp:txXfrm>
    </dsp:sp>
    <dsp:sp modelId="{A330D0D8-36E0-4D22-9693-859DCEFD00F6}">
      <dsp:nvSpPr>
        <dsp:cNvPr id="0" name=""/>
        <dsp:cNvSpPr/>
      </dsp:nvSpPr>
      <dsp:spPr>
        <a:xfrm>
          <a:off x="8027228" y="2866665"/>
          <a:ext cx="3429320" cy="1100763"/>
        </a:xfrm>
        <a:prstGeom prst="rect">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0" rIns="35560" bIns="0" numCol="1" spcCol="1270" anchor="ctr" anchorCtr="0">
          <a:noAutofit/>
        </a:bodyPr>
        <a:lstStyle/>
        <a:p>
          <a:pPr marL="0" lvl="0" indent="0" algn="l" defTabSz="1244600">
            <a:lnSpc>
              <a:spcPct val="90000"/>
            </a:lnSpc>
            <a:spcBef>
              <a:spcPct val="0"/>
            </a:spcBef>
            <a:spcAft>
              <a:spcPct val="35000"/>
            </a:spcAft>
            <a:buNone/>
          </a:pPr>
          <a:r>
            <a:rPr lang="en-GB" sz="2800" b="1" kern="1200" dirty="0"/>
            <a:t>Prevent</a:t>
          </a:r>
          <a:endParaRPr lang="en-GB" sz="2800" kern="1200" dirty="0"/>
        </a:p>
      </dsp:txBody>
      <dsp:txXfrm>
        <a:off x="8027228" y="2866665"/>
        <a:ext cx="2415014" cy="1100763"/>
      </dsp:txXfrm>
    </dsp:sp>
    <dsp:sp modelId="{C95D7B44-50D7-459C-A076-A823BE9D40B9}">
      <dsp:nvSpPr>
        <dsp:cNvPr id="0" name=""/>
        <dsp:cNvSpPr/>
      </dsp:nvSpPr>
      <dsp:spPr>
        <a:xfrm>
          <a:off x="10539252" y="3041511"/>
          <a:ext cx="1200262" cy="1200262"/>
        </a:xfrm>
        <a:prstGeom prst="ellipse">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905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702F9D-D6DE-4BAD-84E4-B0A24950545C}">
      <dsp:nvSpPr>
        <dsp:cNvPr id="0" name=""/>
        <dsp:cNvSpPr/>
      </dsp:nvSpPr>
      <dsp:spPr>
        <a:xfrm>
          <a:off x="0" y="390111"/>
          <a:ext cx="9801225" cy="793012"/>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395732" rIns="760684" bIns="135128" numCol="1" spcCol="1270" anchor="t" anchorCtr="0">
          <a:noAutofit/>
        </a:bodyPr>
        <a:lstStyle/>
        <a:p>
          <a:pPr marL="171450" lvl="1" indent="-171450" algn="l" defTabSz="844550">
            <a:lnSpc>
              <a:spcPct val="90000"/>
            </a:lnSpc>
            <a:spcBef>
              <a:spcPct val="0"/>
            </a:spcBef>
            <a:spcAft>
              <a:spcPct val="15000"/>
            </a:spcAft>
            <a:buChar char="•"/>
          </a:pPr>
          <a:r>
            <a:rPr lang="en-GB" sz="1900" kern="1200" dirty="0"/>
            <a:t>Describe the basics of the Planning and Analysis stages of the SDLC</a:t>
          </a:r>
        </a:p>
      </dsp:txBody>
      <dsp:txXfrm>
        <a:off x="0" y="390111"/>
        <a:ext cx="9801225" cy="793012"/>
      </dsp:txXfrm>
    </dsp:sp>
    <dsp:sp modelId="{65A44C23-CAC5-4E39-A309-13AFBD9A74F7}">
      <dsp:nvSpPr>
        <dsp:cNvPr id="0" name=""/>
        <dsp:cNvSpPr/>
      </dsp:nvSpPr>
      <dsp:spPr>
        <a:xfrm>
          <a:off x="490061" y="109671"/>
          <a:ext cx="6860857" cy="56088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844550">
            <a:lnSpc>
              <a:spcPct val="90000"/>
            </a:lnSpc>
            <a:spcBef>
              <a:spcPct val="0"/>
            </a:spcBef>
            <a:spcAft>
              <a:spcPct val="35000"/>
            </a:spcAft>
            <a:buNone/>
          </a:pPr>
          <a:r>
            <a:rPr lang="en-GB" sz="1900" kern="1200"/>
            <a:t>Describe</a:t>
          </a:r>
          <a:endParaRPr lang="en-GB" sz="1900" kern="1200" dirty="0"/>
        </a:p>
      </dsp:txBody>
      <dsp:txXfrm>
        <a:off x="517441" y="137051"/>
        <a:ext cx="6806097" cy="506120"/>
      </dsp:txXfrm>
    </dsp:sp>
    <dsp:sp modelId="{B0A2A451-22DB-4C89-898A-2DF661B45702}">
      <dsp:nvSpPr>
        <dsp:cNvPr id="0" name=""/>
        <dsp:cNvSpPr/>
      </dsp:nvSpPr>
      <dsp:spPr>
        <a:xfrm>
          <a:off x="0" y="1566163"/>
          <a:ext cx="9801225" cy="793012"/>
        </a:xfrm>
        <a:prstGeom prst="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395732" rIns="760684" bIns="135128" numCol="1" spcCol="1270" anchor="t" anchorCtr="0">
          <a:noAutofit/>
        </a:bodyPr>
        <a:lstStyle/>
        <a:p>
          <a:pPr marL="171450" lvl="1" indent="-171450" algn="l" defTabSz="844550">
            <a:lnSpc>
              <a:spcPct val="90000"/>
            </a:lnSpc>
            <a:spcBef>
              <a:spcPct val="0"/>
            </a:spcBef>
            <a:spcAft>
              <a:spcPct val="15000"/>
            </a:spcAft>
            <a:buChar char="•"/>
          </a:pPr>
          <a:r>
            <a:rPr lang="en-GB" sz="1900" kern="1200" dirty="0"/>
            <a:t>Justify the need for the Feasibility Study and Business Case</a:t>
          </a:r>
        </a:p>
      </dsp:txBody>
      <dsp:txXfrm>
        <a:off x="0" y="1566163"/>
        <a:ext cx="9801225" cy="793012"/>
      </dsp:txXfrm>
    </dsp:sp>
    <dsp:sp modelId="{4DE9954D-43D0-4157-B5AE-602597D4B6C9}">
      <dsp:nvSpPr>
        <dsp:cNvPr id="0" name=""/>
        <dsp:cNvSpPr/>
      </dsp:nvSpPr>
      <dsp:spPr>
        <a:xfrm>
          <a:off x="490061" y="1285723"/>
          <a:ext cx="6860857" cy="56088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844550">
            <a:lnSpc>
              <a:spcPct val="90000"/>
            </a:lnSpc>
            <a:spcBef>
              <a:spcPct val="0"/>
            </a:spcBef>
            <a:spcAft>
              <a:spcPct val="35000"/>
            </a:spcAft>
            <a:buNone/>
          </a:pPr>
          <a:r>
            <a:rPr lang="en-GB" sz="1900" kern="1200" dirty="0">
              <a:solidFill>
                <a:schemeClr val="tx2"/>
              </a:solidFill>
            </a:rPr>
            <a:t>Justify</a:t>
          </a:r>
        </a:p>
      </dsp:txBody>
      <dsp:txXfrm>
        <a:off x="517441" y="1313103"/>
        <a:ext cx="6806097" cy="506120"/>
      </dsp:txXfrm>
    </dsp:sp>
    <dsp:sp modelId="{E0479F73-7424-441B-AF39-D85A122442FD}">
      <dsp:nvSpPr>
        <dsp:cNvPr id="0" name=""/>
        <dsp:cNvSpPr/>
      </dsp:nvSpPr>
      <dsp:spPr>
        <a:xfrm>
          <a:off x="0" y="2742216"/>
          <a:ext cx="9801225" cy="793012"/>
        </a:xfrm>
        <a:prstGeom prst="rect">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395732" rIns="760684" bIns="135128" numCol="1" spcCol="1270" anchor="t" anchorCtr="0">
          <a:noAutofit/>
        </a:bodyPr>
        <a:lstStyle/>
        <a:p>
          <a:pPr marL="171450" lvl="1" indent="-171450" algn="l" defTabSz="844550">
            <a:lnSpc>
              <a:spcPct val="90000"/>
            </a:lnSpc>
            <a:spcBef>
              <a:spcPct val="0"/>
            </a:spcBef>
            <a:spcAft>
              <a:spcPct val="15000"/>
            </a:spcAft>
            <a:buChar char="•"/>
          </a:pPr>
          <a:r>
            <a:rPr lang="en-GB" sz="1900" kern="1200" dirty="0"/>
            <a:t>Develop user stories to represent requirements from the users perspective</a:t>
          </a:r>
        </a:p>
      </dsp:txBody>
      <dsp:txXfrm>
        <a:off x="0" y="2742216"/>
        <a:ext cx="9801225" cy="793012"/>
      </dsp:txXfrm>
    </dsp:sp>
    <dsp:sp modelId="{837735FC-6421-42B9-AB49-089C964ABA26}">
      <dsp:nvSpPr>
        <dsp:cNvPr id="0" name=""/>
        <dsp:cNvSpPr/>
      </dsp:nvSpPr>
      <dsp:spPr>
        <a:xfrm>
          <a:off x="490061" y="2461776"/>
          <a:ext cx="6860857" cy="56088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844550">
            <a:lnSpc>
              <a:spcPct val="90000"/>
            </a:lnSpc>
            <a:spcBef>
              <a:spcPct val="0"/>
            </a:spcBef>
            <a:spcAft>
              <a:spcPct val="35000"/>
            </a:spcAft>
            <a:buNone/>
          </a:pPr>
          <a:r>
            <a:rPr lang="en-GB" sz="1900" kern="1200" dirty="0"/>
            <a:t>Develop</a:t>
          </a:r>
        </a:p>
      </dsp:txBody>
      <dsp:txXfrm>
        <a:off x="517441" y="2489156"/>
        <a:ext cx="6806097" cy="50612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C6C4C3-F73A-43BB-8DC9-19DBFD1569FC}">
      <dsp:nvSpPr>
        <dsp:cNvPr id="0" name=""/>
        <dsp:cNvSpPr/>
      </dsp:nvSpPr>
      <dsp:spPr>
        <a:xfrm>
          <a:off x="511037" y="-33841"/>
          <a:ext cx="4859612" cy="4859612"/>
        </a:xfrm>
        <a:prstGeom prst="circularArrow">
          <a:avLst>
            <a:gd name="adj1" fmla="val 5544"/>
            <a:gd name="adj2" fmla="val 330680"/>
            <a:gd name="adj3" fmla="val 14533959"/>
            <a:gd name="adj4" fmla="val 16939840"/>
            <a:gd name="adj5" fmla="val 5757"/>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89C88F-36DA-4118-86AF-2CB6C28DA51F}">
      <dsp:nvSpPr>
        <dsp:cNvPr id="0" name=""/>
        <dsp:cNvSpPr/>
      </dsp:nvSpPr>
      <dsp:spPr>
        <a:xfrm>
          <a:off x="2194144" y="877"/>
          <a:ext cx="1493397" cy="746698"/>
        </a:xfrm>
        <a:prstGeom prst="roundRect">
          <a:avLst/>
        </a:prstGeom>
        <a:solidFill>
          <a:schemeClr val="accent1">
            <a:lumMod val="40000"/>
            <a:lumOff val="6000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Planning</a:t>
          </a:r>
          <a:endParaRPr lang="en-GB" sz="1500" kern="1200" dirty="0"/>
        </a:p>
      </dsp:txBody>
      <dsp:txXfrm>
        <a:off x="2230595" y="37328"/>
        <a:ext cx="1420495" cy="673796"/>
      </dsp:txXfrm>
    </dsp:sp>
    <dsp:sp modelId="{5780F230-B10F-4D42-9084-12395BA8CC0C}">
      <dsp:nvSpPr>
        <dsp:cNvPr id="0" name=""/>
        <dsp:cNvSpPr/>
      </dsp:nvSpPr>
      <dsp:spPr>
        <a:xfrm>
          <a:off x="3814357" y="781130"/>
          <a:ext cx="1493397" cy="746698"/>
        </a:xfrm>
        <a:prstGeom prst="roundRect">
          <a:avLst/>
        </a:prstGeom>
        <a:solidFill>
          <a:schemeClr val="accent5">
            <a:lumMod val="40000"/>
            <a:lumOff val="6000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Analysis</a:t>
          </a:r>
          <a:endParaRPr lang="en-GB" sz="1500" kern="1200" dirty="0"/>
        </a:p>
      </dsp:txBody>
      <dsp:txXfrm>
        <a:off x="3850808" y="817581"/>
        <a:ext cx="1420495" cy="673796"/>
      </dsp:txXfrm>
    </dsp:sp>
    <dsp:sp modelId="{AD50AD5E-9A5F-4B79-A83F-AE7D716BA78C}">
      <dsp:nvSpPr>
        <dsp:cNvPr id="0" name=""/>
        <dsp:cNvSpPr/>
      </dsp:nvSpPr>
      <dsp:spPr>
        <a:xfrm>
          <a:off x="4214516" y="2534343"/>
          <a:ext cx="1493397" cy="746698"/>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Design</a:t>
          </a:r>
          <a:endParaRPr lang="en-GB" sz="1500" kern="1200" dirty="0"/>
        </a:p>
      </dsp:txBody>
      <dsp:txXfrm>
        <a:off x="4250967" y="2570794"/>
        <a:ext cx="1420495" cy="673796"/>
      </dsp:txXfrm>
    </dsp:sp>
    <dsp:sp modelId="{2639692A-6F89-4C3F-8857-3D4ABD7A69CF}">
      <dsp:nvSpPr>
        <dsp:cNvPr id="0" name=""/>
        <dsp:cNvSpPr/>
      </dsp:nvSpPr>
      <dsp:spPr>
        <a:xfrm>
          <a:off x="3093295" y="3940311"/>
          <a:ext cx="1493397" cy="746698"/>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Implementation</a:t>
          </a:r>
          <a:endParaRPr lang="en-GB" sz="1500" kern="1200" dirty="0"/>
        </a:p>
      </dsp:txBody>
      <dsp:txXfrm>
        <a:off x="3129746" y="3976762"/>
        <a:ext cx="1420495" cy="673796"/>
      </dsp:txXfrm>
    </dsp:sp>
    <dsp:sp modelId="{7C3976D4-5160-433B-BA9A-4EC44ED55B05}">
      <dsp:nvSpPr>
        <dsp:cNvPr id="0" name=""/>
        <dsp:cNvSpPr/>
      </dsp:nvSpPr>
      <dsp:spPr>
        <a:xfrm>
          <a:off x="1294994" y="3940311"/>
          <a:ext cx="1493397" cy="746698"/>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Testing</a:t>
          </a:r>
          <a:endParaRPr lang="en-GB" sz="1500" kern="1200" dirty="0"/>
        </a:p>
      </dsp:txBody>
      <dsp:txXfrm>
        <a:off x="1331445" y="3976762"/>
        <a:ext cx="1420495" cy="673796"/>
      </dsp:txXfrm>
    </dsp:sp>
    <dsp:sp modelId="{04642913-ADD7-4B45-960E-6B625EE94E8E}">
      <dsp:nvSpPr>
        <dsp:cNvPr id="0" name=""/>
        <dsp:cNvSpPr/>
      </dsp:nvSpPr>
      <dsp:spPr>
        <a:xfrm>
          <a:off x="173773" y="2534343"/>
          <a:ext cx="1493397" cy="746698"/>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Deployment</a:t>
          </a:r>
          <a:endParaRPr lang="en-GB" sz="1500" kern="1200" dirty="0"/>
        </a:p>
      </dsp:txBody>
      <dsp:txXfrm>
        <a:off x="210224" y="2570794"/>
        <a:ext cx="1420495" cy="673796"/>
      </dsp:txXfrm>
    </dsp:sp>
    <dsp:sp modelId="{D21C20D2-BA20-4B6F-9D8D-DC38A4DF0D97}">
      <dsp:nvSpPr>
        <dsp:cNvPr id="0" name=""/>
        <dsp:cNvSpPr/>
      </dsp:nvSpPr>
      <dsp:spPr>
        <a:xfrm>
          <a:off x="573932" y="781130"/>
          <a:ext cx="1493397" cy="746698"/>
        </a:xfrm>
        <a:prstGeom prst="round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a:t>Maintenance</a:t>
          </a:r>
          <a:endParaRPr lang="en-GB" sz="1500" kern="1200" dirty="0"/>
        </a:p>
      </dsp:txBody>
      <dsp:txXfrm>
        <a:off x="610383" y="817581"/>
        <a:ext cx="1420495" cy="67379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6BBB06-1C15-47E0-BBA1-9EB56AC5D28E}">
      <dsp:nvSpPr>
        <dsp:cNvPr id="0" name=""/>
        <dsp:cNvSpPr/>
      </dsp:nvSpPr>
      <dsp:spPr>
        <a:xfrm>
          <a:off x="34587" y="1151"/>
          <a:ext cx="1191400" cy="714840"/>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Security</a:t>
          </a:r>
        </a:p>
      </dsp:txBody>
      <dsp:txXfrm>
        <a:off x="34587" y="1151"/>
        <a:ext cx="1191400" cy="714840"/>
      </dsp:txXfrm>
    </dsp:sp>
    <dsp:sp modelId="{F94AB33B-10A8-4863-A6BE-F682EF572494}">
      <dsp:nvSpPr>
        <dsp:cNvPr id="0" name=""/>
        <dsp:cNvSpPr/>
      </dsp:nvSpPr>
      <dsp:spPr>
        <a:xfrm>
          <a:off x="1345127" y="1151"/>
          <a:ext cx="1191400" cy="714840"/>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Availability</a:t>
          </a:r>
        </a:p>
      </dsp:txBody>
      <dsp:txXfrm>
        <a:off x="1345127" y="1151"/>
        <a:ext cx="1191400" cy="714840"/>
      </dsp:txXfrm>
    </dsp:sp>
    <dsp:sp modelId="{CAC4CB54-3D99-44EA-ADCE-0999345B6C1F}">
      <dsp:nvSpPr>
        <dsp:cNvPr id="0" name=""/>
        <dsp:cNvSpPr/>
      </dsp:nvSpPr>
      <dsp:spPr>
        <a:xfrm>
          <a:off x="34587" y="835131"/>
          <a:ext cx="1191400" cy="714840"/>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a:t>Reliability</a:t>
          </a:r>
        </a:p>
      </dsp:txBody>
      <dsp:txXfrm>
        <a:off x="34587" y="835131"/>
        <a:ext cx="1191400" cy="714840"/>
      </dsp:txXfrm>
    </dsp:sp>
    <dsp:sp modelId="{0D2A2380-BB4E-4077-9CC4-857D42C2DB93}">
      <dsp:nvSpPr>
        <dsp:cNvPr id="0" name=""/>
        <dsp:cNvSpPr/>
      </dsp:nvSpPr>
      <dsp:spPr>
        <a:xfrm>
          <a:off x="1345127" y="835131"/>
          <a:ext cx="1191400" cy="714840"/>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Performance</a:t>
          </a:r>
        </a:p>
      </dsp:txBody>
      <dsp:txXfrm>
        <a:off x="1345127" y="835131"/>
        <a:ext cx="1191400" cy="714840"/>
      </dsp:txXfrm>
    </dsp:sp>
    <dsp:sp modelId="{C23EAB99-D55D-4FF9-9C0A-A28A0B85B1DA}">
      <dsp:nvSpPr>
        <dsp:cNvPr id="0" name=""/>
        <dsp:cNvSpPr/>
      </dsp:nvSpPr>
      <dsp:spPr>
        <a:xfrm>
          <a:off x="34587" y="1669112"/>
          <a:ext cx="1191400" cy="714840"/>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a:t>Capacity</a:t>
          </a:r>
        </a:p>
      </dsp:txBody>
      <dsp:txXfrm>
        <a:off x="34587" y="1669112"/>
        <a:ext cx="1191400" cy="714840"/>
      </dsp:txXfrm>
    </dsp:sp>
    <dsp:sp modelId="{E9924DB2-637E-4762-8B32-932EA3CD5641}">
      <dsp:nvSpPr>
        <dsp:cNvPr id="0" name=""/>
        <dsp:cNvSpPr/>
      </dsp:nvSpPr>
      <dsp:spPr>
        <a:xfrm>
          <a:off x="1345127" y="1669112"/>
          <a:ext cx="1191400" cy="714840"/>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Scalability</a:t>
          </a:r>
        </a:p>
      </dsp:txBody>
      <dsp:txXfrm>
        <a:off x="1345127" y="1669112"/>
        <a:ext cx="1191400" cy="714840"/>
      </dsp:txXfrm>
    </dsp:sp>
    <dsp:sp modelId="{7B0A022C-19C4-4436-B53B-F1DF42190676}">
      <dsp:nvSpPr>
        <dsp:cNvPr id="0" name=""/>
        <dsp:cNvSpPr/>
      </dsp:nvSpPr>
      <dsp:spPr>
        <a:xfrm>
          <a:off x="34587" y="2503092"/>
          <a:ext cx="1191400" cy="714840"/>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a:t>Maintainability</a:t>
          </a:r>
        </a:p>
      </dsp:txBody>
      <dsp:txXfrm>
        <a:off x="34587" y="2503092"/>
        <a:ext cx="1191400" cy="714840"/>
      </dsp:txXfrm>
    </dsp:sp>
    <dsp:sp modelId="{2368F40F-ACC7-40BB-94B3-F339ACFF9DC3}">
      <dsp:nvSpPr>
        <dsp:cNvPr id="0" name=""/>
        <dsp:cNvSpPr/>
      </dsp:nvSpPr>
      <dsp:spPr>
        <a:xfrm>
          <a:off x="1345127" y="2503092"/>
          <a:ext cx="1191400" cy="714840"/>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a:t>Continuity</a:t>
          </a:r>
        </a:p>
      </dsp:txBody>
      <dsp:txXfrm>
        <a:off x="1345127" y="2503092"/>
        <a:ext cx="1191400" cy="714840"/>
      </dsp:txXfrm>
    </dsp:sp>
    <dsp:sp modelId="{E63A72C6-1898-44E0-B454-5042912480E3}">
      <dsp:nvSpPr>
        <dsp:cNvPr id="0" name=""/>
        <dsp:cNvSpPr/>
      </dsp:nvSpPr>
      <dsp:spPr>
        <a:xfrm>
          <a:off x="34587" y="3337072"/>
          <a:ext cx="1191400" cy="714840"/>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a:t>Supportability</a:t>
          </a:r>
        </a:p>
      </dsp:txBody>
      <dsp:txXfrm>
        <a:off x="34587" y="3337072"/>
        <a:ext cx="1191400" cy="714840"/>
      </dsp:txXfrm>
    </dsp:sp>
    <dsp:sp modelId="{B4B9E4D8-01E9-41ED-90CB-EAA77AC0574C}">
      <dsp:nvSpPr>
        <dsp:cNvPr id="0" name=""/>
        <dsp:cNvSpPr/>
      </dsp:nvSpPr>
      <dsp:spPr>
        <a:xfrm>
          <a:off x="1345127" y="3337072"/>
          <a:ext cx="1191400" cy="714840"/>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a:t>Serviceability</a:t>
          </a:r>
        </a:p>
      </dsp:txBody>
      <dsp:txXfrm>
        <a:off x="1345127" y="3337072"/>
        <a:ext cx="1191400" cy="714840"/>
      </dsp:txXfrm>
    </dsp:sp>
    <dsp:sp modelId="{C5996DB9-0225-4602-84B7-786CAB69DE46}">
      <dsp:nvSpPr>
        <dsp:cNvPr id="0" name=""/>
        <dsp:cNvSpPr/>
      </dsp:nvSpPr>
      <dsp:spPr>
        <a:xfrm>
          <a:off x="34587" y="4171053"/>
          <a:ext cx="1191400" cy="714840"/>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Back-up</a:t>
          </a:r>
        </a:p>
      </dsp:txBody>
      <dsp:txXfrm>
        <a:off x="34587" y="4171053"/>
        <a:ext cx="1191400" cy="714840"/>
      </dsp:txXfrm>
    </dsp:sp>
    <dsp:sp modelId="{C2D1D466-D7B6-441B-AEFB-B1B26409CD3C}">
      <dsp:nvSpPr>
        <dsp:cNvPr id="0" name=""/>
        <dsp:cNvSpPr/>
      </dsp:nvSpPr>
      <dsp:spPr>
        <a:xfrm>
          <a:off x="1345127" y="4171053"/>
          <a:ext cx="1191400" cy="714840"/>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en-GB" sz="1300" kern="1200" dirty="0"/>
            <a:t>Recoverability</a:t>
          </a:r>
        </a:p>
      </dsp:txBody>
      <dsp:txXfrm>
        <a:off x="1345127" y="4171053"/>
        <a:ext cx="1191400" cy="71484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D732E4-E29D-4B90-BF01-C90D909588F9}">
      <dsp:nvSpPr>
        <dsp:cNvPr id="0" name=""/>
        <dsp:cNvSpPr/>
      </dsp:nvSpPr>
      <dsp:spPr>
        <a:xfrm>
          <a:off x="1185" y="257485"/>
          <a:ext cx="1493421" cy="896052"/>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dirty="0"/>
            <a:t>Customers must be able to make a new reservation</a:t>
          </a:r>
        </a:p>
      </dsp:txBody>
      <dsp:txXfrm>
        <a:off x="1185" y="257485"/>
        <a:ext cx="1493421" cy="896052"/>
      </dsp:txXfrm>
    </dsp:sp>
    <dsp:sp modelId="{F528B67B-42F9-4738-8F1A-A207BA873C2C}">
      <dsp:nvSpPr>
        <dsp:cNvPr id="0" name=""/>
        <dsp:cNvSpPr/>
      </dsp:nvSpPr>
      <dsp:spPr>
        <a:xfrm>
          <a:off x="1643948" y="257485"/>
          <a:ext cx="1493421" cy="896052"/>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Customers must be able to view/amend their bookings</a:t>
          </a:r>
          <a:endParaRPr lang="en-GB" sz="1200" kern="1200" dirty="0"/>
        </a:p>
      </dsp:txBody>
      <dsp:txXfrm>
        <a:off x="1643948" y="257485"/>
        <a:ext cx="1493421" cy="896052"/>
      </dsp:txXfrm>
    </dsp:sp>
    <dsp:sp modelId="{221503CD-102F-4561-BFC7-58C3670A0BE5}">
      <dsp:nvSpPr>
        <dsp:cNvPr id="0" name=""/>
        <dsp:cNvSpPr/>
      </dsp:nvSpPr>
      <dsp:spPr>
        <a:xfrm>
          <a:off x="3286711" y="257485"/>
          <a:ext cx="1493421" cy="896052"/>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Employees must be able to view all bookings on a particular flight</a:t>
          </a:r>
        </a:p>
      </dsp:txBody>
      <dsp:txXfrm>
        <a:off x="3286711" y="257485"/>
        <a:ext cx="1493421" cy="896052"/>
      </dsp:txXfrm>
    </dsp:sp>
    <dsp:sp modelId="{63DAC724-9F7D-4B35-9D2C-7BA12EC5539B}">
      <dsp:nvSpPr>
        <dsp:cNvPr id="0" name=""/>
        <dsp:cNvSpPr/>
      </dsp:nvSpPr>
      <dsp:spPr>
        <a:xfrm>
          <a:off x="4929475" y="257485"/>
          <a:ext cx="1493421" cy="896052"/>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dirty="0"/>
            <a:t>Employees must be able to view all flights departing a particular airport</a:t>
          </a:r>
        </a:p>
      </dsp:txBody>
      <dsp:txXfrm>
        <a:off x="4929475" y="257485"/>
        <a:ext cx="1493421" cy="896052"/>
      </dsp:txXfrm>
    </dsp:sp>
    <dsp:sp modelId="{6F5E656E-8099-46BF-882E-D9AFC008CBBE}">
      <dsp:nvSpPr>
        <dsp:cNvPr id="0" name=""/>
        <dsp:cNvSpPr/>
      </dsp:nvSpPr>
      <dsp:spPr>
        <a:xfrm>
          <a:off x="6572238" y="257485"/>
          <a:ext cx="1493421" cy="896052"/>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Admin must be able to add/delete a flight</a:t>
          </a:r>
          <a:endParaRPr lang="en-GB" sz="1200" kern="1200" dirty="0"/>
        </a:p>
      </dsp:txBody>
      <dsp:txXfrm>
        <a:off x="6572238" y="257485"/>
        <a:ext cx="1493421" cy="896052"/>
      </dsp:txXfrm>
    </dsp:sp>
    <dsp:sp modelId="{4B88AEA5-7D1B-429E-941F-2F6301315585}">
      <dsp:nvSpPr>
        <dsp:cNvPr id="0" name=""/>
        <dsp:cNvSpPr/>
      </dsp:nvSpPr>
      <dsp:spPr>
        <a:xfrm>
          <a:off x="8215001" y="257485"/>
          <a:ext cx="1493421" cy="896052"/>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Admin must be able to add new airports</a:t>
          </a:r>
        </a:p>
      </dsp:txBody>
      <dsp:txXfrm>
        <a:off x="8215001" y="257485"/>
        <a:ext cx="1493421" cy="896052"/>
      </dsp:txXfrm>
    </dsp:sp>
    <dsp:sp modelId="{63EC432F-EA1B-44B5-A3CA-85A55E35010D}">
      <dsp:nvSpPr>
        <dsp:cNvPr id="0" name=""/>
        <dsp:cNvSpPr/>
      </dsp:nvSpPr>
      <dsp:spPr>
        <a:xfrm>
          <a:off x="1185" y="1302880"/>
          <a:ext cx="1493421" cy="896052"/>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The system must allow searches between two airports</a:t>
          </a:r>
          <a:endParaRPr lang="en-GB" sz="1200" kern="1200" dirty="0"/>
        </a:p>
      </dsp:txBody>
      <dsp:txXfrm>
        <a:off x="1185" y="1302880"/>
        <a:ext cx="1493421" cy="896052"/>
      </dsp:txXfrm>
    </dsp:sp>
    <dsp:sp modelId="{3D2D3F85-7AA1-4778-B052-06665675C661}">
      <dsp:nvSpPr>
        <dsp:cNvPr id="0" name=""/>
        <dsp:cNvSpPr/>
      </dsp:nvSpPr>
      <dsp:spPr>
        <a:xfrm>
          <a:off x="1643948" y="1302880"/>
          <a:ext cx="1493421" cy="896052"/>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dirty="0"/>
            <a:t>The system must allow the customer to reserve a seat on a particular flight</a:t>
          </a:r>
        </a:p>
      </dsp:txBody>
      <dsp:txXfrm>
        <a:off x="1643948" y="1302880"/>
        <a:ext cx="1493421" cy="896052"/>
      </dsp:txXfrm>
    </dsp:sp>
    <dsp:sp modelId="{55670F8E-F8D8-4950-B881-80C7D5F1E199}">
      <dsp:nvSpPr>
        <dsp:cNvPr id="0" name=""/>
        <dsp:cNvSpPr/>
      </dsp:nvSpPr>
      <dsp:spPr>
        <a:xfrm>
          <a:off x="3286711" y="1302880"/>
          <a:ext cx="1493421" cy="896052"/>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The system for customers must run in all web browsers</a:t>
          </a:r>
        </a:p>
      </dsp:txBody>
      <dsp:txXfrm>
        <a:off x="3286711" y="1302880"/>
        <a:ext cx="1493421" cy="896052"/>
      </dsp:txXfrm>
    </dsp:sp>
    <dsp:sp modelId="{801CEEEF-A02B-4E68-A88C-937DA5CC3B6D}">
      <dsp:nvSpPr>
        <dsp:cNvPr id="0" name=""/>
        <dsp:cNvSpPr/>
      </dsp:nvSpPr>
      <dsp:spPr>
        <a:xfrm>
          <a:off x="4929475" y="1302880"/>
          <a:ext cx="1493421" cy="896052"/>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The system must perform a back-up every hour</a:t>
          </a:r>
          <a:endParaRPr lang="en-GB" sz="1200" kern="1200" dirty="0"/>
        </a:p>
      </dsp:txBody>
      <dsp:txXfrm>
        <a:off x="4929475" y="1302880"/>
        <a:ext cx="1493421" cy="896052"/>
      </dsp:txXfrm>
    </dsp:sp>
    <dsp:sp modelId="{35F37242-8E55-49EA-A996-0BE3B5409CB1}">
      <dsp:nvSpPr>
        <dsp:cNvPr id="0" name=""/>
        <dsp:cNvSpPr/>
      </dsp:nvSpPr>
      <dsp:spPr>
        <a:xfrm>
          <a:off x="6572238" y="1302880"/>
          <a:ext cx="1493421" cy="896052"/>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Customers should only be able to see their own bookings and not those of other customers</a:t>
          </a:r>
        </a:p>
      </dsp:txBody>
      <dsp:txXfrm>
        <a:off x="6572238" y="1302880"/>
        <a:ext cx="1493421" cy="896052"/>
      </dsp:txXfrm>
    </dsp:sp>
    <dsp:sp modelId="{EF4E7CE4-BE73-4DD0-8E5B-0E7479E58D9C}">
      <dsp:nvSpPr>
        <dsp:cNvPr id="0" name=""/>
        <dsp:cNvSpPr/>
      </dsp:nvSpPr>
      <dsp:spPr>
        <a:xfrm>
          <a:off x="8215001" y="1302880"/>
          <a:ext cx="1493421" cy="896052"/>
        </a:xfrm>
        <a:prstGeom prst="rect">
          <a:avLst/>
        </a:prstGeom>
        <a:solidFill>
          <a:schemeClr val="lt1">
            <a:hueOff val="0"/>
            <a:satOff val="0"/>
            <a:lumOff val="0"/>
            <a:alphaOff val="0"/>
          </a:schemeClr>
        </a:solidFill>
        <a:ln w="19050" cap="flat" cmpd="sng" algn="ctr">
          <a:solidFill>
            <a:schemeClr val="accent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GB" sz="1200" kern="1200"/>
            <a:t>The interface should be clear and easy to use by customers, employees and admin</a:t>
          </a:r>
          <a:endParaRPr lang="en-GB" sz="1200" kern="1200" dirty="0"/>
        </a:p>
      </dsp:txBody>
      <dsp:txXfrm>
        <a:off x="8215001" y="1302880"/>
        <a:ext cx="1493421" cy="89605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847F9F5-5E8E-430F-BA50-C1C30181159B}">
      <dsp:nvSpPr>
        <dsp:cNvPr id="0" name=""/>
        <dsp:cNvSpPr/>
      </dsp:nvSpPr>
      <dsp:spPr>
        <a:xfrm>
          <a:off x="0" y="390111"/>
          <a:ext cx="9801225" cy="793012"/>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395732" rIns="760684" bIns="135128" numCol="1" spcCol="1270" anchor="t" anchorCtr="0">
          <a:noAutofit/>
        </a:bodyPr>
        <a:lstStyle/>
        <a:p>
          <a:pPr marL="171450" lvl="1" indent="-171450" algn="l" defTabSz="844550">
            <a:lnSpc>
              <a:spcPct val="90000"/>
            </a:lnSpc>
            <a:spcBef>
              <a:spcPct val="0"/>
            </a:spcBef>
            <a:spcAft>
              <a:spcPct val="15000"/>
            </a:spcAft>
            <a:buChar char="•"/>
          </a:pPr>
          <a:r>
            <a:rPr lang="en-GB" sz="1900" kern="1200" dirty="0"/>
            <a:t>Describe the basics of the Planning and Analysis stages of the SDLC</a:t>
          </a:r>
        </a:p>
      </dsp:txBody>
      <dsp:txXfrm>
        <a:off x="0" y="390111"/>
        <a:ext cx="9801225" cy="793012"/>
      </dsp:txXfrm>
    </dsp:sp>
    <dsp:sp modelId="{9593F4F6-1FB5-4011-A620-DF7A905F7D08}">
      <dsp:nvSpPr>
        <dsp:cNvPr id="0" name=""/>
        <dsp:cNvSpPr/>
      </dsp:nvSpPr>
      <dsp:spPr>
        <a:xfrm>
          <a:off x="490061" y="109671"/>
          <a:ext cx="6860857" cy="56088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844550">
            <a:lnSpc>
              <a:spcPct val="90000"/>
            </a:lnSpc>
            <a:spcBef>
              <a:spcPct val="0"/>
            </a:spcBef>
            <a:spcAft>
              <a:spcPct val="35000"/>
            </a:spcAft>
            <a:buNone/>
          </a:pPr>
          <a:r>
            <a:rPr lang="en-GB" sz="1900" kern="1200"/>
            <a:t>Describe</a:t>
          </a:r>
          <a:endParaRPr lang="en-GB" sz="1900" kern="1200" dirty="0"/>
        </a:p>
      </dsp:txBody>
      <dsp:txXfrm>
        <a:off x="517441" y="137051"/>
        <a:ext cx="6806097" cy="506120"/>
      </dsp:txXfrm>
    </dsp:sp>
    <dsp:sp modelId="{5DF8F4B9-FFC8-4843-8055-C13581FDB729}">
      <dsp:nvSpPr>
        <dsp:cNvPr id="0" name=""/>
        <dsp:cNvSpPr/>
      </dsp:nvSpPr>
      <dsp:spPr>
        <a:xfrm>
          <a:off x="0" y="1566163"/>
          <a:ext cx="9801225" cy="793012"/>
        </a:xfrm>
        <a:prstGeom prst="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395732" rIns="760684" bIns="135128" numCol="1" spcCol="1270" anchor="t" anchorCtr="0">
          <a:noAutofit/>
        </a:bodyPr>
        <a:lstStyle/>
        <a:p>
          <a:pPr marL="171450" lvl="1" indent="-171450" algn="l" defTabSz="844550">
            <a:lnSpc>
              <a:spcPct val="90000"/>
            </a:lnSpc>
            <a:spcBef>
              <a:spcPct val="0"/>
            </a:spcBef>
            <a:spcAft>
              <a:spcPct val="15000"/>
            </a:spcAft>
            <a:buChar char="•"/>
          </a:pPr>
          <a:r>
            <a:rPr lang="en-GB" sz="1900" kern="1200" dirty="0"/>
            <a:t>Justify the need for the Feasibility Study and Business Case</a:t>
          </a:r>
        </a:p>
      </dsp:txBody>
      <dsp:txXfrm>
        <a:off x="0" y="1566163"/>
        <a:ext cx="9801225" cy="793012"/>
      </dsp:txXfrm>
    </dsp:sp>
    <dsp:sp modelId="{366553B3-8418-48BB-8F84-8317B8B96521}">
      <dsp:nvSpPr>
        <dsp:cNvPr id="0" name=""/>
        <dsp:cNvSpPr/>
      </dsp:nvSpPr>
      <dsp:spPr>
        <a:xfrm>
          <a:off x="490061" y="1285723"/>
          <a:ext cx="6860857" cy="56088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844550">
            <a:lnSpc>
              <a:spcPct val="90000"/>
            </a:lnSpc>
            <a:spcBef>
              <a:spcPct val="0"/>
            </a:spcBef>
            <a:spcAft>
              <a:spcPct val="35000"/>
            </a:spcAft>
            <a:buNone/>
          </a:pPr>
          <a:r>
            <a:rPr lang="en-GB" sz="1900" kern="1200" dirty="0">
              <a:solidFill>
                <a:schemeClr val="tx2"/>
              </a:solidFill>
            </a:rPr>
            <a:t>Justify</a:t>
          </a:r>
        </a:p>
      </dsp:txBody>
      <dsp:txXfrm>
        <a:off x="517441" y="1313103"/>
        <a:ext cx="6806097" cy="506120"/>
      </dsp:txXfrm>
    </dsp:sp>
    <dsp:sp modelId="{02F00ECF-E59D-4E3B-A95E-C59EA1F77E6B}">
      <dsp:nvSpPr>
        <dsp:cNvPr id="0" name=""/>
        <dsp:cNvSpPr/>
      </dsp:nvSpPr>
      <dsp:spPr>
        <a:xfrm>
          <a:off x="0" y="2742216"/>
          <a:ext cx="9801225" cy="793012"/>
        </a:xfrm>
        <a:prstGeom prst="rect">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60684" tIns="395732" rIns="760684" bIns="135128" numCol="1" spcCol="1270" anchor="t" anchorCtr="0">
          <a:noAutofit/>
        </a:bodyPr>
        <a:lstStyle/>
        <a:p>
          <a:pPr marL="171450" lvl="1" indent="-171450" algn="l" defTabSz="844550">
            <a:lnSpc>
              <a:spcPct val="90000"/>
            </a:lnSpc>
            <a:spcBef>
              <a:spcPct val="0"/>
            </a:spcBef>
            <a:spcAft>
              <a:spcPct val="15000"/>
            </a:spcAft>
            <a:buChar char="•"/>
          </a:pPr>
          <a:r>
            <a:rPr lang="en-GB" sz="1900" kern="1200" dirty="0"/>
            <a:t>Develop user stories to represent requirements from the users perspective</a:t>
          </a:r>
        </a:p>
      </dsp:txBody>
      <dsp:txXfrm>
        <a:off x="0" y="2742216"/>
        <a:ext cx="9801225" cy="793012"/>
      </dsp:txXfrm>
    </dsp:sp>
    <dsp:sp modelId="{8CD9B34F-6289-4F68-9A93-96ED3D5A88D4}">
      <dsp:nvSpPr>
        <dsp:cNvPr id="0" name=""/>
        <dsp:cNvSpPr/>
      </dsp:nvSpPr>
      <dsp:spPr>
        <a:xfrm>
          <a:off x="490061" y="2461776"/>
          <a:ext cx="6860857" cy="56088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9324" tIns="0" rIns="259324" bIns="0" numCol="1" spcCol="1270" anchor="ctr" anchorCtr="0">
          <a:noAutofit/>
        </a:bodyPr>
        <a:lstStyle/>
        <a:p>
          <a:pPr marL="0" lvl="0" indent="0" algn="l" defTabSz="844550">
            <a:lnSpc>
              <a:spcPct val="90000"/>
            </a:lnSpc>
            <a:spcBef>
              <a:spcPct val="0"/>
            </a:spcBef>
            <a:spcAft>
              <a:spcPct val="35000"/>
            </a:spcAft>
            <a:buNone/>
          </a:pPr>
          <a:r>
            <a:rPr lang="en-GB" sz="1900" kern="1200" dirty="0"/>
            <a:t>Develop</a:t>
          </a:r>
        </a:p>
      </dsp:txBody>
      <dsp:txXfrm>
        <a:off x="517441" y="2489156"/>
        <a:ext cx="6806097" cy="50612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6FBDE4E-AF0F-8909-BADA-D2402FDAB39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1909F59C-3506-EAAB-DA53-2CD8EA0A2B5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35EAFB8-4928-9749-A44E-21E8CBAD48EC}" type="datetimeFigureOut">
              <a:rPr lang="en-GB" smtClean="0"/>
              <a:t>04/08/2026</a:t>
            </a:fld>
            <a:endParaRPr lang="en-GB"/>
          </a:p>
        </p:txBody>
      </p:sp>
      <p:sp>
        <p:nvSpPr>
          <p:cNvPr id="4" name="Footer Placeholder 3">
            <a:extLst>
              <a:ext uri="{FF2B5EF4-FFF2-40B4-BE49-F238E27FC236}">
                <a16:creationId xmlns:a16="http://schemas.microsoft.com/office/drawing/2014/main" id="{D09292FB-D11A-9724-E10D-FD5290BCD09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FB211E59-7530-C471-3DD3-380889B59B4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40CD357-4732-EC44-8665-59EED4AF89F6}" type="slidenum">
              <a:rPr lang="en-GB" smtClean="0"/>
              <a:t>‹#›</a:t>
            </a:fld>
            <a:endParaRPr lang="en-GB"/>
          </a:p>
        </p:txBody>
      </p:sp>
    </p:spTree>
    <p:extLst>
      <p:ext uri="{BB962C8B-B14F-4D97-AF65-F5344CB8AC3E}">
        <p14:creationId xmlns:p14="http://schemas.microsoft.com/office/powerpoint/2010/main" val="1646420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3C7ED1-088D-EF4B-A32B-6CA354DCCC62}" type="datetimeFigureOut">
              <a:rPr lang="en-GB" smtClean="0"/>
              <a:t>04/08/2026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45AC0A-2887-4D45-AE2B-EFDD8D1FB63E}" type="slidenum">
              <a:rPr lang="en-GB" smtClean="0"/>
              <a:t>‹#›</a:t>
            </a:fld>
            <a:endParaRPr lang="en-GB"/>
          </a:p>
        </p:txBody>
      </p:sp>
    </p:spTree>
    <p:extLst>
      <p:ext uri="{BB962C8B-B14F-4D97-AF65-F5344CB8AC3E}">
        <p14:creationId xmlns:p14="http://schemas.microsoft.com/office/powerpoint/2010/main" val="17226023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423248-6D77-42F4-ADBD-B67D21E8300A}"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58276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C292E-FC5A-754B-D85B-32D27239A3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896C33-5485-C8AF-5245-3B4B51D4F8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A6DB3E-BF2C-A7A6-503B-08A748B4DF35}"/>
              </a:ext>
            </a:extLst>
          </p:cNvPr>
          <p:cNvSpPr>
            <a:spLocks noGrp="1"/>
          </p:cNvSpPr>
          <p:nvPr>
            <p:ph type="body" idx="1"/>
          </p:nvPr>
        </p:nvSpPr>
        <p:spPr/>
        <p:txBody>
          <a:bodyPr/>
          <a:lstStyle/>
          <a:p>
            <a:r>
              <a:rPr lang="en-US" b="1" dirty="0"/>
              <a:t>Today’s Link to Wider Learning</a:t>
            </a:r>
            <a:endParaRPr lang="en-US" dirty="0"/>
          </a:p>
          <a:p>
            <a:r>
              <a:rPr lang="en-US" dirty="0"/>
              <a:t>Tutor to highlight:</a:t>
            </a:r>
          </a:p>
          <a:p>
            <a:r>
              <a:rPr lang="en-US" dirty="0"/>
              <a:t>How today’s topic links to British Values</a:t>
            </a:r>
          </a:p>
          <a:p>
            <a:r>
              <a:rPr lang="en-US" dirty="0"/>
              <a:t>Any Prevent or digital safety themes</a:t>
            </a:r>
          </a:p>
          <a:p>
            <a:r>
              <a:rPr lang="en-US" dirty="0"/>
              <a:t>How this supports your career development</a:t>
            </a:r>
          </a:p>
        </p:txBody>
      </p:sp>
      <p:sp>
        <p:nvSpPr>
          <p:cNvPr id="4" name="Slide Number Placeholder 3">
            <a:extLst>
              <a:ext uri="{FF2B5EF4-FFF2-40B4-BE49-F238E27FC236}">
                <a16:creationId xmlns:a16="http://schemas.microsoft.com/office/drawing/2014/main" id="{728EECE6-E8F0-64D3-FFCB-E8358E487E4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DC25DB7-60BF-4D1A-97EF-AD4D8CFEF1EB}"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57960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This slide must be used to introduce the learners to the expectations of this session and provide the starting point for a discussion around the learning and content to be covered in this session.</a:t>
            </a:r>
          </a:p>
          <a:p>
            <a:endParaRPr lang="en-GB" dirty="0"/>
          </a:p>
          <a:p>
            <a:r>
              <a:rPr lang="en-GB" b="1" dirty="0"/>
              <a:t>Session Aim </a:t>
            </a:r>
            <a:r>
              <a:rPr lang="en-GB" dirty="0"/>
              <a:t>– this is a sentence which details the high-level expectation for learning in this session:</a:t>
            </a:r>
          </a:p>
          <a:p>
            <a:r>
              <a:rPr lang="en-GB" dirty="0"/>
              <a:t>“Investigate the fundamentals of networking architectures through looking at Logical Topologies and Protocols which provide management for data transmission.”</a:t>
            </a:r>
          </a:p>
          <a:p>
            <a:endParaRPr lang="en-GB" dirty="0"/>
          </a:p>
          <a:p>
            <a:r>
              <a:rPr lang="en-GB" b="1" dirty="0"/>
              <a:t>Objectives</a:t>
            </a:r>
            <a:r>
              <a:rPr lang="en-GB" dirty="0"/>
              <a:t> – this is the steps that will be taken to achieve the Aim. Steps on a ladder</a:t>
            </a:r>
          </a:p>
          <a:p>
            <a:r>
              <a:rPr lang="en-GB" dirty="0"/>
              <a:t>“Identify each of the five main networking Logical Topologies used in modern computer networks.”</a:t>
            </a:r>
          </a:p>
          <a:p>
            <a:r>
              <a:rPr lang="en-GB" dirty="0"/>
              <a:t>“Describe the primary benefits of each Logical Topology.”</a:t>
            </a:r>
          </a:p>
          <a:p>
            <a:r>
              <a:rPr lang="en-GB" dirty="0"/>
              <a:t>“List and detail the main features of communications protocols used in computer and telecommunications networks.”</a:t>
            </a:r>
          </a:p>
          <a:p>
            <a:r>
              <a:rPr lang="en-GB" dirty="0"/>
              <a:t>“Explain how communications protocols impact the performance selection of a Logical Topology and the overall network.”</a:t>
            </a:r>
          </a:p>
          <a:p>
            <a:endParaRPr lang="en-GB" dirty="0"/>
          </a:p>
        </p:txBody>
      </p:sp>
      <p:sp>
        <p:nvSpPr>
          <p:cNvPr id="4" name="Slide Number Placeholder 3"/>
          <p:cNvSpPr>
            <a:spLocks noGrp="1"/>
          </p:cNvSpPr>
          <p:nvPr>
            <p:ph type="sldNum" sz="quarter" idx="5"/>
          </p:nvPr>
        </p:nvSpPr>
        <p:spPr/>
        <p:txBody>
          <a:bodyPr/>
          <a:lstStyle/>
          <a:p>
            <a:fld id="{8F423248-6D77-42F4-ADBD-B67D21E8300A}" type="slidenum">
              <a:rPr lang="en-GB" smtClean="0"/>
              <a:t>4</a:t>
            </a:fld>
            <a:endParaRPr lang="en-GB"/>
          </a:p>
        </p:txBody>
      </p:sp>
    </p:spTree>
    <p:extLst>
      <p:ext uri="{BB962C8B-B14F-4D97-AF65-F5344CB8AC3E}">
        <p14:creationId xmlns:p14="http://schemas.microsoft.com/office/powerpoint/2010/main" val="2439734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E" i="1" dirty="0"/>
              <a:t>Make the learners aware of what KSBs have been covered during this session and which of their Assessment Methods they relate to.</a:t>
            </a:r>
          </a:p>
          <a:p>
            <a:endParaRPr lang="en-IE" i="1" dirty="0"/>
          </a:p>
          <a:p>
            <a:r>
              <a:rPr lang="en-IE" i="1" dirty="0"/>
              <a:t>Adapt according to your course/AMs – these are the AMs and KSBs for L4 Network Engineer</a:t>
            </a:r>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C10386-3129-D040-9582-5A9BC162773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767596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F423248-6D77-42F4-ADBD-B67D21E8300A}" type="slidenum">
              <a:rPr lang="en-GB" smtClean="0"/>
              <a:t>7</a:t>
            </a:fld>
            <a:endParaRPr lang="en-GB"/>
          </a:p>
        </p:txBody>
      </p:sp>
    </p:spTree>
    <p:extLst>
      <p:ext uri="{BB962C8B-B14F-4D97-AF65-F5344CB8AC3E}">
        <p14:creationId xmlns:p14="http://schemas.microsoft.com/office/powerpoint/2010/main" val="35713997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F423248-6D77-42F4-ADBD-B67D21E8300A}" type="slidenum">
              <a:rPr lang="en-GB" smtClean="0"/>
              <a:t>12</a:t>
            </a:fld>
            <a:endParaRPr lang="en-GB"/>
          </a:p>
        </p:txBody>
      </p:sp>
    </p:spTree>
    <p:extLst>
      <p:ext uri="{BB962C8B-B14F-4D97-AF65-F5344CB8AC3E}">
        <p14:creationId xmlns:p14="http://schemas.microsoft.com/office/powerpoint/2010/main" val="27249134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Expand on what the various categories mean.</a:t>
            </a:r>
          </a:p>
          <a:p>
            <a:endParaRPr lang="en-GB" dirty="0"/>
          </a:p>
          <a:p>
            <a:endParaRPr lang="en-GB" dirty="0"/>
          </a:p>
        </p:txBody>
      </p:sp>
      <p:sp>
        <p:nvSpPr>
          <p:cNvPr id="4" name="Slide Number Placeholder 3"/>
          <p:cNvSpPr>
            <a:spLocks noGrp="1"/>
          </p:cNvSpPr>
          <p:nvPr>
            <p:ph type="sldNum" sz="quarter" idx="5"/>
          </p:nvPr>
        </p:nvSpPr>
        <p:spPr/>
        <p:txBody>
          <a:bodyPr/>
          <a:lstStyle/>
          <a:p>
            <a:fld id="{8F423248-6D77-42F4-ADBD-B67D21E8300A}" type="slidenum">
              <a:rPr lang="en-GB" smtClean="0"/>
              <a:t>21</a:t>
            </a:fld>
            <a:endParaRPr lang="en-GB"/>
          </a:p>
        </p:txBody>
      </p:sp>
    </p:spTree>
    <p:extLst>
      <p:ext uri="{BB962C8B-B14F-4D97-AF65-F5344CB8AC3E}">
        <p14:creationId xmlns:p14="http://schemas.microsoft.com/office/powerpoint/2010/main" val="9190229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F423248-6D77-42F4-ADBD-B67D21E8300A}" type="slidenum">
              <a:rPr lang="en-GB" smtClean="0"/>
              <a:t>25</a:t>
            </a:fld>
            <a:endParaRPr lang="en-GB"/>
          </a:p>
        </p:txBody>
      </p:sp>
    </p:spTree>
    <p:extLst>
      <p:ext uri="{BB962C8B-B14F-4D97-AF65-F5344CB8AC3E}">
        <p14:creationId xmlns:p14="http://schemas.microsoft.com/office/powerpoint/2010/main" val="28348709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1" dirty="0"/>
          </a:p>
        </p:txBody>
      </p:sp>
      <p:sp>
        <p:nvSpPr>
          <p:cNvPr id="4" name="Slide Number Placeholder 3"/>
          <p:cNvSpPr>
            <a:spLocks noGrp="1"/>
          </p:cNvSpPr>
          <p:nvPr>
            <p:ph type="sldNum" sz="quarter" idx="5"/>
          </p:nvPr>
        </p:nvSpPr>
        <p:spPr/>
        <p:txBody>
          <a:bodyPr/>
          <a:lstStyle/>
          <a:p>
            <a:fld id="{8F423248-6D77-42F4-ADBD-B67D21E8300A}" type="slidenum">
              <a:rPr lang="en-GB" smtClean="0"/>
              <a:t>26</a:t>
            </a:fld>
            <a:endParaRPr lang="en-GB"/>
          </a:p>
        </p:txBody>
      </p:sp>
    </p:spTree>
    <p:extLst>
      <p:ext uri="{BB962C8B-B14F-4D97-AF65-F5344CB8AC3E}">
        <p14:creationId xmlns:p14="http://schemas.microsoft.com/office/powerpoint/2010/main" val="18831494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This slide MUST be shown at the end of each Learning Block so that we can gather feedback from Learners about their experiences.</a:t>
            </a:r>
          </a:p>
          <a:p>
            <a:endParaRPr lang="en-GB" dirty="0"/>
          </a:p>
          <a:p>
            <a:r>
              <a:rPr lang="en-GB" dirty="0"/>
              <a:t>If sharing through the ‘Present in Teams’ feature in PowerPoint, Learners can click the link (the image) directly.</a:t>
            </a:r>
          </a:p>
          <a:p>
            <a:endParaRPr lang="en-GB" dirty="0"/>
          </a:p>
          <a:p>
            <a:r>
              <a:rPr lang="en-GB" dirty="0"/>
              <a:t>If sharing through ‘Share a Desktop’ in Teams then the link will need to be shared with the Learners through the chat.</a:t>
            </a:r>
          </a:p>
          <a:p>
            <a:endParaRPr lang="en-GB" dirty="0"/>
          </a:p>
          <a:p>
            <a:r>
              <a:rPr lang="en-GB" b="1" dirty="0"/>
              <a:t>Direct Link </a:t>
            </a:r>
            <a:r>
              <a:rPr lang="en-GB" dirty="0"/>
              <a:t>- </a:t>
            </a:r>
          </a:p>
          <a:p>
            <a:endParaRPr lang="en-GB" dirty="0"/>
          </a:p>
        </p:txBody>
      </p:sp>
      <p:sp>
        <p:nvSpPr>
          <p:cNvPr id="4" name="Slide Number Placeholder 3"/>
          <p:cNvSpPr>
            <a:spLocks noGrp="1"/>
          </p:cNvSpPr>
          <p:nvPr>
            <p:ph type="sldNum" sz="quarter" idx="5"/>
          </p:nvPr>
        </p:nvSpPr>
        <p:spPr/>
        <p:txBody>
          <a:bodyPr/>
          <a:lstStyle/>
          <a:p>
            <a:fld id="{8F423248-6D77-42F4-ADBD-B67D21E8300A}" type="slidenum">
              <a:rPr lang="en-GB" smtClean="0"/>
              <a:t>28</a:t>
            </a:fld>
            <a:endParaRPr lang="en-GB"/>
          </a:p>
        </p:txBody>
      </p:sp>
    </p:spTree>
    <p:extLst>
      <p:ext uri="{BB962C8B-B14F-4D97-AF65-F5344CB8AC3E}">
        <p14:creationId xmlns:p14="http://schemas.microsoft.com/office/powerpoint/2010/main" val="21836021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E8BFF-E69F-AE9E-07AE-ABBC32819C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191377-709C-7564-C339-30638C724E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814443-CD72-40C4-28CB-EE76D97BBDA3}"/>
              </a:ext>
            </a:extLst>
          </p:cNvPr>
          <p:cNvSpPr>
            <a:spLocks noGrp="1"/>
          </p:cNvSpPr>
          <p:nvPr>
            <p:ph type="body" idx="1"/>
          </p:nvPr>
        </p:nvSpPr>
        <p:spPr/>
        <p:txBody>
          <a:bodyPr/>
          <a:lstStyle/>
          <a:p>
            <a:r>
              <a:rPr lang="en-IE" i="1" dirty="0"/>
              <a:t>Make the learners aware of what KSBs have been covered during this session and which of their Assessment Methods they relate to.</a:t>
            </a:r>
          </a:p>
          <a:p>
            <a:endParaRPr lang="en-IE" i="1" dirty="0"/>
          </a:p>
          <a:p>
            <a:r>
              <a:rPr lang="en-IE" i="1" dirty="0"/>
              <a:t>Adapt according to your course/AMs – these are the AMs and KSBs for L4 Network Engineer</a:t>
            </a:r>
            <a:endParaRPr lang="en-GB" dirty="0"/>
          </a:p>
        </p:txBody>
      </p:sp>
      <p:sp>
        <p:nvSpPr>
          <p:cNvPr id="4" name="Slide Number Placeholder 3">
            <a:extLst>
              <a:ext uri="{FF2B5EF4-FFF2-40B4-BE49-F238E27FC236}">
                <a16:creationId xmlns:a16="http://schemas.microsoft.com/office/drawing/2014/main" id="{BFBBB742-7A79-3B67-BFEA-24FEF59180E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6C10386-3129-D040-9582-5A9BC1627735}"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6024513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01F9C417-AE0F-5FEA-3B9D-9F4E883C0D0B}"/>
              </a:ext>
            </a:extLst>
          </p:cNvPr>
          <p:cNvGrpSpPr/>
          <p:nvPr userDrawn="1"/>
        </p:nvGrpSpPr>
        <p:grpSpPr>
          <a:xfrm>
            <a:off x="1678450" y="1902925"/>
            <a:ext cx="8835100" cy="4031873"/>
            <a:chOff x="1678450" y="1885340"/>
            <a:chExt cx="8835100" cy="4031873"/>
          </a:xfrm>
        </p:grpSpPr>
        <p:grpSp>
          <p:nvGrpSpPr>
            <p:cNvPr id="4" name="Group 3">
              <a:extLst>
                <a:ext uri="{FF2B5EF4-FFF2-40B4-BE49-F238E27FC236}">
                  <a16:creationId xmlns:a16="http://schemas.microsoft.com/office/drawing/2014/main" id="{B73C6D40-8476-17E6-05E7-7A8141C7D81B}"/>
                </a:ext>
              </a:extLst>
            </p:cNvPr>
            <p:cNvGrpSpPr/>
            <p:nvPr userDrawn="1"/>
          </p:nvGrpSpPr>
          <p:grpSpPr>
            <a:xfrm>
              <a:off x="1678450" y="3047807"/>
              <a:ext cx="914400" cy="1326777"/>
              <a:chOff x="394800" y="1446933"/>
              <a:chExt cx="914400" cy="1326777"/>
            </a:xfrm>
          </p:grpSpPr>
          <p:pic>
            <p:nvPicPr>
              <p:cNvPr id="5" name="Graphic 4" descr="Podcast with solid fill">
                <a:extLst>
                  <a:ext uri="{FF2B5EF4-FFF2-40B4-BE49-F238E27FC236}">
                    <a16:creationId xmlns:a16="http://schemas.microsoft.com/office/drawing/2014/main" id="{BB4291A9-E1F8-6D46-8154-3219599F8B3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94800" y="1446933"/>
                <a:ext cx="914400" cy="914400"/>
              </a:xfrm>
              <a:prstGeom prst="rect">
                <a:avLst/>
              </a:prstGeom>
            </p:spPr>
          </p:pic>
          <p:sp>
            <p:nvSpPr>
              <p:cNvPr id="6" name="Rectangle: Rounded Corners 5">
                <a:extLst>
                  <a:ext uri="{FF2B5EF4-FFF2-40B4-BE49-F238E27FC236}">
                    <a16:creationId xmlns:a16="http://schemas.microsoft.com/office/drawing/2014/main" id="{28A51AAD-2133-1971-1AE7-EC7E69A2AD6E}"/>
                  </a:ext>
                </a:extLst>
              </p:cNvPr>
              <p:cNvSpPr/>
              <p:nvPr/>
            </p:nvSpPr>
            <p:spPr>
              <a:xfrm>
                <a:off x="394800" y="2300403"/>
                <a:ext cx="914400" cy="473307"/>
              </a:xfrm>
              <a:prstGeom prst="roundRect">
                <a:avLst/>
              </a:prstGeom>
              <a:solidFill>
                <a:schemeClr val="accent1"/>
              </a:solidFill>
              <a:ln>
                <a:solidFill>
                  <a:schemeClr val="accent4"/>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2400" b="1" dirty="0">
                    <a:solidFill>
                      <a:schemeClr val="bg1"/>
                    </a:solidFill>
                  </a:rPr>
                  <a:t>LIVE</a:t>
                </a:r>
              </a:p>
            </p:txBody>
          </p:sp>
        </p:grpSp>
        <p:grpSp>
          <p:nvGrpSpPr>
            <p:cNvPr id="7" name="Group 6">
              <a:extLst>
                <a:ext uri="{FF2B5EF4-FFF2-40B4-BE49-F238E27FC236}">
                  <a16:creationId xmlns:a16="http://schemas.microsoft.com/office/drawing/2014/main" id="{E55FF514-A609-EF11-21AB-EF5CF077C39E}"/>
                </a:ext>
              </a:extLst>
            </p:cNvPr>
            <p:cNvGrpSpPr/>
            <p:nvPr userDrawn="1"/>
          </p:nvGrpSpPr>
          <p:grpSpPr>
            <a:xfrm>
              <a:off x="9599150" y="3047807"/>
              <a:ext cx="914400" cy="1326777"/>
              <a:chOff x="394800" y="1446933"/>
              <a:chExt cx="914400" cy="1326777"/>
            </a:xfrm>
          </p:grpSpPr>
          <p:pic>
            <p:nvPicPr>
              <p:cNvPr id="8" name="Graphic 7" descr="Podcast with solid fill">
                <a:extLst>
                  <a:ext uri="{FF2B5EF4-FFF2-40B4-BE49-F238E27FC236}">
                    <a16:creationId xmlns:a16="http://schemas.microsoft.com/office/drawing/2014/main" id="{C1573D47-B5AC-E4DA-02EC-7BE183768BF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394800" y="1446933"/>
                <a:ext cx="914400" cy="914400"/>
              </a:xfrm>
              <a:prstGeom prst="rect">
                <a:avLst/>
              </a:prstGeom>
            </p:spPr>
          </p:pic>
          <p:sp>
            <p:nvSpPr>
              <p:cNvPr id="9" name="Rectangle: Rounded Corners 8">
                <a:extLst>
                  <a:ext uri="{FF2B5EF4-FFF2-40B4-BE49-F238E27FC236}">
                    <a16:creationId xmlns:a16="http://schemas.microsoft.com/office/drawing/2014/main" id="{33AB2ED8-8F3B-CD53-0B8B-BC54879B956E}"/>
                  </a:ext>
                </a:extLst>
              </p:cNvPr>
              <p:cNvSpPr/>
              <p:nvPr/>
            </p:nvSpPr>
            <p:spPr>
              <a:xfrm>
                <a:off x="394800" y="2300403"/>
                <a:ext cx="914400" cy="473307"/>
              </a:xfrm>
              <a:prstGeom prst="roundRect">
                <a:avLst/>
              </a:prstGeom>
              <a:solidFill>
                <a:schemeClr val="accent1"/>
              </a:solidFill>
              <a:ln>
                <a:solidFill>
                  <a:schemeClr val="accent4"/>
                </a:solid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GB" sz="2400" b="1" dirty="0">
                    <a:solidFill>
                      <a:schemeClr val="bg1"/>
                    </a:solidFill>
                  </a:rPr>
                  <a:t>LIVE</a:t>
                </a:r>
              </a:p>
            </p:txBody>
          </p:sp>
        </p:grpSp>
        <p:sp>
          <p:nvSpPr>
            <p:cNvPr id="10" name="TextBox 9">
              <a:extLst>
                <a:ext uri="{FF2B5EF4-FFF2-40B4-BE49-F238E27FC236}">
                  <a16:creationId xmlns:a16="http://schemas.microsoft.com/office/drawing/2014/main" id="{5EC85732-829E-5F01-9E43-691B56EDA580}"/>
                </a:ext>
              </a:extLst>
            </p:cNvPr>
            <p:cNvSpPr txBox="1"/>
            <p:nvPr userDrawn="1"/>
          </p:nvSpPr>
          <p:spPr>
            <a:xfrm>
              <a:off x="2757000" y="1885340"/>
              <a:ext cx="6678000" cy="4031873"/>
            </a:xfrm>
            <a:prstGeom prst="rect">
              <a:avLst/>
            </a:prstGeom>
            <a:noFill/>
          </p:spPr>
          <p:txBody>
            <a:bodyPr wrap="square" rtlCol="0">
              <a:spAutoFit/>
            </a:bodyPr>
            <a:lstStyle/>
            <a:p>
              <a:pPr marL="0" indent="0" algn="ctr">
                <a:buNone/>
              </a:pPr>
              <a:r>
                <a:rPr lang="en-GB" sz="3200" b="1" dirty="0">
                  <a:solidFill>
                    <a:schemeClr val="accent1"/>
                  </a:solidFill>
                </a:rPr>
                <a:t>This Session is being Recorded</a:t>
              </a:r>
            </a:p>
            <a:p>
              <a:pPr marL="0" indent="0" algn="ctr">
                <a:buNone/>
              </a:pPr>
              <a:endParaRPr lang="en-GB" sz="3200" b="1" dirty="0">
                <a:solidFill>
                  <a:schemeClr val="accent1"/>
                </a:solidFill>
              </a:endParaRPr>
            </a:p>
            <a:p>
              <a:pPr marL="0" indent="0" algn="ctr">
                <a:buNone/>
              </a:pPr>
              <a:r>
                <a:rPr lang="en-GB" sz="2400" b="1" dirty="0">
                  <a:solidFill>
                    <a:schemeClr val="accent1"/>
                  </a:solidFill>
                </a:rPr>
                <a:t>It is being recorded for your benefit and for the purpose of Learner Support and Quality</a:t>
              </a:r>
            </a:p>
            <a:p>
              <a:pPr marL="0" indent="0" algn="ctr">
                <a:buNone/>
              </a:pPr>
              <a:endParaRPr lang="en-GB" sz="2400" b="1" dirty="0">
                <a:solidFill>
                  <a:schemeClr val="accent1"/>
                </a:solidFill>
              </a:endParaRPr>
            </a:p>
            <a:p>
              <a:pPr marL="0" indent="0" algn="ctr">
                <a:buNone/>
              </a:pPr>
              <a:r>
                <a:rPr lang="en-GB" sz="2400" b="1" dirty="0">
                  <a:solidFill>
                    <a:schemeClr val="accent1"/>
                  </a:solidFill>
                </a:rPr>
                <a:t>Attendance at the session is consent to be recorded</a:t>
              </a:r>
            </a:p>
            <a:p>
              <a:pPr marL="0" indent="0" algn="ctr">
                <a:buNone/>
              </a:pPr>
              <a:endParaRPr lang="en-GB" sz="2400" b="1" dirty="0">
                <a:solidFill>
                  <a:schemeClr val="accent1"/>
                </a:solidFill>
              </a:endParaRPr>
            </a:p>
            <a:p>
              <a:pPr marL="0" indent="0" algn="ctr">
                <a:buNone/>
              </a:pPr>
              <a:r>
                <a:rPr lang="en-GB" sz="2400" b="1" dirty="0">
                  <a:solidFill>
                    <a:schemeClr val="accent1"/>
                  </a:solidFill>
                </a:rPr>
                <a:t>Should you have any questions or concerns, please let your Trainer know.</a:t>
              </a:r>
            </a:p>
          </p:txBody>
        </p:sp>
      </p:grpSp>
      <p:sp>
        <p:nvSpPr>
          <p:cNvPr id="12" name="Title 11">
            <a:extLst>
              <a:ext uri="{FF2B5EF4-FFF2-40B4-BE49-F238E27FC236}">
                <a16:creationId xmlns:a16="http://schemas.microsoft.com/office/drawing/2014/main" id="{90D008FD-B7AA-B15A-3B2C-E5FE69EA5FD0}"/>
              </a:ext>
            </a:extLst>
          </p:cNvPr>
          <p:cNvSpPr>
            <a:spLocks noGrp="1"/>
          </p:cNvSpPr>
          <p:nvPr>
            <p:ph type="title"/>
          </p:nvPr>
        </p:nvSpPr>
        <p:spPr/>
        <p:txBody>
          <a:bodyPr/>
          <a:lstStyle/>
          <a:p>
            <a:r>
              <a:rPr lang="en-US" dirty="0"/>
              <a:t>Click to edit Master title style</a:t>
            </a:r>
            <a:endParaRPr lang="en-GB" dirty="0"/>
          </a:p>
        </p:txBody>
      </p:sp>
    </p:spTree>
    <p:extLst>
      <p:ext uri="{BB962C8B-B14F-4D97-AF65-F5344CB8AC3E}">
        <p14:creationId xmlns:p14="http://schemas.microsoft.com/office/powerpoint/2010/main" val="844911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2C Introductio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A6650D-C61C-13C5-F86A-920EE227B9A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Title 3">
            <a:extLst>
              <a:ext uri="{FF2B5EF4-FFF2-40B4-BE49-F238E27FC236}">
                <a16:creationId xmlns:a16="http://schemas.microsoft.com/office/drawing/2014/main" id="{0BC4D96C-D562-1F2D-D84F-327D7A2486B6}"/>
              </a:ext>
            </a:extLst>
          </p:cNvPr>
          <p:cNvSpPr>
            <a:spLocks noGrp="1"/>
          </p:cNvSpPr>
          <p:nvPr>
            <p:ph type="title"/>
          </p:nvPr>
        </p:nvSpPr>
        <p:spPr>
          <a:xfrm>
            <a:off x="1147189" y="2442586"/>
            <a:ext cx="9897622" cy="1325563"/>
          </a:xfrm>
        </p:spPr>
        <p:txBody>
          <a:bodyPr/>
          <a:lstStyle>
            <a:lvl1pPr>
              <a:defRPr>
                <a:solidFill>
                  <a:schemeClr val="bg1"/>
                </a:solidFill>
              </a:defRPr>
            </a:lvl1pPr>
          </a:lstStyle>
          <a:p>
            <a:r>
              <a:rPr lang="en-US"/>
              <a:t>Click to edit Master title style</a:t>
            </a:r>
            <a:endParaRPr lang="en-GB"/>
          </a:p>
        </p:txBody>
      </p:sp>
      <p:sp>
        <p:nvSpPr>
          <p:cNvPr id="2" name="Subtitle 2">
            <a:extLst>
              <a:ext uri="{FF2B5EF4-FFF2-40B4-BE49-F238E27FC236}">
                <a16:creationId xmlns:a16="http://schemas.microsoft.com/office/drawing/2014/main" id="{F9A83B70-45B0-0721-CBD1-A05B07E7550E}"/>
              </a:ext>
            </a:extLst>
          </p:cNvPr>
          <p:cNvSpPr>
            <a:spLocks noGrp="1"/>
          </p:cNvSpPr>
          <p:nvPr>
            <p:ph type="subTitle" idx="1"/>
          </p:nvPr>
        </p:nvSpPr>
        <p:spPr>
          <a:xfrm>
            <a:off x="1147189" y="3834485"/>
            <a:ext cx="9244727" cy="450000"/>
          </a:xfrm>
          <a:noFill/>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5" name="Picture 4">
            <a:extLst>
              <a:ext uri="{FF2B5EF4-FFF2-40B4-BE49-F238E27FC236}">
                <a16:creationId xmlns:a16="http://schemas.microsoft.com/office/drawing/2014/main" id="{FBB132C8-CA17-50CF-4CF7-FFEF134745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5738" y="640528"/>
            <a:ext cx="4305541" cy="979149"/>
          </a:xfrm>
          <a:prstGeom prst="rect">
            <a:avLst/>
          </a:prstGeom>
        </p:spPr>
      </p:pic>
    </p:spTree>
    <p:extLst>
      <p:ext uri="{BB962C8B-B14F-4D97-AF65-F5344CB8AC3E}">
        <p14:creationId xmlns:p14="http://schemas.microsoft.com/office/powerpoint/2010/main" val="2103107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F2C Introductio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A6650D-C61C-13C5-F86A-920EE227B9A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Title 3">
            <a:extLst>
              <a:ext uri="{FF2B5EF4-FFF2-40B4-BE49-F238E27FC236}">
                <a16:creationId xmlns:a16="http://schemas.microsoft.com/office/drawing/2014/main" id="{0BC4D96C-D562-1F2D-D84F-327D7A2486B6}"/>
              </a:ext>
            </a:extLst>
          </p:cNvPr>
          <p:cNvSpPr>
            <a:spLocks noGrp="1"/>
          </p:cNvSpPr>
          <p:nvPr>
            <p:ph type="title"/>
          </p:nvPr>
        </p:nvSpPr>
        <p:spPr>
          <a:xfrm>
            <a:off x="1147189" y="2442586"/>
            <a:ext cx="9897622" cy="1325563"/>
          </a:xfrm>
        </p:spPr>
        <p:txBody>
          <a:bodyPr/>
          <a:lstStyle>
            <a:lvl1pPr>
              <a:defRPr>
                <a:solidFill>
                  <a:schemeClr val="bg1"/>
                </a:solidFill>
              </a:defRPr>
            </a:lvl1pPr>
          </a:lstStyle>
          <a:p>
            <a:r>
              <a:rPr lang="en-US"/>
              <a:t>Click to edit Master title style</a:t>
            </a:r>
            <a:endParaRPr lang="en-GB"/>
          </a:p>
        </p:txBody>
      </p:sp>
      <p:sp>
        <p:nvSpPr>
          <p:cNvPr id="2" name="Subtitle 2">
            <a:extLst>
              <a:ext uri="{FF2B5EF4-FFF2-40B4-BE49-F238E27FC236}">
                <a16:creationId xmlns:a16="http://schemas.microsoft.com/office/drawing/2014/main" id="{F9A83B70-45B0-0721-CBD1-A05B07E7550E}"/>
              </a:ext>
            </a:extLst>
          </p:cNvPr>
          <p:cNvSpPr>
            <a:spLocks noGrp="1"/>
          </p:cNvSpPr>
          <p:nvPr>
            <p:ph type="subTitle" idx="1"/>
          </p:nvPr>
        </p:nvSpPr>
        <p:spPr>
          <a:xfrm>
            <a:off x="1147189" y="3834485"/>
            <a:ext cx="9244727" cy="450000"/>
          </a:xfrm>
          <a:noFill/>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5" name="Picture 4">
            <a:extLst>
              <a:ext uri="{FF2B5EF4-FFF2-40B4-BE49-F238E27FC236}">
                <a16:creationId xmlns:a16="http://schemas.microsoft.com/office/drawing/2014/main" id="{FBB132C8-CA17-50CF-4CF7-FFEF134745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5738" y="640528"/>
            <a:ext cx="4305541" cy="979149"/>
          </a:xfrm>
          <a:prstGeom prst="rect">
            <a:avLst/>
          </a:prstGeom>
        </p:spPr>
      </p:pic>
    </p:spTree>
    <p:extLst>
      <p:ext uri="{BB962C8B-B14F-4D97-AF65-F5344CB8AC3E}">
        <p14:creationId xmlns:p14="http://schemas.microsoft.com/office/powerpoint/2010/main" val="327035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F2C Introductio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A6650D-C61C-13C5-F86A-920EE227B9A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Title 3">
            <a:extLst>
              <a:ext uri="{FF2B5EF4-FFF2-40B4-BE49-F238E27FC236}">
                <a16:creationId xmlns:a16="http://schemas.microsoft.com/office/drawing/2014/main" id="{0BC4D96C-D562-1F2D-D84F-327D7A2486B6}"/>
              </a:ext>
            </a:extLst>
          </p:cNvPr>
          <p:cNvSpPr>
            <a:spLocks noGrp="1"/>
          </p:cNvSpPr>
          <p:nvPr>
            <p:ph type="title"/>
          </p:nvPr>
        </p:nvSpPr>
        <p:spPr>
          <a:xfrm>
            <a:off x="1147189" y="2442586"/>
            <a:ext cx="9897622" cy="1325563"/>
          </a:xfrm>
        </p:spPr>
        <p:txBody>
          <a:bodyPr/>
          <a:lstStyle>
            <a:lvl1pPr>
              <a:defRPr>
                <a:solidFill>
                  <a:schemeClr val="bg1"/>
                </a:solidFill>
              </a:defRPr>
            </a:lvl1pPr>
          </a:lstStyle>
          <a:p>
            <a:r>
              <a:rPr lang="en-US"/>
              <a:t>Click to edit Master title style</a:t>
            </a:r>
            <a:endParaRPr lang="en-GB"/>
          </a:p>
        </p:txBody>
      </p:sp>
      <p:sp>
        <p:nvSpPr>
          <p:cNvPr id="2" name="Subtitle 2">
            <a:extLst>
              <a:ext uri="{FF2B5EF4-FFF2-40B4-BE49-F238E27FC236}">
                <a16:creationId xmlns:a16="http://schemas.microsoft.com/office/drawing/2014/main" id="{F9A83B70-45B0-0721-CBD1-A05B07E7550E}"/>
              </a:ext>
            </a:extLst>
          </p:cNvPr>
          <p:cNvSpPr>
            <a:spLocks noGrp="1"/>
          </p:cNvSpPr>
          <p:nvPr>
            <p:ph type="subTitle" idx="1"/>
          </p:nvPr>
        </p:nvSpPr>
        <p:spPr>
          <a:xfrm>
            <a:off x="1147189" y="3834485"/>
            <a:ext cx="9244727" cy="450000"/>
          </a:xfrm>
          <a:noFill/>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5" name="Picture 4">
            <a:extLst>
              <a:ext uri="{FF2B5EF4-FFF2-40B4-BE49-F238E27FC236}">
                <a16:creationId xmlns:a16="http://schemas.microsoft.com/office/drawing/2014/main" id="{FBB132C8-CA17-50CF-4CF7-FFEF134745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5738" y="640528"/>
            <a:ext cx="4305541" cy="979149"/>
          </a:xfrm>
          <a:prstGeom prst="rect">
            <a:avLst/>
          </a:prstGeom>
        </p:spPr>
      </p:pic>
    </p:spTree>
    <p:extLst>
      <p:ext uri="{BB962C8B-B14F-4D97-AF65-F5344CB8AC3E}">
        <p14:creationId xmlns:p14="http://schemas.microsoft.com/office/powerpoint/2010/main" val="2513876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F2C Introductio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A6650D-C61C-13C5-F86A-920EE227B9A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4" name="Title 3">
            <a:extLst>
              <a:ext uri="{FF2B5EF4-FFF2-40B4-BE49-F238E27FC236}">
                <a16:creationId xmlns:a16="http://schemas.microsoft.com/office/drawing/2014/main" id="{0BC4D96C-D562-1F2D-D84F-327D7A2486B6}"/>
              </a:ext>
            </a:extLst>
          </p:cNvPr>
          <p:cNvSpPr>
            <a:spLocks noGrp="1"/>
          </p:cNvSpPr>
          <p:nvPr>
            <p:ph type="title"/>
          </p:nvPr>
        </p:nvSpPr>
        <p:spPr>
          <a:xfrm>
            <a:off x="1147189" y="2442586"/>
            <a:ext cx="9897622" cy="1325563"/>
          </a:xfrm>
        </p:spPr>
        <p:txBody>
          <a:bodyPr/>
          <a:lstStyle>
            <a:lvl1pPr>
              <a:defRPr>
                <a:solidFill>
                  <a:schemeClr val="bg1"/>
                </a:solidFill>
              </a:defRPr>
            </a:lvl1pPr>
          </a:lstStyle>
          <a:p>
            <a:r>
              <a:rPr lang="en-US"/>
              <a:t>Click to edit Master title style</a:t>
            </a:r>
            <a:endParaRPr lang="en-GB"/>
          </a:p>
        </p:txBody>
      </p:sp>
      <p:sp>
        <p:nvSpPr>
          <p:cNvPr id="2" name="Subtitle 2">
            <a:extLst>
              <a:ext uri="{FF2B5EF4-FFF2-40B4-BE49-F238E27FC236}">
                <a16:creationId xmlns:a16="http://schemas.microsoft.com/office/drawing/2014/main" id="{F9A83B70-45B0-0721-CBD1-A05B07E7550E}"/>
              </a:ext>
            </a:extLst>
          </p:cNvPr>
          <p:cNvSpPr>
            <a:spLocks noGrp="1"/>
          </p:cNvSpPr>
          <p:nvPr>
            <p:ph type="subTitle" idx="1"/>
          </p:nvPr>
        </p:nvSpPr>
        <p:spPr>
          <a:xfrm>
            <a:off x="1147189" y="3834485"/>
            <a:ext cx="9244727" cy="450000"/>
          </a:xfrm>
          <a:noFill/>
        </p:spPr>
        <p:txBody>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5" name="Picture 4">
            <a:extLst>
              <a:ext uri="{FF2B5EF4-FFF2-40B4-BE49-F238E27FC236}">
                <a16:creationId xmlns:a16="http://schemas.microsoft.com/office/drawing/2014/main" id="{FBB132C8-CA17-50CF-4CF7-FFEF134745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35738" y="640528"/>
            <a:ext cx="4305541" cy="979149"/>
          </a:xfrm>
          <a:prstGeom prst="rect">
            <a:avLst/>
          </a:prstGeom>
        </p:spPr>
      </p:pic>
    </p:spTree>
    <p:extLst>
      <p:ext uri="{BB962C8B-B14F-4D97-AF65-F5344CB8AC3E}">
        <p14:creationId xmlns:p14="http://schemas.microsoft.com/office/powerpoint/2010/main" val="1499391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ubtitle">
    <p:spTree>
      <p:nvGrpSpPr>
        <p:cNvPr id="1" name=""/>
        <p:cNvGrpSpPr/>
        <p:nvPr/>
      </p:nvGrpSpPr>
      <p:grpSpPr>
        <a:xfrm>
          <a:off x="0" y="0"/>
          <a:ext cx="0" cy="0"/>
          <a:chOff x="0" y="0"/>
          <a:chExt cx="0" cy="0"/>
        </a:xfrm>
      </p:grpSpPr>
      <p:pic>
        <p:nvPicPr>
          <p:cNvPr id="3" name="Picture 2" descr="A colorful stream of water">
            <a:extLst>
              <a:ext uri="{FF2B5EF4-FFF2-40B4-BE49-F238E27FC236}">
                <a16:creationId xmlns:a16="http://schemas.microsoft.com/office/drawing/2014/main" id="{A38DC9F4-CF36-F7CD-78CA-C9198F3634D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984748"/>
          </a:xfrm>
          <a:prstGeom prst="rect">
            <a:avLst/>
          </a:prstGeom>
        </p:spPr>
      </p:pic>
      <p:sp>
        <p:nvSpPr>
          <p:cNvPr id="5" name="Title 1">
            <a:extLst>
              <a:ext uri="{FF2B5EF4-FFF2-40B4-BE49-F238E27FC236}">
                <a16:creationId xmlns:a16="http://schemas.microsoft.com/office/drawing/2014/main" id="{EA7208E6-346F-9F3A-2066-105CE8C32B22}"/>
              </a:ext>
            </a:extLst>
          </p:cNvPr>
          <p:cNvSpPr>
            <a:spLocks noGrp="1"/>
          </p:cNvSpPr>
          <p:nvPr>
            <p:ph type="ctrTitle"/>
          </p:nvPr>
        </p:nvSpPr>
        <p:spPr>
          <a:xfrm>
            <a:off x="388800" y="1616400"/>
            <a:ext cx="9936000" cy="1818000"/>
          </a:xfrm>
        </p:spPr>
        <p:txBody>
          <a:bodyPr anchor="b">
            <a:normAutofit/>
          </a:bodyPr>
          <a:lstStyle>
            <a:lvl1pPr algn="l">
              <a:defRPr sz="4800">
                <a:solidFill>
                  <a:schemeClr val="tx1"/>
                </a:solidFill>
              </a:defRPr>
            </a:lvl1pPr>
          </a:lstStyle>
          <a:p>
            <a:r>
              <a:rPr lang="en-US" dirty="0"/>
              <a:t>Click to edit Master title style</a:t>
            </a:r>
            <a:endParaRPr lang="en-GB" dirty="0"/>
          </a:p>
        </p:txBody>
      </p:sp>
      <p:sp>
        <p:nvSpPr>
          <p:cNvPr id="6" name="Subtitle 2">
            <a:extLst>
              <a:ext uri="{FF2B5EF4-FFF2-40B4-BE49-F238E27FC236}">
                <a16:creationId xmlns:a16="http://schemas.microsoft.com/office/drawing/2014/main" id="{5CE0F1A4-D5AE-8FA6-5CAF-106CC0F3A327}"/>
              </a:ext>
            </a:extLst>
          </p:cNvPr>
          <p:cNvSpPr>
            <a:spLocks noGrp="1"/>
          </p:cNvSpPr>
          <p:nvPr>
            <p:ph type="subTitle" idx="1"/>
          </p:nvPr>
        </p:nvSpPr>
        <p:spPr>
          <a:xfrm>
            <a:off x="388800" y="3474000"/>
            <a:ext cx="9244727" cy="450000"/>
          </a:xfrm>
          <a:solidFill>
            <a:schemeClr val="bg1"/>
          </a:solidFill>
        </p:spPr>
        <p:txBody>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Tree>
    <p:extLst>
      <p:ext uri="{BB962C8B-B14F-4D97-AF65-F5344CB8AC3E}">
        <p14:creationId xmlns:p14="http://schemas.microsoft.com/office/powerpoint/2010/main" val="907072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urse Overvie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7EFA4-D2DE-B183-D9D0-EF20303ED45D}"/>
              </a:ext>
            </a:extLst>
          </p:cNvPr>
          <p:cNvSpPr>
            <a:spLocks noGrp="1"/>
          </p:cNvSpPr>
          <p:nvPr>
            <p:ph type="title" hasCustomPrompt="1"/>
          </p:nvPr>
        </p:nvSpPr>
        <p:spPr>
          <a:xfrm>
            <a:off x="143607" y="172800"/>
            <a:ext cx="9896400" cy="1324800"/>
          </a:xfrm>
        </p:spPr>
        <p:txBody>
          <a:bodyPr/>
          <a:lstStyle>
            <a:lvl1pPr>
              <a:defRPr/>
            </a:lvl1pPr>
          </a:lstStyle>
          <a:p>
            <a:r>
              <a:rPr lang="en-US" dirty="0"/>
              <a:t>Course Overview</a:t>
            </a:r>
            <a:endParaRPr lang="en-GB" dirty="0"/>
          </a:p>
        </p:txBody>
      </p:sp>
      <p:pic>
        <p:nvPicPr>
          <p:cNvPr id="4" name="Picture 3">
            <a:extLst>
              <a:ext uri="{FF2B5EF4-FFF2-40B4-BE49-F238E27FC236}">
                <a16:creationId xmlns:a16="http://schemas.microsoft.com/office/drawing/2014/main" id="{B4ACB4C6-75DF-091C-EE82-3AEE8D2697C0}"/>
              </a:ext>
            </a:extLst>
          </p:cNvPr>
          <p:cNvPicPr>
            <a:picLocks noChangeAspect="1"/>
          </p:cNvPicPr>
          <p:nvPr userDrawn="1"/>
        </p:nvPicPr>
        <p:blipFill>
          <a:blip r:embed="rId2">
            <a:duotone>
              <a:schemeClr val="accent4">
                <a:shade val="45000"/>
                <a:satMod val="135000"/>
              </a:schemeClr>
              <a:prstClr val="white"/>
            </a:duotone>
          </a:blip>
          <a:stretch>
            <a:fillRect/>
          </a:stretch>
        </p:blipFill>
        <p:spPr>
          <a:xfrm>
            <a:off x="643237" y="3543301"/>
            <a:ext cx="1279796" cy="1279796"/>
          </a:xfrm>
          <a:prstGeom prst="rect">
            <a:avLst/>
          </a:prstGeom>
          <a:ln>
            <a:noFill/>
          </a:ln>
        </p:spPr>
      </p:pic>
      <p:sp>
        <p:nvSpPr>
          <p:cNvPr id="5" name="Content Placeholder 2">
            <a:extLst>
              <a:ext uri="{FF2B5EF4-FFF2-40B4-BE49-F238E27FC236}">
                <a16:creationId xmlns:a16="http://schemas.microsoft.com/office/drawing/2014/main" id="{CCF4D228-0A16-16AB-CF0E-2F22897C5AE9}"/>
              </a:ext>
            </a:extLst>
          </p:cNvPr>
          <p:cNvSpPr>
            <a:spLocks noGrp="1"/>
          </p:cNvSpPr>
          <p:nvPr>
            <p:ph idx="1"/>
          </p:nvPr>
        </p:nvSpPr>
        <p:spPr>
          <a:xfrm>
            <a:off x="2250831" y="1681199"/>
            <a:ext cx="9801575" cy="1176301"/>
          </a:xfrm>
        </p:spPr>
        <p:txBody>
          <a:bodyPr/>
          <a:lstStyle>
            <a:lvl1pPr>
              <a:defRPr b="0"/>
            </a:lvl1pPr>
            <a:lvl2pPr>
              <a:defRPr b="0"/>
            </a:lvl2pPr>
            <a:lvl3pPr>
              <a:defRPr b="0"/>
            </a:lvl3pPr>
            <a:lvl4pPr>
              <a:defRPr b="0"/>
            </a:lvl4pPr>
            <a:lvl5pPr>
              <a:defRPr b="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Content Placeholder 7">
            <a:extLst>
              <a:ext uri="{FF2B5EF4-FFF2-40B4-BE49-F238E27FC236}">
                <a16:creationId xmlns:a16="http://schemas.microsoft.com/office/drawing/2014/main" id="{1CC543FE-B1AA-11E8-EBC5-0E6313C2B2B9}"/>
              </a:ext>
            </a:extLst>
          </p:cNvPr>
          <p:cNvSpPr>
            <a:spLocks noGrp="1"/>
          </p:cNvSpPr>
          <p:nvPr>
            <p:ph sz="quarter" idx="11"/>
          </p:nvPr>
        </p:nvSpPr>
        <p:spPr>
          <a:xfrm>
            <a:off x="2250830" y="3038965"/>
            <a:ext cx="9801575" cy="3644864"/>
          </a:xfrm>
        </p:spPr>
        <p:txBody>
          <a:bodyPr/>
          <a:lstStyle>
            <a:lvl1pPr>
              <a:defRPr b="0"/>
            </a:lvl1pPr>
            <a:lvl2pPr>
              <a:defRPr b="0"/>
            </a:lvl2pPr>
            <a:lvl3pPr>
              <a:defRPr b="0"/>
            </a:lvl3pPr>
            <a:lvl4pPr>
              <a:defRPr b="0"/>
            </a:lvl4pPr>
            <a:lvl5pPr>
              <a:defRPr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139284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089EC0-0E7F-36B3-A4EB-836C88C9276A}"/>
              </a:ext>
            </a:extLst>
          </p:cNvPr>
          <p:cNvSpPr>
            <a:spLocks noGrp="1"/>
          </p:cNvSpPr>
          <p:nvPr>
            <p:ph type="title"/>
          </p:nvPr>
        </p:nvSpPr>
        <p:spPr>
          <a:xfrm>
            <a:off x="144000" y="172800"/>
            <a:ext cx="9896400" cy="1325563"/>
          </a:xfrm>
        </p:spPr>
        <p:txBody>
          <a:bodyPr/>
          <a:lstStyle/>
          <a:p>
            <a:r>
              <a:rPr lang="en-US"/>
              <a:t>Click to edit Master title style</a:t>
            </a:r>
            <a:endParaRPr lang="en-GB"/>
          </a:p>
        </p:txBody>
      </p:sp>
      <p:sp>
        <p:nvSpPr>
          <p:cNvPr id="4" name="Text Placeholder 3">
            <a:extLst>
              <a:ext uri="{FF2B5EF4-FFF2-40B4-BE49-F238E27FC236}">
                <a16:creationId xmlns:a16="http://schemas.microsoft.com/office/drawing/2014/main" id="{88E4F1AE-B921-01D2-1D22-C07269A058E4}"/>
              </a:ext>
            </a:extLst>
          </p:cNvPr>
          <p:cNvSpPr>
            <a:spLocks noGrp="1"/>
          </p:cNvSpPr>
          <p:nvPr>
            <p:ph type="body" sz="quarter" idx="10"/>
          </p:nvPr>
        </p:nvSpPr>
        <p:spPr>
          <a:xfrm>
            <a:off x="144000" y="1681200"/>
            <a:ext cx="11908800" cy="10971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SmartArt Placeholder 5">
            <a:extLst>
              <a:ext uri="{FF2B5EF4-FFF2-40B4-BE49-F238E27FC236}">
                <a16:creationId xmlns:a16="http://schemas.microsoft.com/office/drawing/2014/main" id="{E2CC15FC-1F7E-FAA2-B138-13E017A09DA7}"/>
              </a:ext>
            </a:extLst>
          </p:cNvPr>
          <p:cNvSpPr>
            <a:spLocks noGrp="1"/>
          </p:cNvSpPr>
          <p:nvPr>
            <p:ph type="dgm" sz="quarter" idx="11"/>
          </p:nvPr>
        </p:nvSpPr>
        <p:spPr>
          <a:xfrm>
            <a:off x="144000" y="2857500"/>
            <a:ext cx="11908800" cy="3827700"/>
          </a:xfrm>
        </p:spPr>
        <p:txBody>
          <a:bodyPr/>
          <a:lstStyle/>
          <a:p>
            <a:endParaRPr lang="en-GB"/>
          </a:p>
        </p:txBody>
      </p:sp>
    </p:spTree>
    <p:extLst>
      <p:ext uri="{BB962C8B-B14F-4D97-AF65-F5344CB8AC3E}">
        <p14:creationId xmlns:p14="http://schemas.microsoft.com/office/powerpoint/2010/main" val="19451447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urse Overview">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7EFA4-D2DE-B183-D9D0-EF20303ED45D}"/>
              </a:ext>
            </a:extLst>
          </p:cNvPr>
          <p:cNvSpPr>
            <a:spLocks noGrp="1"/>
          </p:cNvSpPr>
          <p:nvPr>
            <p:ph type="title" hasCustomPrompt="1"/>
          </p:nvPr>
        </p:nvSpPr>
        <p:spPr>
          <a:xfrm>
            <a:off x="144000" y="172800"/>
            <a:ext cx="9896400" cy="1324800"/>
          </a:xfrm>
        </p:spPr>
        <p:txBody>
          <a:bodyPr/>
          <a:lstStyle>
            <a:lvl1pPr>
              <a:defRPr/>
            </a:lvl1pPr>
          </a:lstStyle>
          <a:p>
            <a:r>
              <a:rPr lang="en-US" dirty="0"/>
              <a:t>Demo</a:t>
            </a:r>
            <a:endParaRPr lang="en-GB" dirty="0"/>
          </a:p>
        </p:txBody>
      </p:sp>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4572000" y="1681200"/>
            <a:ext cx="7480800" cy="5004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0" name="Picture 9">
            <a:extLst>
              <a:ext uri="{FF2B5EF4-FFF2-40B4-BE49-F238E27FC236}">
                <a16:creationId xmlns:a16="http://schemas.microsoft.com/office/drawing/2014/main" id="{1E032F72-312B-F060-716F-2C3818D7484F}"/>
              </a:ext>
            </a:extLst>
          </p:cNvPr>
          <p:cNvPicPr>
            <a:picLocks noChangeAspect="1"/>
          </p:cNvPicPr>
          <p:nvPr userDrawn="1"/>
        </p:nvPicPr>
        <p:blipFill>
          <a:blip r:embed="rId2"/>
          <a:stretch>
            <a:fillRect/>
          </a:stretch>
        </p:blipFill>
        <p:spPr>
          <a:xfrm>
            <a:off x="907200" y="2736000"/>
            <a:ext cx="2898000" cy="2898000"/>
          </a:xfrm>
          <a:prstGeom prst="rect">
            <a:avLst/>
          </a:prstGeom>
        </p:spPr>
      </p:pic>
    </p:spTree>
    <p:extLst>
      <p:ext uri="{BB962C8B-B14F-4D97-AF65-F5344CB8AC3E}">
        <p14:creationId xmlns:p14="http://schemas.microsoft.com/office/powerpoint/2010/main" val="1319492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bullet list No KS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7AD91-E2BC-3152-DB6C-8682347FE39B}"/>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246B7EB-321E-8610-6E88-78CE997A557C}"/>
              </a:ext>
            </a:extLst>
          </p:cNvPr>
          <p:cNvSpPr>
            <a:spLocks noGrp="1"/>
          </p:cNvSpPr>
          <p:nvPr>
            <p:ph idx="1"/>
          </p:nvPr>
        </p:nvSpPr>
        <p:spPr>
          <a:xfrm>
            <a:off x="142128" y="1679521"/>
            <a:ext cx="11907740" cy="500430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555451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142128" y="1679521"/>
            <a:ext cx="11907740" cy="468611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Title 3">
            <a:extLst>
              <a:ext uri="{FF2B5EF4-FFF2-40B4-BE49-F238E27FC236}">
                <a16:creationId xmlns:a16="http://schemas.microsoft.com/office/drawing/2014/main" id="{E904B940-1F20-2C11-CA76-F3A38B796FED}"/>
              </a:ext>
            </a:extLst>
          </p:cNvPr>
          <p:cNvSpPr>
            <a:spLocks noGrp="1"/>
          </p:cNvSpPr>
          <p:nvPr>
            <p:ph type="title"/>
          </p:nvPr>
        </p:nvSpPr>
        <p:spPr/>
        <p:txBody>
          <a:bodyPr/>
          <a:lstStyle/>
          <a:p>
            <a:r>
              <a:rPr lang="en-US"/>
              <a:t>Click to edit Master title style</a:t>
            </a:r>
            <a:endParaRPr lang="en-GB"/>
          </a:p>
        </p:txBody>
      </p:sp>
      <p:sp>
        <p:nvSpPr>
          <p:cNvPr id="5" name="Text Placeholder 4">
            <a:extLst>
              <a:ext uri="{FF2B5EF4-FFF2-40B4-BE49-F238E27FC236}">
                <a16:creationId xmlns:a16="http://schemas.microsoft.com/office/drawing/2014/main" id="{21C45679-53F1-CD1E-5969-358664F10169}"/>
              </a:ext>
            </a:extLst>
          </p:cNvPr>
          <p:cNvSpPr>
            <a:spLocks noGrp="1"/>
          </p:cNvSpPr>
          <p:nvPr>
            <p:ph type="body" sz="quarter" idx="10"/>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6" name="TextBox 5">
            <a:extLst>
              <a:ext uri="{FF2B5EF4-FFF2-40B4-BE49-F238E27FC236}">
                <a16:creationId xmlns:a16="http://schemas.microsoft.com/office/drawing/2014/main" id="{4A14EE58-F612-C906-46F8-7979405C7459}"/>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8" name="TextBox 7">
            <a:extLst>
              <a:ext uri="{FF2B5EF4-FFF2-40B4-BE49-F238E27FC236}">
                <a16:creationId xmlns:a16="http://schemas.microsoft.com/office/drawing/2014/main" id="{2A92E586-7093-69E3-DC5B-31C518D04F4F}"/>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9" name="Text Placeholder 4">
            <a:extLst>
              <a:ext uri="{FF2B5EF4-FFF2-40B4-BE49-F238E27FC236}">
                <a16:creationId xmlns:a16="http://schemas.microsoft.com/office/drawing/2014/main" id="{94745C87-E321-8B9A-FD3D-758C807E4D2D}"/>
              </a:ext>
            </a:extLst>
          </p:cNvPr>
          <p:cNvSpPr>
            <a:spLocks noGrp="1"/>
          </p:cNvSpPr>
          <p:nvPr>
            <p:ph type="body" sz="quarter" idx="11"/>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23092241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ctivity">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1417294" y="1679710"/>
            <a:ext cx="9357413" cy="4687200"/>
          </a:xfrm>
        </p:spPr>
        <p:txBody>
          <a:bodyPr anchor="ctr"/>
          <a:lstStyle>
            <a:lvl1pPr algn="ctr">
              <a:buNone/>
              <a:defRPr/>
            </a:lvl1pPr>
            <a:lvl2pPr algn="ctr">
              <a:defRPr/>
            </a:lvl2pPr>
            <a:lvl3pPr algn="ctr">
              <a:defRPr/>
            </a:lvl3pPr>
            <a:lvl4pPr algn="ctr">
              <a:defRPr/>
            </a:lvl4pPr>
            <a:lvl5pPr algn="ctr">
              <a:defRPr/>
            </a:lvl5pPr>
          </a:lstStyle>
          <a:p>
            <a:pPr lvl="0"/>
            <a:r>
              <a:rPr lang="en-US" dirty="0"/>
              <a:t>Click to edit Master text styles</a:t>
            </a:r>
          </a:p>
        </p:txBody>
      </p:sp>
      <p:sp>
        <p:nvSpPr>
          <p:cNvPr id="4" name="Title 3">
            <a:extLst>
              <a:ext uri="{FF2B5EF4-FFF2-40B4-BE49-F238E27FC236}">
                <a16:creationId xmlns:a16="http://schemas.microsoft.com/office/drawing/2014/main" id="{E904B940-1F20-2C11-CA76-F3A38B796FED}"/>
              </a:ext>
            </a:extLst>
          </p:cNvPr>
          <p:cNvSpPr>
            <a:spLocks noGrp="1"/>
          </p:cNvSpPr>
          <p:nvPr>
            <p:ph type="title"/>
          </p:nvPr>
        </p:nvSpPr>
        <p:spPr/>
        <p:txBody>
          <a:bodyPr/>
          <a:lstStyle/>
          <a:p>
            <a:r>
              <a:rPr lang="en-US"/>
              <a:t>Click to edit Master title style</a:t>
            </a:r>
            <a:endParaRPr lang="en-GB"/>
          </a:p>
        </p:txBody>
      </p:sp>
      <p:grpSp>
        <p:nvGrpSpPr>
          <p:cNvPr id="28" name="Group 27">
            <a:extLst>
              <a:ext uri="{FF2B5EF4-FFF2-40B4-BE49-F238E27FC236}">
                <a16:creationId xmlns:a16="http://schemas.microsoft.com/office/drawing/2014/main" id="{FBE4C7C6-BBF4-A8B1-C2BE-A5DC4E243CEC}"/>
              </a:ext>
            </a:extLst>
          </p:cNvPr>
          <p:cNvGrpSpPr/>
          <p:nvPr userDrawn="1"/>
        </p:nvGrpSpPr>
        <p:grpSpPr>
          <a:xfrm>
            <a:off x="444981" y="1588270"/>
            <a:ext cx="656129" cy="4847987"/>
            <a:chOff x="444981" y="1588176"/>
            <a:chExt cx="656129" cy="4847987"/>
          </a:xfrm>
        </p:grpSpPr>
        <p:grpSp>
          <p:nvGrpSpPr>
            <p:cNvPr id="24" name="Group 23">
              <a:extLst>
                <a:ext uri="{FF2B5EF4-FFF2-40B4-BE49-F238E27FC236}">
                  <a16:creationId xmlns:a16="http://schemas.microsoft.com/office/drawing/2014/main" id="{70386204-DC36-594C-F95F-3FD2CF30EB64}"/>
                </a:ext>
              </a:extLst>
            </p:cNvPr>
            <p:cNvGrpSpPr/>
            <p:nvPr userDrawn="1"/>
          </p:nvGrpSpPr>
          <p:grpSpPr>
            <a:xfrm>
              <a:off x="444981" y="1588176"/>
              <a:ext cx="656129" cy="4847987"/>
              <a:chOff x="444981" y="1588176"/>
              <a:chExt cx="656129" cy="4847987"/>
            </a:xfrm>
          </p:grpSpPr>
          <p:pic>
            <p:nvPicPr>
              <p:cNvPr id="5" name="Graphic 4" descr="Blog with solid fill">
                <a:extLst>
                  <a:ext uri="{FF2B5EF4-FFF2-40B4-BE49-F238E27FC236}">
                    <a16:creationId xmlns:a16="http://schemas.microsoft.com/office/drawing/2014/main" id="{47CF4AC3-18FC-FC5B-FD65-23D5CC8AF43E}"/>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44981" y="1588176"/>
                <a:ext cx="653151" cy="653151"/>
              </a:xfrm>
              <a:prstGeom prst="rect">
                <a:avLst/>
              </a:prstGeom>
            </p:spPr>
          </p:pic>
          <p:sp>
            <p:nvSpPr>
              <p:cNvPr id="7" name="TextBox 6">
                <a:extLst>
                  <a:ext uri="{FF2B5EF4-FFF2-40B4-BE49-F238E27FC236}">
                    <a16:creationId xmlns:a16="http://schemas.microsoft.com/office/drawing/2014/main" id="{A692A134-5C96-6573-6BCB-3A68CE651316}"/>
                  </a:ext>
                </a:extLst>
              </p:cNvPr>
              <p:cNvSpPr txBox="1"/>
              <p:nvPr userDrawn="1"/>
            </p:nvSpPr>
            <p:spPr>
              <a:xfrm rot="16200000">
                <a:off x="-1112518" y="3765948"/>
                <a:ext cx="3697815" cy="492443"/>
              </a:xfrm>
              <a:prstGeom prst="rect">
                <a:avLst/>
              </a:prstGeom>
              <a:noFill/>
            </p:spPr>
            <p:txBody>
              <a:bodyPr wrap="square" lIns="0" tIns="0" rIns="0" bIns="0" rtlCol="0">
                <a:spAutoFit/>
              </a:bodyPr>
              <a:lstStyle/>
              <a:p>
                <a:pPr algn="ctr"/>
                <a:r>
                  <a:rPr lang="en-GB" sz="3200" b="1" spc="0" baseline="0" dirty="0">
                    <a:solidFill>
                      <a:schemeClr val="accent1"/>
                    </a:solidFill>
                  </a:rPr>
                  <a:t>ACTIVITY</a:t>
                </a:r>
              </a:p>
            </p:txBody>
          </p:sp>
          <p:pic>
            <p:nvPicPr>
              <p:cNvPr id="23" name="Graphic 22" descr="Blog with solid fill">
                <a:extLst>
                  <a:ext uri="{FF2B5EF4-FFF2-40B4-BE49-F238E27FC236}">
                    <a16:creationId xmlns:a16="http://schemas.microsoft.com/office/drawing/2014/main" id="{33214E56-6500-2417-09A9-85D2BD90428B}"/>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47959" y="5783012"/>
                <a:ext cx="653151" cy="653151"/>
              </a:xfrm>
              <a:prstGeom prst="rect">
                <a:avLst/>
              </a:prstGeom>
            </p:spPr>
          </p:pic>
        </p:grpSp>
        <p:cxnSp>
          <p:nvCxnSpPr>
            <p:cNvPr id="26" name="Straight Connector 25">
              <a:extLst>
                <a:ext uri="{FF2B5EF4-FFF2-40B4-BE49-F238E27FC236}">
                  <a16:creationId xmlns:a16="http://schemas.microsoft.com/office/drawing/2014/main" id="{9AE7874F-B858-B765-BE37-339730524841}"/>
                </a:ext>
              </a:extLst>
            </p:cNvPr>
            <p:cNvCxnSpPr>
              <a:cxnSpLocks/>
            </p:cNvCxnSpPr>
            <p:nvPr userDrawn="1"/>
          </p:nvCxnSpPr>
          <p:spPr>
            <a:xfrm>
              <a:off x="490167" y="2206867"/>
              <a:ext cx="0" cy="357182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7D7344A0-F24C-F961-3478-BF0F518D4659}"/>
                </a:ext>
              </a:extLst>
            </p:cNvPr>
            <p:cNvCxnSpPr>
              <a:cxnSpLocks/>
            </p:cNvCxnSpPr>
            <p:nvPr userDrawn="1"/>
          </p:nvCxnSpPr>
          <p:spPr>
            <a:xfrm>
              <a:off x="982611" y="2206867"/>
              <a:ext cx="0" cy="3571820"/>
            </a:xfrm>
            <a:prstGeom prst="line">
              <a:avLst/>
            </a:prstGeom>
            <a:ln w="38100"/>
          </p:spPr>
          <p:style>
            <a:lnRef idx="2">
              <a:schemeClr val="accent1"/>
            </a:lnRef>
            <a:fillRef idx="0">
              <a:schemeClr val="accent1"/>
            </a:fillRef>
            <a:effectRef idx="1">
              <a:schemeClr val="accent1"/>
            </a:effectRef>
            <a:fontRef idx="minor">
              <a:schemeClr val="tx1"/>
            </a:fontRef>
          </p:style>
        </p:cxnSp>
      </p:grpSp>
      <p:sp>
        <p:nvSpPr>
          <p:cNvPr id="2" name="Text Placeholder 4">
            <a:extLst>
              <a:ext uri="{FF2B5EF4-FFF2-40B4-BE49-F238E27FC236}">
                <a16:creationId xmlns:a16="http://schemas.microsoft.com/office/drawing/2014/main" id="{841D7770-3C92-8288-44C9-A9B2199CD5F1}"/>
              </a:ext>
            </a:extLst>
          </p:cNvPr>
          <p:cNvSpPr>
            <a:spLocks noGrp="1"/>
          </p:cNvSpPr>
          <p:nvPr>
            <p:ph type="body" sz="quarter" idx="10"/>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6" name="TextBox 5">
            <a:extLst>
              <a:ext uri="{FF2B5EF4-FFF2-40B4-BE49-F238E27FC236}">
                <a16:creationId xmlns:a16="http://schemas.microsoft.com/office/drawing/2014/main" id="{3FEE09FE-E753-1C24-B196-2E58D6639FA9}"/>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8" name="TextBox 7">
            <a:extLst>
              <a:ext uri="{FF2B5EF4-FFF2-40B4-BE49-F238E27FC236}">
                <a16:creationId xmlns:a16="http://schemas.microsoft.com/office/drawing/2014/main" id="{716F5A1F-5BF2-809E-4294-49E0A8A48583}"/>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9" name="Text Placeholder 4">
            <a:extLst>
              <a:ext uri="{FF2B5EF4-FFF2-40B4-BE49-F238E27FC236}">
                <a16:creationId xmlns:a16="http://schemas.microsoft.com/office/drawing/2014/main" id="{20508520-62B5-43D6-ECDC-8A0E5BD3E761}"/>
              </a:ext>
            </a:extLst>
          </p:cNvPr>
          <p:cNvSpPr>
            <a:spLocks noGrp="1"/>
          </p:cNvSpPr>
          <p:nvPr>
            <p:ph type="body" sz="quarter" idx="11"/>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grpSp>
        <p:nvGrpSpPr>
          <p:cNvPr id="14" name="Group 13">
            <a:extLst>
              <a:ext uri="{FF2B5EF4-FFF2-40B4-BE49-F238E27FC236}">
                <a16:creationId xmlns:a16="http://schemas.microsoft.com/office/drawing/2014/main" id="{6393AD82-D6A9-B84F-BACB-3E6D3C94B307}"/>
              </a:ext>
            </a:extLst>
          </p:cNvPr>
          <p:cNvGrpSpPr/>
          <p:nvPr userDrawn="1"/>
        </p:nvGrpSpPr>
        <p:grpSpPr>
          <a:xfrm>
            <a:off x="11143963" y="1587430"/>
            <a:ext cx="656129" cy="4847987"/>
            <a:chOff x="444981" y="1588176"/>
            <a:chExt cx="656129" cy="4847987"/>
          </a:xfrm>
        </p:grpSpPr>
        <p:grpSp>
          <p:nvGrpSpPr>
            <p:cNvPr id="15" name="Group 14">
              <a:extLst>
                <a:ext uri="{FF2B5EF4-FFF2-40B4-BE49-F238E27FC236}">
                  <a16:creationId xmlns:a16="http://schemas.microsoft.com/office/drawing/2014/main" id="{72E4D0A4-5365-9E22-C88A-1531AD74D697}"/>
                </a:ext>
              </a:extLst>
            </p:cNvPr>
            <p:cNvGrpSpPr/>
            <p:nvPr userDrawn="1"/>
          </p:nvGrpSpPr>
          <p:grpSpPr>
            <a:xfrm>
              <a:off x="444981" y="1588176"/>
              <a:ext cx="656129" cy="4847987"/>
              <a:chOff x="444981" y="1588176"/>
              <a:chExt cx="656129" cy="4847987"/>
            </a:xfrm>
          </p:grpSpPr>
          <p:pic>
            <p:nvPicPr>
              <p:cNvPr id="18" name="Graphic 17" descr="Blog with solid fill">
                <a:extLst>
                  <a:ext uri="{FF2B5EF4-FFF2-40B4-BE49-F238E27FC236}">
                    <a16:creationId xmlns:a16="http://schemas.microsoft.com/office/drawing/2014/main" id="{C1D2BFED-66C3-E8E6-5AF0-0CC60B56CD50}"/>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44981" y="1588176"/>
                <a:ext cx="653151" cy="653151"/>
              </a:xfrm>
              <a:prstGeom prst="rect">
                <a:avLst/>
              </a:prstGeom>
            </p:spPr>
          </p:pic>
          <p:sp>
            <p:nvSpPr>
              <p:cNvPr id="19" name="TextBox 18">
                <a:extLst>
                  <a:ext uri="{FF2B5EF4-FFF2-40B4-BE49-F238E27FC236}">
                    <a16:creationId xmlns:a16="http://schemas.microsoft.com/office/drawing/2014/main" id="{BE7C6B95-54F8-A763-14CB-2911617042A9}"/>
                  </a:ext>
                </a:extLst>
              </p:cNvPr>
              <p:cNvSpPr txBox="1"/>
              <p:nvPr userDrawn="1"/>
            </p:nvSpPr>
            <p:spPr>
              <a:xfrm rot="5400000">
                <a:off x="-1112518" y="3765948"/>
                <a:ext cx="3697815" cy="492443"/>
              </a:xfrm>
              <a:prstGeom prst="rect">
                <a:avLst/>
              </a:prstGeom>
              <a:noFill/>
            </p:spPr>
            <p:txBody>
              <a:bodyPr wrap="square" lIns="0" tIns="0" rIns="0" bIns="0" rtlCol="0">
                <a:spAutoFit/>
              </a:bodyPr>
              <a:lstStyle/>
              <a:p>
                <a:pPr algn="ctr"/>
                <a:r>
                  <a:rPr lang="en-GB" sz="3200" b="1" spc="0" baseline="0" dirty="0">
                    <a:solidFill>
                      <a:schemeClr val="accent1"/>
                    </a:solidFill>
                  </a:rPr>
                  <a:t>ACTIVITY</a:t>
                </a:r>
              </a:p>
            </p:txBody>
          </p:sp>
          <p:pic>
            <p:nvPicPr>
              <p:cNvPr id="20" name="Graphic 19" descr="Blog with solid fill">
                <a:extLst>
                  <a:ext uri="{FF2B5EF4-FFF2-40B4-BE49-F238E27FC236}">
                    <a16:creationId xmlns:a16="http://schemas.microsoft.com/office/drawing/2014/main" id="{CA90FDA9-7F73-9004-C100-34927FAE21C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47959" y="5783012"/>
                <a:ext cx="653151" cy="653151"/>
              </a:xfrm>
              <a:prstGeom prst="rect">
                <a:avLst/>
              </a:prstGeom>
            </p:spPr>
          </p:pic>
        </p:grpSp>
        <p:cxnSp>
          <p:nvCxnSpPr>
            <p:cNvPr id="16" name="Straight Connector 15">
              <a:extLst>
                <a:ext uri="{FF2B5EF4-FFF2-40B4-BE49-F238E27FC236}">
                  <a16:creationId xmlns:a16="http://schemas.microsoft.com/office/drawing/2014/main" id="{74C242E5-46E9-851F-C833-B4D33B057483}"/>
                </a:ext>
              </a:extLst>
            </p:cNvPr>
            <p:cNvCxnSpPr>
              <a:cxnSpLocks/>
            </p:cNvCxnSpPr>
            <p:nvPr userDrawn="1"/>
          </p:nvCxnSpPr>
          <p:spPr>
            <a:xfrm>
              <a:off x="490167" y="2206867"/>
              <a:ext cx="0" cy="3571820"/>
            </a:xfrm>
            <a:prstGeom prst="line">
              <a:avLst/>
            </a:prstGeom>
            <a:ln w="38100"/>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93E2C92A-2879-96C2-EC14-9A0112F2EE1E}"/>
                </a:ext>
              </a:extLst>
            </p:cNvPr>
            <p:cNvCxnSpPr>
              <a:cxnSpLocks/>
            </p:cNvCxnSpPr>
            <p:nvPr userDrawn="1"/>
          </p:nvCxnSpPr>
          <p:spPr>
            <a:xfrm>
              <a:off x="982611" y="2206867"/>
              <a:ext cx="0" cy="3571820"/>
            </a:xfrm>
            <a:prstGeom prst="line">
              <a:avLst/>
            </a:prstGeom>
            <a:ln w="38100"/>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5611980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ullet Left with Graphic Right No KSB">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142129" y="1693739"/>
            <a:ext cx="5882400" cy="5004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Picture Placeholder 4">
            <a:extLst>
              <a:ext uri="{FF2B5EF4-FFF2-40B4-BE49-F238E27FC236}">
                <a16:creationId xmlns:a16="http://schemas.microsoft.com/office/drawing/2014/main" id="{CFFF65BC-205F-B781-3FB5-2A44E84855CB}"/>
              </a:ext>
            </a:extLst>
          </p:cNvPr>
          <p:cNvSpPr>
            <a:spLocks noGrp="1"/>
          </p:cNvSpPr>
          <p:nvPr>
            <p:ph type="pic" sz="quarter" idx="10"/>
          </p:nvPr>
        </p:nvSpPr>
        <p:spPr>
          <a:xfrm>
            <a:off x="6167473" y="1693738"/>
            <a:ext cx="5882400" cy="5004000"/>
          </a:xfrm>
        </p:spPr>
        <p:txBody>
          <a:bodyPr/>
          <a:lstStyle/>
          <a:p>
            <a:endParaRPr lang="en-GB"/>
          </a:p>
        </p:txBody>
      </p:sp>
      <p:sp>
        <p:nvSpPr>
          <p:cNvPr id="4" name="Title 3">
            <a:extLst>
              <a:ext uri="{FF2B5EF4-FFF2-40B4-BE49-F238E27FC236}">
                <a16:creationId xmlns:a16="http://schemas.microsoft.com/office/drawing/2014/main" id="{0E511FFD-5EF2-A201-EAE8-81FD1960C00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5593104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ullet Left with Graphic Righ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142129" y="1693739"/>
            <a:ext cx="5882400" cy="4687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Picture Placeholder 4">
            <a:extLst>
              <a:ext uri="{FF2B5EF4-FFF2-40B4-BE49-F238E27FC236}">
                <a16:creationId xmlns:a16="http://schemas.microsoft.com/office/drawing/2014/main" id="{CFFF65BC-205F-B781-3FB5-2A44E84855CB}"/>
              </a:ext>
            </a:extLst>
          </p:cNvPr>
          <p:cNvSpPr>
            <a:spLocks noGrp="1"/>
          </p:cNvSpPr>
          <p:nvPr>
            <p:ph type="pic" sz="quarter" idx="10"/>
          </p:nvPr>
        </p:nvSpPr>
        <p:spPr>
          <a:xfrm>
            <a:off x="6167473" y="1693738"/>
            <a:ext cx="5882400" cy="4687200"/>
          </a:xfrm>
        </p:spPr>
        <p:txBody>
          <a:bodyPr/>
          <a:lstStyle/>
          <a:p>
            <a:endParaRPr lang="en-GB"/>
          </a:p>
        </p:txBody>
      </p:sp>
      <p:sp>
        <p:nvSpPr>
          <p:cNvPr id="4" name="Title 3">
            <a:extLst>
              <a:ext uri="{FF2B5EF4-FFF2-40B4-BE49-F238E27FC236}">
                <a16:creationId xmlns:a16="http://schemas.microsoft.com/office/drawing/2014/main" id="{0E511FFD-5EF2-A201-EAE8-81FD1960C006}"/>
              </a:ext>
            </a:extLst>
          </p:cNvPr>
          <p:cNvSpPr>
            <a:spLocks noGrp="1"/>
          </p:cNvSpPr>
          <p:nvPr>
            <p:ph type="title"/>
          </p:nvPr>
        </p:nvSpPr>
        <p:spPr/>
        <p:txBody>
          <a:bodyPr/>
          <a:lstStyle/>
          <a:p>
            <a:r>
              <a:rPr lang="en-US"/>
              <a:t>Click to edit Master title style</a:t>
            </a:r>
            <a:endParaRPr lang="en-GB"/>
          </a:p>
        </p:txBody>
      </p:sp>
      <p:sp>
        <p:nvSpPr>
          <p:cNvPr id="2" name="Text Placeholder 4">
            <a:extLst>
              <a:ext uri="{FF2B5EF4-FFF2-40B4-BE49-F238E27FC236}">
                <a16:creationId xmlns:a16="http://schemas.microsoft.com/office/drawing/2014/main" id="{30ED998D-8860-1C33-285A-8B1DD672217D}"/>
              </a:ext>
            </a:extLst>
          </p:cNvPr>
          <p:cNvSpPr>
            <a:spLocks noGrp="1"/>
          </p:cNvSpPr>
          <p:nvPr>
            <p:ph type="body" sz="quarter" idx="11"/>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6" name="TextBox 5">
            <a:extLst>
              <a:ext uri="{FF2B5EF4-FFF2-40B4-BE49-F238E27FC236}">
                <a16:creationId xmlns:a16="http://schemas.microsoft.com/office/drawing/2014/main" id="{BCC75ED5-2207-CA36-422E-2593EBCCD5A8}"/>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7" name="TextBox 6">
            <a:extLst>
              <a:ext uri="{FF2B5EF4-FFF2-40B4-BE49-F238E27FC236}">
                <a16:creationId xmlns:a16="http://schemas.microsoft.com/office/drawing/2014/main" id="{135F67BD-F44D-7AED-8065-F38B8B15C60D}"/>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8" name="Text Placeholder 4">
            <a:extLst>
              <a:ext uri="{FF2B5EF4-FFF2-40B4-BE49-F238E27FC236}">
                <a16:creationId xmlns:a16="http://schemas.microsoft.com/office/drawing/2014/main" id="{35CC6A6E-DE48-210A-020F-2F43E72B42AA}"/>
              </a:ext>
            </a:extLst>
          </p:cNvPr>
          <p:cNvSpPr>
            <a:spLocks noGrp="1"/>
          </p:cNvSpPr>
          <p:nvPr>
            <p:ph type="body" sz="quarter" idx="12"/>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17862464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raphic Right with Bullet Left No KSB">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6165602" y="1681199"/>
            <a:ext cx="5882400" cy="5004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Picture Placeholder 4">
            <a:extLst>
              <a:ext uri="{FF2B5EF4-FFF2-40B4-BE49-F238E27FC236}">
                <a16:creationId xmlns:a16="http://schemas.microsoft.com/office/drawing/2014/main" id="{CFFF65BC-205F-B781-3FB5-2A44E84855CB}"/>
              </a:ext>
            </a:extLst>
          </p:cNvPr>
          <p:cNvSpPr>
            <a:spLocks noGrp="1"/>
          </p:cNvSpPr>
          <p:nvPr>
            <p:ph type="pic" sz="quarter" idx="10"/>
          </p:nvPr>
        </p:nvSpPr>
        <p:spPr>
          <a:xfrm>
            <a:off x="144000" y="1681200"/>
            <a:ext cx="5882400" cy="5004000"/>
          </a:xfrm>
        </p:spPr>
        <p:txBody>
          <a:bodyPr/>
          <a:lstStyle/>
          <a:p>
            <a:endParaRPr lang="en-GB"/>
          </a:p>
        </p:txBody>
      </p:sp>
      <p:sp>
        <p:nvSpPr>
          <p:cNvPr id="4" name="Title 3">
            <a:extLst>
              <a:ext uri="{FF2B5EF4-FFF2-40B4-BE49-F238E27FC236}">
                <a16:creationId xmlns:a16="http://schemas.microsoft.com/office/drawing/2014/main" id="{CB233D7C-1940-62F0-5BDE-DD5241CD46D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8136803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Graphic Right with Bullet Lef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67C292-F61F-2FD5-B991-E30CAC8F84CD}"/>
              </a:ext>
            </a:extLst>
          </p:cNvPr>
          <p:cNvSpPr>
            <a:spLocks noGrp="1"/>
          </p:cNvSpPr>
          <p:nvPr>
            <p:ph idx="1"/>
          </p:nvPr>
        </p:nvSpPr>
        <p:spPr>
          <a:xfrm>
            <a:off x="6165602" y="1681199"/>
            <a:ext cx="5882400" cy="4687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Picture Placeholder 4">
            <a:extLst>
              <a:ext uri="{FF2B5EF4-FFF2-40B4-BE49-F238E27FC236}">
                <a16:creationId xmlns:a16="http://schemas.microsoft.com/office/drawing/2014/main" id="{CFFF65BC-205F-B781-3FB5-2A44E84855CB}"/>
              </a:ext>
            </a:extLst>
          </p:cNvPr>
          <p:cNvSpPr>
            <a:spLocks noGrp="1"/>
          </p:cNvSpPr>
          <p:nvPr>
            <p:ph type="pic" sz="quarter" idx="10"/>
          </p:nvPr>
        </p:nvSpPr>
        <p:spPr>
          <a:xfrm>
            <a:off x="144000" y="1681200"/>
            <a:ext cx="5882400" cy="4687200"/>
          </a:xfrm>
        </p:spPr>
        <p:txBody>
          <a:bodyPr/>
          <a:lstStyle/>
          <a:p>
            <a:endParaRPr lang="en-GB"/>
          </a:p>
        </p:txBody>
      </p:sp>
      <p:sp>
        <p:nvSpPr>
          <p:cNvPr id="4" name="Title 3">
            <a:extLst>
              <a:ext uri="{FF2B5EF4-FFF2-40B4-BE49-F238E27FC236}">
                <a16:creationId xmlns:a16="http://schemas.microsoft.com/office/drawing/2014/main" id="{CB233D7C-1940-62F0-5BDE-DD5241CD46DE}"/>
              </a:ext>
            </a:extLst>
          </p:cNvPr>
          <p:cNvSpPr>
            <a:spLocks noGrp="1"/>
          </p:cNvSpPr>
          <p:nvPr>
            <p:ph type="title"/>
          </p:nvPr>
        </p:nvSpPr>
        <p:spPr/>
        <p:txBody>
          <a:bodyPr/>
          <a:lstStyle/>
          <a:p>
            <a:r>
              <a:rPr lang="en-US"/>
              <a:t>Click to edit Master title style</a:t>
            </a:r>
            <a:endParaRPr lang="en-GB"/>
          </a:p>
        </p:txBody>
      </p:sp>
      <p:sp>
        <p:nvSpPr>
          <p:cNvPr id="2" name="Text Placeholder 4">
            <a:extLst>
              <a:ext uri="{FF2B5EF4-FFF2-40B4-BE49-F238E27FC236}">
                <a16:creationId xmlns:a16="http://schemas.microsoft.com/office/drawing/2014/main" id="{DC0E2CCF-2353-7FCD-EA6B-C0DAA4B7F10D}"/>
              </a:ext>
            </a:extLst>
          </p:cNvPr>
          <p:cNvSpPr>
            <a:spLocks noGrp="1"/>
          </p:cNvSpPr>
          <p:nvPr>
            <p:ph type="body" sz="quarter" idx="11"/>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6" name="TextBox 5">
            <a:extLst>
              <a:ext uri="{FF2B5EF4-FFF2-40B4-BE49-F238E27FC236}">
                <a16:creationId xmlns:a16="http://schemas.microsoft.com/office/drawing/2014/main" id="{905299A6-7D71-48EF-38ED-B15295034F2E}"/>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7" name="TextBox 6">
            <a:extLst>
              <a:ext uri="{FF2B5EF4-FFF2-40B4-BE49-F238E27FC236}">
                <a16:creationId xmlns:a16="http://schemas.microsoft.com/office/drawing/2014/main" id="{EF7B8732-D557-788C-DCE2-BCF3327D67DB}"/>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8" name="Text Placeholder 4">
            <a:extLst>
              <a:ext uri="{FF2B5EF4-FFF2-40B4-BE49-F238E27FC236}">
                <a16:creationId xmlns:a16="http://schemas.microsoft.com/office/drawing/2014/main" id="{3B8D99B4-119D-196C-6DE0-4C3CAE0A32A5}"/>
              </a:ext>
            </a:extLst>
          </p:cNvPr>
          <p:cNvSpPr>
            <a:spLocks noGrp="1"/>
          </p:cNvSpPr>
          <p:nvPr>
            <p:ph type="body" sz="quarter" idx="12"/>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21991190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No KSB">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475775-C9FF-1E11-138E-C8C3F1255EB2}"/>
              </a:ext>
            </a:extLst>
          </p:cNvPr>
          <p:cNvSpPr>
            <a:spLocks noGrp="1"/>
          </p:cNvSpPr>
          <p:nvPr>
            <p:ph sz="half" idx="1"/>
          </p:nvPr>
        </p:nvSpPr>
        <p:spPr>
          <a:xfrm>
            <a:off x="144000" y="1681200"/>
            <a:ext cx="5882400" cy="5004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B7139DE-C8B6-956D-4805-D8FD1A78E8F2}"/>
              </a:ext>
            </a:extLst>
          </p:cNvPr>
          <p:cNvSpPr>
            <a:spLocks noGrp="1"/>
          </p:cNvSpPr>
          <p:nvPr>
            <p:ph sz="half" idx="2"/>
          </p:nvPr>
        </p:nvSpPr>
        <p:spPr>
          <a:xfrm>
            <a:off x="6165602" y="1681199"/>
            <a:ext cx="5882400" cy="5004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itle 4">
            <a:extLst>
              <a:ext uri="{FF2B5EF4-FFF2-40B4-BE49-F238E27FC236}">
                <a16:creationId xmlns:a16="http://schemas.microsoft.com/office/drawing/2014/main" id="{EE31F1BD-5915-DE80-A25F-9999085FD8B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7939975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475775-C9FF-1E11-138E-C8C3F1255EB2}"/>
              </a:ext>
            </a:extLst>
          </p:cNvPr>
          <p:cNvSpPr>
            <a:spLocks noGrp="1"/>
          </p:cNvSpPr>
          <p:nvPr>
            <p:ph sz="half" idx="1"/>
          </p:nvPr>
        </p:nvSpPr>
        <p:spPr>
          <a:xfrm>
            <a:off x="144000" y="1681200"/>
            <a:ext cx="5882400" cy="468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9B7139DE-C8B6-956D-4805-D8FD1A78E8F2}"/>
              </a:ext>
            </a:extLst>
          </p:cNvPr>
          <p:cNvSpPr>
            <a:spLocks noGrp="1"/>
          </p:cNvSpPr>
          <p:nvPr>
            <p:ph sz="half" idx="2"/>
          </p:nvPr>
        </p:nvSpPr>
        <p:spPr>
          <a:xfrm>
            <a:off x="6165602" y="1681199"/>
            <a:ext cx="5882400" cy="4687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itle 4">
            <a:extLst>
              <a:ext uri="{FF2B5EF4-FFF2-40B4-BE49-F238E27FC236}">
                <a16:creationId xmlns:a16="http://schemas.microsoft.com/office/drawing/2014/main" id="{EE31F1BD-5915-DE80-A25F-9999085FD8BE}"/>
              </a:ext>
            </a:extLst>
          </p:cNvPr>
          <p:cNvSpPr>
            <a:spLocks noGrp="1"/>
          </p:cNvSpPr>
          <p:nvPr>
            <p:ph type="title"/>
          </p:nvPr>
        </p:nvSpPr>
        <p:spPr/>
        <p:txBody>
          <a:bodyPr/>
          <a:lstStyle/>
          <a:p>
            <a:r>
              <a:rPr lang="en-US"/>
              <a:t>Click to edit Master title style</a:t>
            </a:r>
            <a:endParaRPr lang="en-GB"/>
          </a:p>
        </p:txBody>
      </p:sp>
      <p:sp>
        <p:nvSpPr>
          <p:cNvPr id="2" name="Text Placeholder 4">
            <a:extLst>
              <a:ext uri="{FF2B5EF4-FFF2-40B4-BE49-F238E27FC236}">
                <a16:creationId xmlns:a16="http://schemas.microsoft.com/office/drawing/2014/main" id="{5757F8C5-3D0E-C7A4-6A5E-CE98707EF5E4}"/>
              </a:ext>
            </a:extLst>
          </p:cNvPr>
          <p:cNvSpPr>
            <a:spLocks noGrp="1"/>
          </p:cNvSpPr>
          <p:nvPr>
            <p:ph type="body" sz="quarter" idx="10"/>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6" name="TextBox 5">
            <a:extLst>
              <a:ext uri="{FF2B5EF4-FFF2-40B4-BE49-F238E27FC236}">
                <a16:creationId xmlns:a16="http://schemas.microsoft.com/office/drawing/2014/main" id="{6404A935-9EA8-24C9-FD36-1CCCE6F7667E}"/>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7" name="TextBox 6">
            <a:extLst>
              <a:ext uri="{FF2B5EF4-FFF2-40B4-BE49-F238E27FC236}">
                <a16:creationId xmlns:a16="http://schemas.microsoft.com/office/drawing/2014/main" id="{0451BBD0-E331-5A9D-2363-5611F8048DF4}"/>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8" name="Text Placeholder 4">
            <a:extLst>
              <a:ext uri="{FF2B5EF4-FFF2-40B4-BE49-F238E27FC236}">
                <a16:creationId xmlns:a16="http://schemas.microsoft.com/office/drawing/2014/main" id="{31B03309-60D3-B677-E31C-D43D359572CE}"/>
              </a:ext>
            </a:extLst>
          </p:cNvPr>
          <p:cNvSpPr>
            <a:spLocks noGrp="1"/>
          </p:cNvSpPr>
          <p:nvPr>
            <p:ph type="body" sz="quarter" idx="11"/>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9344931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mparison No KSB">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25410F0-CAB2-D034-BF81-F513F571C8EF}"/>
              </a:ext>
            </a:extLst>
          </p:cNvPr>
          <p:cNvSpPr>
            <a:spLocks noGrp="1"/>
          </p:cNvSpPr>
          <p:nvPr>
            <p:ph type="body" idx="1"/>
          </p:nvPr>
        </p:nvSpPr>
        <p:spPr>
          <a:xfrm>
            <a:off x="144000" y="1681200"/>
            <a:ext cx="58824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289DC6D-4B4C-BF2B-4B8B-3D2435961301}"/>
              </a:ext>
            </a:extLst>
          </p:cNvPr>
          <p:cNvSpPr>
            <a:spLocks noGrp="1"/>
          </p:cNvSpPr>
          <p:nvPr>
            <p:ph sz="half" idx="2"/>
          </p:nvPr>
        </p:nvSpPr>
        <p:spPr>
          <a:xfrm>
            <a:off x="142128" y="2602523"/>
            <a:ext cx="5882400" cy="4082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a:extLst>
              <a:ext uri="{FF2B5EF4-FFF2-40B4-BE49-F238E27FC236}">
                <a16:creationId xmlns:a16="http://schemas.microsoft.com/office/drawing/2014/main" id="{C7AFB030-A96B-BA10-C761-510674C9A38A}"/>
              </a:ext>
            </a:extLst>
          </p:cNvPr>
          <p:cNvSpPr>
            <a:spLocks noGrp="1"/>
          </p:cNvSpPr>
          <p:nvPr>
            <p:ph type="body" sz="quarter" idx="3"/>
          </p:nvPr>
        </p:nvSpPr>
        <p:spPr>
          <a:xfrm>
            <a:off x="6172200" y="1681163"/>
            <a:ext cx="58824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5C8C28-7E5E-9EB5-2854-1842ABD553E1}"/>
              </a:ext>
            </a:extLst>
          </p:cNvPr>
          <p:cNvSpPr>
            <a:spLocks noGrp="1"/>
          </p:cNvSpPr>
          <p:nvPr>
            <p:ph sz="quarter" idx="4"/>
          </p:nvPr>
        </p:nvSpPr>
        <p:spPr>
          <a:xfrm>
            <a:off x="6167474" y="2602523"/>
            <a:ext cx="5882400" cy="4082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itle 6">
            <a:extLst>
              <a:ext uri="{FF2B5EF4-FFF2-40B4-BE49-F238E27FC236}">
                <a16:creationId xmlns:a16="http://schemas.microsoft.com/office/drawing/2014/main" id="{DB2050A5-D18C-2F28-1B67-47A82DE670CE}"/>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9089835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25410F0-CAB2-D034-BF81-F513F571C8EF}"/>
              </a:ext>
            </a:extLst>
          </p:cNvPr>
          <p:cNvSpPr>
            <a:spLocks noGrp="1"/>
          </p:cNvSpPr>
          <p:nvPr>
            <p:ph type="body" idx="1"/>
          </p:nvPr>
        </p:nvSpPr>
        <p:spPr>
          <a:xfrm>
            <a:off x="144000" y="1681200"/>
            <a:ext cx="58824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D289DC6D-4B4C-BF2B-4B8B-3D2435961301}"/>
              </a:ext>
            </a:extLst>
          </p:cNvPr>
          <p:cNvSpPr>
            <a:spLocks noGrp="1"/>
          </p:cNvSpPr>
          <p:nvPr>
            <p:ph sz="half" idx="2"/>
          </p:nvPr>
        </p:nvSpPr>
        <p:spPr>
          <a:xfrm>
            <a:off x="142128" y="2602523"/>
            <a:ext cx="5882400" cy="37656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a:extLst>
              <a:ext uri="{FF2B5EF4-FFF2-40B4-BE49-F238E27FC236}">
                <a16:creationId xmlns:a16="http://schemas.microsoft.com/office/drawing/2014/main" id="{C7AFB030-A96B-BA10-C761-510674C9A38A}"/>
              </a:ext>
            </a:extLst>
          </p:cNvPr>
          <p:cNvSpPr>
            <a:spLocks noGrp="1"/>
          </p:cNvSpPr>
          <p:nvPr>
            <p:ph type="body" sz="quarter" idx="3"/>
          </p:nvPr>
        </p:nvSpPr>
        <p:spPr>
          <a:xfrm>
            <a:off x="6172200" y="1681163"/>
            <a:ext cx="588240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5C8C28-7E5E-9EB5-2854-1842ABD553E1}"/>
              </a:ext>
            </a:extLst>
          </p:cNvPr>
          <p:cNvSpPr>
            <a:spLocks noGrp="1"/>
          </p:cNvSpPr>
          <p:nvPr>
            <p:ph sz="quarter" idx="4"/>
          </p:nvPr>
        </p:nvSpPr>
        <p:spPr>
          <a:xfrm>
            <a:off x="6167474" y="2602523"/>
            <a:ext cx="5882400" cy="3765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itle 6">
            <a:extLst>
              <a:ext uri="{FF2B5EF4-FFF2-40B4-BE49-F238E27FC236}">
                <a16:creationId xmlns:a16="http://schemas.microsoft.com/office/drawing/2014/main" id="{DB2050A5-D18C-2F28-1B67-47A82DE670CE}"/>
              </a:ext>
            </a:extLst>
          </p:cNvPr>
          <p:cNvSpPr>
            <a:spLocks noGrp="1"/>
          </p:cNvSpPr>
          <p:nvPr>
            <p:ph type="title"/>
          </p:nvPr>
        </p:nvSpPr>
        <p:spPr/>
        <p:txBody>
          <a:bodyPr/>
          <a:lstStyle/>
          <a:p>
            <a:r>
              <a:rPr lang="en-US"/>
              <a:t>Click to edit Master title style</a:t>
            </a:r>
            <a:endParaRPr lang="en-GB"/>
          </a:p>
        </p:txBody>
      </p:sp>
      <p:sp>
        <p:nvSpPr>
          <p:cNvPr id="2" name="Text Placeholder 4">
            <a:extLst>
              <a:ext uri="{FF2B5EF4-FFF2-40B4-BE49-F238E27FC236}">
                <a16:creationId xmlns:a16="http://schemas.microsoft.com/office/drawing/2014/main" id="{DD7FA9BB-0216-21DC-586E-FB3CEC5B1D61}"/>
              </a:ext>
            </a:extLst>
          </p:cNvPr>
          <p:cNvSpPr>
            <a:spLocks noGrp="1"/>
          </p:cNvSpPr>
          <p:nvPr>
            <p:ph type="body" sz="quarter" idx="10"/>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8" name="TextBox 7">
            <a:extLst>
              <a:ext uri="{FF2B5EF4-FFF2-40B4-BE49-F238E27FC236}">
                <a16:creationId xmlns:a16="http://schemas.microsoft.com/office/drawing/2014/main" id="{1D585EC4-AB57-DB2C-1C5D-44AEFD0DF604}"/>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9" name="TextBox 8">
            <a:extLst>
              <a:ext uri="{FF2B5EF4-FFF2-40B4-BE49-F238E27FC236}">
                <a16:creationId xmlns:a16="http://schemas.microsoft.com/office/drawing/2014/main" id="{66C5C7CF-45D8-F540-729B-6DFE7360C400}"/>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10" name="Text Placeholder 4">
            <a:extLst>
              <a:ext uri="{FF2B5EF4-FFF2-40B4-BE49-F238E27FC236}">
                <a16:creationId xmlns:a16="http://schemas.microsoft.com/office/drawing/2014/main" id="{44F9600C-5530-271F-8540-99F2427C8E10}"/>
              </a:ext>
            </a:extLst>
          </p:cNvPr>
          <p:cNvSpPr>
            <a:spLocks noGrp="1"/>
          </p:cNvSpPr>
          <p:nvPr>
            <p:ph type="body" sz="quarter" idx="11"/>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26450463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martArt Slide No KSB">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CFA2DD-70C5-2379-CE0F-BBF505CF5E6D}"/>
              </a:ext>
            </a:extLst>
          </p:cNvPr>
          <p:cNvSpPr>
            <a:spLocks noGrp="1"/>
          </p:cNvSpPr>
          <p:nvPr>
            <p:ph type="title"/>
          </p:nvPr>
        </p:nvSpPr>
        <p:spPr/>
        <p:txBody>
          <a:bodyPr/>
          <a:lstStyle/>
          <a:p>
            <a:r>
              <a:rPr lang="en-US"/>
              <a:t>Click to edit Master title style</a:t>
            </a:r>
            <a:endParaRPr lang="en-GB"/>
          </a:p>
        </p:txBody>
      </p:sp>
      <p:sp>
        <p:nvSpPr>
          <p:cNvPr id="11" name="SmartArt Placeholder 10">
            <a:extLst>
              <a:ext uri="{FF2B5EF4-FFF2-40B4-BE49-F238E27FC236}">
                <a16:creationId xmlns:a16="http://schemas.microsoft.com/office/drawing/2014/main" id="{DB235358-4164-A41A-88F6-44E980CDA6AB}"/>
              </a:ext>
            </a:extLst>
          </p:cNvPr>
          <p:cNvSpPr>
            <a:spLocks noGrp="1"/>
          </p:cNvSpPr>
          <p:nvPr>
            <p:ph type="dgm" sz="quarter" idx="10"/>
          </p:nvPr>
        </p:nvSpPr>
        <p:spPr>
          <a:xfrm>
            <a:off x="142129" y="1681200"/>
            <a:ext cx="11908800" cy="5004000"/>
          </a:xfrm>
        </p:spPr>
        <p:txBody>
          <a:bodyPr/>
          <a:lstStyle/>
          <a:p>
            <a:endParaRPr lang="en-GB"/>
          </a:p>
        </p:txBody>
      </p:sp>
    </p:spTree>
    <p:extLst>
      <p:ext uri="{BB962C8B-B14F-4D97-AF65-F5344CB8AC3E}">
        <p14:creationId xmlns:p14="http://schemas.microsoft.com/office/powerpoint/2010/main" val="5832351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martArt Slide">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CFA2DD-70C5-2379-CE0F-BBF505CF5E6D}"/>
              </a:ext>
            </a:extLst>
          </p:cNvPr>
          <p:cNvSpPr>
            <a:spLocks noGrp="1"/>
          </p:cNvSpPr>
          <p:nvPr>
            <p:ph type="title"/>
          </p:nvPr>
        </p:nvSpPr>
        <p:spPr/>
        <p:txBody>
          <a:bodyPr/>
          <a:lstStyle/>
          <a:p>
            <a:r>
              <a:rPr lang="en-US"/>
              <a:t>Click to edit Master title style</a:t>
            </a:r>
            <a:endParaRPr lang="en-GB"/>
          </a:p>
        </p:txBody>
      </p:sp>
      <p:sp>
        <p:nvSpPr>
          <p:cNvPr id="11" name="SmartArt Placeholder 10">
            <a:extLst>
              <a:ext uri="{FF2B5EF4-FFF2-40B4-BE49-F238E27FC236}">
                <a16:creationId xmlns:a16="http://schemas.microsoft.com/office/drawing/2014/main" id="{DB235358-4164-A41A-88F6-44E980CDA6AB}"/>
              </a:ext>
            </a:extLst>
          </p:cNvPr>
          <p:cNvSpPr>
            <a:spLocks noGrp="1"/>
          </p:cNvSpPr>
          <p:nvPr>
            <p:ph type="dgm" sz="quarter" idx="10"/>
          </p:nvPr>
        </p:nvSpPr>
        <p:spPr>
          <a:xfrm>
            <a:off x="142129" y="1681200"/>
            <a:ext cx="11908800" cy="4687200"/>
          </a:xfrm>
        </p:spPr>
        <p:txBody>
          <a:bodyPr/>
          <a:lstStyle/>
          <a:p>
            <a:endParaRPr lang="en-GB"/>
          </a:p>
        </p:txBody>
      </p:sp>
      <p:sp>
        <p:nvSpPr>
          <p:cNvPr id="2" name="Text Placeholder 4">
            <a:extLst>
              <a:ext uri="{FF2B5EF4-FFF2-40B4-BE49-F238E27FC236}">
                <a16:creationId xmlns:a16="http://schemas.microsoft.com/office/drawing/2014/main" id="{09359B97-947A-AA82-5115-A14DCD796C53}"/>
              </a:ext>
            </a:extLst>
          </p:cNvPr>
          <p:cNvSpPr>
            <a:spLocks noGrp="1"/>
          </p:cNvSpPr>
          <p:nvPr>
            <p:ph type="body" sz="quarter" idx="11"/>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3" name="TextBox 2">
            <a:extLst>
              <a:ext uri="{FF2B5EF4-FFF2-40B4-BE49-F238E27FC236}">
                <a16:creationId xmlns:a16="http://schemas.microsoft.com/office/drawing/2014/main" id="{E37D7ADA-F8A5-8BA0-CDD1-D757DAF59A17}"/>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5" name="TextBox 4">
            <a:extLst>
              <a:ext uri="{FF2B5EF4-FFF2-40B4-BE49-F238E27FC236}">
                <a16:creationId xmlns:a16="http://schemas.microsoft.com/office/drawing/2014/main" id="{99034CEC-3550-A837-B2A5-5A911F00675C}"/>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6" name="Text Placeholder 4">
            <a:extLst>
              <a:ext uri="{FF2B5EF4-FFF2-40B4-BE49-F238E27FC236}">
                <a16:creationId xmlns:a16="http://schemas.microsoft.com/office/drawing/2014/main" id="{CA77293C-75DF-39B0-27CC-EAE6D4903EBE}"/>
              </a:ext>
            </a:extLst>
          </p:cNvPr>
          <p:cNvSpPr>
            <a:spLocks noGrp="1"/>
          </p:cNvSpPr>
          <p:nvPr>
            <p:ph type="body" sz="quarter" idx="12"/>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247163133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 No KSB">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ED1CE0-5D64-2993-B68B-9CAED6157AE6}"/>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7734716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ED1CE0-5D64-2993-B68B-9CAED6157AE6}"/>
              </a:ext>
            </a:extLst>
          </p:cNvPr>
          <p:cNvSpPr>
            <a:spLocks noGrp="1"/>
          </p:cNvSpPr>
          <p:nvPr>
            <p:ph type="title"/>
          </p:nvPr>
        </p:nvSpPr>
        <p:spPr/>
        <p:txBody>
          <a:bodyPr/>
          <a:lstStyle/>
          <a:p>
            <a:r>
              <a:rPr lang="en-US"/>
              <a:t>Click to edit Master title style</a:t>
            </a:r>
            <a:endParaRPr lang="en-GB"/>
          </a:p>
        </p:txBody>
      </p:sp>
      <p:sp>
        <p:nvSpPr>
          <p:cNvPr id="2" name="Text Placeholder 4">
            <a:extLst>
              <a:ext uri="{FF2B5EF4-FFF2-40B4-BE49-F238E27FC236}">
                <a16:creationId xmlns:a16="http://schemas.microsoft.com/office/drawing/2014/main" id="{DA58B6A5-E39A-0B01-08BA-8A28A43A35C3}"/>
              </a:ext>
            </a:extLst>
          </p:cNvPr>
          <p:cNvSpPr>
            <a:spLocks noGrp="1"/>
          </p:cNvSpPr>
          <p:nvPr>
            <p:ph type="body" sz="quarter" idx="11"/>
          </p:nvPr>
        </p:nvSpPr>
        <p:spPr>
          <a:xfrm>
            <a:off x="896816" y="6505604"/>
            <a:ext cx="621030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
        <p:nvSpPr>
          <p:cNvPr id="4" name="TextBox 3">
            <a:extLst>
              <a:ext uri="{FF2B5EF4-FFF2-40B4-BE49-F238E27FC236}">
                <a16:creationId xmlns:a16="http://schemas.microsoft.com/office/drawing/2014/main" id="{702023F7-E8A5-E9B4-9769-1743A3E62066}"/>
              </a:ext>
            </a:extLst>
          </p:cNvPr>
          <p:cNvSpPr txBox="1"/>
          <p:nvPr userDrawn="1"/>
        </p:nvSpPr>
        <p:spPr>
          <a:xfrm>
            <a:off x="0" y="6435417"/>
            <a:ext cx="896815" cy="430887"/>
          </a:xfrm>
          <a:prstGeom prst="rect">
            <a:avLst/>
          </a:prstGeom>
          <a:noFill/>
        </p:spPr>
        <p:txBody>
          <a:bodyPr wrap="square" rtlCol="0" anchor="ctr">
            <a:spAutoFit/>
          </a:bodyPr>
          <a:lstStyle/>
          <a:p>
            <a:pPr algn="ctr"/>
            <a:r>
              <a:rPr lang="en-GB" sz="1100" dirty="0"/>
              <a:t>KSB Coverage:</a:t>
            </a:r>
          </a:p>
        </p:txBody>
      </p:sp>
      <p:sp>
        <p:nvSpPr>
          <p:cNvPr id="5" name="TextBox 4">
            <a:extLst>
              <a:ext uri="{FF2B5EF4-FFF2-40B4-BE49-F238E27FC236}">
                <a16:creationId xmlns:a16="http://schemas.microsoft.com/office/drawing/2014/main" id="{BFD0E641-F450-C0E5-F36D-4DBA0C50A745}"/>
              </a:ext>
            </a:extLst>
          </p:cNvPr>
          <p:cNvSpPr txBox="1"/>
          <p:nvPr userDrawn="1"/>
        </p:nvSpPr>
        <p:spPr>
          <a:xfrm>
            <a:off x="7107115" y="6435417"/>
            <a:ext cx="896815" cy="430887"/>
          </a:xfrm>
          <a:prstGeom prst="rect">
            <a:avLst/>
          </a:prstGeom>
          <a:noFill/>
        </p:spPr>
        <p:txBody>
          <a:bodyPr wrap="square" rtlCol="0">
            <a:spAutoFit/>
          </a:bodyPr>
          <a:lstStyle/>
          <a:p>
            <a:pPr algn="ctr"/>
            <a:r>
              <a:rPr lang="en-GB" sz="1100" dirty="0"/>
              <a:t>Exam Coverage:</a:t>
            </a:r>
          </a:p>
        </p:txBody>
      </p:sp>
      <p:sp>
        <p:nvSpPr>
          <p:cNvPr id="6" name="Text Placeholder 4">
            <a:extLst>
              <a:ext uri="{FF2B5EF4-FFF2-40B4-BE49-F238E27FC236}">
                <a16:creationId xmlns:a16="http://schemas.microsoft.com/office/drawing/2014/main" id="{A786B3D5-F79E-70E4-3B9B-5B5BE1693CF8}"/>
              </a:ext>
            </a:extLst>
          </p:cNvPr>
          <p:cNvSpPr>
            <a:spLocks noGrp="1"/>
          </p:cNvSpPr>
          <p:nvPr>
            <p:ph type="body" sz="quarter" idx="12"/>
          </p:nvPr>
        </p:nvSpPr>
        <p:spPr>
          <a:xfrm>
            <a:off x="8003930" y="6505604"/>
            <a:ext cx="4188070" cy="290513"/>
          </a:xfrm>
        </p:spPr>
        <p:txBody>
          <a:bodyPr anchor="ctr">
            <a:noAutofit/>
          </a:bodyPr>
          <a:lstStyle>
            <a:lvl1pPr>
              <a:buNone/>
              <a:defRPr sz="1200"/>
            </a:lvl1pPr>
            <a:lvl2pPr>
              <a:buNone/>
              <a:defRPr/>
            </a:lvl2pPr>
            <a:lvl3pPr>
              <a:buNone/>
              <a:defRPr/>
            </a:lvl3pPr>
            <a:lvl4pPr>
              <a:buNone/>
              <a:defRPr/>
            </a:lvl4pPr>
            <a:lvl5pPr>
              <a:buNone/>
              <a:defRPr/>
            </a:lvl5pPr>
          </a:lstStyle>
          <a:p>
            <a:pPr lvl="0"/>
            <a:r>
              <a:rPr lang="en-US" dirty="0"/>
              <a:t>Click to edit Master text styles</a:t>
            </a:r>
          </a:p>
        </p:txBody>
      </p:sp>
    </p:spTree>
    <p:extLst>
      <p:ext uri="{BB962C8B-B14F-4D97-AF65-F5344CB8AC3E}">
        <p14:creationId xmlns:p14="http://schemas.microsoft.com/office/powerpoint/2010/main" val="23178282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Quote/Citat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8C436-1E16-B62E-21AC-C33168FB2A14}"/>
              </a:ext>
            </a:extLst>
          </p:cNvPr>
          <p:cNvSpPr>
            <a:spLocks noGrp="1"/>
          </p:cNvSpPr>
          <p:nvPr>
            <p:ph type="title" hasCustomPrompt="1"/>
          </p:nvPr>
        </p:nvSpPr>
        <p:spPr>
          <a:xfrm>
            <a:off x="838200" y="2766218"/>
            <a:ext cx="10515600" cy="1325563"/>
          </a:xfrm>
        </p:spPr>
        <p:txBody>
          <a:bodyPr/>
          <a:lstStyle>
            <a:lvl1pPr algn="ctr">
              <a:defRPr/>
            </a:lvl1pPr>
          </a:lstStyle>
          <a:p>
            <a:r>
              <a:rPr lang="en-US" dirty="0"/>
              <a:t>“Add Quote/Citation”</a:t>
            </a:r>
            <a:endParaRPr lang="en-GB" dirty="0"/>
          </a:p>
        </p:txBody>
      </p:sp>
    </p:spTree>
    <p:extLst>
      <p:ext uri="{BB962C8B-B14F-4D97-AF65-F5344CB8AC3E}">
        <p14:creationId xmlns:p14="http://schemas.microsoft.com/office/powerpoint/2010/main" val="1977404550"/>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urse Summary">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D272974-92D2-F499-AD39-71CC474A4F0A}"/>
              </a:ext>
            </a:extLst>
          </p:cNvPr>
          <p:cNvSpPr>
            <a:spLocks noGrp="1"/>
          </p:cNvSpPr>
          <p:nvPr>
            <p:ph type="title"/>
          </p:nvPr>
        </p:nvSpPr>
        <p:spPr/>
        <p:txBody>
          <a:bodyPr/>
          <a:lstStyle/>
          <a:p>
            <a:r>
              <a:rPr lang="en-US"/>
              <a:t>Click to edit Master title style</a:t>
            </a:r>
            <a:endParaRPr lang="en-GB"/>
          </a:p>
        </p:txBody>
      </p:sp>
      <p:pic>
        <p:nvPicPr>
          <p:cNvPr id="5" name="Picture 4">
            <a:extLst>
              <a:ext uri="{FF2B5EF4-FFF2-40B4-BE49-F238E27FC236}">
                <a16:creationId xmlns:a16="http://schemas.microsoft.com/office/drawing/2014/main" id="{4071E67C-636E-343E-00E9-99BA6A8FE6C0}"/>
              </a:ext>
            </a:extLst>
          </p:cNvPr>
          <p:cNvPicPr>
            <a:picLocks noChangeAspect="1"/>
          </p:cNvPicPr>
          <p:nvPr userDrawn="1"/>
        </p:nvPicPr>
        <p:blipFill>
          <a:blip r:embed="rId2">
            <a:duotone>
              <a:schemeClr val="accent4">
                <a:shade val="45000"/>
                <a:satMod val="135000"/>
              </a:schemeClr>
              <a:prstClr val="white"/>
            </a:duotone>
          </a:blip>
          <a:stretch>
            <a:fillRect/>
          </a:stretch>
        </p:blipFill>
        <p:spPr>
          <a:xfrm>
            <a:off x="643237" y="3543301"/>
            <a:ext cx="1279796" cy="1279796"/>
          </a:xfrm>
          <a:prstGeom prst="rect">
            <a:avLst/>
          </a:prstGeom>
          <a:ln>
            <a:noFill/>
          </a:ln>
        </p:spPr>
      </p:pic>
      <p:sp>
        <p:nvSpPr>
          <p:cNvPr id="2" name="Content Placeholder 2">
            <a:extLst>
              <a:ext uri="{FF2B5EF4-FFF2-40B4-BE49-F238E27FC236}">
                <a16:creationId xmlns:a16="http://schemas.microsoft.com/office/drawing/2014/main" id="{06585132-7D30-64BB-6CA6-13F38FFE0BD8}"/>
              </a:ext>
            </a:extLst>
          </p:cNvPr>
          <p:cNvSpPr>
            <a:spLocks noGrp="1"/>
          </p:cNvSpPr>
          <p:nvPr>
            <p:ph idx="1"/>
          </p:nvPr>
        </p:nvSpPr>
        <p:spPr>
          <a:xfrm>
            <a:off x="2250831" y="1681199"/>
            <a:ext cx="9801575" cy="117630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Content Placeholder 7">
            <a:extLst>
              <a:ext uri="{FF2B5EF4-FFF2-40B4-BE49-F238E27FC236}">
                <a16:creationId xmlns:a16="http://schemas.microsoft.com/office/drawing/2014/main" id="{317D7988-1C7C-EC64-840C-45752992439B}"/>
              </a:ext>
            </a:extLst>
          </p:cNvPr>
          <p:cNvSpPr>
            <a:spLocks noGrp="1"/>
          </p:cNvSpPr>
          <p:nvPr>
            <p:ph sz="quarter" idx="11"/>
          </p:nvPr>
        </p:nvSpPr>
        <p:spPr>
          <a:xfrm>
            <a:off x="2250830" y="3038965"/>
            <a:ext cx="9801575" cy="364486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618669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Final Slide - Additional Learning">
    <p:spTree>
      <p:nvGrpSpPr>
        <p:cNvPr id="1" name=""/>
        <p:cNvGrpSpPr/>
        <p:nvPr/>
      </p:nvGrpSpPr>
      <p:grpSpPr>
        <a:xfrm>
          <a:off x="0" y="0"/>
          <a:ext cx="0" cy="0"/>
          <a:chOff x="0" y="0"/>
          <a:chExt cx="0" cy="0"/>
        </a:xfrm>
      </p:grpSpPr>
      <p:pic>
        <p:nvPicPr>
          <p:cNvPr id="4" name="Picture 3" descr="A colorful stream of water">
            <a:extLst>
              <a:ext uri="{FF2B5EF4-FFF2-40B4-BE49-F238E27FC236}">
                <a16:creationId xmlns:a16="http://schemas.microsoft.com/office/drawing/2014/main" id="{C2D5B7E2-BA4F-FD11-E2B4-C993F3C84BC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984748"/>
          </a:xfrm>
          <a:prstGeom prst="rect">
            <a:avLst/>
          </a:prstGeom>
        </p:spPr>
      </p:pic>
      <p:pic>
        <p:nvPicPr>
          <p:cNvPr id="6" name="Picture 5">
            <a:extLst>
              <a:ext uri="{FF2B5EF4-FFF2-40B4-BE49-F238E27FC236}">
                <a16:creationId xmlns:a16="http://schemas.microsoft.com/office/drawing/2014/main" id="{2A71CF8C-1CFC-C91E-27C0-6BB9EDA2B3F9}"/>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8583283" y="5788305"/>
            <a:ext cx="3098758" cy="704707"/>
          </a:xfrm>
          <a:prstGeom prst="rect">
            <a:avLst/>
          </a:prstGeom>
        </p:spPr>
      </p:pic>
      <p:sp>
        <p:nvSpPr>
          <p:cNvPr id="7" name="TextBox 6">
            <a:extLst>
              <a:ext uri="{FF2B5EF4-FFF2-40B4-BE49-F238E27FC236}">
                <a16:creationId xmlns:a16="http://schemas.microsoft.com/office/drawing/2014/main" id="{2D89F7EE-E9CA-0061-3A85-00A6CD18938C}"/>
              </a:ext>
            </a:extLst>
          </p:cNvPr>
          <p:cNvSpPr txBox="1"/>
          <p:nvPr userDrawn="1"/>
        </p:nvSpPr>
        <p:spPr>
          <a:xfrm>
            <a:off x="1415306" y="5971381"/>
            <a:ext cx="2723246" cy="338554"/>
          </a:xfrm>
          <a:prstGeom prst="rect">
            <a:avLst/>
          </a:prstGeom>
          <a:noFill/>
        </p:spPr>
        <p:txBody>
          <a:bodyPr wrap="none" rtlCol="0">
            <a:spAutoFit/>
          </a:bodyPr>
          <a:lstStyle/>
          <a:p>
            <a:r>
              <a:rPr lang="en-GB" sz="1600" b="1" dirty="0"/>
              <a:t>www.firebrandtraining.com</a:t>
            </a:r>
          </a:p>
        </p:txBody>
      </p:sp>
      <p:sp>
        <p:nvSpPr>
          <p:cNvPr id="9" name="Text Placeholder 8">
            <a:extLst>
              <a:ext uri="{FF2B5EF4-FFF2-40B4-BE49-F238E27FC236}">
                <a16:creationId xmlns:a16="http://schemas.microsoft.com/office/drawing/2014/main" id="{69BFE999-40A5-1E01-1993-E6CCB88B11E2}"/>
              </a:ext>
            </a:extLst>
          </p:cNvPr>
          <p:cNvSpPr>
            <a:spLocks noGrp="1"/>
          </p:cNvSpPr>
          <p:nvPr>
            <p:ph type="body" sz="quarter" idx="10"/>
          </p:nvPr>
        </p:nvSpPr>
        <p:spPr>
          <a:xfrm>
            <a:off x="142129" y="1643616"/>
            <a:ext cx="11876956" cy="37206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1" name="Picture 10" descr="A colorful swirly logo&#10;&#10;AI-generated content may be incorrect.">
            <a:extLst>
              <a:ext uri="{FF2B5EF4-FFF2-40B4-BE49-F238E27FC236}">
                <a16:creationId xmlns:a16="http://schemas.microsoft.com/office/drawing/2014/main" id="{EB258DCD-53CF-456B-E558-44184D4871C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75849" y="5971381"/>
            <a:ext cx="339457" cy="338554"/>
          </a:xfrm>
          <a:prstGeom prst="rect">
            <a:avLst/>
          </a:prstGeom>
        </p:spPr>
      </p:pic>
      <p:sp>
        <p:nvSpPr>
          <p:cNvPr id="3" name="Title 2">
            <a:extLst>
              <a:ext uri="{FF2B5EF4-FFF2-40B4-BE49-F238E27FC236}">
                <a16:creationId xmlns:a16="http://schemas.microsoft.com/office/drawing/2014/main" id="{E21CF459-3AE1-C9FA-7600-4B52BD0262BF}"/>
              </a:ext>
            </a:extLst>
          </p:cNvPr>
          <p:cNvSpPr>
            <a:spLocks noGrp="1"/>
          </p:cNvSpPr>
          <p:nvPr>
            <p:ph type="title"/>
          </p:nvPr>
        </p:nvSpPr>
        <p:spPr>
          <a:xfrm>
            <a:off x="142129" y="174171"/>
            <a:ext cx="11876956" cy="1325563"/>
          </a:xfrm>
        </p:spPr>
        <p:txBody>
          <a:bodyPr/>
          <a:lstStyle/>
          <a:p>
            <a:r>
              <a:rPr lang="en-US"/>
              <a:t>Click to edit Master title style</a:t>
            </a:r>
            <a:endParaRPr lang="en-GB"/>
          </a:p>
        </p:txBody>
      </p:sp>
    </p:spTree>
    <p:extLst>
      <p:ext uri="{BB962C8B-B14F-4D97-AF65-F5344CB8AC3E}">
        <p14:creationId xmlns:p14="http://schemas.microsoft.com/office/powerpoint/2010/main" val="23149362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49C71-7267-4634-CD17-615D67ABB407}"/>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A588A0B1-E85D-2C77-ED4E-E8BDFBFB66B8}"/>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48A62925-39C5-349D-DE19-10A20C9E5E62}"/>
              </a:ext>
            </a:extLst>
          </p:cNvPr>
          <p:cNvSpPr>
            <a:spLocks noGrp="1"/>
          </p:cNvSpPr>
          <p:nvPr>
            <p:ph type="dt" sz="half" idx="10"/>
          </p:nvPr>
        </p:nvSpPr>
        <p:spPr/>
        <p:txBody>
          <a:bodyPr/>
          <a:lstStyle/>
          <a:p>
            <a:fld id="{C75493B6-578C-4CAE-AFF9-7B098D043DE2}" type="datetimeFigureOut">
              <a:rPr lang="en-GB" smtClean="0"/>
              <a:t>04/08/2026</a:t>
            </a:fld>
            <a:endParaRPr lang="en-GB"/>
          </a:p>
        </p:txBody>
      </p:sp>
      <p:sp>
        <p:nvSpPr>
          <p:cNvPr id="5" name="Footer Placeholder 4">
            <a:extLst>
              <a:ext uri="{FF2B5EF4-FFF2-40B4-BE49-F238E27FC236}">
                <a16:creationId xmlns:a16="http://schemas.microsoft.com/office/drawing/2014/main" id="{6F051F8D-F385-A783-99F6-F75CF91B998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6F02F3F-1891-52B2-F769-8184735F6418}"/>
              </a:ext>
            </a:extLst>
          </p:cNvPr>
          <p:cNvSpPr>
            <a:spLocks noGrp="1"/>
          </p:cNvSpPr>
          <p:nvPr>
            <p:ph type="sldNum" sz="quarter" idx="12"/>
          </p:nvPr>
        </p:nvSpPr>
        <p:spPr/>
        <p:txBody>
          <a:bodyPr/>
          <a:lstStyle/>
          <a:p>
            <a:fld id="{7FB429FE-8567-4430-AA1A-6E969ACE573A}" type="slidenum">
              <a:rPr lang="en-GB" smtClean="0"/>
              <a:t>‹#›</a:t>
            </a:fld>
            <a:endParaRPr lang="en-GB"/>
          </a:p>
        </p:txBody>
      </p:sp>
    </p:spTree>
    <p:extLst>
      <p:ext uri="{BB962C8B-B14F-4D97-AF65-F5344CB8AC3E}">
        <p14:creationId xmlns:p14="http://schemas.microsoft.com/office/powerpoint/2010/main" val="2781813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42B29F0-D0A1-C569-BB60-DB1AB1A1087D}"/>
              </a:ext>
            </a:extLst>
          </p:cNvPr>
          <p:cNvPicPr>
            <a:picLocks noChangeAspect="1"/>
          </p:cNvPicPr>
          <p:nvPr userDrawn="1"/>
        </p:nvPicPr>
        <p:blipFill>
          <a:blip r:embed="rId30">
            <a:alphaModFix/>
            <a:extLst>
              <a:ext uri="{28A0092B-C50C-407E-A947-70E740481C1C}">
                <a14:useLocalDpi xmlns:a14="http://schemas.microsoft.com/office/drawing/2010/main" val="0"/>
              </a:ext>
            </a:extLst>
          </a:blip>
          <a:srcRect b="-364"/>
          <a:stretch>
            <a:fillRect/>
          </a:stretch>
        </p:blipFill>
        <p:spPr>
          <a:xfrm>
            <a:off x="-10282" y="0"/>
            <a:ext cx="12202281" cy="2899775"/>
          </a:xfrm>
          <a:prstGeom prst="rect">
            <a:avLst/>
          </a:prstGeom>
        </p:spPr>
      </p:pic>
      <p:sp>
        <p:nvSpPr>
          <p:cNvPr id="5" name="Rectangle 4">
            <a:extLst>
              <a:ext uri="{FF2B5EF4-FFF2-40B4-BE49-F238E27FC236}">
                <a16:creationId xmlns:a16="http://schemas.microsoft.com/office/drawing/2014/main" id="{DE34E0B8-395E-D132-5142-A21B8A84940F}"/>
              </a:ext>
            </a:extLst>
          </p:cNvPr>
          <p:cNvSpPr/>
          <p:nvPr userDrawn="1"/>
        </p:nvSpPr>
        <p:spPr>
          <a:xfrm>
            <a:off x="142129" y="174171"/>
            <a:ext cx="11907742" cy="6509658"/>
          </a:xfrm>
          <a:prstGeom prst="rect">
            <a:avLst/>
          </a:prstGeom>
          <a:solidFill>
            <a:schemeClr val="bg1">
              <a:alpha val="5035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laceholder 1">
            <a:extLst>
              <a:ext uri="{FF2B5EF4-FFF2-40B4-BE49-F238E27FC236}">
                <a16:creationId xmlns:a16="http://schemas.microsoft.com/office/drawing/2014/main" id="{10975499-9B58-0B10-C61E-46BF06D6017B}"/>
              </a:ext>
            </a:extLst>
          </p:cNvPr>
          <p:cNvSpPr>
            <a:spLocks noGrp="1"/>
          </p:cNvSpPr>
          <p:nvPr>
            <p:ph type="title"/>
          </p:nvPr>
        </p:nvSpPr>
        <p:spPr>
          <a:xfrm>
            <a:off x="142129" y="174171"/>
            <a:ext cx="9897622"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38BF3570-0B8C-C9DF-702F-421851CEA2EE}"/>
              </a:ext>
            </a:extLst>
          </p:cNvPr>
          <p:cNvSpPr>
            <a:spLocks noGrp="1"/>
          </p:cNvSpPr>
          <p:nvPr>
            <p:ph type="body" idx="1"/>
          </p:nvPr>
        </p:nvSpPr>
        <p:spPr>
          <a:xfrm>
            <a:off x="142128" y="1679521"/>
            <a:ext cx="11907740" cy="500430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0" name="Picture 9">
            <a:extLst>
              <a:ext uri="{FF2B5EF4-FFF2-40B4-BE49-F238E27FC236}">
                <a16:creationId xmlns:a16="http://schemas.microsoft.com/office/drawing/2014/main" id="{A8FFE8ED-0261-670A-9DCB-CFFB146B8441}"/>
              </a:ext>
            </a:extLst>
          </p:cNvPr>
          <p:cNvPicPr>
            <a:picLocks noChangeAspect="1"/>
          </p:cNvPicPr>
          <p:nvPr userDrawn="1"/>
        </p:nvPicPr>
        <p:blipFill>
          <a:blip r:embed="rId31">
            <a:extLst>
              <a:ext uri="{28A0092B-C50C-407E-A947-70E740481C1C}">
                <a14:useLocalDpi xmlns:a14="http://schemas.microsoft.com/office/drawing/2010/main" val="0"/>
              </a:ext>
            </a:extLst>
          </a:blip>
          <a:srcRect/>
          <a:stretch/>
        </p:blipFill>
        <p:spPr>
          <a:xfrm>
            <a:off x="10137192" y="615463"/>
            <a:ext cx="1855183" cy="421898"/>
          </a:xfrm>
          <a:prstGeom prst="rect">
            <a:avLst/>
          </a:prstGeom>
        </p:spPr>
      </p:pic>
    </p:spTree>
    <p:extLst>
      <p:ext uri="{BB962C8B-B14F-4D97-AF65-F5344CB8AC3E}">
        <p14:creationId xmlns:p14="http://schemas.microsoft.com/office/powerpoint/2010/main" val="2891293072"/>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 id="2147483701" r:id="rId15"/>
    <p:sldLayoutId id="2147483702" r:id="rId16"/>
    <p:sldLayoutId id="2147483703" r:id="rId17"/>
    <p:sldLayoutId id="2147483704" r:id="rId18"/>
    <p:sldLayoutId id="2147483705" r:id="rId19"/>
    <p:sldLayoutId id="2147483706" r:id="rId20"/>
    <p:sldLayoutId id="2147483707" r:id="rId21"/>
    <p:sldLayoutId id="2147483708" r:id="rId22"/>
    <p:sldLayoutId id="2147483709" r:id="rId23"/>
    <p:sldLayoutId id="2147483710" r:id="rId24"/>
    <p:sldLayoutId id="2147483711" r:id="rId25"/>
    <p:sldLayoutId id="2147483712" r:id="rId26"/>
    <p:sldLayoutId id="2147483713" r:id="rId27"/>
    <p:sldLayoutId id="2147483714" r:id="rId28"/>
  </p:sldLayoutIdLst>
  <p:txStyles>
    <p:titleStyle>
      <a:lvl1pPr algn="l" defTabSz="914400" rtl="0" eaLnBrk="1" latinLnBrk="0" hangingPunct="1">
        <a:lnSpc>
          <a:spcPct val="90000"/>
        </a:lnSpc>
        <a:spcBef>
          <a:spcPct val="0"/>
        </a:spcBef>
        <a:buNone/>
        <a:defRPr sz="4400" b="1"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4.sv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2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2.xml"/><Relationship Id="rId7" Type="http://schemas.openxmlformats.org/officeDocument/2006/relationships/diagramColors" Target="../diagrams/colors2.xml"/><Relationship Id="rId2" Type="http://schemas.openxmlformats.org/officeDocument/2006/relationships/slideLayout" Target="../slideLayouts/slideLayout28.xml"/><Relationship Id="rId1" Type="http://schemas.openxmlformats.org/officeDocument/2006/relationships/tags" Target="../tags/tag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3.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18.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7.xml"/><Relationship Id="rId1" Type="http://schemas.openxmlformats.org/officeDocument/2006/relationships/slideLayout" Target="../slideLayouts/slideLayout1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0.xml"/><Relationship Id="rId1" Type="http://schemas.openxmlformats.org/officeDocument/2006/relationships/slideLayout" Target="../slideLayouts/slideLayout26.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3.xml"/><Relationship Id="rId1" Type="http://schemas.openxmlformats.org/officeDocument/2006/relationships/tags" Target="../tags/tag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86C2D-D6D3-CC65-60A3-33DE67AB1824}"/>
              </a:ext>
            </a:extLst>
          </p:cNvPr>
          <p:cNvSpPr>
            <a:spLocks noGrp="1"/>
          </p:cNvSpPr>
          <p:nvPr>
            <p:ph type="title"/>
          </p:nvPr>
        </p:nvSpPr>
        <p:spPr/>
        <p:txBody>
          <a:bodyPr/>
          <a:lstStyle/>
          <a:p>
            <a:r>
              <a:rPr lang="en-GB" dirty="0"/>
              <a:t>Recording</a:t>
            </a:r>
          </a:p>
        </p:txBody>
      </p:sp>
    </p:spTree>
    <p:extLst>
      <p:ext uri="{BB962C8B-B14F-4D97-AF65-F5344CB8AC3E}">
        <p14:creationId xmlns:p14="http://schemas.microsoft.com/office/powerpoint/2010/main" val="39332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B9B43307-1CEB-D0AB-FBCD-2AD74A63D152}"/>
              </a:ext>
            </a:extLst>
          </p:cNvPr>
          <p:cNvSpPr>
            <a:spLocks noGrp="1"/>
          </p:cNvSpPr>
          <p:nvPr>
            <p:ph type="title"/>
          </p:nvPr>
        </p:nvSpPr>
        <p:spPr/>
        <p:txBody>
          <a:bodyPr/>
          <a:lstStyle/>
          <a:p>
            <a:r>
              <a:rPr lang="en-US" dirty="0"/>
              <a:t>SDLC Stages – Planning &amp; Analysis</a:t>
            </a:r>
            <a:endParaRPr lang="en-GB" dirty="0"/>
          </a:p>
        </p:txBody>
      </p:sp>
      <p:sp>
        <p:nvSpPr>
          <p:cNvPr id="5" name="Subtitle 4">
            <a:extLst>
              <a:ext uri="{FF2B5EF4-FFF2-40B4-BE49-F238E27FC236}">
                <a16:creationId xmlns:a16="http://schemas.microsoft.com/office/drawing/2014/main" id="{54C13576-CB62-574E-1719-9BA77B464592}"/>
              </a:ext>
            </a:extLst>
          </p:cNvPr>
          <p:cNvSpPr>
            <a:spLocks noGrp="1"/>
          </p:cNvSpPr>
          <p:nvPr>
            <p:ph type="subTitle" idx="1"/>
          </p:nvPr>
        </p:nvSpPr>
        <p:spPr/>
        <p:txBody>
          <a:bodyPr/>
          <a:lstStyle/>
          <a:p>
            <a:r>
              <a:rPr lang="en-GB" dirty="0"/>
              <a:t>Introduction to Software Development</a:t>
            </a:r>
          </a:p>
        </p:txBody>
      </p:sp>
    </p:spTree>
    <p:extLst>
      <p:ext uri="{BB962C8B-B14F-4D97-AF65-F5344CB8AC3E}">
        <p14:creationId xmlns:p14="http://schemas.microsoft.com/office/powerpoint/2010/main" val="7166116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Graphic 9" descr="Radio microphone with solid fill">
            <a:extLst>
              <a:ext uri="{FF2B5EF4-FFF2-40B4-BE49-F238E27FC236}">
                <a16:creationId xmlns:a16="http://schemas.microsoft.com/office/drawing/2014/main" id="{50196963-2D98-2543-D9F6-8436ED3026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037741" y="694800"/>
            <a:ext cx="6089458" cy="6089458"/>
          </a:xfrm>
          <a:prstGeom prst="rect">
            <a:avLst/>
          </a:prstGeom>
        </p:spPr>
      </p:pic>
      <p:graphicFrame>
        <p:nvGraphicFramePr>
          <p:cNvPr id="3" name="Content Placeholder 2">
            <a:extLst>
              <a:ext uri="{FF2B5EF4-FFF2-40B4-BE49-F238E27FC236}">
                <a16:creationId xmlns:a16="http://schemas.microsoft.com/office/drawing/2014/main" id="{03E09615-9405-8842-E2E7-749094E4D0FC}"/>
              </a:ext>
            </a:extLst>
          </p:cNvPr>
          <p:cNvGraphicFramePr>
            <a:graphicFrameLocks noGrp="1"/>
          </p:cNvGraphicFramePr>
          <p:nvPr>
            <p:ph idx="1"/>
          </p:nvPr>
        </p:nvGraphicFramePr>
        <p:xfrm>
          <a:off x="154864" y="914400"/>
          <a:ext cx="11883535" cy="503470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Title 1">
            <a:extLst>
              <a:ext uri="{FF2B5EF4-FFF2-40B4-BE49-F238E27FC236}">
                <a16:creationId xmlns:a16="http://schemas.microsoft.com/office/drawing/2014/main" id="{DFCA83C4-4338-7CED-D0F1-2220F5DD86A5}"/>
              </a:ext>
            </a:extLst>
          </p:cNvPr>
          <p:cNvSpPr>
            <a:spLocks noGrp="1"/>
          </p:cNvSpPr>
          <p:nvPr/>
        </p:nvSpPr>
        <p:spPr>
          <a:xfrm>
            <a:off x="154864" y="118800"/>
            <a:ext cx="11883535" cy="576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Session Recording &amp; Professional Expectations</a:t>
            </a:r>
          </a:p>
        </p:txBody>
      </p:sp>
    </p:spTree>
    <p:extLst>
      <p:ext uri="{BB962C8B-B14F-4D97-AF65-F5344CB8AC3E}">
        <p14:creationId xmlns:p14="http://schemas.microsoft.com/office/powerpoint/2010/main" val="1329777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3AF6C-564A-65E2-7EAE-1A035D744146}"/>
            </a:ext>
          </a:extLst>
        </p:cNvPr>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5742F79B-558A-4ED7-F3B0-E2DB354638F8}"/>
              </a:ext>
            </a:extLst>
          </p:cNvPr>
          <p:cNvGraphicFramePr/>
          <p:nvPr/>
        </p:nvGraphicFramePr>
        <p:xfrm>
          <a:off x="364096" y="858275"/>
          <a:ext cx="11747455" cy="454852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B569487B-82E0-D20A-D91F-1204A991C3D4}"/>
              </a:ext>
            </a:extLst>
          </p:cNvPr>
          <p:cNvSpPr txBox="1"/>
          <p:nvPr/>
        </p:nvSpPr>
        <p:spPr>
          <a:xfrm>
            <a:off x="290945" y="5153890"/>
            <a:ext cx="8656410" cy="1323439"/>
          </a:xfrm>
          <a:prstGeom prst="rect">
            <a:avLst/>
          </a:prstGeom>
          <a:solidFill>
            <a:schemeClr val="bg1">
              <a:lumMod val="65000"/>
              <a:alpha val="19000"/>
            </a:schemeClr>
          </a:solidFill>
          <a:ln w="19050">
            <a:solidFill>
              <a:schemeClr val="tx1"/>
            </a:solidFill>
          </a:ln>
          <a:effectLst/>
        </p:spPr>
        <p:txBody>
          <a:bodyPr wrap="square" rtlCol="0">
            <a:spAutoFit/>
          </a:bodyPr>
          <a:lstStyle/>
          <a:p>
            <a:r>
              <a:rPr lang="en-US" sz="1600" b="1" dirty="0"/>
              <a:t>As we go through today’s session, consider:</a:t>
            </a:r>
          </a:p>
          <a:p>
            <a:r>
              <a:rPr lang="en-US" sz="1600" dirty="0"/>
              <a:t>How today’s topic connects to British Values</a:t>
            </a:r>
            <a:br>
              <a:rPr lang="en-US" sz="1600" dirty="0"/>
            </a:br>
            <a:r>
              <a:rPr lang="en-US" sz="1600" dirty="0"/>
              <a:t>Whether there are any Prevent or digital safety themes</a:t>
            </a:r>
            <a:br>
              <a:rPr lang="en-US" sz="1600" dirty="0"/>
            </a:br>
            <a:r>
              <a:rPr lang="en-US" sz="1600" dirty="0"/>
              <a:t>How this learning supports your professional and career development</a:t>
            </a:r>
          </a:p>
          <a:p>
            <a:r>
              <a:rPr lang="en-US" sz="1600" dirty="0"/>
              <a:t>Your tutor will guide discussion and help you make these connections.</a:t>
            </a:r>
          </a:p>
        </p:txBody>
      </p:sp>
      <p:sp>
        <p:nvSpPr>
          <p:cNvPr id="8" name="Title 1">
            <a:extLst>
              <a:ext uri="{FF2B5EF4-FFF2-40B4-BE49-F238E27FC236}">
                <a16:creationId xmlns:a16="http://schemas.microsoft.com/office/drawing/2014/main" id="{33BDD559-9A09-1091-6218-03E18F909B1B}"/>
              </a:ext>
            </a:extLst>
          </p:cNvPr>
          <p:cNvSpPr>
            <a:spLocks noGrp="1"/>
          </p:cNvSpPr>
          <p:nvPr/>
        </p:nvSpPr>
        <p:spPr>
          <a:xfrm>
            <a:off x="593145" y="380671"/>
            <a:ext cx="11883535" cy="576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Safeguarding, British Values &amp; Wider Learning</a:t>
            </a:r>
            <a:endParaRPr lang="en-GB" dirty="0"/>
          </a:p>
        </p:txBody>
      </p:sp>
    </p:spTree>
    <p:custDataLst>
      <p:tags r:id="rId1"/>
    </p:custDataLst>
    <p:extLst>
      <p:ext uri="{BB962C8B-B14F-4D97-AF65-F5344CB8AC3E}">
        <p14:creationId xmlns:p14="http://schemas.microsoft.com/office/powerpoint/2010/main" val="27771913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3882F-78FD-6A9E-9FC7-D8256C8049F2}"/>
              </a:ext>
            </a:extLst>
          </p:cNvPr>
          <p:cNvSpPr>
            <a:spLocks noGrp="1"/>
          </p:cNvSpPr>
          <p:nvPr>
            <p:ph type="title"/>
          </p:nvPr>
        </p:nvSpPr>
        <p:spPr/>
        <p:txBody>
          <a:bodyPr/>
          <a:lstStyle/>
          <a:p>
            <a:r>
              <a:rPr lang="en-GB" dirty="0"/>
              <a:t>Learning Aim and Objectives</a:t>
            </a:r>
          </a:p>
        </p:txBody>
      </p:sp>
      <p:sp>
        <p:nvSpPr>
          <p:cNvPr id="8" name="Content Placeholder 7">
            <a:extLst>
              <a:ext uri="{FF2B5EF4-FFF2-40B4-BE49-F238E27FC236}">
                <a16:creationId xmlns:a16="http://schemas.microsoft.com/office/drawing/2014/main" id="{542BCA84-A954-2C61-A88D-253467BB33B0}"/>
              </a:ext>
            </a:extLst>
          </p:cNvPr>
          <p:cNvSpPr>
            <a:spLocks noGrp="1"/>
          </p:cNvSpPr>
          <p:nvPr>
            <p:ph idx="1"/>
          </p:nvPr>
        </p:nvSpPr>
        <p:spPr/>
        <p:txBody>
          <a:bodyPr>
            <a:normAutofit fontScale="77500" lnSpcReduction="20000"/>
          </a:bodyPr>
          <a:lstStyle/>
          <a:p>
            <a:pPr marL="0" indent="0">
              <a:buNone/>
            </a:pPr>
            <a:r>
              <a:rPr lang="en-GB" b="1" dirty="0"/>
              <a:t>Session Aim</a:t>
            </a:r>
          </a:p>
          <a:p>
            <a:r>
              <a:rPr lang="en-GB" dirty="0"/>
              <a:t>Describe the planning and analysis stages and how to document this stage </a:t>
            </a:r>
            <a:r>
              <a:rPr lang="en-US" dirty="0"/>
              <a:t>(D1, D2, D5, D21)</a:t>
            </a:r>
            <a:endParaRPr lang="en-GB" dirty="0"/>
          </a:p>
          <a:p>
            <a:pPr marL="0" indent="0">
              <a:buNone/>
            </a:pPr>
            <a:endParaRPr lang="en-GB" dirty="0"/>
          </a:p>
          <a:p>
            <a:pPr marL="0" indent="0">
              <a:buNone/>
            </a:pPr>
            <a:r>
              <a:rPr lang="en-GB" b="1" dirty="0"/>
              <a:t>Objectives</a:t>
            </a:r>
          </a:p>
        </p:txBody>
      </p:sp>
      <p:graphicFrame>
        <p:nvGraphicFramePr>
          <p:cNvPr id="10" name="Content Placeholder 9">
            <a:extLst>
              <a:ext uri="{FF2B5EF4-FFF2-40B4-BE49-F238E27FC236}">
                <a16:creationId xmlns:a16="http://schemas.microsoft.com/office/drawing/2014/main" id="{60AD5100-C69B-A180-700D-ADB2C80E18C3}"/>
              </a:ext>
            </a:extLst>
          </p:cNvPr>
          <p:cNvGraphicFramePr>
            <a:graphicFrameLocks noGrp="1"/>
          </p:cNvGraphicFramePr>
          <p:nvPr>
            <p:ph sz="quarter" idx="11"/>
            <p:extLst>
              <p:ext uri="{D42A27DB-BD31-4B8C-83A1-F6EECF244321}">
                <p14:modId xmlns:p14="http://schemas.microsoft.com/office/powerpoint/2010/main" val="1838128911"/>
              </p:ext>
            </p:extLst>
          </p:nvPr>
        </p:nvGraphicFramePr>
        <p:xfrm>
          <a:off x="2251075" y="3038475"/>
          <a:ext cx="9801225" cy="36449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648743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094AC94-8D65-658A-11D4-4DDBDB6BF5D6}"/>
              </a:ext>
            </a:extLst>
          </p:cNvPr>
          <p:cNvSpPr>
            <a:spLocks noGrp="1"/>
          </p:cNvSpPr>
          <p:nvPr>
            <p:ph type="title"/>
          </p:nvPr>
        </p:nvSpPr>
        <p:spPr/>
        <p:txBody>
          <a:bodyPr>
            <a:normAutofit/>
          </a:bodyPr>
          <a:lstStyle/>
          <a:p>
            <a:r>
              <a:rPr lang="en-GB" dirty="0"/>
              <a:t>Competencies and Coverage</a:t>
            </a:r>
          </a:p>
        </p:txBody>
      </p:sp>
      <p:graphicFrame>
        <p:nvGraphicFramePr>
          <p:cNvPr id="2" name="Table 4">
            <a:extLst>
              <a:ext uri="{FF2B5EF4-FFF2-40B4-BE49-F238E27FC236}">
                <a16:creationId xmlns:a16="http://schemas.microsoft.com/office/drawing/2014/main" id="{CDA304EB-53D1-4206-6D3B-19E6D7F8B2B9}"/>
              </a:ext>
            </a:extLst>
          </p:cNvPr>
          <p:cNvGraphicFramePr>
            <a:graphicFrameLocks noGrp="1"/>
          </p:cNvGraphicFramePr>
          <p:nvPr>
            <p:extLst>
              <p:ext uri="{D42A27DB-BD31-4B8C-83A1-F6EECF244321}">
                <p14:modId xmlns:p14="http://schemas.microsoft.com/office/powerpoint/2010/main" val="3441185239"/>
              </p:ext>
            </p:extLst>
          </p:nvPr>
        </p:nvGraphicFramePr>
        <p:xfrm>
          <a:off x="264883" y="2498799"/>
          <a:ext cx="8127999" cy="1371600"/>
        </p:xfrm>
        <a:graphic>
          <a:graphicData uri="http://schemas.openxmlformats.org/drawingml/2006/table">
            <a:tbl>
              <a:tblPr firstRow="1" bandRow="1">
                <a:tableStyleId>{69012ECD-51FC-41F1-AA8D-1B2483CD663E}</a:tableStyleId>
              </a:tblPr>
              <a:tblGrid>
                <a:gridCol w="2709333">
                  <a:extLst>
                    <a:ext uri="{9D8B030D-6E8A-4147-A177-3AD203B41FA5}">
                      <a16:colId xmlns:a16="http://schemas.microsoft.com/office/drawing/2014/main" val="3030813770"/>
                    </a:ext>
                  </a:extLst>
                </a:gridCol>
                <a:gridCol w="2709333">
                  <a:extLst>
                    <a:ext uri="{9D8B030D-6E8A-4147-A177-3AD203B41FA5}">
                      <a16:colId xmlns:a16="http://schemas.microsoft.com/office/drawing/2014/main" val="79954557"/>
                    </a:ext>
                  </a:extLst>
                </a:gridCol>
                <a:gridCol w="2709333">
                  <a:extLst>
                    <a:ext uri="{9D8B030D-6E8A-4147-A177-3AD203B41FA5}">
                      <a16:colId xmlns:a16="http://schemas.microsoft.com/office/drawing/2014/main" val="1113414384"/>
                    </a:ext>
                  </a:extLst>
                </a:gridCol>
              </a:tblGrid>
              <a:tr h="238094">
                <a:tc gridSpan="3">
                  <a:txBody>
                    <a:bodyPr/>
                    <a:lstStyle/>
                    <a:p>
                      <a:pPr algn="ctr"/>
                      <a:r>
                        <a:rPr lang="en-GB" dirty="0"/>
                        <a:t>Professional Discussion underpinned by Portfolio</a:t>
                      </a:r>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432273095"/>
                  </a:ext>
                </a:extLst>
              </a:tr>
              <a:tr h="238094">
                <a:tc>
                  <a:txBody>
                    <a:bodyPr/>
                    <a:lstStyle/>
                    <a:p>
                      <a:pPr algn="ctr"/>
                      <a:r>
                        <a:rPr lang="en-GB" b="1" dirty="0">
                          <a:solidFill>
                            <a:schemeClr val="tx2"/>
                          </a:solidFill>
                        </a:rPr>
                        <a:t>Knowledge</a:t>
                      </a:r>
                    </a:p>
                  </a:txBody>
                  <a:tcPr/>
                </a:tc>
                <a:tc>
                  <a:txBody>
                    <a:bodyPr/>
                    <a:lstStyle/>
                    <a:p>
                      <a:pPr algn="ctr"/>
                      <a:r>
                        <a:rPr lang="en-GB" b="1" dirty="0">
                          <a:solidFill>
                            <a:schemeClr val="tx2"/>
                          </a:solidFill>
                        </a:rPr>
                        <a:t>Skills</a:t>
                      </a:r>
                    </a:p>
                  </a:txBody>
                  <a:tcPr/>
                </a:tc>
                <a:tc>
                  <a:txBody>
                    <a:bodyPr/>
                    <a:lstStyle/>
                    <a:p>
                      <a:pPr algn="ctr"/>
                      <a:r>
                        <a:rPr lang="en-GB" b="1" dirty="0">
                          <a:solidFill>
                            <a:schemeClr val="tx2"/>
                          </a:solidFill>
                        </a:rPr>
                        <a:t>Behaviours</a:t>
                      </a:r>
                    </a:p>
                  </a:txBody>
                  <a:tcPr/>
                </a:tc>
                <a:extLst>
                  <a:ext uri="{0D108BD9-81ED-4DB2-BD59-A6C34878D82A}">
                    <a16:rowId xmlns:a16="http://schemas.microsoft.com/office/drawing/2014/main" val="2345125783"/>
                  </a:ext>
                </a:extLst>
              </a:tr>
              <a:tr h="515930">
                <a:tc>
                  <a:txBody>
                    <a:bodyPr/>
                    <a:lstStyle/>
                    <a:p>
                      <a:pPr algn="ctr"/>
                      <a:r>
                        <a:rPr lang="en-GB" sz="1800" b="1" kern="1200" dirty="0">
                          <a:solidFill>
                            <a:schemeClr val="tx2"/>
                          </a:solidFill>
                          <a:latin typeface="+mn-lt"/>
                          <a:ea typeface="+mn-ea"/>
                          <a:cs typeface="+mn-cs"/>
                        </a:rPr>
                        <a:t>K1</a:t>
                      </a:r>
                      <a:r>
                        <a:rPr lang="en-GB" sz="1800" kern="1200" dirty="0">
                          <a:solidFill>
                            <a:schemeClr val="bg1">
                              <a:lumMod val="75000"/>
                            </a:schemeClr>
                          </a:solidFill>
                          <a:latin typeface="+mn-lt"/>
                          <a:ea typeface="+mn-ea"/>
                          <a:cs typeface="+mn-cs"/>
                        </a:rPr>
                        <a:t>, </a:t>
                      </a:r>
                      <a:r>
                        <a:rPr lang="en-GB" sz="1800" b="1" kern="1200" dirty="0">
                          <a:solidFill>
                            <a:schemeClr val="tx2"/>
                          </a:solidFill>
                          <a:latin typeface="+mn-lt"/>
                          <a:ea typeface="+mn-ea"/>
                          <a:cs typeface="+mn-cs"/>
                        </a:rPr>
                        <a:t>K3</a:t>
                      </a:r>
                      <a:r>
                        <a:rPr lang="en-GB" sz="1800" kern="1200" dirty="0">
                          <a:solidFill>
                            <a:schemeClr val="bg1">
                              <a:lumMod val="75000"/>
                            </a:schemeClr>
                          </a:solidFill>
                          <a:latin typeface="+mn-lt"/>
                          <a:ea typeface="+mn-ea"/>
                          <a:cs typeface="+mn-cs"/>
                        </a:rPr>
                        <a:t>, </a:t>
                      </a:r>
                      <a:r>
                        <a:rPr lang="en-GB" sz="1800" b="1" kern="1200" dirty="0">
                          <a:solidFill>
                            <a:schemeClr val="tx2"/>
                          </a:solidFill>
                          <a:latin typeface="+mn-lt"/>
                          <a:ea typeface="+mn-ea"/>
                          <a:cs typeface="+mn-cs"/>
                        </a:rPr>
                        <a:t>K4</a:t>
                      </a:r>
                      <a:r>
                        <a:rPr lang="en-GB" sz="1800" kern="1200" dirty="0">
                          <a:solidFill>
                            <a:schemeClr val="bg1">
                              <a:lumMod val="75000"/>
                            </a:schemeClr>
                          </a:solidFill>
                          <a:latin typeface="+mn-lt"/>
                          <a:ea typeface="+mn-ea"/>
                          <a:cs typeface="+mn-cs"/>
                        </a:rPr>
                        <a:t>, </a:t>
                      </a:r>
                      <a:r>
                        <a:rPr lang="en-GB" sz="1800" b="1" kern="1200" dirty="0">
                          <a:solidFill>
                            <a:schemeClr val="tx2"/>
                          </a:solidFill>
                          <a:latin typeface="+mn-lt"/>
                          <a:ea typeface="+mn-ea"/>
                          <a:cs typeface="+mn-cs"/>
                        </a:rPr>
                        <a:t>K5</a:t>
                      </a:r>
                      <a:r>
                        <a:rPr lang="en-GB" sz="1800" kern="1200" dirty="0">
                          <a:solidFill>
                            <a:schemeClr val="bg1">
                              <a:lumMod val="75000"/>
                            </a:schemeClr>
                          </a:solidFill>
                          <a:latin typeface="+mn-lt"/>
                          <a:ea typeface="+mn-ea"/>
                          <a:cs typeface="+mn-cs"/>
                        </a:rPr>
                        <a:t>, K7, </a:t>
                      </a:r>
                      <a:r>
                        <a:rPr lang="en-GB" sz="1800" b="1" kern="1200" dirty="0">
                          <a:solidFill>
                            <a:schemeClr val="tx2"/>
                          </a:solidFill>
                          <a:latin typeface="+mn-lt"/>
                          <a:ea typeface="+mn-ea"/>
                          <a:cs typeface="+mn-cs"/>
                        </a:rPr>
                        <a:t>K8</a:t>
                      </a:r>
                      <a:r>
                        <a:rPr lang="en-GB" sz="1800" kern="1200" dirty="0">
                          <a:solidFill>
                            <a:schemeClr val="bg1">
                              <a:lumMod val="75000"/>
                            </a:schemeClr>
                          </a:solidFill>
                          <a:latin typeface="+mn-lt"/>
                          <a:ea typeface="+mn-ea"/>
                          <a:cs typeface="+mn-cs"/>
                        </a:rPr>
                        <a:t>, K10, K12</a:t>
                      </a:r>
                    </a:p>
                  </a:txBody>
                  <a:tcPr/>
                </a:tc>
                <a:tc>
                  <a:txBody>
                    <a:bodyPr/>
                    <a:lstStyle/>
                    <a:p>
                      <a:pPr algn="ctr"/>
                      <a:r>
                        <a:rPr lang="en-GB" sz="1800" kern="1200" dirty="0">
                          <a:solidFill>
                            <a:schemeClr val="bg1">
                              <a:lumMod val="75000"/>
                            </a:schemeClr>
                          </a:solidFill>
                          <a:latin typeface="+mn-lt"/>
                          <a:ea typeface="+mn-ea"/>
                          <a:cs typeface="+mn-cs"/>
                        </a:rPr>
                        <a:t>S2, S3, S5, S8, </a:t>
                      </a:r>
                      <a:r>
                        <a:rPr lang="en-GB" sz="1800" b="1" kern="1200" dirty="0">
                          <a:solidFill>
                            <a:schemeClr val="tx2"/>
                          </a:solidFill>
                          <a:latin typeface="+mn-lt"/>
                          <a:ea typeface="+mn-ea"/>
                          <a:cs typeface="+mn-cs"/>
                        </a:rPr>
                        <a:t>S9</a:t>
                      </a:r>
                      <a:r>
                        <a:rPr lang="en-GB" sz="1800" kern="1200" dirty="0">
                          <a:solidFill>
                            <a:schemeClr val="bg1">
                              <a:lumMod val="75000"/>
                            </a:schemeClr>
                          </a:solidFill>
                          <a:latin typeface="+mn-lt"/>
                          <a:ea typeface="+mn-ea"/>
                          <a:cs typeface="+mn-cs"/>
                        </a:rPr>
                        <a:t>, S13, S14, </a:t>
                      </a:r>
                      <a:r>
                        <a:rPr lang="en-GB" sz="1800" b="1" kern="1200" dirty="0">
                          <a:solidFill>
                            <a:schemeClr val="tx2"/>
                          </a:solidFill>
                          <a:latin typeface="+mn-lt"/>
                          <a:ea typeface="+mn-ea"/>
                          <a:cs typeface="+mn-cs"/>
                        </a:rPr>
                        <a:t>S15</a:t>
                      </a:r>
                      <a:r>
                        <a:rPr lang="en-GB" sz="1800" kern="1200" dirty="0">
                          <a:solidFill>
                            <a:schemeClr val="bg1">
                              <a:lumMod val="75000"/>
                            </a:schemeClr>
                          </a:solidFill>
                          <a:latin typeface="+mn-lt"/>
                          <a:ea typeface="+mn-ea"/>
                          <a:cs typeface="+mn-cs"/>
                        </a:rPr>
                        <a:t>, S17</a:t>
                      </a:r>
                    </a:p>
                  </a:txBody>
                  <a:tcPr/>
                </a:tc>
                <a:tc>
                  <a:txBody>
                    <a:bodyPr/>
                    <a:lstStyle/>
                    <a:p>
                      <a:pPr algn="ctr"/>
                      <a:r>
                        <a:rPr lang="en-GB" sz="1800" kern="1200" dirty="0">
                          <a:solidFill>
                            <a:schemeClr val="bg1">
                              <a:lumMod val="75000"/>
                            </a:schemeClr>
                          </a:solidFill>
                          <a:latin typeface="+mn-lt"/>
                          <a:ea typeface="+mn-ea"/>
                          <a:cs typeface="+mn-cs"/>
                        </a:rPr>
                        <a:t>B1, B4, B5, B6, </a:t>
                      </a:r>
                      <a:r>
                        <a:rPr lang="en-GB" sz="1800" b="1" kern="1200" dirty="0">
                          <a:solidFill>
                            <a:schemeClr val="tx2"/>
                          </a:solidFill>
                          <a:latin typeface="+mn-lt"/>
                          <a:ea typeface="+mn-ea"/>
                          <a:cs typeface="+mn-cs"/>
                        </a:rPr>
                        <a:t>B7</a:t>
                      </a:r>
                      <a:r>
                        <a:rPr lang="en-GB" sz="1800" kern="1200" dirty="0">
                          <a:solidFill>
                            <a:schemeClr val="bg1">
                              <a:lumMod val="75000"/>
                            </a:schemeClr>
                          </a:solidFill>
                          <a:latin typeface="+mn-lt"/>
                          <a:ea typeface="+mn-ea"/>
                          <a:cs typeface="+mn-cs"/>
                        </a:rPr>
                        <a:t>, </a:t>
                      </a:r>
                      <a:r>
                        <a:rPr lang="en-GB" sz="1800" b="1" kern="1200" dirty="0">
                          <a:solidFill>
                            <a:schemeClr val="tx2"/>
                          </a:solidFill>
                          <a:latin typeface="+mn-lt"/>
                          <a:ea typeface="+mn-ea"/>
                          <a:cs typeface="+mn-cs"/>
                        </a:rPr>
                        <a:t>B8</a:t>
                      </a:r>
                      <a:r>
                        <a:rPr lang="en-GB" sz="1800" kern="1200" dirty="0">
                          <a:solidFill>
                            <a:schemeClr val="bg1">
                              <a:lumMod val="75000"/>
                            </a:schemeClr>
                          </a:solidFill>
                          <a:latin typeface="+mn-lt"/>
                          <a:ea typeface="+mn-ea"/>
                          <a:cs typeface="+mn-cs"/>
                        </a:rPr>
                        <a:t>, </a:t>
                      </a:r>
                      <a:r>
                        <a:rPr lang="en-GB" sz="1800" b="1" kern="1200" dirty="0">
                          <a:solidFill>
                            <a:schemeClr val="tx2"/>
                          </a:solidFill>
                          <a:latin typeface="+mn-lt"/>
                          <a:ea typeface="+mn-ea"/>
                          <a:cs typeface="+mn-cs"/>
                        </a:rPr>
                        <a:t>B9</a:t>
                      </a:r>
                    </a:p>
                  </a:txBody>
                  <a:tcPr/>
                </a:tc>
                <a:extLst>
                  <a:ext uri="{0D108BD9-81ED-4DB2-BD59-A6C34878D82A}">
                    <a16:rowId xmlns:a16="http://schemas.microsoft.com/office/drawing/2014/main" val="2058850495"/>
                  </a:ext>
                </a:extLst>
              </a:tr>
            </a:tbl>
          </a:graphicData>
        </a:graphic>
      </p:graphicFrame>
      <p:graphicFrame>
        <p:nvGraphicFramePr>
          <p:cNvPr id="5" name="Table 4">
            <a:extLst>
              <a:ext uri="{FF2B5EF4-FFF2-40B4-BE49-F238E27FC236}">
                <a16:creationId xmlns:a16="http://schemas.microsoft.com/office/drawing/2014/main" id="{7BBEFE34-8F25-DB8E-35DA-170B9ED9C85A}"/>
              </a:ext>
            </a:extLst>
          </p:cNvPr>
          <p:cNvGraphicFramePr>
            <a:graphicFrameLocks noGrp="1"/>
          </p:cNvGraphicFramePr>
          <p:nvPr>
            <p:extLst>
              <p:ext uri="{D42A27DB-BD31-4B8C-83A1-F6EECF244321}">
                <p14:modId xmlns:p14="http://schemas.microsoft.com/office/powerpoint/2010/main" val="707972629"/>
              </p:ext>
            </p:extLst>
          </p:nvPr>
        </p:nvGraphicFramePr>
        <p:xfrm>
          <a:off x="3799118" y="4327941"/>
          <a:ext cx="8127999" cy="1371600"/>
        </p:xfrm>
        <a:graphic>
          <a:graphicData uri="http://schemas.openxmlformats.org/drawingml/2006/table">
            <a:tbl>
              <a:tblPr firstRow="1" bandRow="1">
                <a:tableStyleId>{72833802-FEF1-4C79-8D5D-14CF1EAF98D9}</a:tableStyleId>
              </a:tblPr>
              <a:tblGrid>
                <a:gridCol w="2709333">
                  <a:extLst>
                    <a:ext uri="{9D8B030D-6E8A-4147-A177-3AD203B41FA5}">
                      <a16:colId xmlns:a16="http://schemas.microsoft.com/office/drawing/2014/main" val="3030813770"/>
                    </a:ext>
                  </a:extLst>
                </a:gridCol>
                <a:gridCol w="2709333">
                  <a:extLst>
                    <a:ext uri="{9D8B030D-6E8A-4147-A177-3AD203B41FA5}">
                      <a16:colId xmlns:a16="http://schemas.microsoft.com/office/drawing/2014/main" val="79954557"/>
                    </a:ext>
                  </a:extLst>
                </a:gridCol>
                <a:gridCol w="2709333">
                  <a:extLst>
                    <a:ext uri="{9D8B030D-6E8A-4147-A177-3AD203B41FA5}">
                      <a16:colId xmlns:a16="http://schemas.microsoft.com/office/drawing/2014/main" val="1113414384"/>
                    </a:ext>
                  </a:extLst>
                </a:gridCol>
              </a:tblGrid>
              <a:tr h="186663">
                <a:tc gridSpan="3">
                  <a:txBody>
                    <a:bodyPr/>
                    <a:lstStyle/>
                    <a:p>
                      <a:pPr algn="ctr"/>
                      <a:r>
                        <a:rPr lang="en-GB" dirty="0"/>
                        <a:t>Work-based Project with Questioning</a:t>
                      </a:r>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432273095"/>
                  </a:ext>
                </a:extLst>
              </a:tr>
              <a:tr h="186663">
                <a:tc>
                  <a:txBody>
                    <a:bodyPr/>
                    <a:lstStyle/>
                    <a:p>
                      <a:pPr algn="ctr"/>
                      <a:r>
                        <a:rPr lang="en-GB" b="1" dirty="0">
                          <a:solidFill>
                            <a:schemeClr val="tx2"/>
                          </a:solidFill>
                        </a:rPr>
                        <a:t>Knowledge</a:t>
                      </a:r>
                    </a:p>
                  </a:txBody>
                  <a:tcPr/>
                </a:tc>
                <a:tc>
                  <a:txBody>
                    <a:bodyPr/>
                    <a:lstStyle/>
                    <a:p>
                      <a:pPr algn="ctr"/>
                      <a:r>
                        <a:rPr lang="en-GB" b="1" dirty="0">
                          <a:solidFill>
                            <a:schemeClr val="tx2"/>
                          </a:solidFill>
                        </a:rPr>
                        <a:t>Skills</a:t>
                      </a:r>
                    </a:p>
                  </a:txBody>
                  <a:tcPr/>
                </a:tc>
                <a:tc>
                  <a:txBody>
                    <a:bodyPr/>
                    <a:lstStyle/>
                    <a:p>
                      <a:pPr algn="ctr"/>
                      <a:r>
                        <a:rPr lang="en-GB" b="1" dirty="0">
                          <a:solidFill>
                            <a:schemeClr val="tx2"/>
                          </a:solidFill>
                        </a:rPr>
                        <a:t>Behaviours</a:t>
                      </a:r>
                    </a:p>
                  </a:txBody>
                  <a:tcPr/>
                </a:tc>
                <a:extLst>
                  <a:ext uri="{0D108BD9-81ED-4DB2-BD59-A6C34878D82A}">
                    <a16:rowId xmlns:a16="http://schemas.microsoft.com/office/drawing/2014/main" val="2345125783"/>
                  </a:ext>
                </a:extLst>
              </a:tr>
              <a:tr h="388410">
                <a:tc>
                  <a:txBody>
                    <a:bodyPr/>
                    <a:lstStyle/>
                    <a:p>
                      <a:pPr marL="0" algn="ctr" defTabSz="914400" rtl="0" eaLnBrk="1" latinLnBrk="0" hangingPunct="1"/>
                      <a:r>
                        <a:rPr lang="en-GB" sz="1800" b="1" kern="1200" dirty="0">
                          <a:solidFill>
                            <a:schemeClr val="tx2"/>
                          </a:solidFill>
                          <a:latin typeface="+mn-lt"/>
                          <a:ea typeface="+mn-ea"/>
                          <a:cs typeface="+mn-cs"/>
                        </a:rPr>
                        <a:t>K2</a:t>
                      </a:r>
                      <a:r>
                        <a:rPr lang="en-GB" sz="1800" kern="1200" dirty="0">
                          <a:solidFill>
                            <a:schemeClr val="bg1">
                              <a:lumMod val="75000"/>
                            </a:schemeClr>
                          </a:solidFill>
                          <a:latin typeface="+mn-lt"/>
                          <a:ea typeface="+mn-ea"/>
                          <a:cs typeface="+mn-cs"/>
                        </a:rPr>
                        <a:t>, </a:t>
                      </a:r>
                      <a:r>
                        <a:rPr lang="en-GB" sz="1800" b="1" kern="1200" dirty="0">
                          <a:solidFill>
                            <a:schemeClr val="tx2"/>
                          </a:solidFill>
                          <a:latin typeface="+mn-lt"/>
                          <a:ea typeface="+mn-ea"/>
                          <a:cs typeface="+mn-cs"/>
                        </a:rPr>
                        <a:t>K6</a:t>
                      </a:r>
                      <a:r>
                        <a:rPr lang="en-GB" sz="1800" kern="1200" dirty="0">
                          <a:solidFill>
                            <a:schemeClr val="bg1">
                              <a:lumMod val="75000"/>
                            </a:schemeClr>
                          </a:solidFill>
                          <a:latin typeface="+mn-lt"/>
                          <a:ea typeface="+mn-ea"/>
                          <a:cs typeface="+mn-cs"/>
                        </a:rPr>
                        <a:t>, K9, </a:t>
                      </a:r>
                      <a:r>
                        <a:rPr lang="en-GB" sz="1800" b="1" kern="1200" dirty="0">
                          <a:solidFill>
                            <a:schemeClr val="tx2"/>
                          </a:solidFill>
                          <a:latin typeface="+mn-lt"/>
                          <a:ea typeface="+mn-ea"/>
                          <a:cs typeface="+mn-cs"/>
                        </a:rPr>
                        <a:t>K11</a:t>
                      </a:r>
                    </a:p>
                  </a:txBody>
                  <a:tcPr/>
                </a:tc>
                <a:tc>
                  <a:txBody>
                    <a:bodyPr/>
                    <a:lstStyle/>
                    <a:p>
                      <a:pPr marL="0" algn="ctr" defTabSz="914400" rtl="0" eaLnBrk="1" latinLnBrk="0" hangingPunct="1"/>
                      <a:r>
                        <a:rPr lang="en-GB" sz="1800" kern="1200" dirty="0">
                          <a:solidFill>
                            <a:schemeClr val="bg1">
                              <a:lumMod val="75000"/>
                            </a:schemeClr>
                          </a:solidFill>
                          <a:latin typeface="+mn-lt"/>
                          <a:ea typeface="+mn-ea"/>
                          <a:cs typeface="+mn-cs"/>
                        </a:rPr>
                        <a:t>S1, S4, S6, S7, S10, S11, S12, S16</a:t>
                      </a:r>
                    </a:p>
                  </a:txBody>
                  <a:tcPr/>
                </a:tc>
                <a:tc>
                  <a:txBody>
                    <a:bodyPr/>
                    <a:lstStyle/>
                    <a:p>
                      <a:pPr marL="0" algn="ctr" defTabSz="914400" rtl="0" eaLnBrk="1" latinLnBrk="0" hangingPunct="1"/>
                      <a:r>
                        <a:rPr lang="en-GB" sz="1800" b="1" kern="1200" dirty="0">
                          <a:solidFill>
                            <a:schemeClr val="tx2"/>
                          </a:solidFill>
                          <a:latin typeface="+mn-lt"/>
                          <a:ea typeface="+mn-ea"/>
                          <a:cs typeface="+mn-cs"/>
                        </a:rPr>
                        <a:t>B2</a:t>
                      </a:r>
                      <a:r>
                        <a:rPr lang="en-GB" sz="1800" kern="1200" dirty="0">
                          <a:solidFill>
                            <a:schemeClr val="bg1">
                              <a:lumMod val="75000"/>
                            </a:schemeClr>
                          </a:solidFill>
                          <a:latin typeface="+mn-lt"/>
                          <a:ea typeface="+mn-ea"/>
                          <a:cs typeface="+mn-cs"/>
                        </a:rPr>
                        <a:t>, B3</a:t>
                      </a:r>
                    </a:p>
                  </a:txBody>
                  <a:tcPr/>
                </a:tc>
                <a:extLst>
                  <a:ext uri="{0D108BD9-81ED-4DB2-BD59-A6C34878D82A}">
                    <a16:rowId xmlns:a16="http://schemas.microsoft.com/office/drawing/2014/main" val="2058850495"/>
                  </a:ext>
                </a:extLst>
              </a:tr>
            </a:tbl>
          </a:graphicData>
        </a:graphic>
      </p:graphicFrame>
    </p:spTree>
    <p:custDataLst>
      <p:tags r:id="rId1"/>
    </p:custDataLst>
    <p:extLst>
      <p:ext uri="{BB962C8B-B14F-4D97-AF65-F5344CB8AC3E}">
        <p14:creationId xmlns:p14="http://schemas.microsoft.com/office/powerpoint/2010/main" val="2627922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26C34-468E-AEDF-9244-260716C7EEE1}"/>
              </a:ext>
            </a:extLst>
          </p:cNvPr>
          <p:cNvSpPr>
            <a:spLocks noGrp="1"/>
          </p:cNvSpPr>
          <p:nvPr>
            <p:ph type="ctrTitle"/>
          </p:nvPr>
        </p:nvSpPr>
        <p:spPr/>
        <p:txBody>
          <a:bodyPr/>
          <a:lstStyle/>
          <a:p>
            <a:r>
              <a:rPr lang="en-GB" dirty="0"/>
              <a:t>Phases of the SDLC</a:t>
            </a:r>
          </a:p>
        </p:txBody>
      </p:sp>
      <p:sp>
        <p:nvSpPr>
          <p:cNvPr id="3" name="Subtitle 2">
            <a:extLst>
              <a:ext uri="{FF2B5EF4-FFF2-40B4-BE49-F238E27FC236}">
                <a16:creationId xmlns:a16="http://schemas.microsoft.com/office/drawing/2014/main" id="{E064A626-22D9-76F0-E381-FE85085D8447}"/>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401619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BAD0C75A-0CA4-499C-A78A-56C7361ECDF0}"/>
              </a:ext>
            </a:extLst>
          </p:cNvPr>
          <p:cNvGraphicFramePr>
            <a:graphicFrameLocks noGrp="1"/>
          </p:cNvGraphicFramePr>
          <p:nvPr>
            <p:ph sz="half" idx="1"/>
            <p:extLst>
              <p:ext uri="{D42A27DB-BD31-4B8C-83A1-F6EECF244321}">
                <p14:modId xmlns:p14="http://schemas.microsoft.com/office/powerpoint/2010/main" val="805767520"/>
              </p:ext>
            </p:extLst>
          </p:nvPr>
        </p:nvGraphicFramePr>
        <p:xfrm>
          <a:off x="144463" y="1681163"/>
          <a:ext cx="5881687" cy="46878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Content Placeholder 4">
            <a:extLst>
              <a:ext uri="{FF2B5EF4-FFF2-40B4-BE49-F238E27FC236}">
                <a16:creationId xmlns:a16="http://schemas.microsoft.com/office/drawing/2014/main" id="{39B1C27C-390C-44C2-FBC5-6780DE3DCFC4}"/>
              </a:ext>
            </a:extLst>
          </p:cNvPr>
          <p:cNvSpPr>
            <a:spLocks noGrp="1"/>
          </p:cNvSpPr>
          <p:nvPr>
            <p:ph sz="half" idx="2"/>
          </p:nvPr>
        </p:nvSpPr>
        <p:spPr/>
        <p:txBody>
          <a:bodyPr>
            <a:normAutofit/>
          </a:bodyPr>
          <a:lstStyle/>
          <a:p>
            <a:r>
              <a:rPr lang="en-GB" dirty="0"/>
              <a:t>All projects will move through the phases of the SDLC, some stages may be repeated (as in methodologies such as Spiral and those that follow the Agile Manifesto) but the stages will all still happen</a:t>
            </a:r>
          </a:p>
          <a:p>
            <a:endParaRPr lang="en-GB" dirty="0"/>
          </a:p>
          <a:p>
            <a:r>
              <a:rPr lang="en-GB" dirty="0"/>
              <a:t>We are going to look </a:t>
            </a:r>
            <a:r>
              <a:rPr lang="en-GB"/>
              <a:t>at Planning </a:t>
            </a:r>
            <a:r>
              <a:rPr lang="en-GB" dirty="0"/>
              <a:t>and Analysis</a:t>
            </a:r>
          </a:p>
          <a:p>
            <a:pPr lvl="1"/>
            <a:r>
              <a:rPr lang="en-GB" dirty="0"/>
              <a:t>Planning – The stage where the feasibility of the project is assessed and a business case is produced</a:t>
            </a:r>
          </a:p>
          <a:p>
            <a:pPr lvl="1"/>
            <a:endParaRPr lang="en-GB" dirty="0"/>
          </a:p>
          <a:p>
            <a:pPr lvl="1"/>
            <a:r>
              <a:rPr lang="en-GB" dirty="0"/>
              <a:t>Analysis – The stage where the requirements are elicited and analysed</a:t>
            </a:r>
          </a:p>
          <a:p>
            <a:endParaRPr lang="en-GB" dirty="0"/>
          </a:p>
        </p:txBody>
      </p:sp>
      <p:sp>
        <p:nvSpPr>
          <p:cNvPr id="2" name="Title 1">
            <a:extLst>
              <a:ext uri="{FF2B5EF4-FFF2-40B4-BE49-F238E27FC236}">
                <a16:creationId xmlns:a16="http://schemas.microsoft.com/office/drawing/2014/main" id="{2AF73934-EA11-575A-D2D9-2D5BB6977BBC}"/>
              </a:ext>
            </a:extLst>
          </p:cNvPr>
          <p:cNvSpPr>
            <a:spLocks noGrp="1"/>
          </p:cNvSpPr>
          <p:nvPr>
            <p:ph type="title"/>
          </p:nvPr>
        </p:nvSpPr>
        <p:spPr/>
        <p:txBody>
          <a:bodyPr/>
          <a:lstStyle/>
          <a:p>
            <a:r>
              <a:rPr lang="en-GB" dirty="0"/>
              <a:t>Phases of the SDLC</a:t>
            </a:r>
          </a:p>
        </p:txBody>
      </p:sp>
      <p:sp>
        <p:nvSpPr>
          <p:cNvPr id="3" name="Text Placeholder 2">
            <a:extLst>
              <a:ext uri="{FF2B5EF4-FFF2-40B4-BE49-F238E27FC236}">
                <a16:creationId xmlns:a16="http://schemas.microsoft.com/office/drawing/2014/main" id="{60C1876C-5EB7-3160-1505-7DFBF136ED4B}"/>
              </a:ext>
            </a:extLst>
          </p:cNvPr>
          <p:cNvSpPr>
            <a:spLocks noGrp="1"/>
          </p:cNvSpPr>
          <p:nvPr>
            <p:ph type="body" sz="quarter" idx="10"/>
          </p:nvPr>
        </p:nvSpPr>
        <p:spPr/>
        <p:txBody>
          <a:bodyPr/>
          <a:lstStyle/>
          <a:p>
            <a:r>
              <a:rPr lang="en-GB" dirty="0"/>
              <a:t>K1, K5, B9</a:t>
            </a:r>
          </a:p>
        </p:txBody>
      </p:sp>
      <p:sp>
        <p:nvSpPr>
          <p:cNvPr id="4" name="Text Placeholder 3">
            <a:extLst>
              <a:ext uri="{FF2B5EF4-FFF2-40B4-BE49-F238E27FC236}">
                <a16:creationId xmlns:a16="http://schemas.microsoft.com/office/drawing/2014/main" id="{5C93550A-FB59-8ADD-E7C4-8CA9947ECB21}"/>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3722091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980A6DD-7262-12B8-4B67-FA500DDCE6A6}"/>
              </a:ext>
            </a:extLst>
          </p:cNvPr>
          <p:cNvSpPr>
            <a:spLocks noGrp="1"/>
          </p:cNvSpPr>
          <p:nvPr>
            <p:ph type="ctrTitle"/>
          </p:nvPr>
        </p:nvSpPr>
        <p:spPr/>
        <p:txBody>
          <a:bodyPr/>
          <a:lstStyle/>
          <a:p>
            <a:r>
              <a:rPr lang="en-GB" dirty="0"/>
              <a:t>Feasibility Study</a:t>
            </a:r>
          </a:p>
        </p:txBody>
      </p:sp>
      <p:sp>
        <p:nvSpPr>
          <p:cNvPr id="6" name="Text Placeholder 5">
            <a:extLst>
              <a:ext uri="{FF2B5EF4-FFF2-40B4-BE49-F238E27FC236}">
                <a16:creationId xmlns:a16="http://schemas.microsoft.com/office/drawing/2014/main" id="{D6711DB2-490D-7B74-B07E-7FFE45381AD7}"/>
              </a:ext>
            </a:extLst>
          </p:cNvPr>
          <p:cNvSpPr>
            <a:spLocks noGrp="1"/>
          </p:cNvSpPr>
          <p:nvPr>
            <p:ph type="subTitle" idx="1"/>
          </p:nvPr>
        </p:nvSpPr>
        <p:spPr/>
        <p:txBody>
          <a:bodyPr/>
          <a:lstStyle/>
          <a:p>
            <a:r>
              <a:rPr lang="en-GB" dirty="0"/>
              <a:t>Is the Project Feasible? Can it be done? Is it worth doing?</a:t>
            </a:r>
          </a:p>
        </p:txBody>
      </p:sp>
    </p:spTree>
    <p:extLst>
      <p:ext uri="{BB962C8B-B14F-4D97-AF65-F5344CB8AC3E}">
        <p14:creationId xmlns:p14="http://schemas.microsoft.com/office/powerpoint/2010/main" val="344819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DCCC0C-0BA2-6E36-125F-9BA05624C4D6}"/>
              </a:ext>
            </a:extLst>
          </p:cNvPr>
          <p:cNvSpPr>
            <a:spLocks noGrp="1"/>
          </p:cNvSpPr>
          <p:nvPr>
            <p:ph idx="1"/>
          </p:nvPr>
        </p:nvSpPr>
        <p:spPr/>
        <p:txBody>
          <a:bodyPr>
            <a:normAutofit/>
          </a:bodyPr>
          <a:lstStyle/>
          <a:p>
            <a:r>
              <a:rPr lang="en-GB" dirty="0"/>
              <a:t>First stage of software development</a:t>
            </a:r>
          </a:p>
          <a:p>
            <a:endParaRPr lang="en-GB" dirty="0"/>
          </a:p>
          <a:p>
            <a:r>
              <a:rPr lang="en-GB" dirty="0"/>
              <a:t>Conducted by senior members of the involved departments</a:t>
            </a:r>
          </a:p>
          <a:p>
            <a:endParaRPr lang="en-GB" dirty="0"/>
          </a:p>
          <a:p>
            <a:r>
              <a:rPr lang="en-GB" dirty="0"/>
              <a:t>They collect basic information from the customer and use this to plan the basic project approach</a:t>
            </a:r>
          </a:p>
          <a:p>
            <a:endParaRPr lang="en-GB" dirty="0"/>
          </a:p>
          <a:p>
            <a:r>
              <a:rPr lang="en-GB" dirty="0"/>
              <a:t>They determine whether it is feasible to solve the problem that has been identified</a:t>
            </a:r>
          </a:p>
          <a:p>
            <a:endParaRPr lang="en-GB" dirty="0"/>
          </a:p>
          <a:p>
            <a:r>
              <a:rPr lang="en-GB" dirty="0"/>
              <a:t>Its purpose is to evaluate the technical and economic viability of the proposed system to solve the problem</a:t>
            </a:r>
          </a:p>
        </p:txBody>
      </p:sp>
      <p:sp>
        <p:nvSpPr>
          <p:cNvPr id="2" name="Title 1">
            <a:extLst>
              <a:ext uri="{FF2B5EF4-FFF2-40B4-BE49-F238E27FC236}">
                <a16:creationId xmlns:a16="http://schemas.microsoft.com/office/drawing/2014/main" id="{33A02DF0-E00A-A944-CF76-1738D29907C5}"/>
              </a:ext>
            </a:extLst>
          </p:cNvPr>
          <p:cNvSpPr>
            <a:spLocks noGrp="1"/>
          </p:cNvSpPr>
          <p:nvPr>
            <p:ph type="title"/>
          </p:nvPr>
        </p:nvSpPr>
        <p:spPr/>
        <p:txBody>
          <a:bodyPr/>
          <a:lstStyle/>
          <a:p>
            <a:r>
              <a:rPr lang="en-GB" dirty="0"/>
              <a:t>Feasibility Study</a:t>
            </a:r>
          </a:p>
        </p:txBody>
      </p:sp>
      <p:sp>
        <p:nvSpPr>
          <p:cNvPr id="6" name="Text Placeholder 5">
            <a:extLst>
              <a:ext uri="{FF2B5EF4-FFF2-40B4-BE49-F238E27FC236}">
                <a16:creationId xmlns:a16="http://schemas.microsoft.com/office/drawing/2014/main" id="{062275DD-F9D4-6F6D-5EAD-C786DF4BB3DA}"/>
              </a:ext>
            </a:extLst>
          </p:cNvPr>
          <p:cNvSpPr>
            <a:spLocks noGrp="1"/>
          </p:cNvSpPr>
          <p:nvPr>
            <p:ph type="body" sz="quarter" idx="10"/>
          </p:nvPr>
        </p:nvSpPr>
        <p:spPr/>
        <p:txBody>
          <a:bodyPr/>
          <a:lstStyle/>
          <a:p>
            <a:r>
              <a:rPr lang="en-GB" dirty="0"/>
              <a:t>K1, K2, K3, B9</a:t>
            </a:r>
          </a:p>
        </p:txBody>
      </p:sp>
      <p:sp>
        <p:nvSpPr>
          <p:cNvPr id="7" name="Text Placeholder 6">
            <a:extLst>
              <a:ext uri="{FF2B5EF4-FFF2-40B4-BE49-F238E27FC236}">
                <a16:creationId xmlns:a16="http://schemas.microsoft.com/office/drawing/2014/main" id="{6C7D5C41-22C6-CF5F-6355-C53ADC018798}"/>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348849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48785A-C050-B16B-D4E1-F8A45781EB00}"/>
              </a:ext>
            </a:extLst>
          </p:cNvPr>
          <p:cNvSpPr>
            <a:spLocks noGrp="1"/>
          </p:cNvSpPr>
          <p:nvPr>
            <p:ph idx="1"/>
          </p:nvPr>
        </p:nvSpPr>
        <p:spPr/>
        <p:txBody>
          <a:bodyPr/>
          <a:lstStyle/>
          <a:p>
            <a:r>
              <a:rPr lang="en-GB" dirty="0"/>
              <a:t>Within the report different areas will be considered;</a:t>
            </a:r>
          </a:p>
          <a:p>
            <a:pPr lvl="1"/>
            <a:r>
              <a:rPr lang="en-GB" dirty="0"/>
              <a:t>Economic Feasibility – can it be developed within an allocated budget?</a:t>
            </a:r>
          </a:p>
          <a:p>
            <a:pPr lvl="1"/>
            <a:r>
              <a:rPr lang="en-GB" dirty="0"/>
              <a:t>Schedule Feasibility – can it be developed within a specified timeframe?</a:t>
            </a:r>
          </a:p>
          <a:p>
            <a:pPr lvl="1"/>
            <a:r>
              <a:rPr lang="en-GB" dirty="0"/>
              <a:t>Operational Feasibility – can we create the operations that the customer requires?</a:t>
            </a:r>
          </a:p>
          <a:p>
            <a:pPr lvl="1"/>
            <a:r>
              <a:rPr lang="en-GB" dirty="0"/>
              <a:t>Legal Feasibility – is the development of the system within regulatory frameworks and applicable laws?</a:t>
            </a:r>
          </a:p>
          <a:p>
            <a:pPr lvl="1"/>
            <a:r>
              <a:rPr lang="en-GB" dirty="0"/>
              <a:t>Technical Feasibility – can the current technology available support the system?</a:t>
            </a:r>
          </a:p>
          <a:p>
            <a:endParaRPr lang="en-GB" dirty="0"/>
          </a:p>
          <a:p>
            <a:r>
              <a:rPr lang="en-GB" dirty="0"/>
              <a:t>If the checks all show as feasible then the project is given the go ahead to proceed</a:t>
            </a:r>
          </a:p>
          <a:p>
            <a:endParaRPr lang="en-GB" dirty="0"/>
          </a:p>
        </p:txBody>
      </p:sp>
      <p:sp>
        <p:nvSpPr>
          <p:cNvPr id="2" name="Title 1">
            <a:extLst>
              <a:ext uri="{FF2B5EF4-FFF2-40B4-BE49-F238E27FC236}">
                <a16:creationId xmlns:a16="http://schemas.microsoft.com/office/drawing/2014/main" id="{F96D52AF-3DB5-E475-9651-A9E2C9087B3D}"/>
              </a:ext>
            </a:extLst>
          </p:cNvPr>
          <p:cNvSpPr>
            <a:spLocks noGrp="1"/>
          </p:cNvSpPr>
          <p:nvPr>
            <p:ph type="title"/>
          </p:nvPr>
        </p:nvSpPr>
        <p:spPr/>
        <p:txBody>
          <a:bodyPr/>
          <a:lstStyle/>
          <a:p>
            <a:r>
              <a:rPr lang="en-GB" dirty="0"/>
              <a:t>Feasibility Study</a:t>
            </a:r>
          </a:p>
        </p:txBody>
      </p:sp>
      <p:sp>
        <p:nvSpPr>
          <p:cNvPr id="4" name="Text Placeholder 3">
            <a:extLst>
              <a:ext uri="{FF2B5EF4-FFF2-40B4-BE49-F238E27FC236}">
                <a16:creationId xmlns:a16="http://schemas.microsoft.com/office/drawing/2014/main" id="{E68005CF-76EF-EFB5-107D-4DA6D994697A}"/>
              </a:ext>
            </a:extLst>
          </p:cNvPr>
          <p:cNvSpPr>
            <a:spLocks noGrp="1"/>
          </p:cNvSpPr>
          <p:nvPr>
            <p:ph type="body" sz="quarter" idx="10"/>
          </p:nvPr>
        </p:nvSpPr>
        <p:spPr/>
        <p:txBody>
          <a:bodyPr/>
          <a:lstStyle/>
          <a:p>
            <a:r>
              <a:rPr lang="en-GB" dirty="0"/>
              <a:t>K1, K3, K6, K8, K11, B9</a:t>
            </a:r>
          </a:p>
        </p:txBody>
      </p:sp>
      <p:sp>
        <p:nvSpPr>
          <p:cNvPr id="5" name="Text Placeholder 4">
            <a:extLst>
              <a:ext uri="{FF2B5EF4-FFF2-40B4-BE49-F238E27FC236}">
                <a16:creationId xmlns:a16="http://schemas.microsoft.com/office/drawing/2014/main" id="{9019494D-819B-06C8-CDD2-64CF0C23DC45}"/>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465448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2708E56-9C03-A55D-553B-1B668D7AA4E8}"/>
              </a:ext>
            </a:extLst>
          </p:cNvPr>
          <p:cNvSpPr>
            <a:spLocks noGrp="1"/>
          </p:cNvSpPr>
          <p:nvPr>
            <p:ph type="ctrTitle"/>
          </p:nvPr>
        </p:nvSpPr>
        <p:spPr/>
        <p:txBody>
          <a:bodyPr/>
          <a:lstStyle/>
          <a:p>
            <a:r>
              <a:rPr lang="en-GB" dirty="0"/>
              <a:t>Business Case</a:t>
            </a:r>
          </a:p>
        </p:txBody>
      </p:sp>
      <p:sp>
        <p:nvSpPr>
          <p:cNvPr id="5" name="Text Placeholder 4">
            <a:extLst>
              <a:ext uri="{FF2B5EF4-FFF2-40B4-BE49-F238E27FC236}">
                <a16:creationId xmlns:a16="http://schemas.microsoft.com/office/drawing/2014/main" id="{61FB2560-64C3-E9DB-C896-A86845EB9E91}"/>
              </a:ext>
            </a:extLst>
          </p:cNvPr>
          <p:cNvSpPr>
            <a:spLocks noGrp="1"/>
          </p:cNvSpPr>
          <p:nvPr>
            <p:ph type="subTitle" idx="1"/>
          </p:nvPr>
        </p:nvSpPr>
        <p:spPr/>
        <p:txBody>
          <a:bodyPr>
            <a:normAutofit fontScale="70000" lnSpcReduction="20000"/>
          </a:bodyPr>
          <a:lstStyle/>
          <a:p>
            <a:r>
              <a:rPr lang="en-GB" dirty="0"/>
              <a:t>What options are there? What is recommended? Can we manage it? What do we need?</a:t>
            </a:r>
          </a:p>
        </p:txBody>
      </p:sp>
    </p:spTree>
    <p:extLst>
      <p:ext uri="{BB962C8B-B14F-4D97-AF65-F5344CB8AC3E}">
        <p14:creationId xmlns:p14="http://schemas.microsoft.com/office/powerpoint/2010/main" val="37762060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A59A96-38E1-CF6B-2D3D-0A9A8493B895}"/>
              </a:ext>
            </a:extLst>
          </p:cNvPr>
          <p:cNvSpPr>
            <a:spLocks noGrp="1"/>
          </p:cNvSpPr>
          <p:nvPr>
            <p:ph idx="1"/>
          </p:nvPr>
        </p:nvSpPr>
        <p:spPr/>
        <p:txBody>
          <a:bodyPr>
            <a:normAutofit lnSpcReduction="10000"/>
          </a:bodyPr>
          <a:lstStyle/>
          <a:p>
            <a:r>
              <a:rPr lang="en-GB" dirty="0"/>
              <a:t>The business case goes hand in hand with the feasibility study</a:t>
            </a:r>
          </a:p>
          <a:p>
            <a:endParaRPr lang="en-GB" dirty="0"/>
          </a:p>
          <a:p>
            <a:r>
              <a:rPr lang="en-GB" dirty="0"/>
              <a:t>It justifies the approval to go ahead and allows for the allocation of funds to the project</a:t>
            </a:r>
          </a:p>
          <a:p>
            <a:endParaRPr lang="en-GB" dirty="0"/>
          </a:p>
          <a:p>
            <a:r>
              <a:rPr lang="en-GB" dirty="0"/>
              <a:t>Business Cases start from the principle that the project is feasible and aim to build up a funding submission based on conclusions from the feasibility study</a:t>
            </a:r>
          </a:p>
          <a:p>
            <a:endParaRPr lang="en-GB" dirty="0"/>
          </a:p>
          <a:p>
            <a:r>
              <a:rPr lang="en-GB" dirty="0"/>
              <a:t>In the business case you will find;</a:t>
            </a:r>
          </a:p>
          <a:p>
            <a:pPr lvl="1"/>
            <a:r>
              <a:rPr lang="en-GB" dirty="0"/>
              <a:t>Overview of the project – including the organisational context, problem context, expected outcomes and past developments</a:t>
            </a:r>
          </a:p>
          <a:p>
            <a:pPr lvl="1"/>
            <a:r>
              <a:rPr lang="en-GB" dirty="0"/>
              <a:t>Options – including an assessment of the current situation, all identified options to resolve the issue, comparison of the options, and a recommendation of a preferred option</a:t>
            </a:r>
          </a:p>
          <a:p>
            <a:pPr lvl="1"/>
            <a:r>
              <a:rPr lang="en-GB" dirty="0"/>
              <a:t>Implementation details – including targets, workplan, budget and other resources</a:t>
            </a:r>
          </a:p>
          <a:p>
            <a:pPr lvl="1"/>
            <a:r>
              <a:rPr lang="en-GB" dirty="0"/>
              <a:t>Company/Project Team – including their key capabilities, competencies and strengths</a:t>
            </a:r>
          </a:p>
        </p:txBody>
      </p:sp>
      <p:sp>
        <p:nvSpPr>
          <p:cNvPr id="2" name="Title 1">
            <a:extLst>
              <a:ext uri="{FF2B5EF4-FFF2-40B4-BE49-F238E27FC236}">
                <a16:creationId xmlns:a16="http://schemas.microsoft.com/office/drawing/2014/main" id="{0A31BA20-B1AA-D051-B3B8-EBABDEE7714A}"/>
              </a:ext>
            </a:extLst>
          </p:cNvPr>
          <p:cNvSpPr>
            <a:spLocks noGrp="1"/>
          </p:cNvSpPr>
          <p:nvPr>
            <p:ph type="title"/>
          </p:nvPr>
        </p:nvSpPr>
        <p:spPr/>
        <p:txBody>
          <a:bodyPr/>
          <a:lstStyle/>
          <a:p>
            <a:r>
              <a:rPr lang="en-GB" dirty="0"/>
              <a:t>Business Case</a:t>
            </a:r>
          </a:p>
        </p:txBody>
      </p:sp>
      <p:sp>
        <p:nvSpPr>
          <p:cNvPr id="4" name="Text Placeholder 3">
            <a:extLst>
              <a:ext uri="{FF2B5EF4-FFF2-40B4-BE49-F238E27FC236}">
                <a16:creationId xmlns:a16="http://schemas.microsoft.com/office/drawing/2014/main" id="{5FE69BE7-0CBB-77FB-41B0-76D939105FDB}"/>
              </a:ext>
            </a:extLst>
          </p:cNvPr>
          <p:cNvSpPr>
            <a:spLocks noGrp="1"/>
          </p:cNvSpPr>
          <p:nvPr>
            <p:ph type="body" sz="quarter" idx="10"/>
          </p:nvPr>
        </p:nvSpPr>
        <p:spPr/>
        <p:txBody>
          <a:bodyPr/>
          <a:lstStyle/>
          <a:p>
            <a:r>
              <a:rPr lang="en-GB" dirty="0"/>
              <a:t>K1, K3, K6, K8, K11, B9</a:t>
            </a:r>
          </a:p>
        </p:txBody>
      </p:sp>
      <p:sp>
        <p:nvSpPr>
          <p:cNvPr id="5" name="Text Placeholder 4">
            <a:extLst>
              <a:ext uri="{FF2B5EF4-FFF2-40B4-BE49-F238E27FC236}">
                <a16:creationId xmlns:a16="http://schemas.microsoft.com/office/drawing/2014/main" id="{691815BE-537F-0A39-8181-ACEEB74C2369}"/>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13550999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6628D8-5461-23E0-3D6B-50A1FA463E77}"/>
              </a:ext>
            </a:extLst>
          </p:cNvPr>
          <p:cNvSpPr>
            <a:spLocks noGrp="1"/>
          </p:cNvSpPr>
          <p:nvPr>
            <p:ph idx="1"/>
          </p:nvPr>
        </p:nvSpPr>
        <p:spPr/>
        <p:txBody>
          <a:bodyPr anchor="ctr"/>
          <a:lstStyle/>
          <a:p>
            <a:pPr marL="0" indent="0" algn="ctr">
              <a:buNone/>
            </a:pPr>
            <a:r>
              <a:rPr lang="en-GB" dirty="0"/>
              <a:t>Consider the Feasibility Study and Business Case.</a:t>
            </a:r>
          </a:p>
          <a:p>
            <a:pPr marL="0" indent="0" algn="ctr">
              <a:buNone/>
            </a:pPr>
            <a:endParaRPr lang="en-GB" dirty="0"/>
          </a:p>
          <a:p>
            <a:pPr marL="0" indent="0" algn="ctr">
              <a:buNone/>
            </a:pPr>
            <a:r>
              <a:rPr lang="en-GB" dirty="0"/>
              <a:t>Why are these needed?</a:t>
            </a:r>
          </a:p>
          <a:p>
            <a:pPr marL="0" indent="0" algn="ctr">
              <a:buNone/>
            </a:pPr>
            <a:endParaRPr lang="en-GB" dirty="0"/>
          </a:p>
          <a:p>
            <a:pPr marL="0" indent="0" algn="ctr">
              <a:buNone/>
            </a:pPr>
            <a:r>
              <a:rPr lang="en-GB" dirty="0"/>
              <a:t>Why are they important? </a:t>
            </a:r>
          </a:p>
          <a:p>
            <a:pPr marL="0" indent="0" algn="ctr">
              <a:buNone/>
            </a:pPr>
            <a:endParaRPr lang="en-GB" dirty="0"/>
          </a:p>
          <a:p>
            <a:pPr marL="0" indent="0" algn="ctr">
              <a:buNone/>
            </a:pPr>
            <a:r>
              <a:rPr lang="en-GB" dirty="0"/>
              <a:t>Be prepared to share your ideas</a:t>
            </a:r>
          </a:p>
        </p:txBody>
      </p:sp>
      <p:sp>
        <p:nvSpPr>
          <p:cNvPr id="2" name="Title 1">
            <a:extLst>
              <a:ext uri="{FF2B5EF4-FFF2-40B4-BE49-F238E27FC236}">
                <a16:creationId xmlns:a16="http://schemas.microsoft.com/office/drawing/2014/main" id="{0F5B7F3F-AFEB-2E57-07D6-67C78DA628F4}"/>
              </a:ext>
            </a:extLst>
          </p:cNvPr>
          <p:cNvSpPr>
            <a:spLocks noGrp="1"/>
          </p:cNvSpPr>
          <p:nvPr>
            <p:ph type="title"/>
          </p:nvPr>
        </p:nvSpPr>
        <p:spPr/>
        <p:txBody>
          <a:bodyPr/>
          <a:lstStyle/>
          <a:p>
            <a:r>
              <a:rPr lang="en-GB" dirty="0"/>
              <a:t>Feasibility and Business Cases</a:t>
            </a:r>
          </a:p>
        </p:txBody>
      </p:sp>
      <p:sp>
        <p:nvSpPr>
          <p:cNvPr id="11" name="Text Placeholder 10">
            <a:extLst>
              <a:ext uri="{FF2B5EF4-FFF2-40B4-BE49-F238E27FC236}">
                <a16:creationId xmlns:a16="http://schemas.microsoft.com/office/drawing/2014/main" id="{4C6556B9-62FE-9CA4-EA2A-B31165426312}"/>
              </a:ext>
            </a:extLst>
          </p:cNvPr>
          <p:cNvSpPr>
            <a:spLocks noGrp="1"/>
          </p:cNvSpPr>
          <p:nvPr>
            <p:ph type="body" sz="quarter" idx="10"/>
          </p:nvPr>
        </p:nvSpPr>
        <p:spPr/>
        <p:txBody>
          <a:bodyPr/>
          <a:lstStyle/>
          <a:p>
            <a:r>
              <a:rPr lang="en-GB" dirty="0"/>
              <a:t>K1, K6, S15, B2, B7, B8, B9</a:t>
            </a:r>
          </a:p>
        </p:txBody>
      </p:sp>
      <p:sp>
        <p:nvSpPr>
          <p:cNvPr id="12" name="Text Placeholder 11">
            <a:extLst>
              <a:ext uri="{FF2B5EF4-FFF2-40B4-BE49-F238E27FC236}">
                <a16:creationId xmlns:a16="http://schemas.microsoft.com/office/drawing/2014/main" id="{89DD6F78-25F5-997F-77B6-26F15942884B}"/>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17975997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C141E-7637-E4D1-501D-0EAF63C38F3F}"/>
              </a:ext>
            </a:extLst>
          </p:cNvPr>
          <p:cNvSpPr>
            <a:spLocks noGrp="1"/>
          </p:cNvSpPr>
          <p:nvPr>
            <p:ph type="ctrTitle"/>
          </p:nvPr>
        </p:nvSpPr>
        <p:spPr/>
        <p:txBody>
          <a:bodyPr/>
          <a:lstStyle/>
          <a:p>
            <a:r>
              <a:rPr lang="en-GB" dirty="0"/>
              <a:t>Requirements Analysis</a:t>
            </a:r>
          </a:p>
        </p:txBody>
      </p:sp>
      <p:sp>
        <p:nvSpPr>
          <p:cNvPr id="3" name="Text Placeholder 2">
            <a:extLst>
              <a:ext uri="{FF2B5EF4-FFF2-40B4-BE49-F238E27FC236}">
                <a16:creationId xmlns:a16="http://schemas.microsoft.com/office/drawing/2014/main" id="{7AF4EDFC-2720-8B22-DB9D-A46D19248261}"/>
              </a:ext>
            </a:extLst>
          </p:cNvPr>
          <p:cNvSpPr>
            <a:spLocks noGrp="1"/>
          </p:cNvSpPr>
          <p:nvPr>
            <p:ph type="subTitle" idx="1"/>
          </p:nvPr>
        </p:nvSpPr>
        <p:spPr/>
        <p:txBody>
          <a:bodyPr/>
          <a:lstStyle/>
          <a:p>
            <a:r>
              <a:rPr lang="en-GB" dirty="0"/>
              <a:t>What does it need to do? Who is going to use it?</a:t>
            </a:r>
          </a:p>
        </p:txBody>
      </p:sp>
    </p:spTree>
    <p:extLst>
      <p:ext uri="{BB962C8B-B14F-4D97-AF65-F5344CB8AC3E}">
        <p14:creationId xmlns:p14="http://schemas.microsoft.com/office/powerpoint/2010/main" val="24774573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28A3DC-F04F-A236-E1CF-960DF203C836}"/>
              </a:ext>
            </a:extLst>
          </p:cNvPr>
          <p:cNvSpPr>
            <a:spLocks noGrp="1"/>
          </p:cNvSpPr>
          <p:nvPr>
            <p:ph idx="1"/>
          </p:nvPr>
        </p:nvSpPr>
        <p:spPr/>
        <p:txBody>
          <a:bodyPr>
            <a:normAutofit/>
          </a:bodyPr>
          <a:lstStyle/>
          <a:p>
            <a:r>
              <a:rPr lang="en-GB" dirty="0"/>
              <a:t>Requirements analysis is the process of determining the user’s expectations for the system that is to be developed</a:t>
            </a:r>
          </a:p>
          <a:p>
            <a:endParaRPr lang="en-GB" dirty="0"/>
          </a:p>
          <a:p>
            <a:r>
              <a:rPr lang="en-GB" dirty="0"/>
              <a:t>The requirements must be quantifiable, relevant and detailed</a:t>
            </a:r>
          </a:p>
          <a:p>
            <a:endParaRPr lang="en-GB" dirty="0"/>
          </a:p>
          <a:p>
            <a:r>
              <a:rPr lang="en-GB" dirty="0"/>
              <a:t>Within the Requirement Analysis phase the following must be done;</a:t>
            </a:r>
          </a:p>
          <a:p>
            <a:pPr lvl="1"/>
            <a:r>
              <a:rPr lang="en-GB" dirty="0"/>
              <a:t>Identify Key Stakeholders and End Users</a:t>
            </a:r>
          </a:p>
          <a:p>
            <a:pPr lvl="1"/>
            <a:r>
              <a:rPr lang="en-GB" dirty="0"/>
              <a:t>Elicit Requirements</a:t>
            </a:r>
          </a:p>
          <a:p>
            <a:pPr lvl="1"/>
            <a:r>
              <a:rPr lang="en-GB" dirty="0"/>
              <a:t>Categorise Requirements</a:t>
            </a:r>
          </a:p>
          <a:p>
            <a:pPr lvl="1"/>
            <a:r>
              <a:rPr lang="en-GB" dirty="0"/>
              <a:t>Interpret and Record Requirements</a:t>
            </a:r>
          </a:p>
          <a:p>
            <a:endParaRPr lang="en-GB" dirty="0"/>
          </a:p>
          <a:p>
            <a:r>
              <a:rPr lang="en-GB" dirty="0"/>
              <a:t>You endeavour within this stage to ensure that there are no conflicting requirements and any language ambiguity has been eliminated</a:t>
            </a:r>
          </a:p>
        </p:txBody>
      </p:sp>
      <p:sp>
        <p:nvSpPr>
          <p:cNvPr id="2" name="Title 1">
            <a:extLst>
              <a:ext uri="{FF2B5EF4-FFF2-40B4-BE49-F238E27FC236}">
                <a16:creationId xmlns:a16="http://schemas.microsoft.com/office/drawing/2014/main" id="{36FCFDC3-E404-E271-8B1B-EB44BE3DDBA9}"/>
              </a:ext>
            </a:extLst>
          </p:cNvPr>
          <p:cNvSpPr>
            <a:spLocks noGrp="1"/>
          </p:cNvSpPr>
          <p:nvPr>
            <p:ph type="title"/>
          </p:nvPr>
        </p:nvSpPr>
        <p:spPr/>
        <p:txBody>
          <a:bodyPr/>
          <a:lstStyle/>
          <a:p>
            <a:r>
              <a:rPr lang="en-GB" dirty="0"/>
              <a:t>Requirements Analysis</a:t>
            </a:r>
          </a:p>
        </p:txBody>
      </p:sp>
      <p:sp>
        <p:nvSpPr>
          <p:cNvPr id="4" name="Text Placeholder 3">
            <a:extLst>
              <a:ext uri="{FF2B5EF4-FFF2-40B4-BE49-F238E27FC236}">
                <a16:creationId xmlns:a16="http://schemas.microsoft.com/office/drawing/2014/main" id="{EB0865F3-FA22-3FC2-3620-E6547C3742FE}"/>
              </a:ext>
            </a:extLst>
          </p:cNvPr>
          <p:cNvSpPr>
            <a:spLocks noGrp="1"/>
          </p:cNvSpPr>
          <p:nvPr>
            <p:ph type="body" sz="quarter" idx="10"/>
          </p:nvPr>
        </p:nvSpPr>
        <p:spPr/>
        <p:txBody>
          <a:bodyPr/>
          <a:lstStyle/>
          <a:p>
            <a:r>
              <a:rPr lang="en-GB" dirty="0"/>
              <a:t>K1, K3, K6, K8, K11, B9</a:t>
            </a:r>
          </a:p>
        </p:txBody>
      </p:sp>
      <p:sp>
        <p:nvSpPr>
          <p:cNvPr id="5" name="Text Placeholder 4">
            <a:extLst>
              <a:ext uri="{FF2B5EF4-FFF2-40B4-BE49-F238E27FC236}">
                <a16:creationId xmlns:a16="http://schemas.microsoft.com/office/drawing/2014/main" id="{71109639-A2BE-A7DD-2CF4-3EB5A10E3935}"/>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6381889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CA418-17D5-4221-B865-039EF82FC5ED}"/>
              </a:ext>
            </a:extLst>
          </p:cNvPr>
          <p:cNvSpPr>
            <a:spLocks noGrp="1"/>
          </p:cNvSpPr>
          <p:nvPr>
            <p:ph type="ctrTitle"/>
          </p:nvPr>
        </p:nvSpPr>
        <p:spPr/>
        <p:txBody>
          <a:bodyPr/>
          <a:lstStyle/>
          <a:p>
            <a:r>
              <a:rPr lang="en-GB" dirty="0"/>
              <a:t>Requirement Elicitation</a:t>
            </a:r>
          </a:p>
        </p:txBody>
      </p:sp>
      <p:sp>
        <p:nvSpPr>
          <p:cNvPr id="4" name="Text Placeholder 3">
            <a:extLst>
              <a:ext uri="{FF2B5EF4-FFF2-40B4-BE49-F238E27FC236}">
                <a16:creationId xmlns:a16="http://schemas.microsoft.com/office/drawing/2014/main" id="{E45BDE32-FD7E-70D1-C198-BD2A4A91E292}"/>
              </a:ext>
            </a:extLst>
          </p:cNvPr>
          <p:cNvSpPr>
            <a:spLocks noGrp="1"/>
          </p:cNvSpPr>
          <p:nvPr>
            <p:ph type="subTitle" idx="1"/>
          </p:nvPr>
        </p:nvSpPr>
        <p:spPr/>
        <p:txBody>
          <a:bodyPr/>
          <a:lstStyle/>
          <a:p>
            <a:r>
              <a:rPr lang="en-GB" dirty="0"/>
              <a:t>What are the requirements? How are we going to find them out?</a:t>
            </a:r>
          </a:p>
        </p:txBody>
      </p:sp>
    </p:spTree>
    <p:extLst>
      <p:ext uri="{BB962C8B-B14F-4D97-AF65-F5344CB8AC3E}">
        <p14:creationId xmlns:p14="http://schemas.microsoft.com/office/powerpoint/2010/main" val="10798956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D40C932-B923-BB27-ABA5-ABF8D59D7D26}"/>
              </a:ext>
            </a:extLst>
          </p:cNvPr>
          <p:cNvSpPr>
            <a:spLocks noGrp="1"/>
          </p:cNvSpPr>
          <p:nvPr>
            <p:ph idx="1"/>
          </p:nvPr>
        </p:nvSpPr>
        <p:spPr/>
        <p:txBody>
          <a:bodyPr>
            <a:normAutofit/>
          </a:bodyPr>
          <a:lstStyle/>
          <a:p>
            <a:r>
              <a:rPr lang="en-GB" dirty="0"/>
              <a:t>Requirements Elicitation is about obtaining information from stakeholders</a:t>
            </a:r>
          </a:p>
          <a:p>
            <a:endParaRPr lang="en-GB" dirty="0"/>
          </a:p>
          <a:p>
            <a:r>
              <a:rPr lang="en-GB" dirty="0"/>
              <a:t>We use the word elicit rather than gather because the requirements need to be drawn out from the stakeholders and users they are not just lying around waiting to be picked up</a:t>
            </a:r>
          </a:p>
          <a:p>
            <a:endParaRPr lang="en-GB" dirty="0"/>
          </a:p>
          <a:p>
            <a:r>
              <a:rPr lang="en-GB" dirty="0"/>
              <a:t>Elicitation can be planned or unplanned</a:t>
            </a:r>
          </a:p>
          <a:p>
            <a:pPr lvl="1"/>
            <a:r>
              <a:rPr lang="en-GB" dirty="0"/>
              <a:t>Planned activities – events that you plan and prepare for and have prior notice of</a:t>
            </a:r>
          </a:p>
          <a:p>
            <a:pPr lvl="1"/>
            <a:r>
              <a:rPr lang="en-GB" dirty="0"/>
              <a:t>Unplanned activities – events that happen randomly and without notice or preparation time</a:t>
            </a:r>
          </a:p>
          <a:p>
            <a:endParaRPr lang="en-GB" dirty="0"/>
          </a:p>
          <a:p>
            <a:r>
              <a:rPr lang="en-GB" dirty="0"/>
              <a:t>Depending on the size of your company the requirements elicitation process will be carried out by a variety of different roles ranging from a Business Analyst, to a Project Manager and may even be delegated to the Senior Developers (or yourselves!)</a:t>
            </a:r>
          </a:p>
        </p:txBody>
      </p:sp>
      <p:sp>
        <p:nvSpPr>
          <p:cNvPr id="2" name="Title 1">
            <a:extLst>
              <a:ext uri="{FF2B5EF4-FFF2-40B4-BE49-F238E27FC236}">
                <a16:creationId xmlns:a16="http://schemas.microsoft.com/office/drawing/2014/main" id="{DC6CFE95-6438-7C3A-E989-6364FD7A22A2}"/>
              </a:ext>
            </a:extLst>
          </p:cNvPr>
          <p:cNvSpPr>
            <a:spLocks noGrp="1"/>
          </p:cNvSpPr>
          <p:nvPr>
            <p:ph type="title"/>
          </p:nvPr>
        </p:nvSpPr>
        <p:spPr/>
        <p:txBody>
          <a:bodyPr/>
          <a:lstStyle/>
          <a:p>
            <a:r>
              <a:rPr lang="en-GB" dirty="0"/>
              <a:t>Requirements Elicitation</a:t>
            </a:r>
          </a:p>
        </p:txBody>
      </p:sp>
      <p:sp>
        <p:nvSpPr>
          <p:cNvPr id="4" name="Text Placeholder 3">
            <a:extLst>
              <a:ext uri="{FF2B5EF4-FFF2-40B4-BE49-F238E27FC236}">
                <a16:creationId xmlns:a16="http://schemas.microsoft.com/office/drawing/2014/main" id="{50827CAA-F62A-E5C4-5D16-2AA8A4DD93AF}"/>
              </a:ext>
            </a:extLst>
          </p:cNvPr>
          <p:cNvSpPr>
            <a:spLocks noGrp="1"/>
          </p:cNvSpPr>
          <p:nvPr>
            <p:ph type="body" sz="quarter" idx="10"/>
          </p:nvPr>
        </p:nvSpPr>
        <p:spPr/>
        <p:txBody>
          <a:bodyPr/>
          <a:lstStyle/>
          <a:p>
            <a:r>
              <a:rPr lang="en-GB" dirty="0"/>
              <a:t>K1, K3, K6, K8, K11, B9</a:t>
            </a:r>
          </a:p>
        </p:txBody>
      </p:sp>
      <p:sp>
        <p:nvSpPr>
          <p:cNvPr id="5" name="Text Placeholder 4">
            <a:extLst>
              <a:ext uri="{FF2B5EF4-FFF2-40B4-BE49-F238E27FC236}">
                <a16:creationId xmlns:a16="http://schemas.microsoft.com/office/drawing/2014/main" id="{55424118-1688-BA55-3C91-D9E817D1E86A}"/>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30087639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ED2AA9-F3D7-1C91-5584-9FE1F5AACE3A}"/>
              </a:ext>
            </a:extLst>
          </p:cNvPr>
          <p:cNvSpPr>
            <a:spLocks noGrp="1"/>
          </p:cNvSpPr>
          <p:nvPr>
            <p:ph idx="1"/>
          </p:nvPr>
        </p:nvSpPr>
        <p:spPr/>
        <p:txBody>
          <a:bodyPr>
            <a:normAutofit/>
          </a:bodyPr>
          <a:lstStyle/>
          <a:p>
            <a:r>
              <a:rPr lang="en-GB" dirty="0"/>
              <a:t>There are a multitude of methods to elicit requirements</a:t>
            </a:r>
          </a:p>
          <a:p>
            <a:endParaRPr lang="en-GB" dirty="0"/>
          </a:p>
          <a:p>
            <a:r>
              <a:rPr lang="en-GB" dirty="0"/>
              <a:t>Methods to elicit requirements include;</a:t>
            </a:r>
          </a:p>
          <a:p>
            <a:pPr lvl="1"/>
            <a:r>
              <a:rPr lang="en-GB" dirty="0"/>
              <a:t>Brainstorming</a:t>
            </a:r>
          </a:p>
          <a:p>
            <a:pPr lvl="1"/>
            <a:r>
              <a:rPr lang="en-GB" dirty="0"/>
              <a:t>Document Analysis</a:t>
            </a:r>
          </a:p>
          <a:p>
            <a:pPr lvl="1"/>
            <a:r>
              <a:rPr lang="en-GB" dirty="0"/>
              <a:t>Focus Groups</a:t>
            </a:r>
          </a:p>
          <a:p>
            <a:pPr lvl="1"/>
            <a:r>
              <a:rPr lang="en-GB" dirty="0"/>
              <a:t>Interface Analysis</a:t>
            </a:r>
          </a:p>
          <a:p>
            <a:pPr lvl="1"/>
            <a:r>
              <a:rPr lang="en-GB" dirty="0"/>
              <a:t>Interviews</a:t>
            </a:r>
          </a:p>
          <a:p>
            <a:pPr lvl="1"/>
            <a:r>
              <a:rPr lang="en-GB" dirty="0"/>
              <a:t>Observations</a:t>
            </a:r>
          </a:p>
          <a:p>
            <a:pPr lvl="1"/>
            <a:r>
              <a:rPr lang="en-GB" dirty="0"/>
              <a:t>Prototyping</a:t>
            </a:r>
          </a:p>
          <a:p>
            <a:pPr lvl="1"/>
            <a:r>
              <a:rPr lang="en-GB" dirty="0"/>
              <a:t>Requirements Workshop</a:t>
            </a:r>
          </a:p>
          <a:p>
            <a:pPr lvl="1"/>
            <a:r>
              <a:rPr lang="en-GB" dirty="0"/>
              <a:t>Surveys/Questionnaires</a:t>
            </a:r>
          </a:p>
          <a:p>
            <a:pPr lvl="1"/>
            <a:endParaRPr lang="en-GB" dirty="0"/>
          </a:p>
          <a:p>
            <a:endParaRPr lang="en-GB" dirty="0"/>
          </a:p>
          <a:p>
            <a:endParaRPr lang="en-GB" dirty="0"/>
          </a:p>
        </p:txBody>
      </p:sp>
      <p:sp>
        <p:nvSpPr>
          <p:cNvPr id="2" name="Title 1">
            <a:extLst>
              <a:ext uri="{FF2B5EF4-FFF2-40B4-BE49-F238E27FC236}">
                <a16:creationId xmlns:a16="http://schemas.microsoft.com/office/drawing/2014/main" id="{D1B7CF04-03E7-F109-25CD-0B55928AA7A6}"/>
              </a:ext>
            </a:extLst>
          </p:cNvPr>
          <p:cNvSpPr>
            <a:spLocks noGrp="1"/>
          </p:cNvSpPr>
          <p:nvPr>
            <p:ph type="title"/>
          </p:nvPr>
        </p:nvSpPr>
        <p:spPr/>
        <p:txBody>
          <a:bodyPr/>
          <a:lstStyle/>
          <a:p>
            <a:r>
              <a:rPr lang="en-GB" dirty="0"/>
              <a:t>Methods of Eliciting Requirements</a:t>
            </a:r>
          </a:p>
        </p:txBody>
      </p:sp>
      <p:sp>
        <p:nvSpPr>
          <p:cNvPr id="4" name="Text Placeholder 3">
            <a:extLst>
              <a:ext uri="{FF2B5EF4-FFF2-40B4-BE49-F238E27FC236}">
                <a16:creationId xmlns:a16="http://schemas.microsoft.com/office/drawing/2014/main" id="{FC827FD5-B526-3550-A105-4D2DE504DC2C}"/>
              </a:ext>
            </a:extLst>
          </p:cNvPr>
          <p:cNvSpPr>
            <a:spLocks noGrp="1"/>
          </p:cNvSpPr>
          <p:nvPr>
            <p:ph type="body" sz="quarter" idx="10"/>
          </p:nvPr>
        </p:nvSpPr>
        <p:spPr/>
        <p:txBody>
          <a:bodyPr/>
          <a:lstStyle/>
          <a:p>
            <a:r>
              <a:rPr lang="en-GB" dirty="0"/>
              <a:t>K1, K3, K4, K6, K8, K11, B9</a:t>
            </a:r>
          </a:p>
        </p:txBody>
      </p:sp>
      <p:sp>
        <p:nvSpPr>
          <p:cNvPr id="5" name="Text Placeholder 4">
            <a:extLst>
              <a:ext uri="{FF2B5EF4-FFF2-40B4-BE49-F238E27FC236}">
                <a16:creationId xmlns:a16="http://schemas.microsoft.com/office/drawing/2014/main" id="{AB1F883D-C9F7-C732-0351-8EAD5AD152EE}"/>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38139308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A046C-077C-943C-DBDA-098E6CC46825}"/>
              </a:ext>
            </a:extLst>
          </p:cNvPr>
          <p:cNvSpPr>
            <a:spLocks noGrp="1"/>
          </p:cNvSpPr>
          <p:nvPr>
            <p:ph type="ctrTitle"/>
          </p:nvPr>
        </p:nvSpPr>
        <p:spPr/>
        <p:txBody>
          <a:bodyPr/>
          <a:lstStyle/>
          <a:p>
            <a:r>
              <a:rPr lang="en-GB" dirty="0"/>
              <a:t>Categorising Requirements</a:t>
            </a:r>
          </a:p>
        </p:txBody>
      </p:sp>
      <p:sp>
        <p:nvSpPr>
          <p:cNvPr id="4" name="Subtitle 3">
            <a:extLst>
              <a:ext uri="{FF2B5EF4-FFF2-40B4-BE49-F238E27FC236}">
                <a16:creationId xmlns:a16="http://schemas.microsoft.com/office/drawing/2014/main" id="{3B58D608-9660-2147-1784-224EA122784A}"/>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16055988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4A6ECA5-A451-1918-5852-8D8A922177BE}"/>
              </a:ext>
            </a:extLst>
          </p:cNvPr>
          <p:cNvSpPr>
            <a:spLocks noGrp="1"/>
          </p:cNvSpPr>
          <p:nvPr>
            <p:ph idx="1"/>
          </p:nvPr>
        </p:nvSpPr>
        <p:spPr/>
        <p:txBody>
          <a:bodyPr>
            <a:normAutofit lnSpcReduction="10000"/>
          </a:bodyPr>
          <a:lstStyle/>
          <a:p>
            <a:r>
              <a:rPr lang="en-GB" dirty="0"/>
              <a:t>Functional requirements describe how the system must function, what it must do</a:t>
            </a:r>
          </a:p>
          <a:p>
            <a:endParaRPr lang="en-GB" dirty="0"/>
          </a:p>
          <a:p>
            <a:r>
              <a:rPr lang="en-GB" dirty="0"/>
              <a:t>The different functions that a system performs are typically described as functional requirements</a:t>
            </a:r>
          </a:p>
          <a:p>
            <a:endParaRPr lang="en-GB" dirty="0"/>
          </a:p>
          <a:p>
            <a:r>
              <a:rPr lang="en-GB" dirty="0"/>
              <a:t>Functional requirements need to be clear to for both the development team and the stakeholders</a:t>
            </a:r>
          </a:p>
          <a:p>
            <a:endParaRPr lang="en-GB" dirty="0"/>
          </a:p>
          <a:p>
            <a:r>
              <a:rPr lang="en-GB" dirty="0"/>
              <a:t>Common mistakes when creating functional requirements are:</a:t>
            </a:r>
          </a:p>
          <a:p>
            <a:pPr lvl="1"/>
            <a:r>
              <a:rPr lang="en-GB" dirty="0"/>
              <a:t>Adding in extra information that may confuse developers</a:t>
            </a:r>
          </a:p>
          <a:p>
            <a:pPr lvl="1"/>
            <a:r>
              <a:rPr lang="en-GB" dirty="0"/>
              <a:t>Not putting in sufficient detail in the requirement documentation</a:t>
            </a:r>
          </a:p>
          <a:p>
            <a:pPr lvl="1"/>
            <a:r>
              <a:rPr lang="en-GB" dirty="0"/>
              <a:t>Important information is left out that is required to fully, accurately and definitively state the requirements</a:t>
            </a:r>
          </a:p>
          <a:p>
            <a:pPr lvl="1"/>
            <a:r>
              <a:rPr lang="en-GB" dirty="0"/>
              <a:t>Requirements are contradictory with other requirements</a:t>
            </a:r>
          </a:p>
          <a:p>
            <a:pPr lvl="1"/>
            <a:r>
              <a:rPr lang="en-GB" dirty="0"/>
              <a:t>Requirements cover more than one task or objective</a:t>
            </a:r>
          </a:p>
        </p:txBody>
      </p:sp>
      <p:sp>
        <p:nvSpPr>
          <p:cNvPr id="2" name="Title 1">
            <a:extLst>
              <a:ext uri="{FF2B5EF4-FFF2-40B4-BE49-F238E27FC236}">
                <a16:creationId xmlns:a16="http://schemas.microsoft.com/office/drawing/2014/main" id="{4664438B-D62E-14CB-1835-A1BB5EB10156}"/>
              </a:ext>
            </a:extLst>
          </p:cNvPr>
          <p:cNvSpPr>
            <a:spLocks noGrp="1"/>
          </p:cNvSpPr>
          <p:nvPr>
            <p:ph type="title"/>
          </p:nvPr>
        </p:nvSpPr>
        <p:spPr/>
        <p:txBody>
          <a:bodyPr/>
          <a:lstStyle/>
          <a:p>
            <a:r>
              <a:rPr lang="en-GB" dirty="0"/>
              <a:t>Functional Requirements</a:t>
            </a:r>
          </a:p>
        </p:txBody>
      </p:sp>
      <p:sp>
        <p:nvSpPr>
          <p:cNvPr id="4" name="Text Placeholder 3">
            <a:extLst>
              <a:ext uri="{FF2B5EF4-FFF2-40B4-BE49-F238E27FC236}">
                <a16:creationId xmlns:a16="http://schemas.microsoft.com/office/drawing/2014/main" id="{765B2C1B-6B18-27CE-E8E4-EC41A7C41127}"/>
              </a:ext>
            </a:extLst>
          </p:cNvPr>
          <p:cNvSpPr>
            <a:spLocks noGrp="1"/>
          </p:cNvSpPr>
          <p:nvPr>
            <p:ph type="body" sz="quarter" idx="10"/>
          </p:nvPr>
        </p:nvSpPr>
        <p:spPr/>
        <p:txBody>
          <a:bodyPr/>
          <a:lstStyle/>
          <a:p>
            <a:r>
              <a:rPr lang="en-GB" dirty="0"/>
              <a:t>K1, K3, K6, K11, B9</a:t>
            </a:r>
          </a:p>
        </p:txBody>
      </p:sp>
      <p:sp>
        <p:nvSpPr>
          <p:cNvPr id="5" name="Text Placeholder 4">
            <a:extLst>
              <a:ext uri="{FF2B5EF4-FFF2-40B4-BE49-F238E27FC236}">
                <a16:creationId xmlns:a16="http://schemas.microsoft.com/office/drawing/2014/main" id="{103E191D-B39A-3E9A-7187-1A61DEB2AF13}"/>
              </a:ext>
            </a:extLst>
          </p:cNvPr>
          <p:cNvSpPr>
            <a:spLocks noGrp="1"/>
          </p:cNvSpPr>
          <p:nvPr>
            <p:ph type="body" sz="quarter" idx="11"/>
          </p:nvPr>
        </p:nvSpPr>
        <p:spPr/>
        <p:txBody>
          <a:bodyPr/>
          <a:lstStyle/>
          <a:p>
            <a:endParaRPr lang="en-GB"/>
          </a:p>
        </p:txBody>
      </p:sp>
    </p:spTree>
    <p:extLst>
      <p:ext uri="{BB962C8B-B14F-4D97-AF65-F5344CB8AC3E}">
        <p14:creationId xmlns:p14="http://schemas.microsoft.com/office/powerpoint/2010/main" val="1876446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0785DCE-3E14-E705-690F-5D17E221F9A7}"/>
              </a:ext>
            </a:extLst>
          </p:cNvPr>
          <p:cNvSpPr>
            <a:spLocks noGrp="1"/>
          </p:cNvSpPr>
          <p:nvPr>
            <p:ph idx="1"/>
          </p:nvPr>
        </p:nvSpPr>
        <p:spPr>
          <a:xfrm>
            <a:off x="142128" y="1679521"/>
            <a:ext cx="8973592" cy="4686110"/>
          </a:xfrm>
        </p:spPr>
        <p:txBody>
          <a:bodyPr>
            <a:normAutofit/>
          </a:bodyPr>
          <a:lstStyle/>
          <a:p>
            <a:r>
              <a:rPr lang="en-GB" dirty="0"/>
              <a:t>Non-functional requirements specify the ‘quality characteristics’ or ‘quality attributes’ of the system, how the system should work</a:t>
            </a:r>
          </a:p>
          <a:p>
            <a:endParaRPr lang="en-GB" dirty="0"/>
          </a:p>
          <a:p>
            <a:r>
              <a:rPr lang="en-GB" dirty="0"/>
              <a:t>Gaps in non-functional requirements are common</a:t>
            </a:r>
          </a:p>
          <a:p>
            <a:endParaRPr lang="en-GB" dirty="0"/>
          </a:p>
          <a:p>
            <a:r>
              <a:rPr lang="en-GB" dirty="0"/>
              <a:t>One way of avoiding gaps is to use non-functional groupings to help you identify them</a:t>
            </a:r>
          </a:p>
          <a:p>
            <a:endParaRPr lang="en-GB" dirty="0"/>
          </a:p>
          <a:p>
            <a:r>
              <a:rPr lang="en-GB" dirty="0"/>
              <a:t>When you are identifying requirements consider the non-functional groups as you identify the functional requirement</a:t>
            </a:r>
          </a:p>
          <a:p>
            <a:pPr lvl="1"/>
            <a:r>
              <a:rPr lang="en-GB" dirty="0"/>
              <a:t>“When a purchase is made an email must be sent to the customer within 10 minutes of the purchase being completed.”</a:t>
            </a:r>
          </a:p>
        </p:txBody>
      </p:sp>
      <p:sp>
        <p:nvSpPr>
          <p:cNvPr id="2" name="Title 1">
            <a:extLst>
              <a:ext uri="{FF2B5EF4-FFF2-40B4-BE49-F238E27FC236}">
                <a16:creationId xmlns:a16="http://schemas.microsoft.com/office/drawing/2014/main" id="{726A89D1-3621-FE2A-8A4C-007537E832D2}"/>
              </a:ext>
            </a:extLst>
          </p:cNvPr>
          <p:cNvSpPr>
            <a:spLocks noGrp="1"/>
          </p:cNvSpPr>
          <p:nvPr>
            <p:ph type="title"/>
          </p:nvPr>
        </p:nvSpPr>
        <p:spPr/>
        <p:txBody>
          <a:bodyPr/>
          <a:lstStyle/>
          <a:p>
            <a:r>
              <a:rPr lang="en-GB" dirty="0"/>
              <a:t>Non-functional Requirements</a:t>
            </a:r>
          </a:p>
        </p:txBody>
      </p:sp>
      <p:sp>
        <p:nvSpPr>
          <p:cNvPr id="3" name="Text Placeholder 2">
            <a:extLst>
              <a:ext uri="{FF2B5EF4-FFF2-40B4-BE49-F238E27FC236}">
                <a16:creationId xmlns:a16="http://schemas.microsoft.com/office/drawing/2014/main" id="{166A3C23-327A-4393-9679-CC572E5CC02D}"/>
              </a:ext>
            </a:extLst>
          </p:cNvPr>
          <p:cNvSpPr>
            <a:spLocks noGrp="1"/>
          </p:cNvSpPr>
          <p:nvPr>
            <p:ph type="body" sz="quarter" idx="10"/>
          </p:nvPr>
        </p:nvSpPr>
        <p:spPr/>
        <p:txBody>
          <a:bodyPr/>
          <a:lstStyle/>
          <a:p>
            <a:r>
              <a:rPr lang="en-GB" dirty="0"/>
              <a:t>K1, K2, K3, K6, K11, B9</a:t>
            </a:r>
          </a:p>
        </p:txBody>
      </p:sp>
      <p:sp>
        <p:nvSpPr>
          <p:cNvPr id="4" name="Text Placeholder 3">
            <a:extLst>
              <a:ext uri="{FF2B5EF4-FFF2-40B4-BE49-F238E27FC236}">
                <a16:creationId xmlns:a16="http://schemas.microsoft.com/office/drawing/2014/main" id="{BE08F407-A6D1-3B8D-1950-0DE8F8015C6C}"/>
              </a:ext>
            </a:extLst>
          </p:cNvPr>
          <p:cNvSpPr>
            <a:spLocks noGrp="1"/>
          </p:cNvSpPr>
          <p:nvPr>
            <p:ph type="body" sz="quarter" idx="11"/>
          </p:nvPr>
        </p:nvSpPr>
        <p:spPr/>
        <p:txBody>
          <a:bodyPr/>
          <a:lstStyle/>
          <a:p>
            <a:endParaRPr lang="en-GB"/>
          </a:p>
        </p:txBody>
      </p:sp>
      <p:graphicFrame>
        <p:nvGraphicFramePr>
          <p:cNvPr id="7" name="Content Placeholder 4">
            <a:extLst>
              <a:ext uri="{FF2B5EF4-FFF2-40B4-BE49-F238E27FC236}">
                <a16:creationId xmlns:a16="http://schemas.microsoft.com/office/drawing/2014/main" id="{9D626E10-3227-ED5A-B247-C955375EAD1C}"/>
              </a:ext>
            </a:extLst>
          </p:cNvPr>
          <p:cNvGraphicFramePr>
            <a:graphicFrameLocks/>
          </p:cNvGraphicFramePr>
          <p:nvPr>
            <p:extLst>
              <p:ext uri="{D42A27DB-BD31-4B8C-83A1-F6EECF244321}">
                <p14:modId xmlns:p14="http://schemas.microsoft.com/office/powerpoint/2010/main" val="3158140753"/>
              </p:ext>
            </p:extLst>
          </p:nvPr>
        </p:nvGraphicFramePr>
        <p:xfrm>
          <a:off x="9224010" y="1439863"/>
          <a:ext cx="2571115" cy="48870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826024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7D5A4-15DE-369D-1493-CFCF159F5404}"/>
              </a:ext>
            </a:extLst>
          </p:cNvPr>
          <p:cNvSpPr>
            <a:spLocks noGrp="1"/>
          </p:cNvSpPr>
          <p:nvPr>
            <p:ph type="ctrTitle"/>
          </p:nvPr>
        </p:nvSpPr>
        <p:spPr/>
        <p:txBody>
          <a:bodyPr/>
          <a:lstStyle/>
          <a:p>
            <a:r>
              <a:rPr lang="en-GB" dirty="0"/>
              <a:t>User Stories</a:t>
            </a:r>
          </a:p>
        </p:txBody>
      </p:sp>
      <p:sp>
        <p:nvSpPr>
          <p:cNvPr id="4" name="Text Placeholder 3">
            <a:extLst>
              <a:ext uri="{FF2B5EF4-FFF2-40B4-BE49-F238E27FC236}">
                <a16:creationId xmlns:a16="http://schemas.microsoft.com/office/drawing/2014/main" id="{9289D2C0-A985-9D49-8642-F8CBAF90BE1B}"/>
              </a:ext>
            </a:extLst>
          </p:cNvPr>
          <p:cNvSpPr>
            <a:spLocks noGrp="1"/>
          </p:cNvSpPr>
          <p:nvPr>
            <p:ph type="subTitle" idx="1"/>
          </p:nvPr>
        </p:nvSpPr>
        <p:spPr/>
        <p:txBody>
          <a:bodyPr/>
          <a:lstStyle/>
          <a:p>
            <a:r>
              <a:rPr lang="en-GB" dirty="0"/>
              <a:t>Who is the User? What are they wanting to do? Why?</a:t>
            </a:r>
          </a:p>
        </p:txBody>
      </p:sp>
    </p:spTree>
    <p:extLst>
      <p:ext uri="{BB962C8B-B14F-4D97-AF65-F5344CB8AC3E}">
        <p14:creationId xmlns:p14="http://schemas.microsoft.com/office/powerpoint/2010/main" val="16565195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B7E4CC-D022-E0C2-C990-9B93AD00E5F3}"/>
              </a:ext>
            </a:extLst>
          </p:cNvPr>
          <p:cNvSpPr>
            <a:spLocks noGrp="1"/>
          </p:cNvSpPr>
          <p:nvPr>
            <p:ph idx="1"/>
          </p:nvPr>
        </p:nvSpPr>
        <p:spPr/>
        <p:txBody>
          <a:bodyPr>
            <a:normAutofit/>
          </a:bodyPr>
          <a:lstStyle/>
          <a:p>
            <a:r>
              <a:rPr lang="en-GB" dirty="0"/>
              <a:t>User Stories are ways of expressing requirements from the point of view of the user.</a:t>
            </a:r>
          </a:p>
          <a:p>
            <a:endParaRPr lang="en-GB" dirty="0"/>
          </a:p>
          <a:p>
            <a:r>
              <a:rPr lang="en-GB" dirty="0"/>
              <a:t>They focus the attention on the people who will be using the system and not the system itself</a:t>
            </a:r>
          </a:p>
          <a:p>
            <a:endParaRPr lang="en-GB" dirty="0"/>
          </a:p>
          <a:p>
            <a:r>
              <a:rPr lang="en-GB" dirty="0"/>
              <a:t>They are written in the following format:</a:t>
            </a:r>
          </a:p>
          <a:p>
            <a:endParaRPr lang="en-GB" dirty="0"/>
          </a:p>
          <a:p>
            <a:endParaRPr lang="en-GB" dirty="0"/>
          </a:p>
          <a:p>
            <a:endParaRPr lang="en-GB" dirty="0"/>
          </a:p>
          <a:p>
            <a:r>
              <a:rPr lang="en-GB" dirty="0"/>
              <a:t>Role: Who the requirement is for</a:t>
            </a:r>
          </a:p>
          <a:p>
            <a:r>
              <a:rPr lang="en-GB" dirty="0"/>
              <a:t>Action: What the requirement expects the system to do</a:t>
            </a:r>
          </a:p>
          <a:p>
            <a:r>
              <a:rPr lang="en-GB" dirty="0"/>
              <a:t>Benefit: Why the requirement is important</a:t>
            </a:r>
          </a:p>
          <a:p>
            <a:endParaRPr lang="en-GB" dirty="0"/>
          </a:p>
          <a:p>
            <a:endParaRPr lang="en-GB" dirty="0"/>
          </a:p>
        </p:txBody>
      </p:sp>
      <p:sp>
        <p:nvSpPr>
          <p:cNvPr id="2" name="Title 1">
            <a:extLst>
              <a:ext uri="{FF2B5EF4-FFF2-40B4-BE49-F238E27FC236}">
                <a16:creationId xmlns:a16="http://schemas.microsoft.com/office/drawing/2014/main" id="{E45A0184-1847-C59F-2067-8F2BBF2B6572}"/>
              </a:ext>
            </a:extLst>
          </p:cNvPr>
          <p:cNvSpPr>
            <a:spLocks noGrp="1"/>
          </p:cNvSpPr>
          <p:nvPr>
            <p:ph type="title"/>
          </p:nvPr>
        </p:nvSpPr>
        <p:spPr/>
        <p:txBody>
          <a:bodyPr/>
          <a:lstStyle/>
          <a:p>
            <a:r>
              <a:rPr lang="en-GB" dirty="0"/>
              <a:t>User Stories</a:t>
            </a:r>
          </a:p>
        </p:txBody>
      </p:sp>
      <p:sp>
        <p:nvSpPr>
          <p:cNvPr id="9" name="Text Placeholder 8">
            <a:extLst>
              <a:ext uri="{FF2B5EF4-FFF2-40B4-BE49-F238E27FC236}">
                <a16:creationId xmlns:a16="http://schemas.microsoft.com/office/drawing/2014/main" id="{449598D0-038B-AD13-C137-68299FE24D70}"/>
              </a:ext>
            </a:extLst>
          </p:cNvPr>
          <p:cNvSpPr>
            <a:spLocks noGrp="1"/>
          </p:cNvSpPr>
          <p:nvPr>
            <p:ph type="body" sz="quarter" idx="10"/>
          </p:nvPr>
        </p:nvSpPr>
        <p:spPr/>
        <p:txBody>
          <a:bodyPr/>
          <a:lstStyle/>
          <a:p>
            <a:r>
              <a:rPr lang="en-GB" dirty="0"/>
              <a:t>K1, K4, K6, K11, B9</a:t>
            </a:r>
          </a:p>
        </p:txBody>
      </p:sp>
      <p:sp>
        <p:nvSpPr>
          <p:cNvPr id="10" name="Text Placeholder 9">
            <a:extLst>
              <a:ext uri="{FF2B5EF4-FFF2-40B4-BE49-F238E27FC236}">
                <a16:creationId xmlns:a16="http://schemas.microsoft.com/office/drawing/2014/main" id="{CC50902F-4E3D-D216-1BC7-940FBB56DAF7}"/>
              </a:ext>
            </a:extLst>
          </p:cNvPr>
          <p:cNvSpPr>
            <a:spLocks noGrp="1"/>
          </p:cNvSpPr>
          <p:nvPr>
            <p:ph type="body" sz="quarter" idx="11"/>
          </p:nvPr>
        </p:nvSpPr>
        <p:spPr/>
        <p:txBody>
          <a:bodyPr/>
          <a:lstStyle/>
          <a:p>
            <a:endParaRPr lang="en-GB"/>
          </a:p>
        </p:txBody>
      </p:sp>
      <p:grpSp>
        <p:nvGrpSpPr>
          <p:cNvPr id="8" name="Group 7">
            <a:extLst>
              <a:ext uri="{FF2B5EF4-FFF2-40B4-BE49-F238E27FC236}">
                <a16:creationId xmlns:a16="http://schemas.microsoft.com/office/drawing/2014/main" id="{3E6DDD40-1FF0-95B8-1D50-46E880D56E8A}"/>
              </a:ext>
            </a:extLst>
          </p:cNvPr>
          <p:cNvGrpSpPr/>
          <p:nvPr/>
        </p:nvGrpSpPr>
        <p:grpSpPr>
          <a:xfrm>
            <a:off x="2942258" y="3987419"/>
            <a:ext cx="6307484" cy="461666"/>
            <a:chOff x="2114621" y="3791906"/>
            <a:chExt cx="6307484" cy="461666"/>
          </a:xfrm>
        </p:grpSpPr>
        <p:sp>
          <p:nvSpPr>
            <p:cNvPr id="4" name="TextBox 3">
              <a:extLst>
                <a:ext uri="{FF2B5EF4-FFF2-40B4-BE49-F238E27FC236}">
                  <a16:creationId xmlns:a16="http://schemas.microsoft.com/office/drawing/2014/main" id="{1A43830F-2D45-62C0-A77F-BE6C8F32B84B}"/>
                </a:ext>
              </a:extLst>
            </p:cNvPr>
            <p:cNvSpPr txBox="1"/>
            <p:nvPr/>
          </p:nvSpPr>
          <p:spPr>
            <a:xfrm>
              <a:off x="2114621" y="3838074"/>
              <a:ext cx="6307484" cy="400110"/>
            </a:xfrm>
            <a:prstGeom prst="rect">
              <a:avLst/>
            </a:prstGeom>
            <a:noFill/>
          </p:spPr>
          <p:txBody>
            <a:bodyPr wrap="square" rtlCol="0">
              <a:spAutoFit/>
            </a:bodyPr>
            <a:lstStyle/>
            <a:p>
              <a:pPr algn="ctr"/>
              <a:r>
                <a:rPr lang="en-GB" sz="2000" dirty="0"/>
                <a:t>As a 	        , I want to                 , so that                   .</a:t>
              </a:r>
            </a:p>
          </p:txBody>
        </p:sp>
        <p:sp>
          <p:nvSpPr>
            <p:cNvPr id="5" name="TextBox 4">
              <a:extLst>
                <a:ext uri="{FF2B5EF4-FFF2-40B4-BE49-F238E27FC236}">
                  <a16:creationId xmlns:a16="http://schemas.microsoft.com/office/drawing/2014/main" id="{AADB515B-9149-3909-A346-E5407EF9E059}"/>
                </a:ext>
              </a:extLst>
            </p:cNvPr>
            <p:cNvSpPr txBox="1"/>
            <p:nvPr/>
          </p:nvSpPr>
          <p:spPr>
            <a:xfrm>
              <a:off x="2875550" y="3791907"/>
              <a:ext cx="819455" cy="461665"/>
            </a:xfrm>
            <a:prstGeom prst="rect">
              <a:avLst/>
            </a:prstGeom>
            <a:solidFill>
              <a:schemeClr val="accent2">
                <a:lumMod val="20000"/>
                <a:lumOff val="80000"/>
              </a:schemeClr>
            </a:solidFill>
            <a:ln w="28575"/>
          </p:spPr>
          <p:style>
            <a:lnRef idx="2">
              <a:schemeClr val="accent2"/>
            </a:lnRef>
            <a:fillRef idx="1">
              <a:schemeClr val="lt1"/>
            </a:fillRef>
            <a:effectRef idx="0">
              <a:schemeClr val="accent2"/>
            </a:effectRef>
            <a:fontRef idx="minor">
              <a:schemeClr val="dk1"/>
            </a:fontRef>
          </p:style>
          <p:txBody>
            <a:bodyPr wrap="none" rtlCol="0">
              <a:spAutoFit/>
            </a:bodyPr>
            <a:lstStyle/>
            <a:p>
              <a:r>
                <a:rPr lang="en-GB" sz="2400" dirty="0">
                  <a:solidFill>
                    <a:schemeClr val="tx1"/>
                  </a:solidFill>
                </a:rPr>
                <a:t>Role</a:t>
              </a:r>
            </a:p>
          </p:txBody>
        </p:sp>
        <p:sp>
          <p:nvSpPr>
            <p:cNvPr id="6" name="TextBox 5">
              <a:extLst>
                <a:ext uri="{FF2B5EF4-FFF2-40B4-BE49-F238E27FC236}">
                  <a16:creationId xmlns:a16="http://schemas.microsoft.com/office/drawing/2014/main" id="{C9F19459-3BD0-4656-24F4-7C15BC76A4E2}"/>
                </a:ext>
              </a:extLst>
            </p:cNvPr>
            <p:cNvSpPr txBox="1"/>
            <p:nvPr/>
          </p:nvSpPr>
          <p:spPr>
            <a:xfrm>
              <a:off x="4926150" y="3791906"/>
              <a:ext cx="1040670" cy="461665"/>
            </a:xfrm>
            <a:prstGeom prst="rect">
              <a:avLst/>
            </a:prstGeom>
            <a:solidFill>
              <a:schemeClr val="accent3">
                <a:lumMod val="20000"/>
                <a:lumOff val="80000"/>
              </a:schemeClr>
            </a:solidFill>
            <a:ln w="28575">
              <a:solidFill>
                <a:schemeClr val="accent3"/>
              </a:solidFill>
            </a:ln>
          </p:spPr>
          <p:style>
            <a:lnRef idx="2">
              <a:schemeClr val="accent2"/>
            </a:lnRef>
            <a:fillRef idx="1">
              <a:schemeClr val="lt1"/>
            </a:fillRef>
            <a:effectRef idx="0">
              <a:schemeClr val="accent2"/>
            </a:effectRef>
            <a:fontRef idx="minor">
              <a:schemeClr val="dk1"/>
            </a:fontRef>
          </p:style>
          <p:txBody>
            <a:bodyPr wrap="none" rtlCol="0">
              <a:spAutoFit/>
            </a:bodyPr>
            <a:lstStyle/>
            <a:p>
              <a:r>
                <a:rPr lang="en-GB" sz="2400" dirty="0">
                  <a:solidFill>
                    <a:schemeClr val="tx1"/>
                  </a:solidFill>
                </a:rPr>
                <a:t>Action</a:t>
              </a:r>
            </a:p>
          </p:txBody>
        </p:sp>
        <p:sp>
          <p:nvSpPr>
            <p:cNvPr id="7" name="TextBox 6">
              <a:extLst>
                <a:ext uri="{FF2B5EF4-FFF2-40B4-BE49-F238E27FC236}">
                  <a16:creationId xmlns:a16="http://schemas.microsoft.com/office/drawing/2014/main" id="{EBBAD775-D30E-91C6-94B5-7FB5F425C06F}"/>
                </a:ext>
              </a:extLst>
            </p:cNvPr>
            <p:cNvSpPr txBox="1"/>
            <p:nvPr/>
          </p:nvSpPr>
          <p:spPr>
            <a:xfrm>
              <a:off x="7029528" y="3791906"/>
              <a:ext cx="1143262" cy="461665"/>
            </a:xfrm>
            <a:prstGeom prst="rect">
              <a:avLst/>
            </a:prstGeom>
            <a:solidFill>
              <a:schemeClr val="accent4">
                <a:lumMod val="20000"/>
                <a:lumOff val="80000"/>
              </a:schemeClr>
            </a:solidFill>
            <a:ln w="28575">
              <a:solidFill>
                <a:schemeClr val="accent4"/>
              </a:solidFill>
            </a:ln>
          </p:spPr>
          <p:style>
            <a:lnRef idx="2">
              <a:schemeClr val="accent2"/>
            </a:lnRef>
            <a:fillRef idx="1">
              <a:schemeClr val="lt1"/>
            </a:fillRef>
            <a:effectRef idx="0">
              <a:schemeClr val="accent2"/>
            </a:effectRef>
            <a:fontRef idx="minor">
              <a:schemeClr val="dk1"/>
            </a:fontRef>
          </p:style>
          <p:txBody>
            <a:bodyPr wrap="none" rtlCol="0">
              <a:spAutoFit/>
            </a:bodyPr>
            <a:lstStyle/>
            <a:p>
              <a:r>
                <a:rPr lang="en-GB" sz="2400" dirty="0">
                  <a:solidFill>
                    <a:schemeClr val="tx1"/>
                  </a:solidFill>
                </a:rPr>
                <a:t>Benefit</a:t>
              </a:r>
            </a:p>
          </p:txBody>
        </p:sp>
      </p:grpSp>
    </p:spTree>
    <p:extLst>
      <p:ext uri="{BB962C8B-B14F-4D97-AF65-F5344CB8AC3E}">
        <p14:creationId xmlns:p14="http://schemas.microsoft.com/office/powerpoint/2010/main" val="28030486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78856A-6CE8-F3C6-A9DF-DA04CF11DB2B}"/>
              </a:ext>
            </a:extLst>
          </p:cNvPr>
          <p:cNvSpPr>
            <a:spLocks noGrp="1"/>
          </p:cNvSpPr>
          <p:nvPr>
            <p:ph idx="1"/>
          </p:nvPr>
        </p:nvSpPr>
        <p:spPr>
          <a:xfrm>
            <a:off x="142128" y="1875933"/>
            <a:ext cx="11907740" cy="4489697"/>
          </a:xfrm>
        </p:spPr>
        <p:txBody>
          <a:bodyPr>
            <a:normAutofit lnSpcReduction="10000"/>
          </a:bodyPr>
          <a:lstStyle/>
          <a:p>
            <a:r>
              <a:rPr lang="en-GB" dirty="0"/>
              <a:t>Role – the user should be an actual human who interacts with the system</a:t>
            </a:r>
          </a:p>
          <a:p>
            <a:pPr lvl="1"/>
            <a:r>
              <a:rPr lang="en-GB" dirty="0"/>
              <a:t>Be as specific as possible</a:t>
            </a:r>
          </a:p>
          <a:p>
            <a:pPr lvl="1"/>
            <a:r>
              <a:rPr lang="en-GB" dirty="0"/>
              <a:t>Remember that the development team is not a user</a:t>
            </a:r>
          </a:p>
          <a:p>
            <a:endParaRPr lang="en-GB" dirty="0"/>
          </a:p>
          <a:p>
            <a:r>
              <a:rPr lang="en-GB" dirty="0"/>
              <a:t>Action – the behaviour of a system should be written as an action</a:t>
            </a:r>
          </a:p>
          <a:p>
            <a:pPr lvl="1"/>
            <a:r>
              <a:rPr lang="en-GB" dirty="0"/>
              <a:t>The action is usually unique for each user story</a:t>
            </a:r>
          </a:p>
          <a:p>
            <a:pPr lvl="1"/>
            <a:r>
              <a:rPr lang="en-GB" dirty="0"/>
              <a:t>The system is implied and doesn’t get written in to the story</a:t>
            </a:r>
          </a:p>
          <a:p>
            <a:pPr lvl="1"/>
            <a:r>
              <a:rPr lang="en-GB" dirty="0"/>
              <a:t>It should be written in an active voice and not a passive voice</a:t>
            </a:r>
          </a:p>
          <a:p>
            <a:endParaRPr lang="en-GB" dirty="0"/>
          </a:p>
          <a:p>
            <a:r>
              <a:rPr lang="en-GB" dirty="0"/>
              <a:t>Benefits – the benefit should be a real-world result that in either non-functional or external to the system</a:t>
            </a:r>
          </a:p>
          <a:p>
            <a:pPr lvl="1"/>
            <a:r>
              <a:rPr lang="en-GB" dirty="0"/>
              <a:t>Many stories can have the same benefit</a:t>
            </a:r>
          </a:p>
          <a:p>
            <a:pPr lvl="1"/>
            <a:r>
              <a:rPr lang="en-GB" dirty="0"/>
              <a:t>The benefit can be for other users or customers, not just the user in the story</a:t>
            </a:r>
          </a:p>
        </p:txBody>
      </p:sp>
      <p:sp>
        <p:nvSpPr>
          <p:cNvPr id="2" name="Title 1">
            <a:extLst>
              <a:ext uri="{FF2B5EF4-FFF2-40B4-BE49-F238E27FC236}">
                <a16:creationId xmlns:a16="http://schemas.microsoft.com/office/drawing/2014/main" id="{2D28E550-7A12-3006-2BEB-F94155E3A632}"/>
              </a:ext>
            </a:extLst>
          </p:cNvPr>
          <p:cNvSpPr>
            <a:spLocks noGrp="1"/>
          </p:cNvSpPr>
          <p:nvPr>
            <p:ph type="title"/>
          </p:nvPr>
        </p:nvSpPr>
        <p:spPr/>
        <p:txBody>
          <a:bodyPr/>
          <a:lstStyle/>
          <a:p>
            <a:r>
              <a:rPr lang="en-GB" dirty="0"/>
              <a:t>User Stories</a:t>
            </a:r>
          </a:p>
        </p:txBody>
      </p:sp>
      <p:sp>
        <p:nvSpPr>
          <p:cNvPr id="9" name="Text Placeholder 8">
            <a:extLst>
              <a:ext uri="{FF2B5EF4-FFF2-40B4-BE49-F238E27FC236}">
                <a16:creationId xmlns:a16="http://schemas.microsoft.com/office/drawing/2014/main" id="{D5FD6D98-B691-CEA1-A207-CA1618144045}"/>
              </a:ext>
            </a:extLst>
          </p:cNvPr>
          <p:cNvSpPr>
            <a:spLocks noGrp="1"/>
          </p:cNvSpPr>
          <p:nvPr>
            <p:ph type="body" sz="quarter" idx="10"/>
          </p:nvPr>
        </p:nvSpPr>
        <p:spPr/>
        <p:txBody>
          <a:bodyPr/>
          <a:lstStyle/>
          <a:p>
            <a:r>
              <a:rPr lang="en-GB" dirty="0"/>
              <a:t>K1, K4, K6, K11, B9</a:t>
            </a:r>
          </a:p>
        </p:txBody>
      </p:sp>
      <p:sp>
        <p:nvSpPr>
          <p:cNvPr id="10" name="Text Placeholder 9">
            <a:extLst>
              <a:ext uri="{FF2B5EF4-FFF2-40B4-BE49-F238E27FC236}">
                <a16:creationId xmlns:a16="http://schemas.microsoft.com/office/drawing/2014/main" id="{3F80B090-6B04-91E7-CED1-0048D0F777C2}"/>
              </a:ext>
            </a:extLst>
          </p:cNvPr>
          <p:cNvSpPr>
            <a:spLocks noGrp="1"/>
          </p:cNvSpPr>
          <p:nvPr>
            <p:ph type="body" sz="quarter" idx="11"/>
          </p:nvPr>
        </p:nvSpPr>
        <p:spPr/>
        <p:txBody>
          <a:bodyPr/>
          <a:lstStyle/>
          <a:p>
            <a:endParaRPr lang="en-GB"/>
          </a:p>
        </p:txBody>
      </p:sp>
      <p:grpSp>
        <p:nvGrpSpPr>
          <p:cNvPr id="4" name="Group 3">
            <a:extLst>
              <a:ext uri="{FF2B5EF4-FFF2-40B4-BE49-F238E27FC236}">
                <a16:creationId xmlns:a16="http://schemas.microsoft.com/office/drawing/2014/main" id="{3B8D2C99-F71D-3BC8-15D8-A9A00E70F961}"/>
              </a:ext>
            </a:extLst>
          </p:cNvPr>
          <p:cNvGrpSpPr/>
          <p:nvPr/>
        </p:nvGrpSpPr>
        <p:grpSpPr>
          <a:xfrm>
            <a:off x="2942258" y="1271209"/>
            <a:ext cx="6307484" cy="461666"/>
            <a:chOff x="2114621" y="3791906"/>
            <a:chExt cx="6307484" cy="461666"/>
          </a:xfrm>
        </p:grpSpPr>
        <p:sp>
          <p:nvSpPr>
            <p:cNvPr id="5" name="TextBox 4">
              <a:extLst>
                <a:ext uri="{FF2B5EF4-FFF2-40B4-BE49-F238E27FC236}">
                  <a16:creationId xmlns:a16="http://schemas.microsoft.com/office/drawing/2014/main" id="{E7077F39-312C-35D1-6E0D-0F8158E632D5}"/>
                </a:ext>
              </a:extLst>
            </p:cNvPr>
            <p:cNvSpPr txBox="1"/>
            <p:nvPr/>
          </p:nvSpPr>
          <p:spPr>
            <a:xfrm>
              <a:off x="2114621" y="3838074"/>
              <a:ext cx="6307484" cy="400110"/>
            </a:xfrm>
            <a:prstGeom prst="rect">
              <a:avLst/>
            </a:prstGeom>
            <a:noFill/>
          </p:spPr>
          <p:txBody>
            <a:bodyPr wrap="square" rtlCol="0">
              <a:spAutoFit/>
            </a:bodyPr>
            <a:lstStyle/>
            <a:p>
              <a:pPr algn="ctr"/>
              <a:r>
                <a:rPr lang="en-GB" sz="2000" dirty="0"/>
                <a:t>As a 	        , I want to                 , so that                   .</a:t>
              </a:r>
            </a:p>
          </p:txBody>
        </p:sp>
        <p:sp>
          <p:nvSpPr>
            <p:cNvPr id="6" name="TextBox 5">
              <a:extLst>
                <a:ext uri="{FF2B5EF4-FFF2-40B4-BE49-F238E27FC236}">
                  <a16:creationId xmlns:a16="http://schemas.microsoft.com/office/drawing/2014/main" id="{794E7859-6B21-18A3-66F3-0D263FD9BAF9}"/>
                </a:ext>
              </a:extLst>
            </p:cNvPr>
            <p:cNvSpPr txBox="1"/>
            <p:nvPr/>
          </p:nvSpPr>
          <p:spPr>
            <a:xfrm>
              <a:off x="2875550" y="3791907"/>
              <a:ext cx="819455" cy="461665"/>
            </a:xfrm>
            <a:prstGeom prst="rect">
              <a:avLst/>
            </a:prstGeom>
            <a:solidFill>
              <a:schemeClr val="accent2">
                <a:lumMod val="20000"/>
                <a:lumOff val="80000"/>
              </a:schemeClr>
            </a:solidFill>
            <a:ln w="28575"/>
          </p:spPr>
          <p:style>
            <a:lnRef idx="2">
              <a:schemeClr val="accent2"/>
            </a:lnRef>
            <a:fillRef idx="1">
              <a:schemeClr val="lt1"/>
            </a:fillRef>
            <a:effectRef idx="0">
              <a:schemeClr val="accent2"/>
            </a:effectRef>
            <a:fontRef idx="minor">
              <a:schemeClr val="dk1"/>
            </a:fontRef>
          </p:style>
          <p:txBody>
            <a:bodyPr wrap="none" rtlCol="0">
              <a:spAutoFit/>
            </a:bodyPr>
            <a:lstStyle/>
            <a:p>
              <a:r>
                <a:rPr lang="en-GB" sz="2400" dirty="0">
                  <a:solidFill>
                    <a:schemeClr val="tx1"/>
                  </a:solidFill>
                </a:rPr>
                <a:t>Role</a:t>
              </a:r>
            </a:p>
          </p:txBody>
        </p:sp>
        <p:sp>
          <p:nvSpPr>
            <p:cNvPr id="7" name="TextBox 6">
              <a:extLst>
                <a:ext uri="{FF2B5EF4-FFF2-40B4-BE49-F238E27FC236}">
                  <a16:creationId xmlns:a16="http://schemas.microsoft.com/office/drawing/2014/main" id="{3AF0E3C3-728A-1523-5D53-3018461D4F56}"/>
                </a:ext>
              </a:extLst>
            </p:cNvPr>
            <p:cNvSpPr txBox="1"/>
            <p:nvPr/>
          </p:nvSpPr>
          <p:spPr>
            <a:xfrm>
              <a:off x="4926150" y="3791906"/>
              <a:ext cx="1040670" cy="461665"/>
            </a:xfrm>
            <a:prstGeom prst="rect">
              <a:avLst/>
            </a:prstGeom>
            <a:solidFill>
              <a:schemeClr val="accent3">
                <a:lumMod val="20000"/>
                <a:lumOff val="80000"/>
              </a:schemeClr>
            </a:solidFill>
            <a:ln w="28575">
              <a:solidFill>
                <a:schemeClr val="accent3"/>
              </a:solidFill>
            </a:ln>
          </p:spPr>
          <p:style>
            <a:lnRef idx="2">
              <a:schemeClr val="accent2"/>
            </a:lnRef>
            <a:fillRef idx="1">
              <a:schemeClr val="lt1"/>
            </a:fillRef>
            <a:effectRef idx="0">
              <a:schemeClr val="accent2"/>
            </a:effectRef>
            <a:fontRef idx="minor">
              <a:schemeClr val="dk1"/>
            </a:fontRef>
          </p:style>
          <p:txBody>
            <a:bodyPr wrap="none" rtlCol="0">
              <a:spAutoFit/>
            </a:bodyPr>
            <a:lstStyle/>
            <a:p>
              <a:r>
                <a:rPr lang="en-GB" sz="2400" dirty="0">
                  <a:solidFill>
                    <a:schemeClr val="tx1"/>
                  </a:solidFill>
                </a:rPr>
                <a:t>Action</a:t>
              </a:r>
            </a:p>
          </p:txBody>
        </p:sp>
        <p:sp>
          <p:nvSpPr>
            <p:cNvPr id="8" name="TextBox 7">
              <a:extLst>
                <a:ext uri="{FF2B5EF4-FFF2-40B4-BE49-F238E27FC236}">
                  <a16:creationId xmlns:a16="http://schemas.microsoft.com/office/drawing/2014/main" id="{F17436E0-30C0-0AAF-A0C6-608CF3CDA2DD}"/>
                </a:ext>
              </a:extLst>
            </p:cNvPr>
            <p:cNvSpPr txBox="1"/>
            <p:nvPr/>
          </p:nvSpPr>
          <p:spPr>
            <a:xfrm>
              <a:off x="7029528" y="3791906"/>
              <a:ext cx="1143262" cy="461665"/>
            </a:xfrm>
            <a:prstGeom prst="rect">
              <a:avLst/>
            </a:prstGeom>
            <a:solidFill>
              <a:schemeClr val="accent4">
                <a:lumMod val="20000"/>
                <a:lumOff val="80000"/>
              </a:schemeClr>
            </a:solidFill>
            <a:ln w="28575">
              <a:solidFill>
                <a:schemeClr val="accent4"/>
              </a:solidFill>
            </a:ln>
          </p:spPr>
          <p:style>
            <a:lnRef idx="2">
              <a:schemeClr val="accent2"/>
            </a:lnRef>
            <a:fillRef idx="1">
              <a:schemeClr val="lt1"/>
            </a:fillRef>
            <a:effectRef idx="0">
              <a:schemeClr val="accent2"/>
            </a:effectRef>
            <a:fontRef idx="minor">
              <a:schemeClr val="dk1"/>
            </a:fontRef>
          </p:style>
          <p:txBody>
            <a:bodyPr wrap="none" rtlCol="0">
              <a:spAutoFit/>
            </a:bodyPr>
            <a:lstStyle/>
            <a:p>
              <a:r>
                <a:rPr lang="en-GB" sz="2400" dirty="0">
                  <a:solidFill>
                    <a:schemeClr val="tx1"/>
                  </a:solidFill>
                </a:rPr>
                <a:t>Benefit</a:t>
              </a:r>
            </a:p>
          </p:txBody>
        </p:sp>
      </p:grpSp>
    </p:spTree>
    <p:extLst>
      <p:ext uri="{BB962C8B-B14F-4D97-AF65-F5344CB8AC3E}">
        <p14:creationId xmlns:p14="http://schemas.microsoft.com/office/powerpoint/2010/main" val="17253043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7A6A3A-50A2-780E-3312-3550E3F2B57C}"/>
              </a:ext>
            </a:extLst>
          </p:cNvPr>
          <p:cNvSpPr>
            <a:spLocks noGrp="1"/>
          </p:cNvSpPr>
          <p:nvPr>
            <p:ph idx="1"/>
          </p:nvPr>
        </p:nvSpPr>
        <p:spPr/>
        <p:txBody>
          <a:bodyPr/>
          <a:lstStyle/>
          <a:p>
            <a:r>
              <a:rPr lang="en-GB" dirty="0"/>
              <a:t>Below are some examples of user stories:</a:t>
            </a:r>
          </a:p>
        </p:txBody>
      </p:sp>
      <p:sp>
        <p:nvSpPr>
          <p:cNvPr id="2" name="Title 1">
            <a:extLst>
              <a:ext uri="{FF2B5EF4-FFF2-40B4-BE49-F238E27FC236}">
                <a16:creationId xmlns:a16="http://schemas.microsoft.com/office/drawing/2014/main" id="{44FD7086-ACC4-3E83-A9EB-773991C06A3E}"/>
              </a:ext>
            </a:extLst>
          </p:cNvPr>
          <p:cNvSpPr>
            <a:spLocks noGrp="1"/>
          </p:cNvSpPr>
          <p:nvPr>
            <p:ph type="title"/>
          </p:nvPr>
        </p:nvSpPr>
        <p:spPr/>
        <p:txBody>
          <a:bodyPr/>
          <a:lstStyle/>
          <a:p>
            <a:r>
              <a:rPr lang="en-GB" dirty="0"/>
              <a:t>User Stories</a:t>
            </a:r>
          </a:p>
        </p:txBody>
      </p:sp>
      <p:sp>
        <p:nvSpPr>
          <p:cNvPr id="4" name="Text Placeholder 3">
            <a:extLst>
              <a:ext uri="{FF2B5EF4-FFF2-40B4-BE49-F238E27FC236}">
                <a16:creationId xmlns:a16="http://schemas.microsoft.com/office/drawing/2014/main" id="{E8EF39AA-CF8E-CC09-5D39-33131B1236E2}"/>
              </a:ext>
            </a:extLst>
          </p:cNvPr>
          <p:cNvSpPr>
            <a:spLocks noGrp="1"/>
          </p:cNvSpPr>
          <p:nvPr>
            <p:ph type="body" sz="quarter" idx="10"/>
          </p:nvPr>
        </p:nvSpPr>
        <p:spPr/>
        <p:txBody>
          <a:bodyPr/>
          <a:lstStyle/>
          <a:p>
            <a:r>
              <a:rPr lang="en-GB" dirty="0"/>
              <a:t>K1, K4, K6, K11, B9</a:t>
            </a:r>
          </a:p>
        </p:txBody>
      </p:sp>
      <p:sp>
        <p:nvSpPr>
          <p:cNvPr id="20" name="Text Placeholder 19">
            <a:extLst>
              <a:ext uri="{FF2B5EF4-FFF2-40B4-BE49-F238E27FC236}">
                <a16:creationId xmlns:a16="http://schemas.microsoft.com/office/drawing/2014/main" id="{87A72EAF-D583-79E7-38A6-6E412B5C778E}"/>
              </a:ext>
            </a:extLst>
          </p:cNvPr>
          <p:cNvSpPr>
            <a:spLocks noGrp="1"/>
          </p:cNvSpPr>
          <p:nvPr>
            <p:ph type="body" sz="quarter" idx="11"/>
          </p:nvPr>
        </p:nvSpPr>
        <p:spPr/>
        <p:txBody>
          <a:bodyPr/>
          <a:lstStyle/>
          <a:p>
            <a:endParaRPr lang="en-GB"/>
          </a:p>
        </p:txBody>
      </p:sp>
      <p:grpSp>
        <p:nvGrpSpPr>
          <p:cNvPr id="9" name="Group 8">
            <a:extLst>
              <a:ext uri="{FF2B5EF4-FFF2-40B4-BE49-F238E27FC236}">
                <a16:creationId xmlns:a16="http://schemas.microsoft.com/office/drawing/2014/main" id="{6A80B788-A232-42E3-1C70-4A06A30B7750}"/>
              </a:ext>
            </a:extLst>
          </p:cNvPr>
          <p:cNvGrpSpPr/>
          <p:nvPr/>
        </p:nvGrpSpPr>
        <p:grpSpPr>
          <a:xfrm>
            <a:off x="1783413" y="2029031"/>
            <a:ext cx="8625174" cy="1227965"/>
            <a:chOff x="902368" y="998621"/>
            <a:chExt cx="8625174" cy="1227965"/>
          </a:xfrm>
        </p:grpSpPr>
        <p:sp>
          <p:nvSpPr>
            <p:cNvPr id="5" name="TextBox 4">
              <a:extLst>
                <a:ext uri="{FF2B5EF4-FFF2-40B4-BE49-F238E27FC236}">
                  <a16:creationId xmlns:a16="http://schemas.microsoft.com/office/drawing/2014/main" id="{97098366-5BCE-5620-34E3-F5FB497B5B4D}"/>
                </a:ext>
              </a:extLst>
            </p:cNvPr>
            <p:cNvSpPr txBox="1"/>
            <p:nvPr/>
          </p:nvSpPr>
          <p:spPr>
            <a:xfrm>
              <a:off x="902368" y="998621"/>
              <a:ext cx="8625174" cy="1227965"/>
            </a:xfrm>
            <a:prstGeom prst="rect">
              <a:avLst/>
            </a:prstGeom>
            <a:noFill/>
          </p:spPr>
          <p:txBody>
            <a:bodyPr wrap="square" rtlCol="0">
              <a:spAutoFit/>
            </a:bodyPr>
            <a:lstStyle/>
            <a:p>
              <a:pPr algn="ctr">
                <a:lnSpc>
                  <a:spcPct val="200000"/>
                </a:lnSpc>
              </a:pPr>
              <a:r>
                <a:rPr lang="en-GB" sz="2000" dirty="0"/>
                <a:t>As a 	                  , I want to                                                                 , so that                                                                       .</a:t>
              </a:r>
            </a:p>
          </p:txBody>
        </p:sp>
        <p:sp>
          <p:nvSpPr>
            <p:cNvPr id="6" name="TextBox 5">
              <a:extLst>
                <a:ext uri="{FF2B5EF4-FFF2-40B4-BE49-F238E27FC236}">
                  <a16:creationId xmlns:a16="http://schemas.microsoft.com/office/drawing/2014/main" id="{04436D30-B7E0-5397-E8D5-BCC0C26FB743}"/>
                </a:ext>
              </a:extLst>
            </p:cNvPr>
            <p:cNvSpPr txBox="1"/>
            <p:nvPr/>
          </p:nvSpPr>
          <p:spPr>
            <a:xfrm>
              <a:off x="1738120" y="1189708"/>
              <a:ext cx="1519968" cy="461665"/>
            </a:xfrm>
            <a:prstGeom prst="rect">
              <a:avLst/>
            </a:prstGeom>
            <a:solidFill>
              <a:schemeClr val="accent2">
                <a:lumMod val="20000"/>
                <a:lumOff val="80000"/>
              </a:schemeClr>
            </a:solidFill>
            <a:ln w="28575"/>
          </p:spPr>
          <p:style>
            <a:lnRef idx="2">
              <a:schemeClr val="accent2"/>
            </a:lnRef>
            <a:fillRef idx="1">
              <a:schemeClr val="lt1"/>
            </a:fillRef>
            <a:effectRef idx="0">
              <a:schemeClr val="accent2"/>
            </a:effectRef>
            <a:fontRef idx="minor">
              <a:schemeClr val="dk1"/>
            </a:fontRef>
          </p:style>
          <p:txBody>
            <a:bodyPr wrap="none" rtlCol="0">
              <a:spAutoFit/>
            </a:bodyPr>
            <a:lstStyle/>
            <a:p>
              <a:r>
                <a:rPr lang="en-GB" sz="2400" dirty="0">
                  <a:solidFill>
                    <a:schemeClr val="tx1"/>
                  </a:solidFill>
                </a:rPr>
                <a:t>Customer</a:t>
              </a:r>
            </a:p>
          </p:txBody>
        </p:sp>
        <p:sp>
          <p:nvSpPr>
            <p:cNvPr id="7" name="TextBox 6">
              <a:extLst>
                <a:ext uri="{FF2B5EF4-FFF2-40B4-BE49-F238E27FC236}">
                  <a16:creationId xmlns:a16="http://schemas.microsoft.com/office/drawing/2014/main" id="{9D45CA95-6FF0-781C-32CB-F02F204F3875}"/>
                </a:ext>
              </a:extLst>
            </p:cNvPr>
            <p:cNvSpPr txBox="1"/>
            <p:nvPr/>
          </p:nvSpPr>
          <p:spPr>
            <a:xfrm>
              <a:off x="4491550" y="1189708"/>
              <a:ext cx="4397358" cy="461665"/>
            </a:xfrm>
            <a:prstGeom prst="rect">
              <a:avLst/>
            </a:prstGeom>
            <a:solidFill>
              <a:schemeClr val="accent3">
                <a:lumMod val="20000"/>
                <a:lumOff val="80000"/>
              </a:schemeClr>
            </a:solidFill>
            <a:ln w="28575">
              <a:solidFill>
                <a:schemeClr val="accent3"/>
              </a:solidFill>
            </a:ln>
          </p:spPr>
          <p:style>
            <a:lnRef idx="2">
              <a:schemeClr val="accent2"/>
            </a:lnRef>
            <a:fillRef idx="1">
              <a:schemeClr val="lt1"/>
            </a:fillRef>
            <a:effectRef idx="0">
              <a:schemeClr val="accent2"/>
            </a:effectRef>
            <a:fontRef idx="minor">
              <a:schemeClr val="dk1"/>
            </a:fontRef>
          </p:style>
          <p:txBody>
            <a:bodyPr wrap="none" rtlCol="0">
              <a:spAutoFit/>
            </a:bodyPr>
            <a:lstStyle/>
            <a:p>
              <a:r>
                <a:rPr lang="en-GB" sz="2400" dirty="0">
                  <a:solidFill>
                    <a:schemeClr val="tx1"/>
                  </a:solidFill>
                </a:rPr>
                <a:t>have a shopping trolley feature</a:t>
              </a:r>
            </a:p>
          </p:txBody>
        </p:sp>
        <p:sp>
          <p:nvSpPr>
            <p:cNvPr id="8" name="TextBox 7">
              <a:extLst>
                <a:ext uri="{FF2B5EF4-FFF2-40B4-BE49-F238E27FC236}">
                  <a16:creationId xmlns:a16="http://schemas.microsoft.com/office/drawing/2014/main" id="{5A675B61-437F-B115-FF17-FF3E468BB530}"/>
                </a:ext>
              </a:extLst>
            </p:cNvPr>
            <p:cNvSpPr txBox="1"/>
            <p:nvPr/>
          </p:nvSpPr>
          <p:spPr>
            <a:xfrm>
              <a:off x="3043578" y="1764921"/>
              <a:ext cx="4807726" cy="461665"/>
            </a:xfrm>
            <a:prstGeom prst="rect">
              <a:avLst/>
            </a:prstGeom>
            <a:solidFill>
              <a:schemeClr val="accent4">
                <a:lumMod val="20000"/>
                <a:lumOff val="80000"/>
              </a:schemeClr>
            </a:solidFill>
            <a:ln w="28575">
              <a:solidFill>
                <a:schemeClr val="accent4"/>
              </a:solidFill>
            </a:ln>
          </p:spPr>
          <p:style>
            <a:lnRef idx="2">
              <a:schemeClr val="accent2"/>
            </a:lnRef>
            <a:fillRef idx="1">
              <a:schemeClr val="lt1"/>
            </a:fillRef>
            <a:effectRef idx="0">
              <a:schemeClr val="accent2"/>
            </a:effectRef>
            <a:fontRef idx="minor">
              <a:schemeClr val="dk1"/>
            </a:fontRef>
          </p:style>
          <p:txBody>
            <a:bodyPr wrap="none" rtlCol="0">
              <a:spAutoFit/>
            </a:bodyPr>
            <a:lstStyle/>
            <a:p>
              <a:r>
                <a:rPr lang="en-GB" sz="2400" dirty="0">
                  <a:solidFill>
                    <a:schemeClr val="tx1"/>
                  </a:solidFill>
                </a:rPr>
                <a:t>I can easily purchase items online</a:t>
              </a:r>
            </a:p>
          </p:txBody>
        </p:sp>
      </p:grpSp>
      <p:grpSp>
        <p:nvGrpSpPr>
          <p:cNvPr id="10" name="Group 9">
            <a:extLst>
              <a:ext uri="{FF2B5EF4-FFF2-40B4-BE49-F238E27FC236}">
                <a16:creationId xmlns:a16="http://schemas.microsoft.com/office/drawing/2014/main" id="{2047A131-39EF-E45B-AC84-BF2CA22966DA}"/>
              </a:ext>
            </a:extLst>
          </p:cNvPr>
          <p:cNvGrpSpPr/>
          <p:nvPr/>
        </p:nvGrpSpPr>
        <p:grpSpPr>
          <a:xfrm>
            <a:off x="1783413" y="3563987"/>
            <a:ext cx="8625174" cy="1227965"/>
            <a:chOff x="902368" y="998621"/>
            <a:chExt cx="8625174" cy="1227965"/>
          </a:xfrm>
        </p:grpSpPr>
        <p:sp>
          <p:nvSpPr>
            <p:cNvPr id="11" name="TextBox 10">
              <a:extLst>
                <a:ext uri="{FF2B5EF4-FFF2-40B4-BE49-F238E27FC236}">
                  <a16:creationId xmlns:a16="http://schemas.microsoft.com/office/drawing/2014/main" id="{0DADAE72-FB34-7EF3-039D-2A67E59F72E8}"/>
                </a:ext>
              </a:extLst>
            </p:cNvPr>
            <p:cNvSpPr txBox="1"/>
            <p:nvPr/>
          </p:nvSpPr>
          <p:spPr>
            <a:xfrm>
              <a:off x="902368" y="998621"/>
              <a:ext cx="8625174" cy="1227965"/>
            </a:xfrm>
            <a:prstGeom prst="rect">
              <a:avLst/>
            </a:prstGeom>
            <a:noFill/>
          </p:spPr>
          <p:txBody>
            <a:bodyPr wrap="square" rtlCol="0">
              <a:spAutoFit/>
            </a:bodyPr>
            <a:lstStyle/>
            <a:p>
              <a:pPr algn="ctr">
                <a:lnSpc>
                  <a:spcPct val="200000"/>
                </a:lnSpc>
              </a:pPr>
              <a:r>
                <a:rPr lang="en-GB" sz="2000" dirty="0"/>
                <a:t>As a 	                , I want to                                      , so that</a:t>
              </a:r>
              <a:br>
                <a:rPr lang="en-GB" sz="2000" dirty="0"/>
              </a:br>
              <a:r>
                <a:rPr lang="en-GB" sz="2000" dirty="0"/>
                <a:t>                                                                                                                       .</a:t>
              </a:r>
            </a:p>
          </p:txBody>
        </p:sp>
        <p:sp>
          <p:nvSpPr>
            <p:cNvPr id="12" name="TextBox 11">
              <a:extLst>
                <a:ext uri="{FF2B5EF4-FFF2-40B4-BE49-F238E27FC236}">
                  <a16:creationId xmlns:a16="http://schemas.microsoft.com/office/drawing/2014/main" id="{CCF72FF5-0D3C-89DA-2D84-13AC65DC53CF}"/>
                </a:ext>
              </a:extLst>
            </p:cNvPr>
            <p:cNvSpPr txBox="1"/>
            <p:nvPr/>
          </p:nvSpPr>
          <p:spPr>
            <a:xfrm>
              <a:off x="2484077" y="1189708"/>
              <a:ext cx="1401346" cy="461665"/>
            </a:xfrm>
            <a:prstGeom prst="rect">
              <a:avLst/>
            </a:prstGeom>
            <a:solidFill>
              <a:schemeClr val="accent2">
                <a:lumMod val="20000"/>
                <a:lumOff val="80000"/>
              </a:schemeClr>
            </a:solidFill>
            <a:ln w="28575"/>
          </p:spPr>
          <p:style>
            <a:lnRef idx="2">
              <a:schemeClr val="accent2"/>
            </a:lnRef>
            <a:fillRef idx="1">
              <a:schemeClr val="lt1"/>
            </a:fillRef>
            <a:effectRef idx="0">
              <a:schemeClr val="accent2"/>
            </a:effectRef>
            <a:fontRef idx="minor">
              <a:schemeClr val="dk1"/>
            </a:fontRef>
          </p:style>
          <p:txBody>
            <a:bodyPr wrap="none" rtlCol="0">
              <a:spAutoFit/>
            </a:bodyPr>
            <a:lstStyle/>
            <a:p>
              <a:r>
                <a:rPr lang="en-GB" sz="2400" dirty="0">
                  <a:solidFill>
                    <a:schemeClr val="tx1"/>
                  </a:solidFill>
                </a:rPr>
                <a:t>Manager</a:t>
              </a:r>
            </a:p>
          </p:txBody>
        </p:sp>
        <p:sp>
          <p:nvSpPr>
            <p:cNvPr id="13" name="TextBox 12">
              <a:extLst>
                <a:ext uri="{FF2B5EF4-FFF2-40B4-BE49-F238E27FC236}">
                  <a16:creationId xmlns:a16="http://schemas.microsoft.com/office/drawing/2014/main" id="{3AC9CA2C-1FC7-844E-4FC0-4FC22A3467C0}"/>
                </a:ext>
              </a:extLst>
            </p:cNvPr>
            <p:cNvSpPr txBox="1"/>
            <p:nvPr/>
          </p:nvSpPr>
          <p:spPr>
            <a:xfrm>
              <a:off x="5093125" y="1177676"/>
              <a:ext cx="2547492" cy="461665"/>
            </a:xfrm>
            <a:prstGeom prst="rect">
              <a:avLst/>
            </a:prstGeom>
            <a:solidFill>
              <a:schemeClr val="accent3">
                <a:lumMod val="20000"/>
                <a:lumOff val="80000"/>
              </a:schemeClr>
            </a:solidFill>
            <a:ln w="28575">
              <a:solidFill>
                <a:schemeClr val="accent3"/>
              </a:solidFill>
            </a:ln>
          </p:spPr>
          <p:style>
            <a:lnRef idx="2">
              <a:schemeClr val="accent2"/>
            </a:lnRef>
            <a:fillRef idx="1">
              <a:schemeClr val="lt1"/>
            </a:fillRef>
            <a:effectRef idx="0">
              <a:schemeClr val="accent2"/>
            </a:effectRef>
            <a:fontRef idx="minor">
              <a:schemeClr val="dk1"/>
            </a:fontRef>
          </p:style>
          <p:txBody>
            <a:bodyPr wrap="none" rtlCol="0">
              <a:spAutoFit/>
            </a:bodyPr>
            <a:lstStyle/>
            <a:p>
              <a:r>
                <a:rPr lang="en-GB" sz="2400" dirty="0">
                  <a:solidFill>
                    <a:schemeClr val="tx1"/>
                  </a:solidFill>
                </a:rPr>
                <a:t>generate a report</a:t>
              </a:r>
            </a:p>
          </p:txBody>
        </p:sp>
        <p:sp>
          <p:nvSpPr>
            <p:cNvPr id="14" name="TextBox 13">
              <a:extLst>
                <a:ext uri="{FF2B5EF4-FFF2-40B4-BE49-F238E27FC236}">
                  <a16:creationId xmlns:a16="http://schemas.microsoft.com/office/drawing/2014/main" id="{6244C3B7-EBBB-AE80-4DB4-6DB4970B5764}"/>
                </a:ext>
              </a:extLst>
            </p:cNvPr>
            <p:cNvSpPr txBox="1"/>
            <p:nvPr/>
          </p:nvSpPr>
          <p:spPr>
            <a:xfrm>
              <a:off x="1142366" y="1764921"/>
              <a:ext cx="8145178" cy="461665"/>
            </a:xfrm>
            <a:prstGeom prst="rect">
              <a:avLst/>
            </a:prstGeom>
            <a:solidFill>
              <a:schemeClr val="accent4">
                <a:lumMod val="20000"/>
                <a:lumOff val="80000"/>
              </a:schemeClr>
            </a:solidFill>
            <a:ln w="28575">
              <a:solidFill>
                <a:schemeClr val="accent4"/>
              </a:solidFill>
            </a:ln>
          </p:spPr>
          <p:style>
            <a:lnRef idx="2">
              <a:schemeClr val="accent2"/>
            </a:lnRef>
            <a:fillRef idx="1">
              <a:schemeClr val="lt1"/>
            </a:fillRef>
            <a:effectRef idx="0">
              <a:schemeClr val="accent2"/>
            </a:effectRef>
            <a:fontRef idx="minor">
              <a:schemeClr val="dk1"/>
            </a:fontRef>
          </p:style>
          <p:txBody>
            <a:bodyPr wrap="none" rtlCol="0">
              <a:spAutoFit/>
            </a:bodyPr>
            <a:lstStyle/>
            <a:p>
              <a:r>
                <a:rPr lang="en-GB" sz="2400" dirty="0">
                  <a:solidFill>
                    <a:schemeClr val="tx1"/>
                  </a:solidFill>
                </a:rPr>
                <a:t>I can understand which departments need more resources</a:t>
              </a:r>
            </a:p>
          </p:txBody>
        </p:sp>
      </p:grpSp>
      <p:grpSp>
        <p:nvGrpSpPr>
          <p:cNvPr id="15" name="Group 14">
            <a:extLst>
              <a:ext uri="{FF2B5EF4-FFF2-40B4-BE49-F238E27FC236}">
                <a16:creationId xmlns:a16="http://schemas.microsoft.com/office/drawing/2014/main" id="{12DC9F67-DC4C-D8FF-0B43-352438BBC16B}"/>
              </a:ext>
            </a:extLst>
          </p:cNvPr>
          <p:cNvGrpSpPr/>
          <p:nvPr/>
        </p:nvGrpSpPr>
        <p:grpSpPr>
          <a:xfrm>
            <a:off x="1186614" y="5098943"/>
            <a:ext cx="9818772" cy="1227965"/>
            <a:chOff x="902368" y="998621"/>
            <a:chExt cx="9818772" cy="1227965"/>
          </a:xfrm>
        </p:grpSpPr>
        <p:sp>
          <p:nvSpPr>
            <p:cNvPr id="16" name="TextBox 15">
              <a:extLst>
                <a:ext uri="{FF2B5EF4-FFF2-40B4-BE49-F238E27FC236}">
                  <a16:creationId xmlns:a16="http://schemas.microsoft.com/office/drawing/2014/main" id="{004762DF-131D-C730-6096-1ABDD75378B2}"/>
                </a:ext>
              </a:extLst>
            </p:cNvPr>
            <p:cNvSpPr txBox="1"/>
            <p:nvPr/>
          </p:nvSpPr>
          <p:spPr>
            <a:xfrm>
              <a:off x="902368" y="998621"/>
              <a:ext cx="9818772" cy="1227965"/>
            </a:xfrm>
            <a:prstGeom prst="rect">
              <a:avLst/>
            </a:prstGeom>
            <a:noFill/>
          </p:spPr>
          <p:txBody>
            <a:bodyPr wrap="square" rtlCol="0">
              <a:spAutoFit/>
            </a:bodyPr>
            <a:lstStyle/>
            <a:p>
              <a:pPr algn="ctr">
                <a:lnSpc>
                  <a:spcPct val="200000"/>
                </a:lnSpc>
              </a:pPr>
              <a:r>
                <a:rPr lang="en-GB" sz="2000" dirty="0"/>
                <a:t>As a 	                  , I want to                                                                 ,                    ,</a:t>
              </a:r>
            </a:p>
            <a:p>
              <a:pPr algn="ctr">
                <a:lnSpc>
                  <a:spcPct val="200000"/>
                </a:lnSpc>
              </a:pPr>
              <a:r>
                <a:rPr lang="en-GB" sz="2000" dirty="0"/>
                <a:t>so that                                                                                    .</a:t>
              </a:r>
            </a:p>
          </p:txBody>
        </p:sp>
        <p:sp>
          <p:nvSpPr>
            <p:cNvPr id="17" name="TextBox 16">
              <a:extLst>
                <a:ext uri="{FF2B5EF4-FFF2-40B4-BE49-F238E27FC236}">
                  <a16:creationId xmlns:a16="http://schemas.microsoft.com/office/drawing/2014/main" id="{BA829EE1-81B6-3F48-5117-9667698613BF}"/>
                </a:ext>
              </a:extLst>
            </p:cNvPr>
            <p:cNvSpPr txBox="1"/>
            <p:nvPr/>
          </p:nvSpPr>
          <p:spPr>
            <a:xfrm>
              <a:off x="1738120" y="1189708"/>
              <a:ext cx="1519968" cy="461665"/>
            </a:xfrm>
            <a:prstGeom prst="rect">
              <a:avLst/>
            </a:prstGeom>
            <a:solidFill>
              <a:schemeClr val="accent2">
                <a:lumMod val="20000"/>
                <a:lumOff val="80000"/>
              </a:schemeClr>
            </a:solidFill>
            <a:ln w="28575"/>
          </p:spPr>
          <p:style>
            <a:lnRef idx="2">
              <a:schemeClr val="accent2"/>
            </a:lnRef>
            <a:fillRef idx="1">
              <a:schemeClr val="lt1"/>
            </a:fillRef>
            <a:effectRef idx="0">
              <a:schemeClr val="accent2"/>
            </a:effectRef>
            <a:fontRef idx="minor">
              <a:schemeClr val="dk1"/>
            </a:fontRef>
          </p:style>
          <p:txBody>
            <a:bodyPr wrap="none" rtlCol="0">
              <a:spAutoFit/>
            </a:bodyPr>
            <a:lstStyle/>
            <a:p>
              <a:r>
                <a:rPr lang="en-GB" sz="2400" dirty="0">
                  <a:solidFill>
                    <a:schemeClr val="tx1"/>
                  </a:solidFill>
                </a:rPr>
                <a:t>Customer</a:t>
              </a:r>
            </a:p>
          </p:txBody>
        </p:sp>
        <p:sp>
          <p:nvSpPr>
            <p:cNvPr id="18" name="TextBox 17">
              <a:extLst>
                <a:ext uri="{FF2B5EF4-FFF2-40B4-BE49-F238E27FC236}">
                  <a16:creationId xmlns:a16="http://schemas.microsoft.com/office/drawing/2014/main" id="{D0EB8C7F-428B-E0B1-CFE7-8A9DC65DD516}"/>
                </a:ext>
              </a:extLst>
            </p:cNvPr>
            <p:cNvSpPr txBox="1"/>
            <p:nvPr/>
          </p:nvSpPr>
          <p:spPr>
            <a:xfrm>
              <a:off x="4491550" y="1189708"/>
              <a:ext cx="6229590" cy="461665"/>
            </a:xfrm>
            <a:prstGeom prst="rect">
              <a:avLst/>
            </a:prstGeom>
            <a:solidFill>
              <a:schemeClr val="accent3">
                <a:lumMod val="20000"/>
                <a:lumOff val="80000"/>
              </a:schemeClr>
            </a:solidFill>
            <a:ln w="28575">
              <a:solidFill>
                <a:schemeClr val="accent3"/>
              </a:solidFill>
            </a:ln>
          </p:spPr>
          <p:style>
            <a:lnRef idx="2">
              <a:schemeClr val="accent2"/>
            </a:lnRef>
            <a:fillRef idx="1">
              <a:schemeClr val="lt1"/>
            </a:fillRef>
            <a:effectRef idx="0">
              <a:schemeClr val="accent2"/>
            </a:effectRef>
            <a:fontRef idx="minor">
              <a:schemeClr val="dk1"/>
            </a:fontRef>
          </p:style>
          <p:txBody>
            <a:bodyPr wrap="none" rtlCol="0">
              <a:spAutoFit/>
            </a:bodyPr>
            <a:lstStyle/>
            <a:p>
              <a:r>
                <a:rPr lang="en-GB" sz="2400" dirty="0">
                  <a:solidFill>
                    <a:schemeClr val="tx1"/>
                  </a:solidFill>
                </a:rPr>
                <a:t>receive an email when an item is dispatched</a:t>
              </a:r>
            </a:p>
          </p:txBody>
        </p:sp>
        <p:sp>
          <p:nvSpPr>
            <p:cNvPr id="19" name="TextBox 18">
              <a:extLst>
                <a:ext uri="{FF2B5EF4-FFF2-40B4-BE49-F238E27FC236}">
                  <a16:creationId xmlns:a16="http://schemas.microsoft.com/office/drawing/2014/main" id="{8FB6B4D9-EC40-5896-F28C-8C42DB8BFD03}"/>
                </a:ext>
              </a:extLst>
            </p:cNvPr>
            <p:cNvSpPr txBox="1"/>
            <p:nvPr/>
          </p:nvSpPr>
          <p:spPr>
            <a:xfrm>
              <a:off x="3356389" y="1764921"/>
              <a:ext cx="5710218" cy="461665"/>
            </a:xfrm>
            <a:prstGeom prst="rect">
              <a:avLst/>
            </a:prstGeom>
            <a:solidFill>
              <a:schemeClr val="accent4">
                <a:lumMod val="20000"/>
                <a:lumOff val="80000"/>
              </a:schemeClr>
            </a:solidFill>
            <a:ln w="28575">
              <a:solidFill>
                <a:schemeClr val="accent4"/>
              </a:solidFill>
            </a:ln>
          </p:spPr>
          <p:style>
            <a:lnRef idx="2">
              <a:schemeClr val="accent2"/>
            </a:lnRef>
            <a:fillRef idx="1">
              <a:schemeClr val="lt1"/>
            </a:fillRef>
            <a:effectRef idx="0">
              <a:schemeClr val="accent2"/>
            </a:effectRef>
            <a:fontRef idx="minor">
              <a:schemeClr val="dk1"/>
            </a:fontRef>
          </p:style>
          <p:txBody>
            <a:bodyPr wrap="none" rtlCol="0">
              <a:spAutoFit/>
            </a:bodyPr>
            <a:lstStyle/>
            <a:p>
              <a:r>
                <a:rPr lang="en-GB" sz="2400" dirty="0">
                  <a:solidFill>
                    <a:schemeClr val="tx1"/>
                  </a:solidFill>
                </a:rPr>
                <a:t>I can trace it through the delivery system</a:t>
              </a:r>
            </a:p>
          </p:txBody>
        </p:sp>
      </p:grpSp>
    </p:spTree>
    <p:extLst>
      <p:ext uri="{BB962C8B-B14F-4D97-AF65-F5344CB8AC3E}">
        <p14:creationId xmlns:p14="http://schemas.microsoft.com/office/powerpoint/2010/main" val="32420944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42D849-1A03-A986-7D5E-002DA0D0AC1F}"/>
              </a:ext>
            </a:extLst>
          </p:cNvPr>
          <p:cNvSpPr>
            <a:spLocks noGrp="1"/>
          </p:cNvSpPr>
          <p:nvPr>
            <p:ph idx="1"/>
          </p:nvPr>
        </p:nvSpPr>
        <p:spPr>
          <a:xfrm>
            <a:off x="1417294" y="1679711"/>
            <a:ext cx="9357413" cy="1325564"/>
          </a:xfrm>
        </p:spPr>
        <p:txBody>
          <a:bodyPr anchor="ctr"/>
          <a:lstStyle/>
          <a:p>
            <a:pPr marL="0" indent="0" algn="ctr">
              <a:buNone/>
            </a:pPr>
            <a:r>
              <a:rPr lang="en-GB" dirty="0"/>
              <a:t>Choose 2-5 of the requirements below and write user stories for them</a:t>
            </a:r>
            <a:endParaRPr lang="en-GB" sz="2000" dirty="0"/>
          </a:p>
          <a:p>
            <a:pPr marL="0" indent="0" algn="ctr">
              <a:buNone/>
            </a:pPr>
            <a:endParaRPr lang="en-GB" dirty="0"/>
          </a:p>
          <a:p>
            <a:pPr marL="0" indent="0" algn="ctr">
              <a:buNone/>
            </a:pPr>
            <a:r>
              <a:rPr lang="en-GB" dirty="0"/>
              <a:t>Be prepared to present your user stories</a:t>
            </a:r>
          </a:p>
        </p:txBody>
      </p:sp>
      <p:sp>
        <p:nvSpPr>
          <p:cNvPr id="3" name="Title 2">
            <a:extLst>
              <a:ext uri="{FF2B5EF4-FFF2-40B4-BE49-F238E27FC236}">
                <a16:creationId xmlns:a16="http://schemas.microsoft.com/office/drawing/2014/main" id="{89A49176-7839-0560-9532-31AD1B3FE84B}"/>
              </a:ext>
            </a:extLst>
          </p:cNvPr>
          <p:cNvSpPr>
            <a:spLocks noGrp="1"/>
          </p:cNvSpPr>
          <p:nvPr>
            <p:ph type="title"/>
          </p:nvPr>
        </p:nvSpPr>
        <p:spPr/>
        <p:txBody>
          <a:bodyPr/>
          <a:lstStyle/>
          <a:p>
            <a:r>
              <a:rPr lang="en-GB" dirty="0"/>
              <a:t>User Stories</a:t>
            </a:r>
          </a:p>
        </p:txBody>
      </p:sp>
      <p:sp>
        <p:nvSpPr>
          <p:cNvPr id="17" name="Text Placeholder 16">
            <a:extLst>
              <a:ext uri="{FF2B5EF4-FFF2-40B4-BE49-F238E27FC236}">
                <a16:creationId xmlns:a16="http://schemas.microsoft.com/office/drawing/2014/main" id="{4FCBA3C7-245B-9283-95C4-B3CB19BC4CC9}"/>
              </a:ext>
            </a:extLst>
          </p:cNvPr>
          <p:cNvSpPr>
            <a:spLocks noGrp="1"/>
          </p:cNvSpPr>
          <p:nvPr>
            <p:ph type="body" sz="quarter" idx="10"/>
          </p:nvPr>
        </p:nvSpPr>
        <p:spPr/>
        <p:txBody>
          <a:bodyPr/>
          <a:lstStyle/>
          <a:p>
            <a:r>
              <a:rPr lang="en-GB" dirty="0"/>
              <a:t>K1, K4, K6, K11, S9, S15, B7, B9</a:t>
            </a:r>
          </a:p>
        </p:txBody>
      </p:sp>
      <p:sp>
        <p:nvSpPr>
          <p:cNvPr id="18" name="Text Placeholder 17">
            <a:extLst>
              <a:ext uri="{FF2B5EF4-FFF2-40B4-BE49-F238E27FC236}">
                <a16:creationId xmlns:a16="http://schemas.microsoft.com/office/drawing/2014/main" id="{51233587-A475-76C1-E285-75888AABB88A}"/>
              </a:ext>
            </a:extLst>
          </p:cNvPr>
          <p:cNvSpPr>
            <a:spLocks noGrp="1"/>
          </p:cNvSpPr>
          <p:nvPr>
            <p:ph type="body" sz="quarter" idx="11"/>
          </p:nvPr>
        </p:nvSpPr>
        <p:spPr/>
        <p:txBody>
          <a:bodyPr/>
          <a:lstStyle/>
          <a:p>
            <a:endParaRPr lang="en-GB"/>
          </a:p>
        </p:txBody>
      </p:sp>
      <p:graphicFrame>
        <p:nvGraphicFramePr>
          <p:cNvPr id="9" name="Diagram 8">
            <a:extLst>
              <a:ext uri="{FF2B5EF4-FFF2-40B4-BE49-F238E27FC236}">
                <a16:creationId xmlns:a16="http://schemas.microsoft.com/office/drawing/2014/main" id="{A87F5926-3CEB-9403-A216-E10B796A80D9}"/>
              </a:ext>
            </a:extLst>
          </p:cNvPr>
          <p:cNvGraphicFramePr/>
          <p:nvPr>
            <p:extLst>
              <p:ext uri="{D42A27DB-BD31-4B8C-83A1-F6EECF244321}">
                <p14:modId xmlns:p14="http://schemas.microsoft.com/office/powerpoint/2010/main" val="1229571647"/>
              </p:ext>
            </p:extLst>
          </p:nvPr>
        </p:nvGraphicFramePr>
        <p:xfrm>
          <a:off x="1241196" y="3748348"/>
          <a:ext cx="9709608" cy="24564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4" name="Group 3">
            <a:extLst>
              <a:ext uri="{FF2B5EF4-FFF2-40B4-BE49-F238E27FC236}">
                <a16:creationId xmlns:a16="http://schemas.microsoft.com/office/drawing/2014/main" id="{8EE6C9C1-CE49-0C4F-3C90-A782916E9306}"/>
              </a:ext>
            </a:extLst>
          </p:cNvPr>
          <p:cNvGrpSpPr/>
          <p:nvPr/>
        </p:nvGrpSpPr>
        <p:grpSpPr>
          <a:xfrm>
            <a:off x="2942258" y="3145979"/>
            <a:ext cx="6307484" cy="461666"/>
            <a:chOff x="2114621" y="3791906"/>
            <a:chExt cx="6307484" cy="461666"/>
          </a:xfrm>
        </p:grpSpPr>
        <p:sp>
          <p:nvSpPr>
            <p:cNvPr id="5" name="TextBox 4">
              <a:extLst>
                <a:ext uri="{FF2B5EF4-FFF2-40B4-BE49-F238E27FC236}">
                  <a16:creationId xmlns:a16="http://schemas.microsoft.com/office/drawing/2014/main" id="{C8BC6558-AFF4-DA1E-06DB-4932915202CF}"/>
                </a:ext>
              </a:extLst>
            </p:cNvPr>
            <p:cNvSpPr txBox="1"/>
            <p:nvPr/>
          </p:nvSpPr>
          <p:spPr>
            <a:xfrm>
              <a:off x="2114621" y="3838074"/>
              <a:ext cx="6307484" cy="400110"/>
            </a:xfrm>
            <a:prstGeom prst="rect">
              <a:avLst/>
            </a:prstGeom>
            <a:noFill/>
          </p:spPr>
          <p:txBody>
            <a:bodyPr wrap="square" rtlCol="0">
              <a:spAutoFit/>
            </a:bodyPr>
            <a:lstStyle/>
            <a:p>
              <a:pPr algn="ctr"/>
              <a:r>
                <a:rPr lang="en-GB" sz="2000" dirty="0"/>
                <a:t>As a 	        , I want to                 , so that                   .</a:t>
              </a:r>
            </a:p>
          </p:txBody>
        </p:sp>
        <p:sp>
          <p:nvSpPr>
            <p:cNvPr id="6" name="TextBox 5">
              <a:extLst>
                <a:ext uri="{FF2B5EF4-FFF2-40B4-BE49-F238E27FC236}">
                  <a16:creationId xmlns:a16="http://schemas.microsoft.com/office/drawing/2014/main" id="{D30D7E1C-3655-F94A-E9F6-7F2F11CF6A0F}"/>
                </a:ext>
              </a:extLst>
            </p:cNvPr>
            <p:cNvSpPr txBox="1"/>
            <p:nvPr/>
          </p:nvSpPr>
          <p:spPr>
            <a:xfrm>
              <a:off x="2875550" y="3791907"/>
              <a:ext cx="819455" cy="461665"/>
            </a:xfrm>
            <a:prstGeom prst="rect">
              <a:avLst/>
            </a:prstGeom>
            <a:solidFill>
              <a:schemeClr val="accent2">
                <a:lumMod val="20000"/>
                <a:lumOff val="80000"/>
              </a:schemeClr>
            </a:solidFill>
            <a:ln w="28575"/>
          </p:spPr>
          <p:style>
            <a:lnRef idx="2">
              <a:schemeClr val="accent2"/>
            </a:lnRef>
            <a:fillRef idx="1">
              <a:schemeClr val="lt1"/>
            </a:fillRef>
            <a:effectRef idx="0">
              <a:schemeClr val="accent2"/>
            </a:effectRef>
            <a:fontRef idx="minor">
              <a:schemeClr val="dk1"/>
            </a:fontRef>
          </p:style>
          <p:txBody>
            <a:bodyPr wrap="none" rtlCol="0">
              <a:spAutoFit/>
            </a:bodyPr>
            <a:lstStyle/>
            <a:p>
              <a:r>
                <a:rPr lang="en-GB" sz="2400" dirty="0">
                  <a:solidFill>
                    <a:schemeClr val="tx1"/>
                  </a:solidFill>
                </a:rPr>
                <a:t>Role</a:t>
              </a:r>
            </a:p>
          </p:txBody>
        </p:sp>
        <p:sp>
          <p:nvSpPr>
            <p:cNvPr id="15" name="TextBox 14">
              <a:extLst>
                <a:ext uri="{FF2B5EF4-FFF2-40B4-BE49-F238E27FC236}">
                  <a16:creationId xmlns:a16="http://schemas.microsoft.com/office/drawing/2014/main" id="{8BB6E2B0-6B7B-3DA1-78C0-70E4BE2E72F5}"/>
                </a:ext>
              </a:extLst>
            </p:cNvPr>
            <p:cNvSpPr txBox="1"/>
            <p:nvPr/>
          </p:nvSpPr>
          <p:spPr>
            <a:xfrm>
              <a:off x="4926150" y="3791906"/>
              <a:ext cx="1040670" cy="461665"/>
            </a:xfrm>
            <a:prstGeom prst="rect">
              <a:avLst/>
            </a:prstGeom>
            <a:solidFill>
              <a:schemeClr val="accent3">
                <a:lumMod val="20000"/>
                <a:lumOff val="80000"/>
              </a:schemeClr>
            </a:solidFill>
            <a:ln w="28575">
              <a:solidFill>
                <a:schemeClr val="accent3"/>
              </a:solidFill>
            </a:ln>
          </p:spPr>
          <p:style>
            <a:lnRef idx="2">
              <a:schemeClr val="accent2"/>
            </a:lnRef>
            <a:fillRef idx="1">
              <a:schemeClr val="lt1"/>
            </a:fillRef>
            <a:effectRef idx="0">
              <a:schemeClr val="accent2"/>
            </a:effectRef>
            <a:fontRef idx="minor">
              <a:schemeClr val="dk1"/>
            </a:fontRef>
          </p:style>
          <p:txBody>
            <a:bodyPr wrap="none" rtlCol="0">
              <a:spAutoFit/>
            </a:bodyPr>
            <a:lstStyle/>
            <a:p>
              <a:r>
                <a:rPr lang="en-GB" sz="2400" dirty="0">
                  <a:solidFill>
                    <a:schemeClr val="tx1"/>
                  </a:solidFill>
                </a:rPr>
                <a:t>Action</a:t>
              </a:r>
            </a:p>
          </p:txBody>
        </p:sp>
        <p:sp>
          <p:nvSpPr>
            <p:cNvPr id="16" name="TextBox 15">
              <a:extLst>
                <a:ext uri="{FF2B5EF4-FFF2-40B4-BE49-F238E27FC236}">
                  <a16:creationId xmlns:a16="http://schemas.microsoft.com/office/drawing/2014/main" id="{5E5BDABD-2692-7338-F1B6-B049AB6E1E75}"/>
                </a:ext>
              </a:extLst>
            </p:cNvPr>
            <p:cNvSpPr txBox="1"/>
            <p:nvPr/>
          </p:nvSpPr>
          <p:spPr>
            <a:xfrm>
              <a:off x="7029528" y="3791906"/>
              <a:ext cx="1143262" cy="461665"/>
            </a:xfrm>
            <a:prstGeom prst="rect">
              <a:avLst/>
            </a:prstGeom>
            <a:solidFill>
              <a:schemeClr val="accent4">
                <a:lumMod val="20000"/>
                <a:lumOff val="80000"/>
              </a:schemeClr>
            </a:solidFill>
            <a:ln w="28575">
              <a:solidFill>
                <a:schemeClr val="accent4"/>
              </a:solidFill>
            </a:ln>
          </p:spPr>
          <p:style>
            <a:lnRef idx="2">
              <a:schemeClr val="accent2"/>
            </a:lnRef>
            <a:fillRef idx="1">
              <a:schemeClr val="lt1"/>
            </a:fillRef>
            <a:effectRef idx="0">
              <a:schemeClr val="accent2"/>
            </a:effectRef>
            <a:fontRef idx="minor">
              <a:schemeClr val="dk1"/>
            </a:fontRef>
          </p:style>
          <p:txBody>
            <a:bodyPr wrap="none" rtlCol="0">
              <a:spAutoFit/>
            </a:bodyPr>
            <a:lstStyle/>
            <a:p>
              <a:r>
                <a:rPr lang="en-GB" sz="2400" dirty="0">
                  <a:solidFill>
                    <a:schemeClr val="tx1"/>
                  </a:solidFill>
                </a:rPr>
                <a:t>Benefit</a:t>
              </a:r>
            </a:p>
          </p:txBody>
        </p:sp>
      </p:grpSp>
    </p:spTree>
    <p:extLst>
      <p:ext uri="{BB962C8B-B14F-4D97-AF65-F5344CB8AC3E}">
        <p14:creationId xmlns:p14="http://schemas.microsoft.com/office/powerpoint/2010/main" val="1074386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CFA80-09A1-A80A-ADBF-2B1A18ABDD4F}"/>
              </a:ext>
            </a:extLst>
          </p:cNvPr>
          <p:cNvSpPr>
            <a:spLocks noGrp="1"/>
          </p:cNvSpPr>
          <p:nvPr>
            <p:ph type="ctrTitle"/>
          </p:nvPr>
        </p:nvSpPr>
        <p:spPr/>
        <p:txBody>
          <a:bodyPr/>
          <a:lstStyle/>
          <a:p>
            <a:r>
              <a:rPr lang="en-GB" dirty="0"/>
              <a:t>Summary</a:t>
            </a:r>
          </a:p>
        </p:txBody>
      </p:sp>
      <p:sp>
        <p:nvSpPr>
          <p:cNvPr id="3" name="Subtitle 2">
            <a:extLst>
              <a:ext uri="{FF2B5EF4-FFF2-40B4-BE49-F238E27FC236}">
                <a16:creationId xmlns:a16="http://schemas.microsoft.com/office/drawing/2014/main" id="{0750175E-7B34-CE76-26D7-CCBFF8A3C44F}"/>
              </a:ext>
            </a:extLst>
          </p:cNvPr>
          <p:cNvSpPr>
            <a:spLocks noGrp="1"/>
          </p:cNvSpPr>
          <p:nvPr>
            <p:ph type="subTitle" idx="1"/>
          </p:nvPr>
        </p:nvSpPr>
        <p:spPr/>
        <p:txBody>
          <a:bodyPr/>
          <a:lstStyle/>
          <a:p>
            <a:endParaRPr lang="en-GB"/>
          </a:p>
        </p:txBody>
      </p:sp>
    </p:spTree>
    <p:extLst>
      <p:ext uri="{BB962C8B-B14F-4D97-AF65-F5344CB8AC3E}">
        <p14:creationId xmlns:p14="http://schemas.microsoft.com/office/powerpoint/2010/main" val="25079899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3882F-78FD-6A9E-9FC7-D8256C8049F2}"/>
              </a:ext>
            </a:extLst>
          </p:cNvPr>
          <p:cNvSpPr>
            <a:spLocks noGrp="1"/>
          </p:cNvSpPr>
          <p:nvPr>
            <p:ph type="title"/>
          </p:nvPr>
        </p:nvSpPr>
        <p:spPr/>
        <p:txBody>
          <a:bodyPr/>
          <a:lstStyle/>
          <a:p>
            <a:r>
              <a:rPr lang="en-GB" dirty="0"/>
              <a:t>Course Summary</a:t>
            </a:r>
          </a:p>
        </p:txBody>
      </p:sp>
      <p:sp>
        <p:nvSpPr>
          <p:cNvPr id="8" name="Content Placeholder 7">
            <a:extLst>
              <a:ext uri="{FF2B5EF4-FFF2-40B4-BE49-F238E27FC236}">
                <a16:creationId xmlns:a16="http://schemas.microsoft.com/office/drawing/2014/main" id="{542BCA84-A954-2C61-A88D-253467BB33B0}"/>
              </a:ext>
            </a:extLst>
          </p:cNvPr>
          <p:cNvSpPr>
            <a:spLocks noGrp="1"/>
          </p:cNvSpPr>
          <p:nvPr>
            <p:ph idx="1"/>
          </p:nvPr>
        </p:nvSpPr>
        <p:spPr/>
        <p:txBody>
          <a:bodyPr>
            <a:noAutofit/>
          </a:bodyPr>
          <a:lstStyle/>
          <a:p>
            <a:pPr marL="0" indent="0">
              <a:lnSpc>
                <a:spcPct val="70000"/>
              </a:lnSpc>
              <a:buFont typeface="Arial" panose="020B0604020202020204" pitchFamily="34" charset="0"/>
              <a:buNone/>
            </a:pPr>
            <a:r>
              <a:rPr lang="en-GB" sz="1600" b="1" dirty="0"/>
              <a:t>Session Aim</a:t>
            </a:r>
          </a:p>
          <a:p>
            <a:r>
              <a:rPr lang="en-GB" sz="1600" dirty="0"/>
              <a:t>Describe the planning and analysis stages and how to document this stage </a:t>
            </a:r>
            <a:r>
              <a:rPr lang="en-US" sz="1600" dirty="0"/>
              <a:t>(D1, D2, D5, D21)</a:t>
            </a:r>
            <a:endParaRPr lang="en-GB" sz="1600" dirty="0"/>
          </a:p>
          <a:p>
            <a:pPr marL="0" indent="0">
              <a:lnSpc>
                <a:spcPct val="70000"/>
              </a:lnSpc>
              <a:buFont typeface="Arial" panose="020B0604020202020204" pitchFamily="34" charset="0"/>
              <a:buNone/>
            </a:pPr>
            <a:endParaRPr lang="en-GB" sz="1600" b="1" dirty="0"/>
          </a:p>
          <a:p>
            <a:pPr marL="0" indent="0">
              <a:lnSpc>
                <a:spcPct val="70000"/>
              </a:lnSpc>
              <a:buFont typeface="Arial" panose="020B0604020202020204" pitchFamily="34" charset="0"/>
              <a:buNone/>
            </a:pPr>
            <a:r>
              <a:rPr lang="en-GB" sz="1600" b="1" dirty="0"/>
              <a:t>Objectives</a:t>
            </a:r>
          </a:p>
        </p:txBody>
      </p:sp>
      <p:graphicFrame>
        <p:nvGraphicFramePr>
          <p:cNvPr id="5" name="Content Placeholder 4">
            <a:extLst>
              <a:ext uri="{FF2B5EF4-FFF2-40B4-BE49-F238E27FC236}">
                <a16:creationId xmlns:a16="http://schemas.microsoft.com/office/drawing/2014/main" id="{938B9B91-E137-5B2C-C70E-E4C48DC3595E}"/>
              </a:ext>
            </a:extLst>
          </p:cNvPr>
          <p:cNvGraphicFramePr>
            <a:graphicFrameLocks noGrp="1"/>
          </p:cNvGraphicFramePr>
          <p:nvPr>
            <p:ph sz="quarter" idx="11"/>
            <p:extLst>
              <p:ext uri="{D42A27DB-BD31-4B8C-83A1-F6EECF244321}">
                <p14:modId xmlns:p14="http://schemas.microsoft.com/office/powerpoint/2010/main" val="578070876"/>
              </p:ext>
            </p:extLst>
          </p:nvPr>
        </p:nvGraphicFramePr>
        <p:xfrm>
          <a:off x="2251075" y="3038475"/>
          <a:ext cx="9801225" cy="36449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749927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27D2C-9DA5-8B0F-A9BA-C713B9E36CF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EF2934-04C2-11C6-7FAA-A1F417211587}"/>
              </a:ext>
            </a:extLst>
          </p:cNvPr>
          <p:cNvSpPr>
            <a:spLocks noGrp="1"/>
          </p:cNvSpPr>
          <p:nvPr>
            <p:ph type="title"/>
          </p:nvPr>
        </p:nvSpPr>
        <p:spPr/>
        <p:txBody>
          <a:bodyPr>
            <a:normAutofit/>
          </a:bodyPr>
          <a:lstStyle/>
          <a:p>
            <a:r>
              <a:rPr lang="en-GB" dirty="0"/>
              <a:t>Competencies and Coverage</a:t>
            </a:r>
          </a:p>
        </p:txBody>
      </p:sp>
      <p:graphicFrame>
        <p:nvGraphicFramePr>
          <p:cNvPr id="2" name="Table 4">
            <a:extLst>
              <a:ext uri="{FF2B5EF4-FFF2-40B4-BE49-F238E27FC236}">
                <a16:creationId xmlns:a16="http://schemas.microsoft.com/office/drawing/2014/main" id="{74A1E387-9831-79F4-D04E-2948AED79C04}"/>
              </a:ext>
            </a:extLst>
          </p:cNvPr>
          <p:cNvGraphicFramePr>
            <a:graphicFrameLocks noGrp="1"/>
          </p:cNvGraphicFramePr>
          <p:nvPr>
            <p:extLst>
              <p:ext uri="{D42A27DB-BD31-4B8C-83A1-F6EECF244321}">
                <p14:modId xmlns:p14="http://schemas.microsoft.com/office/powerpoint/2010/main" val="2535439229"/>
              </p:ext>
            </p:extLst>
          </p:nvPr>
        </p:nvGraphicFramePr>
        <p:xfrm>
          <a:off x="264883" y="2498799"/>
          <a:ext cx="8127999" cy="1371600"/>
        </p:xfrm>
        <a:graphic>
          <a:graphicData uri="http://schemas.openxmlformats.org/drawingml/2006/table">
            <a:tbl>
              <a:tblPr firstRow="1" bandRow="1">
                <a:tableStyleId>{69012ECD-51FC-41F1-AA8D-1B2483CD663E}</a:tableStyleId>
              </a:tblPr>
              <a:tblGrid>
                <a:gridCol w="2709333">
                  <a:extLst>
                    <a:ext uri="{9D8B030D-6E8A-4147-A177-3AD203B41FA5}">
                      <a16:colId xmlns:a16="http://schemas.microsoft.com/office/drawing/2014/main" val="3030813770"/>
                    </a:ext>
                  </a:extLst>
                </a:gridCol>
                <a:gridCol w="2709333">
                  <a:extLst>
                    <a:ext uri="{9D8B030D-6E8A-4147-A177-3AD203B41FA5}">
                      <a16:colId xmlns:a16="http://schemas.microsoft.com/office/drawing/2014/main" val="79954557"/>
                    </a:ext>
                  </a:extLst>
                </a:gridCol>
                <a:gridCol w="2709333">
                  <a:extLst>
                    <a:ext uri="{9D8B030D-6E8A-4147-A177-3AD203B41FA5}">
                      <a16:colId xmlns:a16="http://schemas.microsoft.com/office/drawing/2014/main" val="1113414384"/>
                    </a:ext>
                  </a:extLst>
                </a:gridCol>
              </a:tblGrid>
              <a:tr h="238094">
                <a:tc gridSpan="3">
                  <a:txBody>
                    <a:bodyPr/>
                    <a:lstStyle/>
                    <a:p>
                      <a:pPr algn="ctr"/>
                      <a:r>
                        <a:rPr lang="en-GB" dirty="0"/>
                        <a:t>Professional Discussion underpinned by Portfolio</a:t>
                      </a:r>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432273095"/>
                  </a:ext>
                </a:extLst>
              </a:tr>
              <a:tr h="238094">
                <a:tc>
                  <a:txBody>
                    <a:bodyPr/>
                    <a:lstStyle/>
                    <a:p>
                      <a:pPr algn="ctr"/>
                      <a:r>
                        <a:rPr lang="en-GB" b="1" dirty="0">
                          <a:solidFill>
                            <a:schemeClr val="tx2"/>
                          </a:solidFill>
                        </a:rPr>
                        <a:t>Knowledge</a:t>
                      </a:r>
                    </a:p>
                  </a:txBody>
                  <a:tcPr/>
                </a:tc>
                <a:tc>
                  <a:txBody>
                    <a:bodyPr/>
                    <a:lstStyle/>
                    <a:p>
                      <a:pPr algn="ctr"/>
                      <a:r>
                        <a:rPr lang="en-GB" b="1" dirty="0">
                          <a:solidFill>
                            <a:schemeClr val="tx2"/>
                          </a:solidFill>
                        </a:rPr>
                        <a:t>Skills</a:t>
                      </a:r>
                    </a:p>
                  </a:txBody>
                  <a:tcPr/>
                </a:tc>
                <a:tc>
                  <a:txBody>
                    <a:bodyPr/>
                    <a:lstStyle/>
                    <a:p>
                      <a:pPr algn="ctr"/>
                      <a:r>
                        <a:rPr lang="en-GB" b="1" dirty="0">
                          <a:solidFill>
                            <a:schemeClr val="tx2"/>
                          </a:solidFill>
                        </a:rPr>
                        <a:t>Behaviours</a:t>
                      </a:r>
                    </a:p>
                  </a:txBody>
                  <a:tcPr/>
                </a:tc>
                <a:extLst>
                  <a:ext uri="{0D108BD9-81ED-4DB2-BD59-A6C34878D82A}">
                    <a16:rowId xmlns:a16="http://schemas.microsoft.com/office/drawing/2014/main" val="2345125783"/>
                  </a:ext>
                </a:extLst>
              </a:tr>
              <a:tr h="515930">
                <a:tc>
                  <a:txBody>
                    <a:bodyPr/>
                    <a:lstStyle/>
                    <a:p>
                      <a:pPr algn="ctr"/>
                      <a:r>
                        <a:rPr lang="en-GB" sz="1800" b="1" kern="1200" dirty="0">
                          <a:solidFill>
                            <a:schemeClr val="tx2"/>
                          </a:solidFill>
                          <a:latin typeface="+mn-lt"/>
                          <a:ea typeface="+mn-ea"/>
                          <a:cs typeface="+mn-cs"/>
                        </a:rPr>
                        <a:t>K1</a:t>
                      </a:r>
                      <a:r>
                        <a:rPr lang="en-GB" sz="1800" kern="1200" dirty="0">
                          <a:solidFill>
                            <a:schemeClr val="bg1">
                              <a:lumMod val="75000"/>
                            </a:schemeClr>
                          </a:solidFill>
                          <a:latin typeface="+mn-lt"/>
                          <a:ea typeface="+mn-ea"/>
                          <a:cs typeface="+mn-cs"/>
                        </a:rPr>
                        <a:t>, </a:t>
                      </a:r>
                      <a:r>
                        <a:rPr lang="en-GB" sz="1800" b="1" kern="1200" dirty="0">
                          <a:solidFill>
                            <a:schemeClr val="tx2"/>
                          </a:solidFill>
                          <a:latin typeface="+mn-lt"/>
                          <a:ea typeface="+mn-ea"/>
                          <a:cs typeface="+mn-cs"/>
                        </a:rPr>
                        <a:t>K3</a:t>
                      </a:r>
                      <a:r>
                        <a:rPr lang="en-GB" sz="1800" kern="1200" dirty="0">
                          <a:solidFill>
                            <a:schemeClr val="bg1">
                              <a:lumMod val="75000"/>
                            </a:schemeClr>
                          </a:solidFill>
                          <a:latin typeface="+mn-lt"/>
                          <a:ea typeface="+mn-ea"/>
                          <a:cs typeface="+mn-cs"/>
                        </a:rPr>
                        <a:t>, </a:t>
                      </a:r>
                      <a:r>
                        <a:rPr lang="en-GB" sz="1800" b="1" kern="1200" dirty="0">
                          <a:solidFill>
                            <a:schemeClr val="tx2"/>
                          </a:solidFill>
                          <a:latin typeface="+mn-lt"/>
                          <a:ea typeface="+mn-ea"/>
                          <a:cs typeface="+mn-cs"/>
                        </a:rPr>
                        <a:t>K4</a:t>
                      </a:r>
                      <a:r>
                        <a:rPr lang="en-GB" sz="1800" kern="1200" dirty="0">
                          <a:solidFill>
                            <a:schemeClr val="bg1">
                              <a:lumMod val="75000"/>
                            </a:schemeClr>
                          </a:solidFill>
                          <a:latin typeface="+mn-lt"/>
                          <a:ea typeface="+mn-ea"/>
                          <a:cs typeface="+mn-cs"/>
                        </a:rPr>
                        <a:t>, </a:t>
                      </a:r>
                      <a:r>
                        <a:rPr lang="en-GB" sz="1800" b="1" kern="1200" dirty="0">
                          <a:solidFill>
                            <a:schemeClr val="tx2"/>
                          </a:solidFill>
                          <a:latin typeface="+mn-lt"/>
                          <a:ea typeface="+mn-ea"/>
                          <a:cs typeface="+mn-cs"/>
                        </a:rPr>
                        <a:t>K5</a:t>
                      </a:r>
                      <a:r>
                        <a:rPr lang="en-GB" sz="1800" kern="1200" dirty="0">
                          <a:solidFill>
                            <a:schemeClr val="bg1">
                              <a:lumMod val="75000"/>
                            </a:schemeClr>
                          </a:solidFill>
                          <a:latin typeface="+mn-lt"/>
                          <a:ea typeface="+mn-ea"/>
                          <a:cs typeface="+mn-cs"/>
                        </a:rPr>
                        <a:t>, K7, </a:t>
                      </a:r>
                      <a:r>
                        <a:rPr lang="en-GB" sz="1800" b="1" kern="1200" dirty="0">
                          <a:solidFill>
                            <a:schemeClr val="tx2"/>
                          </a:solidFill>
                          <a:latin typeface="+mn-lt"/>
                          <a:ea typeface="+mn-ea"/>
                          <a:cs typeface="+mn-cs"/>
                        </a:rPr>
                        <a:t>K8</a:t>
                      </a:r>
                      <a:r>
                        <a:rPr lang="en-GB" sz="1800" kern="1200" dirty="0">
                          <a:solidFill>
                            <a:schemeClr val="bg1">
                              <a:lumMod val="75000"/>
                            </a:schemeClr>
                          </a:solidFill>
                          <a:latin typeface="+mn-lt"/>
                          <a:ea typeface="+mn-ea"/>
                          <a:cs typeface="+mn-cs"/>
                        </a:rPr>
                        <a:t>, K10, K12</a:t>
                      </a:r>
                    </a:p>
                  </a:txBody>
                  <a:tcPr/>
                </a:tc>
                <a:tc>
                  <a:txBody>
                    <a:bodyPr/>
                    <a:lstStyle/>
                    <a:p>
                      <a:pPr algn="ctr"/>
                      <a:r>
                        <a:rPr lang="en-GB" sz="1800" kern="1200" dirty="0">
                          <a:solidFill>
                            <a:schemeClr val="bg1">
                              <a:lumMod val="75000"/>
                            </a:schemeClr>
                          </a:solidFill>
                          <a:latin typeface="+mn-lt"/>
                          <a:ea typeface="+mn-ea"/>
                          <a:cs typeface="+mn-cs"/>
                        </a:rPr>
                        <a:t>S2, S3, S5, S8, </a:t>
                      </a:r>
                      <a:r>
                        <a:rPr lang="en-GB" sz="1800" b="1" kern="1200" dirty="0">
                          <a:solidFill>
                            <a:schemeClr val="tx2"/>
                          </a:solidFill>
                          <a:latin typeface="+mn-lt"/>
                          <a:ea typeface="+mn-ea"/>
                          <a:cs typeface="+mn-cs"/>
                        </a:rPr>
                        <a:t>S9</a:t>
                      </a:r>
                      <a:r>
                        <a:rPr lang="en-GB" sz="1800" kern="1200" dirty="0">
                          <a:solidFill>
                            <a:schemeClr val="bg1">
                              <a:lumMod val="75000"/>
                            </a:schemeClr>
                          </a:solidFill>
                          <a:latin typeface="+mn-lt"/>
                          <a:ea typeface="+mn-ea"/>
                          <a:cs typeface="+mn-cs"/>
                        </a:rPr>
                        <a:t>, S13, S14, </a:t>
                      </a:r>
                      <a:r>
                        <a:rPr lang="en-GB" sz="1800" b="1" kern="1200" dirty="0">
                          <a:solidFill>
                            <a:schemeClr val="tx2"/>
                          </a:solidFill>
                          <a:latin typeface="+mn-lt"/>
                          <a:ea typeface="+mn-ea"/>
                          <a:cs typeface="+mn-cs"/>
                        </a:rPr>
                        <a:t>S15</a:t>
                      </a:r>
                      <a:r>
                        <a:rPr lang="en-GB" sz="1800" kern="1200" dirty="0">
                          <a:solidFill>
                            <a:schemeClr val="bg1">
                              <a:lumMod val="75000"/>
                            </a:schemeClr>
                          </a:solidFill>
                          <a:latin typeface="+mn-lt"/>
                          <a:ea typeface="+mn-ea"/>
                          <a:cs typeface="+mn-cs"/>
                        </a:rPr>
                        <a:t>, S17</a:t>
                      </a:r>
                    </a:p>
                  </a:txBody>
                  <a:tcPr/>
                </a:tc>
                <a:tc>
                  <a:txBody>
                    <a:bodyPr/>
                    <a:lstStyle/>
                    <a:p>
                      <a:pPr algn="ctr"/>
                      <a:r>
                        <a:rPr lang="en-GB" sz="1800" kern="1200" dirty="0">
                          <a:solidFill>
                            <a:schemeClr val="bg1">
                              <a:lumMod val="75000"/>
                            </a:schemeClr>
                          </a:solidFill>
                          <a:latin typeface="+mn-lt"/>
                          <a:ea typeface="+mn-ea"/>
                          <a:cs typeface="+mn-cs"/>
                        </a:rPr>
                        <a:t>B1, B4, B5, B6, </a:t>
                      </a:r>
                      <a:r>
                        <a:rPr lang="en-GB" sz="1800" b="1" kern="1200" dirty="0">
                          <a:solidFill>
                            <a:schemeClr val="tx2"/>
                          </a:solidFill>
                          <a:latin typeface="+mn-lt"/>
                          <a:ea typeface="+mn-ea"/>
                          <a:cs typeface="+mn-cs"/>
                        </a:rPr>
                        <a:t>B7</a:t>
                      </a:r>
                      <a:r>
                        <a:rPr lang="en-GB" sz="1800" kern="1200" dirty="0">
                          <a:solidFill>
                            <a:schemeClr val="bg1">
                              <a:lumMod val="75000"/>
                            </a:schemeClr>
                          </a:solidFill>
                          <a:latin typeface="+mn-lt"/>
                          <a:ea typeface="+mn-ea"/>
                          <a:cs typeface="+mn-cs"/>
                        </a:rPr>
                        <a:t>, </a:t>
                      </a:r>
                      <a:r>
                        <a:rPr lang="en-GB" sz="1800" b="1" kern="1200" dirty="0">
                          <a:solidFill>
                            <a:schemeClr val="tx2"/>
                          </a:solidFill>
                          <a:latin typeface="+mn-lt"/>
                          <a:ea typeface="+mn-ea"/>
                          <a:cs typeface="+mn-cs"/>
                        </a:rPr>
                        <a:t>B8</a:t>
                      </a:r>
                      <a:r>
                        <a:rPr lang="en-GB" sz="1800" kern="1200" dirty="0">
                          <a:solidFill>
                            <a:schemeClr val="bg1">
                              <a:lumMod val="75000"/>
                            </a:schemeClr>
                          </a:solidFill>
                          <a:latin typeface="+mn-lt"/>
                          <a:ea typeface="+mn-ea"/>
                          <a:cs typeface="+mn-cs"/>
                        </a:rPr>
                        <a:t>, </a:t>
                      </a:r>
                      <a:r>
                        <a:rPr lang="en-GB" sz="1800" b="1" kern="1200" dirty="0">
                          <a:solidFill>
                            <a:schemeClr val="tx2"/>
                          </a:solidFill>
                          <a:latin typeface="+mn-lt"/>
                          <a:ea typeface="+mn-ea"/>
                          <a:cs typeface="+mn-cs"/>
                        </a:rPr>
                        <a:t>B9</a:t>
                      </a:r>
                    </a:p>
                  </a:txBody>
                  <a:tcPr/>
                </a:tc>
                <a:extLst>
                  <a:ext uri="{0D108BD9-81ED-4DB2-BD59-A6C34878D82A}">
                    <a16:rowId xmlns:a16="http://schemas.microsoft.com/office/drawing/2014/main" val="2058850495"/>
                  </a:ext>
                </a:extLst>
              </a:tr>
            </a:tbl>
          </a:graphicData>
        </a:graphic>
      </p:graphicFrame>
      <p:graphicFrame>
        <p:nvGraphicFramePr>
          <p:cNvPr id="5" name="Table 4">
            <a:extLst>
              <a:ext uri="{FF2B5EF4-FFF2-40B4-BE49-F238E27FC236}">
                <a16:creationId xmlns:a16="http://schemas.microsoft.com/office/drawing/2014/main" id="{7A5AFD3F-E2D6-B448-C70E-30D205E640DF}"/>
              </a:ext>
            </a:extLst>
          </p:cNvPr>
          <p:cNvGraphicFramePr>
            <a:graphicFrameLocks noGrp="1"/>
          </p:cNvGraphicFramePr>
          <p:nvPr>
            <p:extLst>
              <p:ext uri="{D42A27DB-BD31-4B8C-83A1-F6EECF244321}">
                <p14:modId xmlns:p14="http://schemas.microsoft.com/office/powerpoint/2010/main" val="3414659913"/>
              </p:ext>
            </p:extLst>
          </p:nvPr>
        </p:nvGraphicFramePr>
        <p:xfrm>
          <a:off x="3799118" y="4327941"/>
          <a:ext cx="8127999" cy="1371600"/>
        </p:xfrm>
        <a:graphic>
          <a:graphicData uri="http://schemas.openxmlformats.org/drawingml/2006/table">
            <a:tbl>
              <a:tblPr firstRow="1" bandRow="1">
                <a:tableStyleId>{72833802-FEF1-4C79-8D5D-14CF1EAF98D9}</a:tableStyleId>
              </a:tblPr>
              <a:tblGrid>
                <a:gridCol w="2709333">
                  <a:extLst>
                    <a:ext uri="{9D8B030D-6E8A-4147-A177-3AD203B41FA5}">
                      <a16:colId xmlns:a16="http://schemas.microsoft.com/office/drawing/2014/main" val="3030813770"/>
                    </a:ext>
                  </a:extLst>
                </a:gridCol>
                <a:gridCol w="2709333">
                  <a:extLst>
                    <a:ext uri="{9D8B030D-6E8A-4147-A177-3AD203B41FA5}">
                      <a16:colId xmlns:a16="http://schemas.microsoft.com/office/drawing/2014/main" val="79954557"/>
                    </a:ext>
                  </a:extLst>
                </a:gridCol>
                <a:gridCol w="2709333">
                  <a:extLst>
                    <a:ext uri="{9D8B030D-6E8A-4147-A177-3AD203B41FA5}">
                      <a16:colId xmlns:a16="http://schemas.microsoft.com/office/drawing/2014/main" val="1113414384"/>
                    </a:ext>
                  </a:extLst>
                </a:gridCol>
              </a:tblGrid>
              <a:tr h="186663">
                <a:tc gridSpan="3">
                  <a:txBody>
                    <a:bodyPr/>
                    <a:lstStyle/>
                    <a:p>
                      <a:pPr algn="ctr"/>
                      <a:r>
                        <a:rPr lang="en-GB" dirty="0"/>
                        <a:t>Work-based Project with Questioning</a:t>
                      </a:r>
                    </a:p>
                  </a:txBody>
                  <a:tcPr/>
                </a:tc>
                <a:tc hMerge="1">
                  <a:txBody>
                    <a:bodyPr/>
                    <a:lstStyle/>
                    <a:p>
                      <a:endParaRPr lang="en-GB" dirty="0"/>
                    </a:p>
                  </a:txBody>
                  <a:tcPr/>
                </a:tc>
                <a:tc hMerge="1">
                  <a:txBody>
                    <a:bodyPr/>
                    <a:lstStyle/>
                    <a:p>
                      <a:endParaRPr lang="en-GB" dirty="0"/>
                    </a:p>
                  </a:txBody>
                  <a:tcPr/>
                </a:tc>
                <a:extLst>
                  <a:ext uri="{0D108BD9-81ED-4DB2-BD59-A6C34878D82A}">
                    <a16:rowId xmlns:a16="http://schemas.microsoft.com/office/drawing/2014/main" val="432273095"/>
                  </a:ext>
                </a:extLst>
              </a:tr>
              <a:tr h="186663">
                <a:tc>
                  <a:txBody>
                    <a:bodyPr/>
                    <a:lstStyle/>
                    <a:p>
                      <a:pPr algn="ctr"/>
                      <a:r>
                        <a:rPr lang="en-GB" b="1" dirty="0">
                          <a:solidFill>
                            <a:schemeClr val="tx2"/>
                          </a:solidFill>
                        </a:rPr>
                        <a:t>Knowledge</a:t>
                      </a:r>
                    </a:p>
                  </a:txBody>
                  <a:tcPr/>
                </a:tc>
                <a:tc>
                  <a:txBody>
                    <a:bodyPr/>
                    <a:lstStyle/>
                    <a:p>
                      <a:pPr algn="ctr"/>
                      <a:r>
                        <a:rPr lang="en-GB" b="1" dirty="0">
                          <a:solidFill>
                            <a:schemeClr val="tx2"/>
                          </a:solidFill>
                        </a:rPr>
                        <a:t>Skills</a:t>
                      </a:r>
                    </a:p>
                  </a:txBody>
                  <a:tcPr/>
                </a:tc>
                <a:tc>
                  <a:txBody>
                    <a:bodyPr/>
                    <a:lstStyle/>
                    <a:p>
                      <a:pPr algn="ctr"/>
                      <a:r>
                        <a:rPr lang="en-GB" b="1" dirty="0">
                          <a:solidFill>
                            <a:schemeClr val="tx2"/>
                          </a:solidFill>
                        </a:rPr>
                        <a:t>Behaviours</a:t>
                      </a:r>
                    </a:p>
                  </a:txBody>
                  <a:tcPr/>
                </a:tc>
                <a:extLst>
                  <a:ext uri="{0D108BD9-81ED-4DB2-BD59-A6C34878D82A}">
                    <a16:rowId xmlns:a16="http://schemas.microsoft.com/office/drawing/2014/main" val="2345125783"/>
                  </a:ext>
                </a:extLst>
              </a:tr>
              <a:tr h="388410">
                <a:tc>
                  <a:txBody>
                    <a:bodyPr/>
                    <a:lstStyle/>
                    <a:p>
                      <a:pPr marL="0" algn="ctr" defTabSz="914400" rtl="0" eaLnBrk="1" latinLnBrk="0" hangingPunct="1"/>
                      <a:r>
                        <a:rPr lang="en-GB" sz="1800" b="1" kern="1200" dirty="0">
                          <a:solidFill>
                            <a:schemeClr val="tx2"/>
                          </a:solidFill>
                          <a:latin typeface="+mn-lt"/>
                          <a:ea typeface="+mn-ea"/>
                          <a:cs typeface="+mn-cs"/>
                        </a:rPr>
                        <a:t>K2</a:t>
                      </a:r>
                      <a:r>
                        <a:rPr lang="en-GB" sz="1800" kern="1200" dirty="0">
                          <a:solidFill>
                            <a:schemeClr val="bg1">
                              <a:lumMod val="75000"/>
                            </a:schemeClr>
                          </a:solidFill>
                          <a:latin typeface="+mn-lt"/>
                          <a:ea typeface="+mn-ea"/>
                          <a:cs typeface="+mn-cs"/>
                        </a:rPr>
                        <a:t>, </a:t>
                      </a:r>
                      <a:r>
                        <a:rPr lang="en-GB" sz="1800" b="1" kern="1200" dirty="0">
                          <a:solidFill>
                            <a:schemeClr val="tx2"/>
                          </a:solidFill>
                          <a:latin typeface="+mn-lt"/>
                          <a:ea typeface="+mn-ea"/>
                          <a:cs typeface="+mn-cs"/>
                        </a:rPr>
                        <a:t>K6</a:t>
                      </a:r>
                      <a:r>
                        <a:rPr lang="en-GB" sz="1800" kern="1200" dirty="0">
                          <a:solidFill>
                            <a:schemeClr val="bg1">
                              <a:lumMod val="75000"/>
                            </a:schemeClr>
                          </a:solidFill>
                          <a:latin typeface="+mn-lt"/>
                          <a:ea typeface="+mn-ea"/>
                          <a:cs typeface="+mn-cs"/>
                        </a:rPr>
                        <a:t>, K9, </a:t>
                      </a:r>
                      <a:r>
                        <a:rPr lang="en-GB" sz="1800" b="1" kern="1200" dirty="0">
                          <a:solidFill>
                            <a:schemeClr val="tx2"/>
                          </a:solidFill>
                          <a:latin typeface="+mn-lt"/>
                          <a:ea typeface="+mn-ea"/>
                          <a:cs typeface="+mn-cs"/>
                        </a:rPr>
                        <a:t>K11</a:t>
                      </a:r>
                    </a:p>
                  </a:txBody>
                  <a:tcPr/>
                </a:tc>
                <a:tc>
                  <a:txBody>
                    <a:bodyPr/>
                    <a:lstStyle/>
                    <a:p>
                      <a:pPr marL="0" algn="ctr" defTabSz="914400" rtl="0" eaLnBrk="1" latinLnBrk="0" hangingPunct="1"/>
                      <a:r>
                        <a:rPr lang="en-GB" sz="1800" kern="1200" dirty="0">
                          <a:solidFill>
                            <a:schemeClr val="bg1">
                              <a:lumMod val="75000"/>
                            </a:schemeClr>
                          </a:solidFill>
                          <a:latin typeface="+mn-lt"/>
                          <a:ea typeface="+mn-ea"/>
                          <a:cs typeface="+mn-cs"/>
                        </a:rPr>
                        <a:t>S1, S4, S6, S7, S10, S11, S12, S16</a:t>
                      </a:r>
                    </a:p>
                  </a:txBody>
                  <a:tcPr/>
                </a:tc>
                <a:tc>
                  <a:txBody>
                    <a:bodyPr/>
                    <a:lstStyle/>
                    <a:p>
                      <a:pPr marL="0" algn="ctr" defTabSz="914400" rtl="0" eaLnBrk="1" latinLnBrk="0" hangingPunct="1"/>
                      <a:r>
                        <a:rPr lang="en-GB" sz="1800" b="1" kern="1200" dirty="0">
                          <a:solidFill>
                            <a:schemeClr val="tx2"/>
                          </a:solidFill>
                          <a:latin typeface="+mn-lt"/>
                          <a:ea typeface="+mn-ea"/>
                          <a:cs typeface="+mn-cs"/>
                        </a:rPr>
                        <a:t>B2</a:t>
                      </a:r>
                      <a:r>
                        <a:rPr lang="en-GB" sz="1800" kern="1200" dirty="0">
                          <a:solidFill>
                            <a:schemeClr val="bg1">
                              <a:lumMod val="75000"/>
                            </a:schemeClr>
                          </a:solidFill>
                          <a:latin typeface="+mn-lt"/>
                          <a:ea typeface="+mn-ea"/>
                          <a:cs typeface="+mn-cs"/>
                        </a:rPr>
                        <a:t>, B3</a:t>
                      </a:r>
                    </a:p>
                  </a:txBody>
                  <a:tcPr/>
                </a:tc>
                <a:extLst>
                  <a:ext uri="{0D108BD9-81ED-4DB2-BD59-A6C34878D82A}">
                    <a16:rowId xmlns:a16="http://schemas.microsoft.com/office/drawing/2014/main" val="2058850495"/>
                  </a:ext>
                </a:extLst>
              </a:tr>
            </a:tbl>
          </a:graphicData>
        </a:graphic>
      </p:graphicFrame>
    </p:spTree>
    <p:custDataLst>
      <p:tags r:id="rId1"/>
    </p:custDataLst>
    <p:extLst>
      <p:ext uri="{BB962C8B-B14F-4D97-AF65-F5344CB8AC3E}">
        <p14:creationId xmlns:p14="http://schemas.microsoft.com/office/powerpoint/2010/main" val="42416453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E92F91-456C-7A83-3869-3712623534B9}"/>
              </a:ext>
            </a:extLst>
          </p:cNvPr>
          <p:cNvSpPr>
            <a:spLocks noGrp="1"/>
          </p:cNvSpPr>
          <p:nvPr>
            <p:ph type="body" sz="quarter" idx="10"/>
          </p:nvPr>
        </p:nvSpPr>
        <p:spPr/>
        <p:txBody>
          <a:bodyPr/>
          <a:lstStyle/>
          <a:p>
            <a:endParaRPr lang="en-GB"/>
          </a:p>
        </p:txBody>
      </p:sp>
      <p:sp>
        <p:nvSpPr>
          <p:cNvPr id="3" name="Title 2">
            <a:extLst>
              <a:ext uri="{FF2B5EF4-FFF2-40B4-BE49-F238E27FC236}">
                <a16:creationId xmlns:a16="http://schemas.microsoft.com/office/drawing/2014/main" id="{1CBAF9C0-7DB5-4966-DFE1-68E814A873A7}"/>
              </a:ext>
            </a:extLst>
          </p:cNvPr>
          <p:cNvSpPr>
            <a:spLocks noGrp="1"/>
          </p:cNvSpPr>
          <p:nvPr>
            <p:ph type="title"/>
          </p:nvPr>
        </p:nvSpPr>
        <p:spPr/>
        <p:txBody>
          <a:bodyPr/>
          <a:lstStyle/>
          <a:p>
            <a:endParaRPr lang="en-GB"/>
          </a:p>
        </p:txBody>
      </p:sp>
    </p:spTree>
    <p:extLst>
      <p:ext uri="{BB962C8B-B14F-4D97-AF65-F5344CB8AC3E}">
        <p14:creationId xmlns:p14="http://schemas.microsoft.com/office/powerpoint/2010/main" val="177413894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Firebrand">
      <a:dk1>
        <a:srgbClr val="111110"/>
      </a:dk1>
      <a:lt1>
        <a:srgbClr val="FFFFFF"/>
      </a:lt1>
      <a:dk2>
        <a:srgbClr val="3B3B3A"/>
      </a:dk2>
      <a:lt2>
        <a:srgbClr val="F9F7F7"/>
      </a:lt2>
      <a:accent1>
        <a:srgbClr val="D30047"/>
      </a:accent1>
      <a:accent2>
        <a:srgbClr val="FF6717"/>
      </a:accent2>
      <a:accent3>
        <a:srgbClr val="FFDB46"/>
      </a:accent3>
      <a:accent4>
        <a:srgbClr val="D30047"/>
      </a:accent4>
      <a:accent5>
        <a:srgbClr val="FF6717"/>
      </a:accent5>
      <a:accent6>
        <a:srgbClr val="FFDB46"/>
      </a:accent6>
      <a:hlink>
        <a:srgbClr val="00B0F0"/>
      </a:hlink>
      <a:folHlink>
        <a:srgbClr val="00CFB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907E80B901FE44787F31FF6EE1E667A" ma:contentTypeVersion="12" ma:contentTypeDescription="Create a new document." ma:contentTypeScope="" ma:versionID="36f97bdd8a811af635b62d6528a9f31f">
  <xsd:schema xmlns:xsd="http://www.w3.org/2001/XMLSchema" xmlns:xs="http://www.w3.org/2001/XMLSchema" xmlns:p="http://schemas.microsoft.com/office/2006/metadata/properties" xmlns:ns2="30b87968-6865-4029-8dea-377bb56c67df" xmlns:ns3="07227ca3-12f4-4989-82a5-2752d4afcbb2" targetNamespace="http://schemas.microsoft.com/office/2006/metadata/properties" ma:root="true" ma:fieldsID="9a7b9cdf5da5d647bb3de7c041bfbd25" ns2:_="" ns3:_="">
    <xsd:import namespace="30b87968-6865-4029-8dea-377bb56c67df"/>
    <xsd:import namespace="07227ca3-12f4-4989-82a5-2752d4afcbb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b87968-6865-4029-8dea-377bb56c67d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42764dbc-7309-45b3-8ffb-b5aa3fc55abb"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07227ca3-12f4-4989-82a5-2752d4afcbb2"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bf150ec1-2474-4b82-8252-cfef7524f9d2}" ma:internalName="TaxCatchAll" ma:showField="CatchAllData" ma:web="07227ca3-12f4-4989-82a5-2752d4afcbb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0b87968-6865-4029-8dea-377bb56c67df">
      <Terms xmlns="http://schemas.microsoft.com/office/infopath/2007/PartnerControls"/>
    </lcf76f155ced4ddcb4097134ff3c332f>
    <TaxCatchAll xmlns="07227ca3-12f4-4989-82a5-2752d4afcbb2" xsi:nil="true"/>
  </documentManagement>
</p:properties>
</file>

<file path=customXml/itemProps1.xml><?xml version="1.0" encoding="utf-8"?>
<ds:datastoreItem xmlns:ds="http://schemas.openxmlformats.org/officeDocument/2006/customXml" ds:itemID="{42238B2B-749C-442A-9899-6F2A92B3828C}">
  <ds:schemaRefs>
    <ds:schemaRef ds:uri="http://schemas.microsoft.com/sharepoint/v3/contenttype/forms"/>
  </ds:schemaRefs>
</ds:datastoreItem>
</file>

<file path=customXml/itemProps2.xml><?xml version="1.0" encoding="utf-8"?>
<ds:datastoreItem xmlns:ds="http://schemas.openxmlformats.org/officeDocument/2006/customXml" ds:itemID="{E7F00D32-3EF2-4199-BBFA-D3850B13B0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0b87968-6865-4029-8dea-377bb56c67df"/>
    <ds:schemaRef ds:uri="07227ca3-12f4-4989-82a5-2752d4afcb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6831D08-0091-4FD6-BC61-A7A261C1F3EB}">
  <ds:schemaRefs>
    <ds:schemaRef ds:uri="http://purl.org/dc/term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c69e57dd-4b01-4106-900e-f9a18139baff"/>
    <ds:schemaRef ds:uri="967f75fe-2e59-4dde-be94-0a8bfc312cf2"/>
    <ds:schemaRef ds:uri="http://schemas.microsoft.com/office/2006/metadata/properties"/>
    <ds:schemaRef ds:uri="http://www.w3.org/XML/1998/namespace"/>
    <ds:schemaRef ds:uri="http://purl.org/dc/dcmitype/"/>
    <ds:schemaRef ds:uri="ca7576cf-6e24-46cd-9834-137838317a61"/>
    <ds:schemaRef ds:uri="e7c3de4d-a658-4fb0-9e10-c4121cf93e9c"/>
    <ds:schemaRef ds:uri="30b87968-6865-4029-8dea-377bb56c67df"/>
    <ds:schemaRef ds:uri="07227ca3-12f4-4989-82a5-2752d4afcbb2"/>
  </ds:schemaRefs>
</ds:datastoreItem>
</file>

<file path=docMetadata/LabelInfo.xml><?xml version="1.0" encoding="utf-8"?>
<clbl:labelList xmlns:clbl="http://schemas.microsoft.com/office/2020/mipLabelMetadata">
  <clbl:label id="{3e2d752b-4bff-4307-bf29-f83cd9f18672}" enabled="0" method="" siteId="{3e2d752b-4bff-4307-bf29-f83cd9f18672}" removed="1"/>
</clbl:labelList>
</file>

<file path=docProps/app.xml><?xml version="1.0" encoding="utf-8"?>
<Properties xmlns="http://schemas.openxmlformats.org/officeDocument/2006/extended-properties" xmlns:vt="http://schemas.openxmlformats.org/officeDocument/2006/docPropsVTypes">
  <Template/>
  <TotalTime>9919</TotalTime>
  <Words>2272</Words>
  <Application>Microsoft Office PowerPoint</Application>
  <PresentationFormat>Widescreen</PresentationFormat>
  <Paragraphs>318</Paragraphs>
  <Slides>31</Slides>
  <Notes>11</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1_Office Theme</vt:lpstr>
      <vt:lpstr>Recording</vt:lpstr>
      <vt:lpstr>SDLC Stages – Planning &amp; Analysis</vt:lpstr>
      <vt:lpstr>PowerPoint Presentation</vt:lpstr>
      <vt:lpstr>PowerPoint Presentation</vt:lpstr>
      <vt:lpstr>Learning Aim and Objectives</vt:lpstr>
      <vt:lpstr>Competencies and Coverage</vt:lpstr>
      <vt:lpstr>Phases of the SDLC</vt:lpstr>
      <vt:lpstr>Phases of the SDLC</vt:lpstr>
      <vt:lpstr>Feasibility Study</vt:lpstr>
      <vt:lpstr>Feasibility Study</vt:lpstr>
      <vt:lpstr>Feasibility Study</vt:lpstr>
      <vt:lpstr>Business Case</vt:lpstr>
      <vt:lpstr>Business Case</vt:lpstr>
      <vt:lpstr>Feasibility and Business Cases</vt:lpstr>
      <vt:lpstr>Requirements Analysis</vt:lpstr>
      <vt:lpstr>Requirements Analysis</vt:lpstr>
      <vt:lpstr>Requirement Elicitation</vt:lpstr>
      <vt:lpstr>Requirements Elicitation</vt:lpstr>
      <vt:lpstr>Methods of Eliciting Requirements</vt:lpstr>
      <vt:lpstr>Categorising Requirements</vt:lpstr>
      <vt:lpstr>Functional Requirements</vt:lpstr>
      <vt:lpstr>Non-functional Requirements</vt:lpstr>
      <vt:lpstr>User Stories</vt:lpstr>
      <vt:lpstr>User Stories</vt:lpstr>
      <vt:lpstr>User Stories</vt:lpstr>
      <vt:lpstr>User Stories</vt:lpstr>
      <vt:lpstr>User Stories</vt:lpstr>
      <vt:lpstr>Summary</vt:lpstr>
      <vt:lpstr>Course Summary</vt:lpstr>
      <vt:lpstr>Competencies and Coverage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Phil Chapman</dc:creator>
  <cp:lastModifiedBy>Steph Ferguson</cp:lastModifiedBy>
  <cp:revision>11</cp:revision>
  <dcterms:created xsi:type="dcterms:W3CDTF">2025-07-24T10:07:49Z</dcterms:created>
  <dcterms:modified xsi:type="dcterms:W3CDTF">2026-08-04T12:46:26Z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0x0101005907E80B901FE44787F31FF6EE1E667A</vt:lpwstr>
  </property>
  <property fmtid="{D5CDD505-2E9C-101B-9397-08002B2CF9AE}" pid="3" name="MediaServiceImageTags">
    <vt:lpwstr/>
  </property>
  <property fmtid="{D5CDD505-2E9C-101B-9397-08002B2CF9AE}" pid="4" name="KSB">
    <vt:lpwstr/>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xd_Signature">
    <vt:bool>false</vt:bool>
  </property>
  <property fmtid="{D5CDD505-2E9C-101B-9397-08002B2CF9AE}" pid="11" name="Competency">
    <vt:lpwstr/>
  </property>
</Properties>
</file>