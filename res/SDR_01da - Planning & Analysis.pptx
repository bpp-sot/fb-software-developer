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xml" ContentType="application/vnd.openxmlformats-officedocument.presentationml.tags+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tags/tag3.xml" ContentType="application/vnd.openxmlformats-officedocument.presentationml.tags+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4"/>
  </p:sldMasterIdLst>
  <p:notesMasterIdLst>
    <p:notesMasterId r:id="rId18"/>
  </p:notesMasterIdLst>
  <p:handoutMasterIdLst>
    <p:handoutMasterId r:id="rId19"/>
  </p:handoutMasterIdLst>
  <p:sldIdLst>
    <p:sldId id="256" r:id="rId5"/>
    <p:sldId id="375" r:id="rId6"/>
    <p:sldId id="585" r:id="rId7"/>
    <p:sldId id="281" r:id="rId8"/>
    <p:sldId id="572" r:id="rId9"/>
    <p:sldId id="288" r:id="rId10"/>
    <p:sldId id="339" r:id="rId11"/>
    <p:sldId id="311" r:id="rId12"/>
    <p:sldId id="345" r:id="rId13"/>
    <p:sldId id="991" r:id="rId14"/>
    <p:sldId id="344" r:id="rId15"/>
    <p:sldId id="993" r:id="rId16"/>
    <p:sldId id="96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0013A8F-88B8-42D4-8F20-24C9F2C72B4A}">
          <p14:sldIdLst>
            <p14:sldId id="256"/>
            <p14:sldId id="375"/>
            <p14:sldId id="585"/>
          </p14:sldIdLst>
        </p14:section>
        <p14:section name="Objectives" id="{58052AD5-B5F2-4043-9C33-3A427EAE037E}">
          <p14:sldIdLst>
            <p14:sldId id="281"/>
            <p14:sldId id="572"/>
          </p14:sldIdLst>
        </p14:section>
        <p14:section name="Content" id="{01568920-2250-4F43-BC1F-AD43DE6CE5A6}">
          <p14:sldIdLst>
            <p14:sldId id="288"/>
            <p14:sldId id="339"/>
            <p14:sldId id="311"/>
            <p14:sldId id="345"/>
          </p14:sldIdLst>
        </p14:section>
        <p14:section name="Wrap-up" id="{71603E5A-30A7-48E3-A3B4-F039B3B467C5}">
          <p14:sldIdLst>
            <p14:sldId id="991"/>
            <p14:sldId id="344"/>
            <p14:sldId id="993"/>
            <p14:sldId id="96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A65CE"/>
    <a:srgbClr val="00CFBF"/>
    <a:srgbClr val="FFDB46"/>
    <a:srgbClr val="FF6717"/>
    <a:srgbClr val="D30047"/>
    <a:srgbClr val="D9D0C3"/>
    <a:srgbClr val="23CEFD"/>
    <a:srgbClr val="FA388E"/>
    <a:srgbClr val="7950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39D5D3-F109-703C-0D9F-F83237446CD0}" v="4" dt="2026-08-04T12:46:01.991"/>
  </p1510:revLst>
</p1510:revInfo>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12" autoAdjust="0"/>
    <p:restoredTop sz="94660"/>
  </p:normalViewPr>
  <p:slideViewPr>
    <p:cSldViewPr snapToGrid="0">
      <p:cViewPr varScale="1">
        <p:scale>
          <a:sx n="98" d="100"/>
          <a:sy n="98" d="100"/>
        </p:scale>
        <p:origin x="1170" y="90"/>
      </p:cViewPr>
      <p:guideLst/>
    </p:cSldViewPr>
  </p:slideViewPr>
  <p:notesTextViewPr>
    <p:cViewPr>
      <p:scale>
        <a:sx n="1" d="1"/>
        <a:sy n="1" d="1"/>
      </p:scale>
      <p:origin x="0" y="0"/>
    </p:cViewPr>
  </p:notesTextViewPr>
  <p:notesViewPr>
    <p:cSldViewPr snapToGrid="0">
      <p:cViewPr varScale="1">
        <p:scale>
          <a:sx n="79" d="100"/>
          <a:sy n="79" d="100"/>
        </p:scale>
        <p:origin x="3942"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ott Kenyon" userId="S::scottkenyon@bpp.com::e0a4f75c-ff2f-4b47-b5b5-5accc1cea1d5" providerId="AD" clId="Web-{F739D5D3-F109-703C-0D9F-F83237446CD0}"/>
    <pc:docChg chg="addSld delSld modSection">
      <pc:chgData name="Scott Kenyon" userId="S::scottkenyon@bpp.com::e0a4f75c-ff2f-4b47-b5b5-5accc1cea1d5" providerId="AD" clId="Web-{F739D5D3-F109-703C-0D9F-F83237446CD0}" dt="2026-08-04T12:46:01.991" v="3"/>
      <pc:docMkLst>
        <pc:docMk/>
      </pc:docMkLst>
      <pc:sldChg chg="add">
        <pc:chgData name="Scott Kenyon" userId="S::scottkenyon@bpp.com::e0a4f75c-ff2f-4b47-b5b5-5accc1cea1d5" providerId="AD" clId="Web-{F739D5D3-F109-703C-0D9F-F83237446CD0}" dt="2026-08-04T12:45:22.240" v="0"/>
        <pc:sldMkLst>
          <pc:docMk/>
          <pc:sldMk cId="1329777431" sldId="375"/>
        </pc:sldMkLst>
      </pc:sldChg>
      <pc:sldChg chg="del">
        <pc:chgData name="Scott Kenyon" userId="S::scottkenyon@bpp.com::e0a4f75c-ff2f-4b47-b5b5-5accc1cea1d5" providerId="AD" clId="Web-{F739D5D3-F109-703C-0D9F-F83237446CD0}" dt="2026-08-04T12:45:27.646" v="2"/>
        <pc:sldMkLst>
          <pc:docMk/>
          <pc:sldMk cId="3459574300" sldId="581"/>
        </pc:sldMkLst>
      </pc:sldChg>
      <pc:sldChg chg="add">
        <pc:chgData name="Scott Kenyon" userId="S::scottkenyon@bpp.com::e0a4f75c-ff2f-4b47-b5b5-5accc1cea1d5" providerId="AD" clId="Web-{F739D5D3-F109-703C-0D9F-F83237446CD0}" dt="2026-08-04T12:45:22.599" v="1"/>
        <pc:sldMkLst>
          <pc:docMk/>
          <pc:sldMk cId="2777191371" sldId="585"/>
        </pc:sldMkLst>
      </pc:sldChg>
      <pc:sldChg chg="del">
        <pc:chgData name="Scott Kenyon" userId="S::scottkenyon@bpp.com::e0a4f75c-ff2f-4b47-b5b5-5accc1cea1d5" providerId="AD" clId="Web-{F739D5D3-F109-703C-0D9F-F83237446CD0}" dt="2026-08-04T12:46:01.991" v="3"/>
        <pc:sldMkLst>
          <pc:docMk/>
          <pc:sldMk cId="39332995" sldId="992"/>
        </pc:sldMkLst>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hyperlink" Target="mailto:safeguarding@bpp.com" TargetMode="External"/><Relationship Id="rId4" Type="http://schemas.openxmlformats.org/officeDocument/2006/relationships/image" Target="../media/image19.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hyperlink" Target="mailto:safeguarding@bpp.com" TargetMode="External"/><Relationship Id="rId4" Type="http://schemas.openxmlformats.org/officeDocument/2006/relationships/image" Target="../media/image19.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0FED63-0D31-44AB-B0E3-B071C589F1D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GB"/>
        </a:p>
      </dgm:t>
    </dgm:pt>
    <dgm:pt modelId="{FDE026C3-DA7A-46B1-ADA6-F5324AC79498}">
      <dgm:prSet/>
      <dgm:spPr/>
      <dgm:t>
        <a:bodyPr/>
        <a:lstStyle/>
        <a:p>
          <a:r>
            <a:rPr lang="en-GB" b="1"/>
            <a:t>Session Recording</a:t>
          </a:r>
          <a:endParaRPr lang="en-GB"/>
        </a:p>
      </dgm:t>
    </dgm:pt>
    <dgm:pt modelId="{0DCA9DE3-7D85-4555-8C69-E62982FBD879}" type="parTrans" cxnId="{E4164DC3-C02E-4186-9C1D-D73E7AE470E6}">
      <dgm:prSet/>
      <dgm:spPr/>
      <dgm:t>
        <a:bodyPr/>
        <a:lstStyle/>
        <a:p>
          <a:endParaRPr lang="en-GB"/>
        </a:p>
      </dgm:t>
    </dgm:pt>
    <dgm:pt modelId="{E249CE21-5B36-4D9E-99BF-2C2C51243FB0}" type="sibTrans" cxnId="{E4164DC3-C02E-4186-9C1D-D73E7AE470E6}">
      <dgm:prSet/>
      <dgm:spPr/>
      <dgm:t>
        <a:bodyPr/>
        <a:lstStyle/>
        <a:p>
          <a:endParaRPr lang="en-GB"/>
        </a:p>
      </dgm:t>
    </dgm:pt>
    <dgm:pt modelId="{917FCFB2-8C22-49C4-B6AC-6FB5E24C9FCF}">
      <dgm:prSet/>
      <dgm:spPr/>
      <dgm:t>
        <a:bodyPr/>
        <a:lstStyle/>
        <a:p>
          <a:r>
            <a:rPr lang="en-US" dirty="0"/>
            <a:t>All training sessions are recorded to:</a:t>
          </a:r>
          <a:endParaRPr lang="en-GB" dirty="0"/>
        </a:p>
      </dgm:t>
    </dgm:pt>
    <dgm:pt modelId="{158B5EAB-237D-4E83-AD92-80AE3FFB1A47}" type="parTrans" cxnId="{279BB417-90AF-435B-B67E-1C73A656E297}">
      <dgm:prSet/>
      <dgm:spPr/>
      <dgm:t>
        <a:bodyPr/>
        <a:lstStyle/>
        <a:p>
          <a:endParaRPr lang="en-GB"/>
        </a:p>
      </dgm:t>
    </dgm:pt>
    <dgm:pt modelId="{47ACA70B-DDBB-403B-AB1C-96862A3814D4}" type="sibTrans" cxnId="{279BB417-90AF-435B-B67E-1C73A656E297}">
      <dgm:prSet/>
      <dgm:spPr/>
      <dgm:t>
        <a:bodyPr/>
        <a:lstStyle/>
        <a:p>
          <a:endParaRPr lang="en-GB"/>
        </a:p>
      </dgm:t>
    </dgm:pt>
    <dgm:pt modelId="{9E0B245E-8AFB-4C99-8968-6B3DF1C512BF}">
      <dgm:prSet/>
      <dgm:spPr/>
      <dgm:t>
        <a:bodyPr/>
        <a:lstStyle/>
        <a:p>
          <a:r>
            <a:rPr lang="en-GB"/>
            <a:t>Support learner progress</a:t>
          </a:r>
        </a:p>
      </dgm:t>
    </dgm:pt>
    <dgm:pt modelId="{9CBAEC7D-27A6-4F40-9919-D6B0DFD648C6}" type="parTrans" cxnId="{68D683FC-0C55-4A71-8058-CC22813438EF}">
      <dgm:prSet/>
      <dgm:spPr/>
      <dgm:t>
        <a:bodyPr/>
        <a:lstStyle/>
        <a:p>
          <a:endParaRPr lang="en-GB"/>
        </a:p>
      </dgm:t>
    </dgm:pt>
    <dgm:pt modelId="{5C331BE5-4E19-4653-A709-5582998E5295}" type="sibTrans" cxnId="{68D683FC-0C55-4A71-8058-CC22813438EF}">
      <dgm:prSet/>
      <dgm:spPr/>
      <dgm:t>
        <a:bodyPr/>
        <a:lstStyle/>
        <a:p>
          <a:endParaRPr lang="en-GB"/>
        </a:p>
      </dgm:t>
    </dgm:pt>
    <dgm:pt modelId="{F9846799-A32E-4711-9248-5B718ADDEDD1}">
      <dgm:prSet/>
      <dgm:spPr/>
      <dgm:t>
        <a:bodyPr/>
        <a:lstStyle/>
        <a:p>
          <a:r>
            <a:rPr lang="en-GB"/>
            <a:t>Enable review of content</a:t>
          </a:r>
        </a:p>
      </dgm:t>
    </dgm:pt>
    <dgm:pt modelId="{6A677E30-C000-4D81-BADA-850A0AD46DD1}" type="parTrans" cxnId="{8ED22146-CFC8-4357-A7EE-4A27F4ED3BF5}">
      <dgm:prSet/>
      <dgm:spPr/>
      <dgm:t>
        <a:bodyPr/>
        <a:lstStyle/>
        <a:p>
          <a:endParaRPr lang="en-GB"/>
        </a:p>
      </dgm:t>
    </dgm:pt>
    <dgm:pt modelId="{65C169BF-3B94-48CC-949A-9547B5573E84}" type="sibTrans" cxnId="{8ED22146-CFC8-4357-A7EE-4A27F4ED3BF5}">
      <dgm:prSet/>
      <dgm:spPr/>
      <dgm:t>
        <a:bodyPr/>
        <a:lstStyle/>
        <a:p>
          <a:endParaRPr lang="en-GB"/>
        </a:p>
      </dgm:t>
    </dgm:pt>
    <dgm:pt modelId="{FA6519F2-CAA6-479A-96E0-DF3E984DDF09}">
      <dgm:prSet/>
      <dgm:spPr/>
      <dgm:t>
        <a:bodyPr/>
        <a:lstStyle/>
        <a:p>
          <a:r>
            <a:rPr lang="en-US"/>
            <a:t>Maintain quality and compliance standards</a:t>
          </a:r>
          <a:endParaRPr lang="en-GB"/>
        </a:p>
      </dgm:t>
    </dgm:pt>
    <dgm:pt modelId="{6F4A7DFC-9225-44EE-B9AE-EB2AC47FD332}" type="parTrans" cxnId="{11DE9207-0988-41B7-BAB5-EF1BC4AF0A8B}">
      <dgm:prSet/>
      <dgm:spPr/>
      <dgm:t>
        <a:bodyPr/>
        <a:lstStyle/>
        <a:p>
          <a:endParaRPr lang="en-GB"/>
        </a:p>
      </dgm:t>
    </dgm:pt>
    <dgm:pt modelId="{25FB8CE4-9C81-4399-8A2D-80BA9AD5C51D}" type="sibTrans" cxnId="{11DE9207-0988-41B7-BAB5-EF1BC4AF0A8B}">
      <dgm:prSet/>
      <dgm:spPr/>
      <dgm:t>
        <a:bodyPr/>
        <a:lstStyle/>
        <a:p>
          <a:endParaRPr lang="en-GB"/>
        </a:p>
      </dgm:t>
    </dgm:pt>
    <dgm:pt modelId="{57A9F304-0F1F-4B8E-A0DE-C626C8F5A85A}">
      <dgm:prSet/>
      <dgm:spPr/>
      <dgm:t>
        <a:bodyPr/>
        <a:lstStyle/>
        <a:p>
          <a:r>
            <a:rPr lang="en-US"/>
            <a:t>By attending this session, you acknowledge that recording is taking place.</a:t>
          </a:r>
          <a:endParaRPr lang="en-GB"/>
        </a:p>
      </dgm:t>
    </dgm:pt>
    <dgm:pt modelId="{3AE66EA6-B310-4D76-AD24-25CD3239FC92}" type="parTrans" cxnId="{7FFD092B-32F5-4FA0-8DE4-A0D63EC4FF66}">
      <dgm:prSet/>
      <dgm:spPr/>
      <dgm:t>
        <a:bodyPr/>
        <a:lstStyle/>
        <a:p>
          <a:endParaRPr lang="en-GB"/>
        </a:p>
      </dgm:t>
    </dgm:pt>
    <dgm:pt modelId="{45D623A2-E302-458E-96ED-4DB492BE6285}" type="sibTrans" cxnId="{7FFD092B-32F5-4FA0-8DE4-A0D63EC4FF66}">
      <dgm:prSet/>
      <dgm:spPr/>
      <dgm:t>
        <a:bodyPr/>
        <a:lstStyle/>
        <a:p>
          <a:endParaRPr lang="en-GB"/>
        </a:p>
      </dgm:t>
    </dgm:pt>
    <dgm:pt modelId="{870D59FD-9719-45F1-BC26-5123A77E2B00}">
      <dgm:prSet/>
      <dgm:spPr/>
      <dgm:t>
        <a:bodyPr/>
        <a:lstStyle/>
        <a:p>
          <a:r>
            <a:rPr lang="fr-FR" b="1"/>
            <a:t>Camera &amp; Participation Expectations</a:t>
          </a:r>
          <a:endParaRPr lang="en-GB"/>
        </a:p>
      </dgm:t>
    </dgm:pt>
    <dgm:pt modelId="{E6063C19-FFCD-4A80-B21E-7D1FD25F7715}" type="parTrans" cxnId="{BFF5A2A4-75A6-411A-BCCD-A1851111E553}">
      <dgm:prSet/>
      <dgm:spPr/>
      <dgm:t>
        <a:bodyPr/>
        <a:lstStyle/>
        <a:p>
          <a:endParaRPr lang="en-GB"/>
        </a:p>
      </dgm:t>
    </dgm:pt>
    <dgm:pt modelId="{601FA339-FE45-4BDD-BEA7-96F27F142A1B}" type="sibTrans" cxnId="{BFF5A2A4-75A6-411A-BCCD-A1851111E553}">
      <dgm:prSet/>
      <dgm:spPr/>
      <dgm:t>
        <a:bodyPr/>
        <a:lstStyle/>
        <a:p>
          <a:endParaRPr lang="en-GB"/>
        </a:p>
      </dgm:t>
    </dgm:pt>
    <dgm:pt modelId="{6221AEC9-C322-423A-86FF-2755BCAC9B14}">
      <dgm:prSet/>
      <dgm:spPr/>
      <dgm:t>
        <a:bodyPr/>
        <a:lstStyle/>
        <a:p>
          <a:r>
            <a:rPr lang="en-US"/>
            <a:t>To support engagement and attendance monitoring:</a:t>
          </a:r>
          <a:endParaRPr lang="en-GB"/>
        </a:p>
      </dgm:t>
    </dgm:pt>
    <dgm:pt modelId="{566C1C4E-A20E-453F-A7F5-2943C2FB4996}" type="parTrans" cxnId="{B56758A9-B3C9-48D2-A95D-F9C2F5E66046}">
      <dgm:prSet/>
      <dgm:spPr/>
      <dgm:t>
        <a:bodyPr/>
        <a:lstStyle/>
        <a:p>
          <a:endParaRPr lang="en-GB"/>
        </a:p>
      </dgm:t>
    </dgm:pt>
    <dgm:pt modelId="{EFA4CB43-AB67-4F1E-AC07-938417D2CD23}" type="sibTrans" cxnId="{B56758A9-B3C9-48D2-A95D-F9C2F5E66046}">
      <dgm:prSet/>
      <dgm:spPr/>
      <dgm:t>
        <a:bodyPr/>
        <a:lstStyle/>
        <a:p>
          <a:endParaRPr lang="en-GB"/>
        </a:p>
      </dgm:t>
    </dgm:pt>
    <dgm:pt modelId="{6BC9725C-8BED-499F-8E6D-C34F30E54D75}">
      <dgm:prSet/>
      <dgm:spPr/>
      <dgm:t>
        <a:bodyPr/>
        <a:lstStyle/>
        <a:p>
          <a:r>
            <a:rPr lang="en-US"/>
            <a:t>Cameras should remain on during the session</a:t>
          </a:r>
          <a:endParaRPr lang="en-GB"/>
        </a:p>
      </dgm:t>
    </dgm:pt>
    <dgm:pt modelId="{C8033E3E-83F8-42EB-A4F4-66041CBE8698}" type="parTrans" cxnId="{1EA6ADB1-A99E-4363-864A-C10AB97F886E}">
      <dgm:prSet/>
      <dgm:spPr/>
      <dgm:t>
        <a:bodyPr/>
        <a:lstStyle/>
        <a:p>
          <a:endParaRPr lang="en-GB"/>
        </a:p>
      </dgm:t>
    </dgm:pt>
    <dgm:pt modelId="{55F3EB25-25EF-4C87-A632-336AB8B98022}" type="sibTrans" cxnId="{1EA6ADB1-A99E-4363-864A-C10AB97F886E}">
      <dgm:prSet/>
      <dgm:spPr/>
      <dgm:t>
        <a:bodyPr/>
        <a:lstStyle/>
        <a:p>
          <a:endParaRPr lang="en-GB"/>
        </a:p>
      </dgm:t>
    </dgm:pt>
    <dgm:pt modelId="{D101DD14-E066-4CA9-8D40-8D4ED59799B5}">
      <dgm:prSet/>
      <dgm:spPr/>
      <dgm:t>
        <a:bodyPr/>
        <a:lstStyle/>
        <a:p>
          <a:r>
            <a:rPr lang="en-US"/>
            <a:t>Please participate actively in discussions and activities</a:t>
          </a:r>
          <a:endParaRPr lang="en-GB"/>
        </a:p>
      </dgm:t>
    </dgm:pt>
    <dgm:pt modelId="{507A8C9D-AF4F-410B-99C7-84C811EF1A6D}" type="parTrans" cxnId="{FA536F33-5ACB-4532-932E-D2DBD8CBB84F}">
      <dgm:prSet/>
      <dgm:spPr/>
      <dgm:t>
        <a:bodyPr/>
        <a:lstStyle/>
        <a:p>
          <a:endParaRPr lang="en-GB"/>
        </a:p>
      </dgm:t>
    </dgm:pt>
    <dgm:pt modelId="{E99A59C4-CC9C-457D-85C6-91BA064E4D19}" type="sibTrans" cxnId="{FA536F33-5ACB-4532-932E-D2DBD8CBB84F}">
      <dgm:prSet/>
      <dgm:spPr/>
      <dgm:t>
        <a:bodyPr/>
        <a:lstStyle/>
        <a:p>
          <a:endParaRPr lang="en-GB"/>
        </a:p>
      </dgm:t>
    </dgm:pt>
    <dgm:pt modelId="{3B7844BC-A322-4C85-8FFF-6C17C908885D}">
      <dgm:prSet/>
      <dgm:spPr/>
      <dgm:t>
        <a:bodyPr/>
        <a:lstStyle/>
        <a:p>
          <a:r>
            <a:rPr lang="en-US"/>
            <a:t>If you are unable to use your camera or microphone for any reason, please inform your tutor directly via chat or message.</a:t>
          </a:r>
          <a:endParaRPr lang="en-GB"/>
        </a:p>
      </dgm:t>
    </dgm:pt>
    <dgm:pt modelId="{2BF36C44-32D2-4955-AB8B-CA14141B8DF2}" type="parTrans" cxnId="{3DC61D1D-112A-461B-891F-2436D8692508}">
      <dgm:prSet/>
      <dgm:spPr/>
      <dgm:t>
        <a:bodyPr/>
        <a:lstStyle/>
        <a:p>
          <a:endParaRPr lang="en-GB"/>
        </a:p>
      </dgm:t>
    </dgm:pt>
    <dgm:pt modelId="{8121291A-77D9-461E-9884-DDD3DA0D8C11}" type="sibTrans" cxnId="{3DC61D1D-112A-461B-891F-2436D8692508}">
      <dgm:prSet/>
      <dgm:spPr/>
      <dgm:t>
        <a:bodyPr/>
        <a:lstStyle/>
        <a:p>
          <a:endParaRPr lang="en-GB"/>
        </a:p>
      </dgm:t>
    </dgm:pt>
    <dgm:pt modelId="{0CE66663-DD68-47A3-B4F7-F818A7096FF5}">
      <dgm:prSet/>
      <dgm:spPr/>
      <dgm:t>
        <a:bodyPr/>
        <a:lstStyle/>
        <a:p>
          <a:r>
            <a:rPr lang="en-US" dirty="0"/>
            <a:t>This session forms part of your professional apprenticeship experience. Please engage respectfully and professionally throughout.</a:t>
          </a:r>
          <a:endParaRPr lang="en-GB" dirty="0"/>
        </a:p>
      </dgm:t>
    </dgm:pt>
    <dgm:pt modelId="{C9A1C40A-4E27-4D8B-B87C-570AE0BA30E8}" type="parTrans" cxnId="{9444C23A-8C60-4CEA-8F56-FCFA14C360C6}">
      <dgm:prSet/>
      <dgm:spPr/>
      <dgm:t>
        <a:bodyPr/>
        <a:lstStyle/>
        <a:p>
          <a:endParaRPr lang="en-GB"/>
        </a:p>
      </dgm:t>
    </dgm:pt>
    <dgm:pt modelId="{C4465673-1F8F-4DCE-8B17-640A6786EDB2}" type="sibTrans" cxnId="{9444C23A-8C60-4CEA-8F56-FCFA14C360C6}">
      <dgm:prSet/>
      <dgm:spPr/>
      <dgm:t>
        <a:bodyPr/>
        <a:lstStyle/>
        <a:p>
          <a:endParaRPr lang="en-GB"/>
        </a:p>
      </dgm:t>
    </dgm:pt>
    <dgm:pt modelId="{DB6EAC83-30C0-4D95-8961-630B899B90AF}" type="pres">
      <dgm:prSet presAssocID="{9F0FED63-0D31-44AB-B0E3-B071C589F1D1}" presName="linear" presStyleCnt="0">
        <dgm:presLayoutVars>
          <dgm:animLvl val="lvl"/>
          <dgm:resizeHandles val="exact"/>
        </dgm:presLayoutVars>
      </dgm:prSet>
      <dgm:spPr/>
    </dgm:pt>
    <dgm:pt modelId="{5E71EAE4-B026-4525-85E3-C3615E6B8A43}" type="pres">
      <dgm:prSet presAssocID="{FDE026C3-DA7A-46B1-ADA6-F5324AC79498}" presName="parentText" presStyleLbl="node1" presStyleIdx="0" presStyleCnt="3">
        <dgm:presLayoutVars>
          <dgm:chMax val="0"/>
          <dgm:bulletEnabled val="1"/>
        </dgm:presLayoutVars>
      </dgm:prSet>
      <dgm:spPr/>
    </dgm:pt>
    <dgm:pt modelId="{7B846167-ADC9-464B-A39F-E462D3CA5C60}" type="pres">
      <dgm:prSet presAssocID="{FDE026C3-DA7A-46B1-ADA6-F5324AC79498}" presName="childText" presStyleLbl="revTx" presStyleIdx="0" presStyleCnt="2">
        <dgm:presLayoutVars>
          <dgm:bulletEnabled val="1"/>
        </dgm:presLayoutVars>
      </dgm:prSet>
      <dgm:spPr/>
    </dgm:pt>
    <dgm:pt modelId="{B572A4D5-6571-48AA-A905-6A06E4484385}" type="pres">
      <dgm:prSet presAssocID="{870D59FD-9719-45F1-BC26-5123A77E2B00}" presName="parentText" presStyleLbl="node1" presStyleIdx="1" presStyleCnt="3">
        <dgm:presLayoutVars>
          <dgm:chMax val="0"/>
          <dgm:bulletEnabled val="1"/>
        </dgm:presLayoutVars>
      </dgm:prSet>
      <dgm:spPr/>
    </dgm:pt>
    <dgm:pt modelId="{10B94E7B-15F2-4141-BB59-B3D4C03A9028}" type="pres">
      <dgm:prSet presAssocID="{870D59FD-9719-45F1-BC26-5123A77E2B00}" presName="childText" presStyleLbl="revTx" presStyleIdx="1" presStyleCnt="2">
        <dgm:presLayoutVars>
          <dgm:bulletEnabled val="1"/>
        </dgm:presLayoutVars>
      </dgm:prSet>
      <dgm:spPr/>
    </dgm:pt>
    <dgm:pt modelId="{6F6CB04F-68D2-4C5C-8D4A-3DE017DABFAE}" type="pres">
      <dgm:prSet presAssocID="{0CE66663-DD68-47A3-B4F7-F818A7096FF5}" presName="parentText" presStyleLbl="node1" presStyleIdx="2" presStyleCnt="3">
        <dgm:presLayoutVars>
          <dgm:chMax val="0"/>
          <dgm:bulletEnabled val="1"/>
        </dgm:presLayoutVars>
      </dgm:prSet>
      <dgm:spPr/>
    </dgm:pt>
  </dgm:ptLst>
  <dgm:cxnLst>
    <dgm:cxn modelId="{11DE9207-0988-41B7-BAB5-EF1BC4AF0A8B}" srcId="{917FCFB2-8C22-49C4-B6AC-6FB5E24C9FCF}" destId="{FA6519F2-CAA6-479A-96E0-DF3E984DDF09}" srcOrd="2" destOrd="0" parTransId="{6F4A7DFC-9225-44EE-B9AE-EB2AC47FD332}" sibTransId="{25FB8CE4-9C81-4399-8A2D-80BA9AD5C51D}"/>
    <dgm:cxn modelId="{4A690E08-879F-4E3A-AD68-5A45A0E98E0E}" type="presOf" srcId="{917FCFB2-8C22-49C4-B6AC-6FB5E24C9FCF}" destId="{7B846167-ADC9-464B-A39F-E462D3CA5C60}" srcOrd="0" destOrd="0" presId="urn:microsoft.com/office/officeart/2005/8/layout/vList2"/>
    <dgm:cxn modelId="{279BB417-90AF-435B-B67E-1C73A656E297}" srcId="{FDE026C3-DA7A-46B1-ADA6-F5324AC79498}" destId="{917FCFB2-8C22-49C4-B6AC-6FB5E24C9FCF}" srcOrd="0" destOrd="0" parTransId="{158B5EAB-237D-4E83-AD92-80AE3FFB1A47}" sibTransId="{47ACA70B-DDBB-403B-AB1C-96862A3814D4}"/>
    <dgm:cxn modelId="{3DC61D1D-112A-461B-891F-2436D8692508}" srcId="{6221AEC9-C322-423A-86FF-2755BCAC9B14}" destId="{3B7844BC-A322-4C85-8FFF-6C17C908885D}" srcOrd="2" destOrd="0" parTransId="{2BF36C44-32D2-4955-AB8B-CA14141B8DF2}" sibTransId="{8121291A-77D9-461E-9884-DDD3DA0D8C11}"/>
    <dgm:cxn modelId="{5FDD3221-CB8B-401D-B90B-A7206A44554F}" type="presOf" srcId="{9E0B245E-8AFB-4C99-8968-6B3DF1C512BF}" destId="{7B846167-ADC9-464B-A39F-E462D3CA5C60}" srcOrd="0" destOrd="1" presId="urn:microsoft.com/office/officeart/2005/8/layout/vList2"/>
    <dgm:cxn modelId="{7FFD092B-32F5-4FA0-8DE4-A0D63EC4FF66}" srcId="{FDE026C3-DA7A-46B1-ADA6-F5324AC79498}" destId="{57A9F304-0F1F-4B8E-A0DE-C626C8F5A85A}" srcOrd="1" destOrd="0" parTransId="{3AE66EA6-B310-4D76-AD24-25CD3239FC92}" sibTransId="{45D623A2-E302-458E-96ED-4DB492BE6285}"/>
    <dgm:cxn modelId="{FA536F33-5ACB-4532-932E-D2DBD8CBB84F}" srcId="{6221AEC9-C322-423A-86FF-2755BCAC9B14}" destId="{D101DD14-E066-4CA9-8D40-8D4ED59799B5}" srcOrd="1" destOrd="0" parTransId="{507A8C9D-AF4F-410B-99C7-84C811EF1A6D}" sibTransId="{E99A59C4-CC9C-457D-85C6-91BA064E4D19}"/>
    <dgm:cxn modelId="{9444C23A-8C60-4CEA-8F56-FCFA14C360C6}" srcId="{9F0FED63-0D31-44AB-B0E3-B071C589F1D1}" destId="{0CE66663-DD68-47A3-B4F7-F818A7096FF5}" srcOrd="2" destOrd="0" parTransId="{C9A1C40A-4E27-4D8B-B87C-570AE0BA30E8}" sibTransId="{C4465673-1F8F-4DCE-8B17-640A6786EDB2}"/>
    <dgm:cxn modelId="{4A541D5E-DDBA-4299-9E2E-640251371334}" type="presOf" srcId="{6BC9725C-8BED-499F-8E6D-C34F30E54D75}" destId="{10B94E7B-15F2-4141-BB59-B3D4C03A9028}" srcOrd="0" destOrd="1" presId="urn:microsoft.com/office/officeart/2005/8/layout/vList2"/>
    <dgm:cxn modelId="{8ED22146-CFC8-4357-A7EE-4A27F4ED3BF5}" srcId="{917FCFB2-8C22-49C4-B6AC-6FB5E24C9FCF}" destId="{F9846799-A32E-4711-9248-5B718ADDEDD1}" srcOrd="1" destOrd="0" parTransId="{6A677E30-C000-4D81-BADA-850A0AD46DD1}" sibTransId="{65C169BF-3B94-48CC-949A-9547B5573E84}"/>
    <dgm:cxn modelId="{F316E159-78E2-4DD7-8B7E-2CD12FD0C319}" type="presOf" srcId="{0CE66663-DD68-47A3-B4F7-F818A7096FF5}" destId="{6F6CB04F-68D2-4C5C-8D4A-3DE017DABFAE}" srcOrd="0" destOrd="0" presId="urn:microsoft.com/office/officeart/2005/8/layout/vList2"/>
    <dgm:cxn modelId="{89F41995-C0F7-498A-B393-6EFFA6D2C712}" type="presOf" srcId="{870D59FD-9719-45F1-BC26-5123A77E2B00}" destId="{B572A4D5-6571-48AA-A905-6A06E4484385}" srcOrd="0" destOrd="0" presId="urn:microsoft.com/office/officeart/2005/8/layout/vList2"/>
    <dgm:cxn modelId="{23244598-5301-48C8-BAFC-2EB2F327ACA4}" type="presOf" srcId="{6221AEC9-C322-423A-86FF-2755BCAC9B14}" destId="{10B94E7B-15F2-4141-BB59-B3D4C03A9028}" srcOrd="0" destOrd="0" presId="urn:microsoft.com/office/officeart/2005/8/layout/vList2"/>
    <dgm:cxn modelId="{1489D09B-DEB1-443B-85CD-2AAAEA71BD1C}" type="presOf" srcId="{9F0FED63-0D31-44AB-B0E3-B071C589F1D1}" destId="{DB6EAC83-30C0-4D95-8961-630B899B90AF}" srcOrd="0" destOrd="0" presId="urn:microsoft.com/office/officeart/2005/8/layout/vList2"/>
    <dgm:cxn modelId="{BFF5A2A4-75A6-411A-BCCD-A1851111E553}" srcId="{9F0FED63-0D31-44AB-B0E3-B071C589F1D1}" destId="{870D59FD-9719-45F1-BC26-5123A77E2B00}" srcOrd="1" destOrd="0" parTransId="{E6063C19-FFCD-4A80-B21E-7D1FD25F7715}" sibTransId="{601FA339-FE45-4BDD-BEA7-96F27F142A1B}"/>
    <dgm:cxn modelId="{B56758A9-B3C9-48D2-A95D-F9C2F5E66046}" srcId="{870D59FD-9719-45F1-BC26-5123A77E2B00}" destId="{6221AEC9-C322-423A-86FF-2755BCAC9B14}" srcOrd="0" destOrd="0" parTransId="{566C1C4E-A20E-453F-A7F5-2943C2FB4996}" sibTransId="{EFA4CB43-AB67-4F1E-AC07-938417D2CD23}"/>
    <dgm:cxn modelId="{6B9863AB-7E3A-40A5-8353-F18A55141E84}" type="presOf" srcId="{F9846799-A32E-4711-9248-5B718ADDEDD1}" destId="{7B846167-ADC9-464B-A39F-E462D3CA5C60}" srcOrd="0" destOrd="2" presId="urn:microsoft.com/office/officeart/2005/8/layout/vList2"/>
    <dgm:cxn modelId="{1EA6ADB1-A99E-4363-864A-C10AB97F886E}" srcId="{6221AEC9-C322-423A-86FF-2755BCAC9B14}" destId="{6BC9725C-8BED-499F-8E6D-C34F30E54D75}" srcOrd="0" destOrd="0" parTransId="{C8033E3E-83F8-42EB-A4F4-66041CBE8698}" sibTransId="{55F3EB25-25EF-4C87-A632-336AB8B98022}"/>
    <dgm:cxn modelId="{5527EDB4-6B8A-40AF-8FC8-A2095B02343E}" type="presOf" srcId="{FDE026C3-DA7A-46B1-ADA6-F5324AC79498}" destId="{5E71EAE4-B026-4525-85E3-C3615E6B8A43}" srcOrd="0" destOrd="0" presId="urn:microsoft.com/office/officeart/2005/8/layout/vList2"/>
    <dgm:cxn modelId="{C3F23FC3-0151-4793-876B-F2F336185607}" type="presOf" srcId="{D101DD14-E066-4CA9-8D40-8D4ED59799B5}" destId="{10B94E7B-15F2-4141-BB59-B3D4C03A9028}" srcOrd="0" destOrd="2" presId="urn:microsoft.com/office/officeart/2005/8/layout/vList2"/>
    <dgm:cxn modelId="{E4164DC3-C02E-4186-9C1D-D73E7AE470E6}" srcId="{9F0FED63-0D31-44AB-B0E3-B071C589F1D1}" destId="{FDE026C3-DA7A-46B1-ADA6-F5324AC79498}" srcOrd="0" destOrd="0" parTransId="{0DCA9DE3-7D85-4555-8C69-E62982FBD879}" sibTransId="{E249CE21-5B36-4D9E-99BF-2C2C51243FB0}"/>
    <dgm:cxn modelId="{645BD6E0-B520-4D1B-920A-E2EE8400DDB6}" type="presOf" srcId="{FA6519F2-CAA6-479A-96E0-DF3E984DDF09}" destId="{7B846167-ADC9-464B-A39F-E462D3CA5C60}" srcOrd="0" destOrd="3" presId="urn:microsoft.com/office/officeart/2005/8/layout/vList2"/>
    <dgm:cxn modelId="{DD23BAEB-37B3-4328-A361-DD9F1BE67AC1}" type="presOf" srcId="{3B7844BC-A322-4C85-8FFF-6C17C908885D}" destId="{10B94E7B-15F2-4141-BB59-B3D4C03A9028}" srcOrd="0" destOrd="3" presId="urn:microsoft.com/office/officeart/2005/8/layout/vList2"/>
    <dgm:cxn modelId="{68D683FC-0C55-4A71-8058-CC22813438EF}" srcId="{917FCFB2-8C22-49C4-B6AC-6FB5E24C9FCF}" destId="{9E0B245E-8AFB-4C99-8968-6B3DF1C512BF}" srcOrd="0" destOrd="0" parTransId="{9CBAEC7D-27A6-4F40-9919-D6B0DFD648C6}" sibTransId="{5C331BE5-4E19-4653-A709-5582998E5295}"/>
    <dgm:cxn modelId="{7B64F3FE-1F91-4E0F-8A62-FA4613005C66}" type="presOf" srcId="{57A9F304-0F1F-4B8E-A0DE-C626C8F5A85A}" destId="{7B846167-ADC9-464B-A39F-E462D3CA5C60}" srcOrd="0" destOrd="4" presId="urn:microsoft.com/office/officeart/2005/8/layout/vList2"/>
    <dgm:cxn modelId="{8415E6C0-29F2-4861-A546-3F411177160B}" type="presParOf" srcId="{DB6EAC83-30C0-4D95-8961-630B899B90AF}" destId="{5E71EAE4-B026-4525-85E3-C3615E6B8A43}" srcOrd="0" destOrd="0" presId="urn:microsoft.com/office/officeart/2005/8/layout/vList2"/>
    <dgm:cxn modelId="{60018189-9486-45F0-8666-74D059EBA252}" type="presParOf" srcId="{DB6EAC83-30C0-4D95-8961-630B899B90AF}" destId="{7B846167-ADC9-464B-A39F-E462D3CA5C60}" srcOrd="1" destOrd="0" presId="urn:microsoft.com/office/officeart/2005/8/layout/vList2"/>
    <dgm:cxn modelId="{937B6E2E-8491-45E1-804E-BE3A5635A9E0}" type="presParOf" srcId="{DB6EAC83-30C0-4D95-8961-630B899B90AF}" destId="{B572A4D5-6571-48AA-A905-6A06E4484385}" srcOrd="2" destOrd="0" presId="urn:microsoft.com/office/officeart/2005/8/layout/vList2"/>
    <dgm:cxn modelId="{9329A64E-9E6F-451C-896F-61E0899FEE35}" type="presParOf" srcId="{DB6EAC83-30C0-4D95-8961-630B899B90AF}" destId="{10B94E7B-15F2-4141-BB59-B3D4C03A9028}" srcOrd="3" destOrd="0" presId="urn:microsoft.com/office/officeart/2005/8/layout/vList2"/>
    <dgm:cxn modelId="{DBB50BB8-707F-4EB5-885F-ED07698246A5}" type="presParOf" srcId="{DB6EAC83-30C0-4D95-8961-630B899B90AF}" destId="{6F6CB04F-68D2-4C5C-8D4A-3DE017DABFAE}"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2B12767-4B81-4A96-891D-08E405B48EB1}" type="doc">
      <dgm:prSet loTypeId="urn:microsoft.com/office/officeart/2005/8/layout/bList2" loCatId="picture" qsTypeId="urn:microsoft.com/office/officeart/2005/8/quickstyle/simple1" qsCatId="simple" csTypeId="urn:microsoft.com/office/officeart/2005/8/colors/accent3_2" csCatId="accent3" phldr="1"/>
      <dgm:spPr/>
      <dgm:t>
        <a:bodyPr/>
        <a:lstStyle/>
        <a:p>
          <a:endParaRPr lang="en-GB"/>
        </a:p>
      </dgm:t>
    </dgm:pt>
    <dgm:pt modelId="{56D07340-75E1-4AD6-87B9-922F01533C6D}">
      <dgm:prSet phldrT="[Text]"/>
      <dgm:spPr/>
      <dgm:t>
        <a:bodyPr/>
        <a:lstStyle/>
        <a:p>
          <a:pPr>
            <a:buNone/>
          </a:pPr>
          <a:r>
            <a:rPr lang="en-GB" b="1" dirty="0"/>
            <a:t>Safeguarding</a:t>
          </a:r>
          <a:endParaRPr lang="en-GB" dirty="0"/>
        </a:p>
      </dgm:t>
    </dgm:pt>
    <dgm:pt modelId="{85D96B4E-1D91-44D5-92BD-5A8D61869AC9}" type="parTrans" cxnId="{915886FD-D4B5-4B22-BD74-AB441E0CE114}">
      <dgm:prSet/>
      <dgm:spPr/>
      <dgm:t>
        <a:bodyPr/>
        <a:lstStyle/>
        <a:p>
          <a:endParaRPr lang="en-GB"/>
        </a:p>
      </dgm:t>
    </dgm:pt>
    <dgm:pt modelId="{F50FB9DF-7138-4F48-A1CF-9268D5B21D43}" type="sibTrans" cxnId="{915886FD-D4B5-4B22-BD74-AB441E0CE114}">
      <dgm:prSet/>
      <dgm:spPr/>
      <dgm:t>
        <a:bodyPr/>
        <a:lstStyle/>
        <a:p>
          <a:endParaRPr lang="en-GB"/>
        </a:p>
      </dgm:t>
    </dgm:pt>
    <dgm:pt modelId="{EC470828-F188-40F1-9BAD-24DA8EC8498A}">
      <dgm:prSet phldrT="[Text]"/>
      <dgm:spPr/>
      <dgm:t>
        <a:bodyPr/>
        <a:lstStyle/>
        <a:p>
          <a:pPr>
            <a:buNone/>
          </a:pPr>
          <a:r>
            <a:rPr lang="en-GB" b="1" dirty="0"/>
            <a:t>British Values</a:t>
          </a:r>
          <a:endParaRPr lang="en-GB" dirty="0"/>
        </a:p>
      </dgm:t>
    </dgm:pt>
    <dgm:pt modelId="{AF7BAD48-7E45-4B61-A7BB-088538057FB1}" type="parTrans" cxnId="{92F38D82-1A53-436B-8F78-FBAC98C75696}">
      <dgm:prSet/>
      <dgm:spPr/>
      <dgm:t>
        <a:bodyPr/>
        <a:lstStyle/>
        <a:p>
          <a:endParaRPr lang="en-GB"/>
        </a:p>
      </dgm:t>
    </dgm:pt>
    <dgm:pt modelId="{FBB04D87-02F6-4CF5-9F5A-41A665659D9E}" type="sibTrans" cxnId="{92F38D82-1A53-436B-8F78-FBAC98C75696}">
      <dgm:prSet/>
      <dgm:spPr/>
      <dgm:t>
        <a:bodyPr/>
        <a:lstStyle/>
        <a:p>
          <a:endParaRPr lang="en-GB"/>
        </a:p>
      </dgm:t>
    </dgm:pt>
    <dgm:pt modelId="{CCCD779C-5571-4406-86BA-B93A56C0F092}">
      <dgm:prSet phldrT="[Text]"/>
      <dgm:spPr/>
      <dgm:t>
        <a:bodyPr/>
        <a:lstStyle/>
        <a:p>
          <a:pPr>
            <a:buNone/>
          </a:pPr>
          <a:r>
            <a:rPr lang="en-GB" b="1" dirty="0"/>
            <a:t>Prevent</a:t>
          </a:r>
          <a:endParaRPr lang="en-GB" dirty="0"/>
        </a:p>
      </dgm:t>
    </dgm:pt>
    <dgm:pt modelId="{0475E061-26B7-40EF-BFE3-7EAE14461042}" type="parTrans" cxnId="{E70337FA-EA0D-449D-A6EE-5C95931B9BF4}">
      <dgm:prSet/>
      <dgm:spPr/>
      <dgm:t>
        <a:bodyPr/>
        <a:lstStyle/>
        <a:p>
          <a:endParaRPr lang="en-GB"/>
        </a:p>
      </dgm:t>
    </dgm:pt>
    <dgm:pt modelId="{0FEA00F7-95D2-41FD-A093-A774F4D3CD18}" type="sibTrans" cxnId="{E70337FA-EA0D-449D-A6EE-5C95931B9BF4}">
      <dgm:prSet/>
      <dgm:spPr/>
      <dgm:t>
        <a:bodyPr/>
        <a:lstStyle/>
        <a:p>
          <a:endParaRPr lang="en-GB"/>
        </a:p>
      </dgm:t>
    </dgm:pt>
    <dgm:pt modelId="{DAB29B63-5C0F-4F8E-81F6-23C876AC6360}">
      <dgm:prSet custT="1"/>
      <dgm:spPr/>
      <dgm:t>
        <a:bodyPr/>
        <a:lstStyle/>
        <a:p>
          <a:pPr>
            <a:buNone/>
          </a:pPr>
          <a:r>
            <a:rPr lang="en-US" sz="1400" dirty="0"/>
            <a:t>Safeguarding protects individuals from harm, abuse, neglect, </a:t>
          </a:r>
          <a:r>
            <a:rPr lang="en-US" sz="1400" dirty="0" err="1"/>
            <a:t>radicalisation</a:t>
          </a:r>
          <a:r>
            <a:rPr lang="en-US" sz="1400" dirty="0"/>
            <a:t> and exploitation.</a:t>
          </a:r>
          <a:br>
            <a:rPr lang="en-US" sz="1400" dirty="0"/>
          </a:br>
          <a:endParaRPr lang="en-US" sz="1400" dirty="0"/>
        </a:p>
      </dgm:t>
    </dgm:pt>
    <dgm:pt modelId="{93FA374D-760E-41E6-A69C-826D26E6A5E7}" type="parTrans" cxnId="{391E11A1-9311-4F1E-94A3-6F33E3EA6217}">
      <dgm:prSet/>
      <dgm:spPr/>
      <dgm:t>
        <a:bodyPr/>
        <a:lstStyle/>
        <a:p>
          <a:endParaRPr lang="en-GB"/>
        </a:p>
      </dgm:t>
    </dgm:pt>
    <dgm:pt modelId="{C0E5BD99-0E51-48B2-81AA-50C939EA07D4}" type="sibTrans" cxnId="{391E11A1-9311-4F1E-94A3-6F33E3EA6217}">
      <dgm:prSet/>
      <dgm:spPr/>
      <dgm:t>
        <a:bodyPr/>
        <a:lstStyle/>
        <a:p>
          <a:endParaRPr lang="en-GB"/>
        </a:p>
      </dgm:t>
    </dgm:pt>
    <dgm:pt modelId="{863F5D25-B0A4-45A6-85E5-AE73281BB623}">
      <dgm:prSet custT="1"/>
      <dgm:spPr/>
      <dgm:t>
        <a:bodyPr/>
        <a:lstStyle/>
        <a:p>
          <a:pPr>
            <a:buNone/>
          </a:pPr>
          <a:r>
            <a:rPr lang="en-US" sz="1400" dirty="0"/>
            <a:t>If you have a concern about yourself or someone else, email:</a:t>
          </a:r>
        </a:p>
      </dgm:t>
    </dgm:pt>
    <dgm:pt modelId="{D469A54B-4E53-4FB2-9790-90B262FF3A64}" type="parTrans" cxnId="{62C84980-B1ED-4F43-A191-38AFFEC046C5}">
      <dgm:prSet/>
      <dgm:spPr/>
      <dgm:t>
        <a:bodyPr/>
        <a:lstStyle/>
        <a:p>
          <a:endParaRPr lang="en-GB"/>
        </a:p>
      </dgm:t>
    </dgm:pt>
    <dgm:pt modelId="{629F08C9-3514-41B0-A4A9-DB7488EB6A77}" type="sibTrans" cxnId="{62C84980-B1ED-4F43-A191-38AFFEC046C5}">
      <dgm:prSet/>
      <dgm:spPr/>
      <dgm:t>
        <a:bodyPr/>
        <a:lstStyle/>
        <a:p>
          <a:endParaRPr lang="en-GB"/>
        </a:p>
      </dgm:t>
    </dgm:pt>
    <dgm:pt modelId="{463032AE-3A43-47A3-8A25-32BC3C86FB5A}">
      <dgm:prSet custT="1"/>
      <dgm:spPr/>
      <dgm:t>
        <a:bodyPr/>
        <a:lstStyle/>
        <a:p>
          <a:pPr>
            <a:buNone/>
          </a:pPr>
          <a:r>
            <a:rPr lang="en-US" sz="1400" dirty="0"/>
            <a:t>We treat all concerns seriously and confidentially.</a:t>
          </a:r>
        </a:p>
      </dgm:t>
    </dgm:pt>
    <dgm:pt modelId="{4633167A-FC33-4561-81C8-185AEAB8DB8F}" type="parTrans" cxnId="{9B511289-C885-4D3F-9809-624FD77B230F}">
      <dgm:prSet/>
      <dgm:spPr/>
      <dgm:t>
        <a:bodyPr/>
        <a:lstStyle/>
        <a:p>
          <a:endParaRPr lang="en-GB"/>
        </a:p>
      </dgm:t>
    </dgm:pt>
    <dgm:pt modelId="{D0EB7A02-01FE-41F1-89B0-6A6753FB0ED6}" type="sibTrans" cxnId="{9B511289-C885-4D3F-9809-624FD77B230F}">
      <dgm:prSet/>
      <dgm:spPr/>
      <dgm:t>
        <a:bodyPr/>
        <a:lstStyle/>
        <a:p>
          <a:endParaRPr lang="en-GB"/>
        </a:p>
      </dgm:t>
    </dgm:pt>
    <dgm:pt modelId="{03451262-3EDA-42D8-8845-4A5EC165AF16}">
      <dgm:prSet custT="1"/>
      <dgm:spPr/>
      <dgm:t>
        <a:bodyPr/>
        <a:lstStyle/>
        <a:p>
          <a:pPr>
            <a:buNone/>
          </a:pPr>
          <a:r>
            <a:rPr lang="en-US" sz="1400" dirty="0"/>
            <a:t>These values underpin everything we do in professional and digital environments.</a:t>
          </a:r>
        </a:p>
      </dgm:t>
    </dgm:pt>
    <dgm:pt modelId="{5D4AA6F6-EEB2-4359-8B5F-C7D09C28B952}" type="parTrans" cxnId="{686D8691-1133-42DD-9896-6363F8746916}">
      <dgm:prSet/>
      <dgm:spPr/>
      <dgm:t>
        <a:bodyPr/>
        <a:lstStyle/>
        <a:p>
          <a:endParaRPr lang="en-GB"/>
        </a:p>
      </dgm:t>
    </dgm:pt>
    <dgm:pt modelId="{0A0CCB7E-300B-4173-A37F-7F5DE851BD11}" type="sibTrans" cxnId="{686D8691-1133-42DD-9896-6363F8746916}">
      <dgm:prSet/>
      <dgm:spPr/>
      <dgm:t>
        <a:bodyPr/>
        <a:lstStyle/>
        <a:p>
          <a:endParaRPr lang="en-GB"/>
        </a:p>
      </dgm:t>
    </dgm:pt>
    <dgm:pt modelId="{69025F71-BA54-42C9-B65F-B3A0D6819F03}">
      <dgm:prSet phldrT="[Text]" custT="1"/>
      <dgm:spPr/>
      <dgm:t>
        <a:bodyPr/>
        <a:lstStyle/>
        <a:p>
          <a:pPr>
            <a:buNone/>
          </a:pPr>
          <a:r>
            <a:rPr lang="en-US" sz="1400" dirty="0"/>
            <a:t>The British Values are:</a:t>
          </a:r>
          <a:br>
            <a:rPr lang="en-US" sz="1400" dirty="0"/>
          </a:br>
          <a:endParaRPr lang="en-GB" sz="1400" b="1" dirty="0"/>
        </a:p>
      </dgm:t>
    </dgm:pt>
    <dgm:pt modelId="{5BAA4E8D-3142-44FA-8BA8-D889713EE084}" type="parTrans" cxnId="{EEE3C980-0D82-4379-9DDE-E3DBC7A17B81}">
      <dgm:prSet/>
      <dgm:spPr/>
      <dgm:t>
        <a:bodyPr/>
        <a:lstStyle/>
        <a:p>
          <a:endParaRPr lang="en-GB"/>
        </a:p>
      </dgm:t>
    </dgm:pt>
    <dgm:pt modelId="{81F1F430-5508-4486-8CFC-5EF8E032006C}" type="sibTrans" cxnId="{EEE3C980-0D82-4379-9DDE-E3DBC7A17B81}">
      <dgm:prSet/>
      <dgm:spPr/>
      <dgm:t>
        <a:bodyPr/>
        <a:lstStyle/>
        <a:p>
          <a:endParaRPr lang="en-GB"/>
        </a:p>
      </dgm:t>
    </dgm:pt>
    <dgm:pt modelId="{22011C8F-8C8B-479E-86D9-FCDDD9058F05}">
      <dgm:prSet custT="1"/>
      <dgm:spPr/>
      <dgm:t>
        <a:bodyPr/>
        <a:lstStyle/>
        <a:p>
          <a:pPr>
            <a:buNone/>
          </a:pPr>
          <a:r>
            <a:rPr lang="en-US" sz="1400" dirty="0"/>
            <a:t>Prevent is about protecting people from being drawn into extremism or </a:t>
          </a:r>
          <a:r>
            <a:rPr lang="en-US" sz="1400" dirty="0" err="1"/>
            <a:t>radicalisation</a:t>
          </a:r>
          <a:r>
            <a:rPr lang="en-US" sz="1400" dirty="0"/>
            <a:t>.</a:t>
          </a:r>
          <a:br>
            <a:rPr lang="en-US" sz="1400" dirty="0"/>
          </a:br>
          <a:endParaRPr lang="en-US" sz="1400" dirty="0"/>
        </a:p>
      </dgm:t>
    </dgm:pt>
    <dgm:pt modelId="{EA598542-29C0-4C63-9692-B860F546AE9B}" type="parTrans" cxnId="{7B8918B8-0E38-4C18-A731-C2EBA22F3EA5}">
      <dgm:prSet/>
      <dgm:spPr/>
      <dgm:t>
        <a:bodyPr/>
        <a:lstStyle/>
        <a:p>
          <a:endParaRPr lang="en-GB"/>
        </a:p>
      </dgm:t>
    </dgm:pt>
    <dgm:pt modelId="{32F125C0-2F63-4B56-A05D-D98C65320181}" type="sibTrans" cxnId="{7B8918B8-0E38-4C18-A731-C2EBA22F3EA5}">
      <dgm:prSet/>
      <dgm:spPr/>
      <dgm:t>
        <a:bodyPr/>
        <a:lstStyle/>
        <a:p>
          <a:endParaRPr lang="en-GB"/>
        </a:p>
      </dgm:t>
    </dgm:pt>
    <dgm:pt modelId="{E722A7F8-D148-429E-B9D5-EEA038CC1821}">
      <dgm:prSet custT="1"/>
      <dgm:spPr/>
      <dgm:t>
        <a:bodyPr/>
        <a:lstStyle/>
        <a:p>
          <a:pPr>
            <a:buNone/>
          </a:pPr>
          <a:r>
            <a:rPr lang="en-US" sz="1400" dirty="0"/>
            <a:t>In our </a:t>
          </a:r>
          <a:r>
            <a:rPr lang="en-US" sz="1400" dirty="0" err="1"/>
            <a:t>programmes</a:t>
          </a:r>
          <a:r>
            <a:rPr lang="en-US" sz="1400" dirty="0"/>
            <a:t>, Prevent links to:</a:t>
          </a:r>
          <a:br>
            <a:rPr lang="en-US" sz="1400" dirty="0"/>
          </a:br>
          <a:br>
            <a:rPr lang="en-US" sz="1400" dirty="0"/>
          </a:br>
          <a:r>
            <a:rPr lang="en-US" sz="1400" b="1" dirty="0"/>
            <a:t>• Online safety</a:t>
          </a:r>
          <a:br>
            <a:rPr lang="en-US" sz="1400" b="1" dirty="0"/>
          </a:br>
          <a:r>
            <a:rPr lang="en-US" sz="1400" b="1" dirty="0"/>
            <a:t>• Digital responsibility</a:t>
          </a:r>
          <a:br>
            <a:rPr lang="en-US" sz="1400" b="1" dirty="0"/>
          </a:br>
          <a:r>
            <a:rPr lang="en-US" sz="1400" b="1" dirty="0"/>
            <a:t>• Critical thinking</a:t>
          </a:r>
          <a:br>
            <a:rPr lang="en-US" sz="1400" b="1" dirty="0"/>
          </a:br>
          <a:r>
            <a:rPr lang="en-US" sz="1400" b="1" dirty="0"/>
            <a:t>• Professional ethics</a:t>
          </a:r>
        </a:p>
      </dgm:t>
    </dgm:pt>
    <dgm:pt modelId="{29D8F00E-4EE7-43CD-AEE1-EEBE4D9345D9}" type="parTrans" cxnId="{E1414484-9238-4AFB-B77F-A6E76619BC63}">
      <dgm:prSet/>
      <dgm:spPr/>
      <dgm:t>
        <a:bodyPr/>
        <a:lstStyle/>
        <a:p>
          <a:endParaRPr lang="en-GB"/>
        </a:p>
      </dgm:t>
    </dgm:pt>
    <dgm:pt modelId="{C73C49A6-1F43-4277-80E9-74AC48648C96}" type="sibTrans" cxnId="{E1414484-9238-4AFB-B77F-A6E76619BC63}">
      <dgm:prSet/>
      <dgm:spPr/>
      <dgm:t>
        <a:bodyPr/>
        <a:lstStyle/>
        <a:p>
          <a:endParaRPr lang="en-GB"/>
        </a:p>
      </dgm:t>
    </dgm:pt>
    <dgm:pt modelId="{CD591B15-0AFB-427B-9D7F-5C5DBD255982}">
      <dgm:prSet custT="1"/>
      <dgm:spPr/>
      <dgm:t>
        <a:bodyPr/>
        <a:lstStyle/>
        <a:p>
          <a:pPr>
            <a:buNone/>
          </a:pPr>
          <a:r>
            <a:rPr lang="en-US" sz="1400" dirty="0">
              <a:hlinkClick xmlns:r="http://schemas.openxmlformats.org/officeDocument/2006/relationships" r:id="rId1"/>
            </a:rPr>
            <a:t>safeguarding@bpp.com</a:t>
          </a:r>
          <a:br>
            <a:rPr lang="en-US" sz="1400" dirty="0"/>
          </a:br>
          <a:br>
            <a:rPr lang="en-US" sz="1400" dirty="0"/>
          </a:br>
          <a:r>
            <a:rPr lang="en-US" sz="1400" dirty="0"/>
            <a:t>Or speak to your tutor privately.</a:t>
          </a:r>
          <a:br>
            <a:rPr lang="en-US" sz="1400" dirty="0"/>
          </a:br>
          <a:endParaRPr lang="en-US" sz="1400" dirty="0"/>
        </a:p>
      </dgm:t>
    </dgm:pt>
    <dgm:pt modelId="{1FB5DA67-104F-467A-B04D-EB05521F1FD3}" type="parTrans" cxnId="{B0D82476-838A-448A-A0BF-FC1F6F1293FC}">
      <dgm:prSet/>
      <dgm:spPr/>
      <dgm:t>
        <a:bodyPr/>
        <a:lstStyle/>
        <a:p>
          <a:endParaRPr lang="en-GB"/>
        </a:p>
      </dgm:t>
    </dgm:pt>
    <dgm:pt modelId="{C4238EDF-4C52-4145-86DD-8A682CFE3230}" type="sibTrans" cxnId="{B0D82476-838A-448A-A0BF-FC1F6F1293FC}">
      <dgm:prSet/>
      <dgm:spPr/>
      <dgm:t>
        <a:bodyPr/>
        <a:lstStyle/>
        <a:p>
          <a:endParaRPr lang="en-GB"/>
        </a:p>
      </dgm:t>
    </dgm:pt>
    <dgm:pt modelId="{75538982-FD70-4DC6-AAE0-159B168AB9D2}">
      <dgm:prSet phldrT="[Text]" custT="1"/>
      <dgm:spPr/>
      <dgm:t>
        <a:bodyPr/>
        <a:lstStyle/>
        <a:p>
          <a:pPr>
            <a:buNone/>
          </a:pPr>
          <a:r>
            <a:rPr lang="en-US" sz="1400" b="1" dirty="0"/>
            <a:t>1. Democracy</a:t>
          </a:r>
          <a:endParaRPr lang="en-GB" sz="1400" b="1" dirty="0"/>
        </a:p>
      </dgm:t>
    </dgm:pt>
    <dgm:pt modelId="{A0FE9843-57AE-430F-9125-011C60C7B7AB}" type="parTrans" cxnId="{87D04A37-6D2C-4950-ADB4-84440DCAA652}">
      <dgm:prSet/>
      <dgm:spPr/>
      <dgm:t>
        <a:bodyPr/>
        <a:lstStyle/>
        <a:p>
          <a:endParaRPr lang="en-GB"/>
        </a:p>
      </dgm:t>
    </dgm:pt>
    <dgm:pt modelId="{110EF384-963C-47EA-99D4-A45E59F5DB14}" type="sibTrans" cxnId="{87D04A37-6D2C-4950-ADB4-84440DCAA652}">
      <dgm:prSet/>
      <dgm:spPr/>
      <dgm:t>
        <a:bodyPr/>
        <a:lstStyle/>
        <a:p>
          <a:endParaRPr lang="en-GB"/>
        </a:p>
      </dgm:t>
    </dgm:pt>
    <dgm:pt modelId="{F8D7A63F-C565-4D8A-AE52-7E8946D59289}">
      <dgm:prSet phldrT="[Text]" custT="1"/>
      <dgm:spPr/>
      <dgm:t>
        <a:bodyPr/>
        <a:lstStyle/>
        <a:p>
          <a:pPr>
            <a:buNone/>
          </a:pPr>
          <a:r>
            <a:rPr lang="en-US" sz="1400" b="1" dirty="0"/>
            <a:t>2. Rule of Law</a:t>
          </a:r>
          <a:endParaRPr lang="en-GB" sz="1400" b="1" dirty="0"/>
        </a:p>
      </dgm:t>
    </dgm:pt>
    <dgm:pt modelId="{2732ED9F-4C65-4939-A9CB-EE6144D6E388}" type="parTrans" cxnId="{11F4EB43-205A-4426-8AB3-4A0CAFB3E418}">
      <dgm:prSet/>
      <dgm:spPr/>
      <dgm:t>
        <a:bodyPr/>
        <a:lstStyle/>
        <a:p>
          <a:endParaRPr lang="en-GB"/>
        </a:p>
      </dgm:t>
    </dgm:pt>
    <dgm:pt modelId="{FCDCEE1F-E4CC-4BF8-91F5-7CD11D70D40A}" type="sibTrans" cxnId="{11F4EB43-205A-4426-8AB3-4A0CAFB3E418}">
      <dgm:prSet/>
      <dgm:spPr/>
      <dgm:t>
        <a:bodyPr/>
        <a:lstStyle/>
        <a:p>
          <a:endParaRPr lang="en-GB"/>
        </a:p>
      </dgm:t>
    </dgm:pt>
    <dgm:pt modelId="{2433DF1C-7206-47F7-A12F-ABF6D6571963}">
      <dgm:prSet phldrT="[Text]" custT="1"/>
      <dgm:spPr/>
      <dgm:t>
        <a:bodyPr/>
        <a:lstStyle/>
        <a:p>
          <a:pPr>
            <a:buNone/>
          </a:pPr>
          <a:r>
            <a:rPr lang="en-US" sz="1400" b="1" dirty="0"/>
            <a:t>3. Individual Liberty</a:t>
          </a:r>
          <a:endParaRPr lang="en-GB" sz="1400" b="1" dirty="0"/>
        </a:p>
      </dgm:t>
    </dgm:pt>
    <dgm:pt modelId="{BFA8B94C-85F5-43DC-8BDC-A069343C8F69}" type="parTrans" cxnId="{0F3C4FD6-AA3D-4FD1-B611-9A0DF1F28882}">
      <dgm:prSet/>
      <dgm:spPr/>
      <dgm:t>
        <a:bodyPr/>
        <a:lstStyle/>
        <a:p>
          <a:endParaRPr lang="en-GB"/>
        </a:p>
      </dgm:t>
    </dgm:pt>
    <dgm:pt modelId="{B32537B1-DF7B-4E14-99A4-C9E87B10E8FB}" type="sibTrans" cxnId="{0F3C4FD6-AA3D-4FD1-B611-9A0DF1F28882}">
      <dgm:prSet/>
      <dgm:spPr/>
      <dgm:t>
        <a:bodyPr/>
        <a:lstStyle/>
        <a:p>
          <a:endParaRPr lang="en-GB"/>
        </a:p>
      </dgm:t>
    </dgm:pt>
    <dgm:pt modelId="{B86F58AF-23C9-4590-8B85-D0FD5BF63739}">
      <dgm:prSet phldrT="[Text]" custT="1"/>
      <dgm:spPr/>
      <dgm:t>
        <a:bodyPr/>
        <a:lstStyle/>
        <a:p>
          <a:pPr>
            <a:buNone/>
          </a:pPr>
          <a:r>
            <a:rPr lang="en-US" sz="1400" b="1" dirty="0"/>
            <a:t>4. Mutual Respect</a:t>
          </a:r>
          <a:endParaRPr lang="en-GB" sz="1400" b="1" dirty="0"/>
        </a:p>
      </dgm:t>
    </dgm:pt>
    <dgm:pt modelId="{99049DFF-F522-4CEE-86F1-3106A98D1228}" type="parTrans" cxnId="{13942C34-BE79-47E7-8C01-30B5C0440B82}">
      <dgm:prSet/>
      <dgm:spPr/>
      <dgm:t>
        <a:bodyPr/>
        <a:lstStyle/>
        <a:p>
          <a:endParaRPr lang="en-GB"/>
        </a:p>
      </dgm:t>
    </dgm:pt>
    <dgm:pt modelId="{D163573A-5663-4719-B727-A3413297E0EA}" type="sibTrans" cxnId="{13942C34-BE79-47E7-8C01-30B5C0440B82}">
      <dgm:prSet/>
      <dgm:spPr/>
      <dgm:t>
        <a:bodyPr/>
        <a:lstStyle/>
        <a:p>
          <a:endParaRPr lang="en-GB"/>
        </a:p>
      </dgm:t>
    </dgm:pt>
    <dgm:pt modelId="{19B6A5AA-0C05-4739-97C3-287820CEC391}">
      <dgm:prSet phldrT="[Text]" custT="1"/>
      <dgm:spPr/>
      <dgm:t>
        <a:bodyPr/>
        <a:lstStyle/>
        <a:p>
          <a:pPr>
            <a:buNone/>
          </a:pPr>
          <a:r>
            <a:rPr lang="en-US" sz="1400" b="1" dirty="0"/>
            <a:t>5. Tolerance of Different Faiths and Beliefs</a:t>
          </a:r>
          <a:br>
            <a:rPr lang="en-US" sz="1400" b="1" dirty="0"/>
          </a:br>
          <a:endParaRPr lang="en-GB" sz="1400" b="1" dirty="0"/>
        </a:p>
      </dgm:t>
    </dgm:pt>
    <dgm:pt modelId="{11941308-3490-47CC-8034-0D04F633D6A8}" type="parTrans" cxnId="{1D6A1129-C469-431A-BB8D-84ADA878481E}">
      <dgm:prSet/>
      <dgm:spPr/>
      <dgm:t>
        <a:bodyPr/>
        <a:lstStyle/>
        <a:p>
          <a:endParaRPr lang="en-GB"/>
        </a:p>
      </dgm:t>
    </dgm:pt>
    <dgm:pt modelId="{DA2AF159-8ADF-4D92-B329-D2336DC9575B}" type="sibTrans" cxnId="{1D6A1129-C469-431A-BB8D-84ADA878481E}">
      <dgm:prSet/>
      <dgm:spPr/>
      <dgm:t>
        <a:bodyPr/>
        <a:lstStyle/>
        <a:p>
          <a:endParaRPr lang="en-GB"/>
        </a:p>
      </dgm:t>
    </dgm:pt>
    <dgm:pt modelId="{47A33140-3A47-404F-8E7F-FD5872ED4C05}" type="pres">
      <dgm:prSet presAssocID="{E2B12767-4B81-4A96-891D-08E405B48EB1}" presName="diagram" presStyleCnt="0">
        <dgm:presLayoutVars>
          <dgm:dir/>
          <dgm:animLvl val="lvl"/>
          <dgm:resizeHandles val="exact"/>
        </dgm:presLayoutVars>
      </dgm:prSet>
      <dgm:spPr/>
    </dgm:pt>
    <dgm:pt modelId="{DD7CA9C7-FAAB-4752-93E6-DFEA2F0643E7}" type="pres">
      <dgm:prSet presAssocID="{56D07340-75E1-4AD6-87B9-922F01533C6D}" presName="compNode" presStyleCnt="0"/>
      <dgm:spPr/>
    </dgm:pt>
    <dgm:pt modelId="{D10EC809-8A62-4994-AFA3-5836513960D1}" type="pres">
      <dgm:prSet presAssocID="{56D07340-75E1-4AD6-87B9-922F01533C6D}" presName="childRect" presStyleLbl="bgAcc1" presStyleIdx="0" presStyleCnt="3">
        <dgm:presLayoutVars>
          <dgm:bulletEnabled val="1"/>
        </dgm:presLayoutVars>
      </dgm:prSet>
      <dgm:spPr/>
    </dgm:pt>
    <dgm:pt modelId="{1DE8D5CA-19FD-4C8F-9E6E-77530DBCA067}" type="pres">
      <dgm:prSet presAssocID="{56D07340-75E1-4AD6-87B9-922F01533C6D}" presName="parentText" presStyleLbl="node1" presStyleIdx="0" presStyleCnt="0">
        <dgm:presLayoutVars>
          <dgm:chMax val="0"/>
          <dgm:bulletEnabled val="1"/>
        </dgm:presLayoutVars>
      </dgm:prSet>
      <dgm:spPr/>
    </dgm:pt>
    <dgm:pt modelId="{48F786DA-DE1C-49AB-A9EC-F4B26E445636}" type="pres">
      <dgm:prSet presAssocID="{56D07340-75E1-4AD6-87B9-922F01533C6D}" presName="parentRect" presStyleLbl="alignNode1" presStyleIdx="0" presStyleCnt="3"/>
      <dgm:spPr/>
    </dgm:pt>
    <dgm:pt modelId="{D9ADFEC3-3FB9-439A-9A95-7FF03D05B279}" type="pres">
      <dgm:prSet presAssocID="{56D07340-75E1-4AD6-87B9-922F01533C6D}" presName="adorn" presStyleLbl="fgAccFollowNode1" presStyleIdx="0" presStyleCnt="3"/>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Shield Tick with solid fill"/>
        </a:ext>
      </dgm:extLst>
    </dgm:pt>
    <dgm:pt modelId="{A88A01B7-E93F-4801-992D-C8B8CF1A7AF2}" type="pres">
      <dgm:prSet presAssocID="{F50FB9DF-7138-4F48-A1CF-9268D5B21D43}" presName="sibTrans" presStyleLbl="sibTrans2D1" presStyleIdx="0" presStyleCnt="0"/>
      <dgm:spPr/>
    </dgm:pt>
    <dgm:pt modelId="{D672379D-7E2B-4AA2-9A7E-B53F125FEAA4}" type="pres">
      <dgm:prSet presAssocID="{EC470828-F188-40F1-9BAD-24DA8EC8498A}" presName="compNode" presStyleCnt="0"/>
      <dgm:spPr/>
    </dgm:pt>
    <dgm:pt modelId="{3ED92AB1-FC73-4B9A-8E1D-4ACFC692581E}" type="pres">
      <dgm:prSet presAssocID="{EC470828-F188-40F1-9BAD-24DA8EC8498A}" presName="childRect" presStyleLbl="bgAcc1" presStyleIdx="1" presStyleCnt="3">
        <dgm:presLayoutVars>
          <dgm:bulletEnabled val="1"/>
        </dgm:presLayoutVars>
      </dgm:prSet>
      <dgm:spPr/>
    </dgm:pt>
    <dgm:pt modelId="{2496D8E3-A063-4674-ABA5-D8719CAEF8BC}" type="pres">
      <dgm:prSet presAssocID="{EC470828-F188-40F1-9BAD-24DA8EC8498A}" presName="parentText" presStyleLbl="node1" presStyleIdx="0" presStyleCnt="0">
        <dgm:presLayoutVars>
          <dgm:chMax val="0"/>
          <dgm:bulletEnabled val="1"/>
        </dgm:presLayoutVars>
      </dgm:prSet>
      <dgm:spPr/>
    </dgm:pt>
    <dgm:pt modelId="{73228723-6C68-46A8-96CF-D4508B53BCEB}" type="pres">
      <dgm:prSet presAssocID="{EC470828-F188-40F1-9BAD-24DA8EC8498A}" presName="parentRect" presStyleLbl="alignNode1" presStyleIdx="1" presStyleCnt="3"/>
      <dgm:spPr/>
    </dgm:pt>
    <dgm:pt modelId="{B04E7D05-003F-4073-A2E0-8A6D05F1F5E9}" type="pres">
      <dgm:prSet presAssocID="{EC470828-F188-40F1-9BAD-24DA8EC8498A}" presName="adorn" presStyleLbl="fgAccFollowNode1" presStyleIdx="1" presStyleCnt="3"/>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Scales of justice with solid fill"/>
        </a:ext>
      </dgm:extLst>
    </dgm:pt>
    <dgm:pt modelId="{D10565B5-B10E-43C3-B9E8-CB6B3F1FB19A}" type="pres">
      <dgm:prSet presAssocID="{FBB04D87-02F6-4CF5-9F5A-41A665659D9E}" presName="sibTrans" presStyleLbl="sibTrans2D1" presStyleIdx="0" presStyleCnt="0"/>
      <dgm:spPr/>
    </dgm:pt>
    <dgm:pt modelId="{3C061DF8-267F-40C0-BFE9-F3F9B8C81599}" type="pres">
      <dgm:prSet presAssocID="{CCCD779C-5571-4406-86BA-B93A56C0F092}" presName="compNode" presStyleCnt="0"/>
      <dgm:spPr/>
    </dgm:pt>
    <dgm:pt modelId="{846A71B0-4F5B-47B2-8980-46D3D2DDB15D}" type="pres">
      <dgm:prSet presAssocID="{CCCD779C-5571-4406-86BA-B93A56C0F092}" presName="childRect" presStyleLbl="bgAcc1" presStyleIdx="2" presStyleCnt="3">
        <dgm:presLayoutVars>
          <dgm:bulletEnabled val="1"/>
        </dgm:presLayoutVars>
      </dgm:prSet>
      <dgm:spPr/>
    </dgm:pt>
    <dgm:pt modelId="{74ADB85B-5AE7-4BE7-A2A7-FAEDFDBE0B8D}" type="pres">
      <dgm:prSet presAssocID="{CCCD779C-5571-4406-86BA-B93A56C0F092}" presName="parentText" presStyleLbl="node1" presStyleIdx="0" presStyleCnt="0">
        <dgm:presLayoutVars>
          <dgm:chMax val="0"/>
          <dgm:bulletEnabled val="1"/>
        </dgm:presLayoutVars>
      </dgm:prSet>
      <dgm:spPr/>
    </dgm:pt>
    <dgm:pt modelId="{A330D0D8-36E0-4D22-9693-859DCEFD00F6}" type="pres">
      <dgm:prSet presAssocID="{CCCD779C-5571-4406-86BA-B93A56C0F092}" presName="parentRect" presStyleLbl="alignNode1" presStyleIdx="2" presStyleCnt="3"/>
      <dgm:spPr/>
    </dgm:pt>
    <dgm:pt modelId="{C95D7B44-50D7-459C-A076-A823BE9D40B9}" type="pres">
      <dgm:prSet presAssocID="{CCCD779C-5571-4406-86BA-B93A56C0F092}" presName="adorn" presStyleLbl="fgAccFollowNode1" presStyleIdx="2" presStyleCnt="3"/>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Flag with solid fill"/>
        </a:ext>
      </dgm:extLst>
    </dgm:pt>
  </dgm:ptLst>
  <dgm:cxnLst>
    <dgm:cxn modelId="{1D6A1129-C469-431A-BB8D-84ADA878481E}" srcId="{69025F71-BA54-42C9-B65F-B3A0D6819F03}" destId="{19B6A5AA-0C05-4739-97C3-287820CEC391}" srcOrd="4" destOrd="0" parTransId="{11941308-3490-47CC-8034-0D04F633D6A8}" sibTransId="{DA2AF159-8ADF-4D92-B329-D2336DC9575B}"/>
    <dgm:cxn modelId="{7BA9542E-9EDA-4EF2-AB9F-0A7A7BDE14CE}" type="presOf" srcId="{B86F58AF-23C9-4590-8B85-D0FD5BF63739}" destId="{3ED92AB1-FC73-4B9A-8E1D-4ACFC692581E}" srcOrd="0" destOrd="4" presId="urn:microsoft.com/office/officeart/2005/8/layout/bList2"/>
    <dgm:cxn modelId="{BB0FF52E-ABB8-4694-BFE3-9BC054767498}" type="presOf" srcId="{EC470828-F188-40F1-9BAD-24DA8EC8498A}" destId="{73228723-6C68-46A8-96CF-D4508B53BCEB}" srcOrd="1" destOrd="0" presId="urn:microsoft.com/office/officeart/2005/8/layout/bList2"/>
    <dgm:cxn modelId="{13942C34-BE79-47E7-8C01-30B5C0440B82}" srcId="{69025F71-BA54-42C9-B65F-B3A0D6819F03}" destId="{B86F58AF-23C9-4590-8B85-D0FD5BF63739}" srcOrd="3" destOrd="0" parTransId="{99049DFF-F522-4CEE-86F1-3106A98D1228}" sibTransId="{D163573A-5663-4719-B727-A3413297E0EA}"/>
    <dgm:cxn modelId="{87D04A37-6D2C-4950-ADB4-84440DCAA652}" srcId="{69025F71-BA54-42C9-B65F-B3A0D6819F03}" destId="{75538982-FD70-4DC6-AAE0-159B168AB9D2}" srcOrd="0" destOrd="0" parTransId="{A0FE9843-57AE-430F-9125-011C60C7B7AB}" sibTransId="{110EF384-963C-47EA-99D4-A45E59F5DB14}"/>
    <dgm:cxn modelId="{1A72075E-E878-4C81-8905-9803D8515758}" type="presOf" srcId="{2433DF1C-7206-47F7-A12F-ABF6D6571963}" destId="{3ED92AB1-FC73-4B9A-8E1D-4ACFC692581E}" srcOrd="0" destOrd="3" presId="urn:microsoft.com/office/officeart/2005/8/layout/bList2"/>
    <dgm:cxn modelId="{11F4EB43-205A-4426-8AB3-4A0CAFB3E418}" srcId="{69025F71-BA54-42C9-B65F-B3A0D6819F03}" destId="{F8D7A63F-C565-4D8A-AE52-7E8946D59289}" srcOrd="1" destOrd="0" parTransId="{2732ED9F-4C65-4939-A9CB-EE6144D6E388}" sibTransId="{FCDCEE1F-E4CC-4BF8-91F5-7CD11D70D40A}"/>
    <dgm:cxn modelId="{9CAEDA68-8701-49B1-8436-871507F34338}" type="presOf" srcId="{F8D7A63F-C565-4D8A-AE52-7E8946D59289}" destId="{3ED92AB1-FC73-4B9A-8E1D-4ACFC692581E}" srcOrd="0" destOrd="2" presId="urn:microsoft.com/office/officeart/2005/8/layout/bList2"/>
    <dgm:cxn modelId="{A0BE1E6D-4D4E-4BE8-A719-A27A4184554C}" type="presOf" srcId="{19B6A5AA-0C05-4739-97C3-287820CEC391}" destId="{3ED92AB1-FC73-4B9A-8E1D-4ACFC692581E}" srcOrd="0" destOrd="5" presId="urn:microsoft.com/office/officeart/2005/8/layout/bList2"/>
    <dgm:cxn modelId="{537FBF4E-0B29-4685-92F2-6BD1D93F6B22}" type="presOf" srcId="{CD591B15-0AFB-427B-9D7F-5C5DBD255982}" destId="{D10EC809-8A62-4994-AFA3-5836513960D1}" srcOrd="0" destOrd="2" presId="urn:microsoft.com/office/officeart/2005/8/layout/bList2"/>
    <dgm:cxn modelId="{E6E6F070-4BB4-4CB8-A110-6EA5A6E54106}" type="presOf" srcId="{F50FB9DF-7138-4F48-A1CF-9268D5B21D43}" destId="{A88A01B7-E93F-4801-992D-C8B8CF1A7AF2}" srcOrd="0" destOrd="0" presId="urn:microsoft.com/office/officeart/2005/8/layout/bList2"/>
    <dgm:cxn modelId="{45162076-5C99-4721-ACA7-BB5C236B2761}" type="presOf" srcId="{03451262-3EDA-42D8-8845-4A5EC165AF16}" destId="{3ED92AB1-FC73-4B9A-8E1D-4ACFC692581E}" srcOrd="0" destOrd="6" presId="urn:microsoft.com/office/officeart/2005/8/layout/bList2"/>
    <dgm:cxn modelId="{B0D82476-838A-448A-A0BF-FC1F6F1293FC}" srcId="{56D07340-75E1-4AD6-87B9-922F01533C6D}" destId="{CD591B15-0AFB-427B-9D7F-5C5DBD255982}" srcOrd="2" destOrd="0" parTransId="{1FB5DA67-104F-467A-B04D-EB05521F1FD3}" sibTransId="{C4238EDF-4C52-4145-86DD-8A682CFE3230}"/>
    <dgm:cxn modelId="{62C84980-B1ED-4F43-A191-38AFFEC046C5}" srcId="{56D07340-75E1-4AD6-87B9-922F01533C6D}" destId="{863F5D25-B0A4-45A6-85E5-AE73281BB623}" srcOrd="1" destOrd="0" parTransId="{D469A54B-4E53-4FB2-9790-90B262FF3A64}" sibTransId="{629F08C9-3514-41B0-A4A9-DB7488EB6A77}"/>
    <dgm:cxn modelId="{EEE3C980-0D82-4379-9DDE-E3DBC7A17B81}" srcId="{EC470828-F188-40F1-9BAD-24DA8EC8498A}" destId="{69025F71-BA54-42C9-B65F-B3A0D6819F03}" srcOrd="0" destOrd="0" parTransId="{5BAA4E8D-3142-44FA-8BA8-D889713EE084}" sibTransId="{81F1F430-5508-4486-8CFC-5EF8E032006C}"/>
    <dgm:cxn modelId="{92F38D82-1A53-436B-8F78-FBAC98C75696}" srcId="{E2B12767-4B81-4A96-891D-08E405B48EB1}" destId="{EC470828-F188-40F1-9BAD-24DA8EC8498A}" srcOrd="1" destOrd="0" parTransId="{AF7BAD48-7E45-4B61-A7BB-088538057FB1}" sibTransId="{FBB04D87-02F6-4CF5-9F5A-41A665659D9E}"/>
    <dgm:cxn modelId="{E1414484-9238-4AFB-B77F-A6E76619BC63}" srcId="{CCCD779C-5571-4406-86BA-B93A56C0F092}" destId="{E722A7F8-D148-429E-B9D5-EEA038CC1821}" srcOrd="1" destOrd="0" parTransId="{29D8F00E-4EE7-43CD-AEE1-EEBE4D9345D9}" sibTransId="{C73C49A6-1F43-4277-80E9-74AC48648C96}"/>
    <dgm:cxn modelId="{BD303988-C3B8-4638-BA91-FD71C8AA5BE6}" type="presOf" srcId="{E722A7F8-D148-429E-B9D5-EEA038CC1821}" destId="{846A71B0-4F5B-47B2-8980-46D3D2DDB15D}" srcOrd="0" destOrd="1" presId="urn:microsoft.com/office/officeart/2005/8/layout/bList2"/>
    <dgm:cxn modelId="{3228DE88-1665-4F2F-81DF-6C7B1DAF67CE}" type="presOf" srcId="{863F5D25-B0A4-45A6-85E5-AE73281BB623}" destId="{D10EC809-8A62-4994-AFA3-5836513960D1}" srcOrd="0" destOrd="1" presId="urn:microsoft.com/office/officeart/2005/8/layout/bList2"/>
    <dgm:cxn modelId="{9B511289-C885-4D3F-9809-624FD77B230F}" srcId="{56D07340-75E1-4AD6-87B9-922F01533C6D}" destId="{463032AE-3A43-47A3-8A25-32BC3C86FB5A}" srcOrd="3" destOrd="0" parTransId="{4633167A-FC33-4561-81C8-185AEAB8DB8F}" sibTransId="{D0EB7A02-01FE-41F1-89B0-6A6753FB0ED6}"/>
    <dgm:cxn modelId="{686D8691-1133-42DD-9896-6363F8746916}" srcId="{EC470828-F188-40F1-9BAD-24DA8EC8498A}" destId="{03451262-3EDA-42D8-8845-4A5EC165AF16}" srcOrd="1" destOrd="0" parTransId="{5D4AA6F6-EEB2-4359-8B5F-C7D09C28B952}" sibTransId="{0A0CCB7E-300B-4173-A37F-7F5DE851BD11}"/>
    <dgm:cxn modelId="{C31B6B9D-1A81-41BA-9C5C-A2AECA3E456B}" type="presOf" srcId="{56D07340-75E1-4AD6-87B9-922F01533C6D}" destId="{1DE8D5CA-19FD-4C8F-9E6E-77530DBCA067}" srcOrd="0" destOrd="0" presId="urn:microsoft.com/office/officeart/2005/8/layout/bList2"/>
    <dgm:cxn modelId="{391E11A1-9311-4F1E-94A3-6F33E3EA6217}" srcId="{56D07340-75E1-4AD6-87B9-922F01533C6D}" destId="{DAB29B63-5C0F-4F8E-81F6-23C876AC6360}" srcOrd="0" destOrd="0" parTransId="{93FA374D-760E-41E6-A69C-826D26E6A5E7}" sibTransId="{C0E5BD99-0E51-48B2-81AA-50C939EA07D4}"/>
    <dgm:cxn modelId="{9D75F0A7-8972-4C43-A4CF-4BDDBAB67150}" type="presOf" srcId="{75538982-FD70-4DC6-AAE0-159B168AB9D2}" destId="{3ED92AB1-FC73-4B9A-8E1D-4ACFC692581E}" srcOrd="0" destOrd="1" presId="urn:microsoft.com/office/officeart/2005/8/layout/bList2"/>
    <dgm:cxn modelId="{076AB7AB-4E4B-422C-AC00-E342265B6720}" type="presOf" srcId="{69025F71-BA54-42C9-B65F-B3A0D6819F03}" destId="{3ED92AB1-FC73-4B9A-8E1D-4ACFC692581E}" srcOrd="0" destOrd="0" presId="urn:microsoft.com/office/officeart/2005/8/layout/bList2"/>
    <dgm:cxn modelId="{CE8F6BB7-AD4B-417C-A8E7-483F7D747321}" type="presOf" srcId="{DAB29B63-5C0F-4F8E-81F6-23C876AC6360}" destId="{D10EC809-8A62-4994-AFA3-5836513960D1}" srcOrd="0" destOrd="0" presId="urn:microsoft.com/office/officeart/2005/8/layout/bList2"/>
    <dgm:cxn modelId="{7B8918B8-0E38-4C18-A731-C2EBA22F3EA5}" srcId="{CCCD779C-5571-4406-86BA-B93A56C0F092}" destId="{22011C8F-8C8B-479E-86D9-FCDDD9058F05}" srcOrd="0" destOrd="0" parTransId="{EA598542-29C0-4C63-9692-B860F546AE9B}" sibTransId="{32F125C0-2F63-4B56-A05D-D98C65320181}"/>
    <dgm:cxn modelId="{E5A1AEBE-CDF5-43F1-90D8-25B779FB08F0}" type="presOf" srcId="{463032AE-3A43-47A3-8A25-32BC3C86FB5A}" destId="{D10EC809-8A62-4994-AFA3-5836513960D1}" srcOrd="0" destOrd="3" presId="urn:microsoft.com/office/officeart/2005/8/layout/bList2"/>
    <dgm:cxn modelId="{F5F165C2-BAA7-4678-92A6-F4FA74A261DE}" type="presOf" srcId="{EC470828-F188-40F1-9BAD-24DA8EC8498A}" destId="{2496D8E3-A063-4674-ABA5-D8719CAEF8BC}" srcOrd="0" destOrd="0" presId="urn:microsoft.com/office/officeart/2005/8/layout/bList2"/>
    <dgm:cxn modelId="{2F074CCB-902F-44E9-86E2-EEC9AF43F744}" type="presOf" srcId="{FBB04D87-02F6-4CF5-9F5A-41A665659D9E}" destId="{D10565B5-B10E-43C3-B9E8-CB6B3F1FB19A}" srcOrd="0" destOrd="0" presId="urn:microsoft.com/office/officeart/2005/8/layout/bList2"/>
    <dgm:cxn modelId="{232BB7D4-77A6-434D-93A6-31FB55D8F1D3}" type="presOf" srcId="{E2B12767-4B81-4A96-891D-08E405B48EB1}" destId="{47A33140-3A47-404F-8E7F-FD5872ED4C05}" srcOrd="0" destOrd="0" presId="urn:microsoft.com/office/officeart/2005/8/layout/bList2"/>
    <dgm:cxn modelId="{0F3C4FD6-AA3D-4FD1-B611-9A0DF1F28882}" srcId="{69025F71-BA54-42C9-B65F-B3A0D6819F03}" destId="{2433DF1C-7206-47F7-A12F-ABF6D6571963}" srcOrd="2" destOrd="0" parTransId="{BFA8B94C-85F5-43DC-8BDC-A069343C8F69}" sibTransId="{B32537B1-DF7B-4E14-99A4-C9E87B10E8FB}"/>
    <dgm:cxn modelId="{7760EDDB-E8F1-4BA6-B11B-836958FFE3EA}" type="presOf" srcId="{CCCD779C-5571-4406-86BA-B93A56C0F092}" destId="{74ADB85B-5AE7-4BE7-A2A7-FAEDFDBE0B8D}" srcOrd="0" destOrd="0" presId="urn:microsoft.com/office/officeart/2005/8/layout/bList2"/>
    <dgm:cxn modelId="{27C2E3E0-90A3-43EE-997A-03EA77414A0C}" type="presOf" srcId="{56D07340-75E1-4AD6-87B9-922F01533C6D}" destId="{48F786DA-DE1C-49AB-A9EC-F4B26E445636}" srcOrd="1" destOrd="0" presId="urn:microsoft.com/office/officeart/2005/8/layout/bList2"/>
    <dgm:cxn modelId="{72845CED-67F3-4257-A6A2-715928E7B1A3}" type="presOf" srcId="{22011C8F-8C8B-479E-86D9-FCDDD9058F05}" destId="{846A71B0-4F5B-47B2-8980-46D3D2DDB15D}" srcOrd="0" destOrd="0" presId="urn:microsoft.com/office/officeart/2005/8/layout/bList2"/>
    <dgm:cxn modelId="{E70337FA-EA0D-449D-A6EE-5C95931B9BF4}" srcId="{E2B12767-4B81-4A96-891D-08E405B48EB1}" destId="{CCCD779C-5571-4406-86BA-B93A56C0F092}" srcOrd="2" destOrd="0" parTransId="{0475E061-26B7-40EF-BFE3-7EAE14461042}" sibTransId="{0FEA00F7-95D2-41FD-A093-A774F4D3CD18}"/>
    <dgm:cxn modelId="{915886FD-D4B5-4B22-BD74-AB441E0CE114}" srcId="{E2B12767-4B81-4A96-891D-08E405B48EB1}" destId="{56D07340-75E1-4AD6-87B9-922F01533C6D}" srcOrd="0" destOrd="0" parTransId="{85D96B4E-1D91-44D5-92BD-5A8D61869AC9}" sibTransId="{F50FB9DF-7138-4F48-A1CF-9268D5B21D43}"/>
    <dgm:cxn modelId="{0DA11FFE-B166-426A-B887-B9B620F6F0A2}" type="presOf" srcId="{CCCD779C-5571-4406-86BA-B93A56C0F092}" destId="{A330D0D8-36E0-4D22-9693-859DCEFD00F6}" srcOrd="1" destOrd="0" presId="urn:microsoft.com/office/officeart/2005/8/layout/bList2"/>
    <dgm:cxn modelId="{CA2185B3-EBFB-4B03-A426-BAFC48A57961}" type="presParOf" srcId="{47A33140-3A47-404F-8E7F-FD5872ED4C05}" destId="{DD7CA9C7-FAAB-4752-93E6-DFEA2F0643E7}" srcOrd="0" destOrd="0" presId="urn:microsoft.com/office/officeart/2005/8/layout/bList2"/>
    <dgm:cxn modelId="{02770F56-4A38-4BA8-841A-AD15A26ECD29}" type="presParOf" srcId="{DD7CA9C7-FAAB-4752-93E6-DFEA2F0643E7}" destId="{D10EC809-8A62-4994-AFA3-5836513960D1}" srcOrd="0" destOrd="0" presId="urn:microsoft.com/office/officeart/2005/8/layout/bList2"/>
    <dgm:cxn modelId="{148A886D-447B-45F3-BB44-4F152217D719}" type="presParOf" srcId="{DD7CA9C7-FAAB-4752-93E6-DFEA2F0643E7}" destId="{1DE8D5CA-19FD-4C8F-9E6E-77530DBCA067}" srcOrd="1" destOrd="0" presId="urn:microsoft.com/office/officeart/2005/8/layout/bList2"/>
    <dgm:cxn modelId="{164230C1-7B2D-457E-B657-61E7DF51A054}" type="presParOf" srcId="{DD7CA9C7-FAAB-4752-93E6-DFEA2F0643E7}" destId="{48F786DA-DE1C-49AB-A9EC-F4B26E445636}" srcOrd="2" destOrd="0" presId="urn:microsoft.com/office/officeart/2005/8/layout/bList2"/>
    <dgm:cxn modelId="{A6694382-EC76-4069-8E78-3F5D1BF925AC}" type="presParOf" srcId="{DD7CA9C7-FAAB-4752-93E6-DFEA2F0643E7}" destId="{D9ADFEC3-3FB9-439A-9A95-7FF03D05B279}" srcOrd="3" destOrd="0" presId="urn:microsoft.com/office/officeart/2005/8/layout/bList2"/>
    <dgm:cxn modelId="{FB90BDC0-D5E6-4A2D-A3BE-F6F9C0009D1C}" type="presParOf" srcId="{47A33140-3A47-404F-8E7F-FD5872ED4C05}" destId="{A88A01B7-E93F-4801-992D-C8B8CF1A7AF2}" srcOrd="1" destOrd="0" presId="urn:microsoft.com/office/officeart/2005/8/layout/bList2"/>
    <dgm:cxn modelId="{CF64BA5A-DCE9-412F-A339-08449379E776}" type="presParOf" srcId="{47A33140-3A47-404F-8E7F-FD5872ED4C05}" destId="{D672379D-7E2B-4AA2-9A7E-B53F125FEAA4}" srcOrd="2" destOrd="0" presId="urn:microsoft.com/office/officeart/2005/8/layout/bList2"/>
    <dgm:cxn modelId="{9B75E5B2-D3CB-4125-9450-82B0CD7E6023}" type="presParOf" srcId="{D672379D-7E2B-4AA2-9A7E-B53F125FEAA4}" destId="{3ED92AB1-FC73-4B9A-8E1D-4ACFC692581E}" srcOrd="0" destOrd="0" presId="urn:microsoft.com/office/officeart/2005/8/layout/bList2"/>
    <dgm:cxn modelId="{B01CFCAB-4CE0-4563-8463-8ED341997541}" type="presParOf" srcId="{D672379D-7E2B-4AA2-9A7E-B53F125FEAA4}" destId="{2496D8E3-A063-4674-ABA5-D8719CAEF8BC}" srcOrd="1" destOrd="0" presId="urn:microsoft.com/office/officeart/2005/8/layout/bList2"/>
    <dgm:cxn modelId="{5B7A64DB-7B84-4DE2-8276-E470ED2B2FF9}" type="presParOf" srcId="{D672379D-7E2B-4AA2-9A7E-B53F125FEAA4}" destId="{73228723-6C68-46A8-96CF-D4508B53BCEB}" srcOrd="2" destOrd="0" presId="urn:microsoft.com/office/officeart/2005/8/layout/bList2"/>
    <dgm:cxn modelId="{6150F38A-62F4-4AD8-B2C7-0305AA7395AB}" type="presParOf" srcId="{D672379D-7E2B-4AA2-9A7E-B53F125FEAA4}" destId="{B04E7D05-003F-4073-A2E0-8A6D05F1F5E9}" srcOrd="3" destOrd="0" presId="urn:microsoft.com/office/officeart/2005/8/layout/bList2"/>
    <dgm:cxn modelId="{A53F5ADB-4E01-4796-969F-334595B208BB}" type="presParOf" srcId="{47A33140-3A47-404F-8E7F-FD5872ED4C05}" destId="{D10565B5-B10E-43C3-B9E8-CB6B3F1FB19A}" srcOrd="3" destOrd="0" presId="urn:microsoft.com/office/officeart/2005/8/layout/bList2"/>
    <dgm:cxn modelId="{C092E915-C87D-467F-8E9C-0D2A44C7E9FF}" type="presParOf" srcId="{47A33140-3A47-404F-8E7F-FD5872ED4C05}" destId="{3C061DF8-267F-40C0-BFE9-F3F9B8C81599}" srcOrd="4" destOrd="0" presId="urn:microsoft.com/office/officeart/2005/8/layout/bList2"/>
    <dgm:cxn modelId="{37C785A4-89E3-4FA9-AFC8-7A281BFDBBD1}" type="presParOf" srcId="{3C061DF8-267F-40C0-BFE9-F3F9B8C81599}" destId="{846A71B0-4F5B-47B2-8980-46D3D2DDB15D}" srcOrd="0" destOrd="0" presId="urn:microsoft.com/office/officeart/2005/8/layout/bList2"/>
    <dgm:cxn modelId="{61D93D7D-2B80-44EE-B115-4AA29334CA69}" type="presParOf" srcId="{3C061DF8-267F-40C0-BFE9-F3F9B8C81599}" destId="{74ADB85B-5AE7-4BE7-A2A7-FAEDFDBE0B8D}" srcOrd="1" destOrd="0" presId="urn:microsoft.com/office/officeart/2005/8/layout/bList2"/>
    <dgm:cxn modelId="{1139507B-3954-4178-B6C6-3551AE2E1A08}" type="presParOf" srcId="{3C061DF8-267F-40C0-BFE9-F3F9B8C81599}" destId="{A330D0D8-36E0-4D22-9693-859DCEFD00F6}" srcOrd="2" destOrd="0" presId="urn:microsoft.com/office/officeart/2005/8/layout/bList2"/>
    <dgm:cxn modelId="{E273D7A7-A226-4FA0-9120-2CA2B9D661D0}" type="presParOf" srcId="{3C061DF8-267F-40C0-BFE9-F3F9B8C81599}" destId="{C95D7B44-50D7-459C-A076-A823BE9D40B9}" srcOrd="3" destOrd="0" presId="urn:microsoft.com/office/officeart/2005/8/layout/b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C879A0B-428D-4525-9651-9534D60B1122}"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en-GB"/>
        </a:p>
      </dgm:t>
    </dgm:pt>
    <dgm:pt modelId="{123A1A60-B1F6-4FEA-85D0-33C3E73B5E6A}">
      <dgm:prSet/>
      <dgm:spPr/>
      <dgm:t>
        <a:bodyPr/>
        <a:lstStyle/>
        <a:p>
          <a:r>
            <a:rPr lang="en-GB" dirty="0"/>
            <a:t>Identify</a:t>
          </a:r>
        </a:p>
      </dgm:t>
    </dgm:pt>
    <dgm:pt modelId="{10F3AB44-FBA4-4D6C-B156-2E2A85AC85E9}" type="parTrans" cxnId="{7A92A0A7-FFAF-4A31-88A8-AE797606F6EF}">
      <dgm:prSet/>
      <dgm:spPr/>
      <dgm:t>
        <a:bodyPr/>
        <a:lstStyle/>
        <a:p>
          <a:endParaRPr lang="en-GB"/>
        </a:p>
      </dgm:t>
    </dgm:pt>
    <dgm:pt modelId="{2C41772B-FC59-4590-80BE-606523E45EB2}" type="sibTrans" cxnId="{7A92A0A7-FFAF-4A31-88A8-AE797606F6EF}">
      <dgm:prSet/>
      <dgm:spPr/>
      <dgm:t>
        <a:bodyPr/>
        <a:lstStyle/>
        <a:p>
          <a:endParaRPr lang="en-GB"/>
        </a:p>
      </dgm:t>
    </dgm:pt>
    <dgm:pt modelId="{87F5A321-1DF8-4180-A40E-9523A26E28EF}">
      <dgm:prSet/>
      <dgm:spPr/>
      <dgm:t>
        <a:bodyPr/>
        <a:lstStyle/>
        <a:p>
          <a:r>
            <a:rPr lang="en-GB" dirty="0">
              <a:solidFill>
                <a:schemeClr val="tx2"/>
              </a:solidFill>
            </a:rPr>
            <a:t>Summarise</a:t>
          </a:r>
        </a:p>
      </dgm:t>
    </dgm:pt>
    <dgm:pt modelId="{FF2B404F-BD3C-48D2-9C5F-426F96B04DB0}" type="parTrans" cxnId="{22C23548-028A-4570-869E-4AC17CD248CA}">
      <dgm:prSet/>
      <dgm:spPr/>
      <dgm:t>
        <a:bodyPr/>
        <a:lstStyle/>
        <a:p>
          <a:endParaRPr lang="en-GB"/>
        </a:p>
      </dgm:t>
    </dgm:pt>
    <dgm:pt modelId="{07D85B42-3F24-498A-9884-FDD520ADFE43}" type="sibTrans" cxnId="{22C23548-028A-4570-869E-4AC17CD248CA}">
      <dgm:prSet/>
      <dgm:spPr/>
      <dgm:t>
        <a:bodyPr/>
        <a:lstStyle/>
        <a:p>
          <a:endParaRPr lang="en-GB"/>
        </a:p>
      </dgm:t>
    </dgm:pt>
    <dgm:pt modelId="{7BBA7227-A636-4C89-BF84-8095C6BB3CD4}">
      <dgm:prSet/>
      <dgm:spPr/>
      <dgm:t>
        <a:bodyPr/>
        <a:lstStyle/>
        <a:p>
          <a:r>
            <a:rPr lang="en-GB" dirty="0"/>
            <a:t>Identify what the SDLC is</a:t>
          </a:r>
        </a:p>
      </dgm:t>
    </dgm:pt>
    <dgm:pt modelId="{89335A70-5478-4656-9CE4-9229D808E305}" type="parTrans" cxnId="{02834470-3FBD-47C0-B18B-AC366B5BC203}">
      <dgm:prSet/>
      <dgm:spPr/>
      <dgm:t>
        <a:bodyPr/>
        <a:lstStyle/>
        <a:p>
          <a:endParaRPr lang="en-GB"/>
        </a:p>
      </dgm:t>
    </dgm:pt>
    <dgm:pt modelId="{4931721C-3782-423F-8E21-CD5357B136BD}" type="sibTrans" cxnId="{02834470-3FBD-47C0-B18B-AC366B5BC203}">
      <dgm:prSet/>
      <dgm:spPr/>
      <dgm:t>
        <a:bodyPr/>
        <a:lstStyle/>
        <a:p>
          <a:endParaRPr lang="en-GB"/>
        </a:p>
      </dgm:t>
    </dgm:pt>
    <dgm:pt modelId="{804C8BDE-C3F9-4985-8A2F-F30D976D2952}">
      <dgm:prSet/>
      <dgm:spPr/>
      <dgm:t>
        <a:bodyPr/>
        <a:lstStyle/>
        <a:p>
          <a:r>
            <a:rPr lang="en-GB" dirty="0"/>
            <a:t>Summarise the stages of the SDLC</a:t>
          </a:r>
        </a:p>
      </dgm:t>
    </dgm:pt>
    <dgm:pt modelId="{7EEEB105-F83F-45CE-94DA-27905585873F}" type="parTrans" cxnId="{4BE28F17-D64F-44FE-B4CC-D40E042116C5}">
      <dgm:prSet/>
      <dgm:spPr/>
      <dgm:t>
        <a:bodyPr/>
        <a:lstStyle/>
        <a:p>
          <a:endParaRPr lang="en-GB"/>
        </a:p>
      </dgm:t>
    </dgm:pt>
    <dgm:pt modelId="{E7E9017C-3816-4B51-A8DB-0DF2EF9871C6}" type="sibTrans" cxnId="{4BE28F17-D64F-44FE-B4CC-D40E042116C5}">
      <dgm:prSet/>
      <dgm:spPr/>
      <dgm:t>
        <a:bodyPr/>
        <a:lstStyle/>
        <a:p>
          <a:endParaRPr lang="en-GB"/>
        </a:p>
      </dgm:t>
    </dgm:pt>
    <dgm:pt modelId="{472880D1-5EB2-4CBA-A9A5-89CF421052F9}" type="pres">
      <dgm:prSet presAssocID="{AC879A0B-428D-4525-9651-9534D60B1122}" presName="linear" presStyleCnt="0">
        <dgm:presLayoutVars>
          <dgm:dir/>
          <dgm:animLvl val="lvl"/>
          <dgm:resizeHandles val="exact"/>
        </dgm:presLayoutVars>
      </dgm:prSet>
      <dgm:spPr/>
    </dgm:pt>
    <dgm:pt modelId="{41526C7D-8F4A-4710-BE6C-B6B8E6DFF89D}" type="pres">
      <dgm:prSet presAssocID="{123A1A60-B1F6-4FEA-85D0-33C3E73B5E6A}" presName="parentLin" presStyleCnt="0"/>
      <dgm:spPr/>
    </dgm:pt>
    <dgm:pt modelId="{CA172F62-06B4-4087-A822-E967D1E2241B}" type="pres">
      <dgm:prSet presAssocID="{123A1A60-B1F6-4FEA-85D0-33C3E73B5E6A}" presName="parentLeftMargin" presStyleLbl="node1" presStyleIdx="0" presStyleCnt="2"/>
      <dgm:spPr/>
    </dgm:pt>
    <dgm:pt modelId="{65A44C23-CAC5-4E39-A309-13AFBD9A74F7}" type="pres">
      <dgm:prSet presAssocID="{123A1A60-B1F6-4FEA-85D0-33C3E73B5E6A}" presName="parentText" presStyleLbl="node1" presStyleIdx="0" presStyleCnt="2">
        <dgm:presLayoutVars>
          <dgm:chMax val="0"/>
          <dgm:bulletEnabled val="1"/>
        </dgm:presLayoutVars>
      </dgm:prSet>
      <dgm:spPr/>
    </dgm:pt>
    <dgm:pt modelId="{F3FD6D4F-4EE4-486A-A482-1BEED204F0B3}" type="pres">
      <dgm:prSet presAssocID="{123A1A60-B1F6-4FEA-85D0-33C3E73B5E6A}" presName="negativeSpace" presStyleCnt="0"/>
      <dgm:spPr/>
    </dgm:pt>
    <dgm:pt modelId="{61702F9D-D6DE-4BAD-84E4-B0A24950545C}" type="pres">
      <dgm:prSet presAssocID="{123A1A60-B1F6-4FEA-85D0-33C3E73B5E6A}" presName="childText" presStyleLbl="conFgAcc1" presStyleIdx="0" presStyleCnt="2">
        <dgm:presLayoutVars>
          <dgm:bulletEnabled val="1"/>
        </dgm:presLayoutVars>
      </dgm:prSet>
      <dgm:spPr/>
    </dgm:pt>
    <dgm:pt modelId="{35929291-091C-4164-8506-C5E894A4D55F}" type="pres">
      <dgm:prSet presAssocID="{2C41772B-FC59-4590-80BE-606523E45EB2}" presName="spaceBetweenRectangles" presStyleCnt="0"/>
      <dgm:spPr/>
    </dgm:pt>
    <dgm:pt modelId="{E42C2815-CF36-4D68-BF43-FA2F04DAF468}" type="pres">
      <dgm:prSet presAssocID="{87F5A321-1DF8-4180-A40E-9523A26E28EF}" presName="parentLin" presStyleCnt="0"/>
      <dgm:spPr/>
    </dgm:pt>
    <dgm:pt modelId="{72111DD5-404F-4303-8EF7-FAAE1F3EE56B}" type="pres">
      <dgm:prSet presAssocID="{87F5A321-1DF8-4180-A40E-9523A26E28EF}" presName="parentLeftMargin" presStyleLbl="node1" presStyleIdx="0" presStyleCnt="2"/>
      <dgm:spPr/>
    </dgm:pt>
    <dgm:pt modelId="{00E7CDC1-AC5A-4E61-81C4-18156E6A28F3}" type="pres">
      <dgm:prSet presAssocID="{87F5A321-1DF8-4180-A40E-9523A26E28EF}" presName="parentText" presStyleLbl="node1" presStyleIdx="1" presStyleCnt="2">
        <dgm:presLayoutVars>
          <dgm:chMax val="0"/>
          <dgm:bulletEnabled val="1"/>
        </dgm:presLayoutVars>
      </dgm:prSet>
      <dgm:spPr/>
    </dgm:pt>
    <dgm:pt modelId="{20E43454-A0B3-4D21-A073-72034F2484D7}" type="pres">
      <dgm:prSet presAssocID="{87F5A321-1DF8-4180-A40E-9523A26E28EF}" presName="negativeSpace" presStyleCnt="0"/>
      <dgm:spPr/>
    </dgm:pt>
    <dgm:pt modelId="{31A9BB87-ABCA-408C-BE40-6666C8CF73A2}" type="pres">
      <dgm:prSet presAssocID="{87F5A321-1DF8-4180-A40E-9523A26E28EF}" presName="childText" presStyleLbl="conFgAcc1" presStyleIdx="1" presStyleCnt="2">
        <dgm:presLayoutVars>
          <dgm:bulletEnabled val="1"/>
        </dgm:presLayoutVars>
      </dgm:prSet>
      <dgm:spPr/>
    </dgm:pt>
  </dgm:ptLst>
  <dgm:cxnLst>
    <dgm:cxn modelId="{B577D512-D7D1-4666-B0FC-1D2034AF50C1}" type="presOf" srcId="{7BBA7227-A636-4C89-BF84-8095C6BB3CD4}" destId="{61702F9D-D6DE-4BAD-84E4-B0A24950545C}" srcOrd="0" destOrd="0" presId="urn:microsoft.com/office/officeart/2005/8/layout/list1"/>
    <dgm:cxn modelId="{4BE28F17-D64F-44FE-B4CC-D40E042116C5}" srcId="{87F5A321-1DF8-4180-A40E-9523A26E28EF}" destId="{804C8BDE-C3F9-4985-8A2F-F30D976D2952}" srcOrd="0" destOrd="0" parTransId="{7EEEB105-F83F-45CE-94DA-27905585873F}" sibTransId="{E7E9017C-3816-4B51-A8DB-0DF2EF9871C6}"/>
    <dgm:cxn modelId="{8D387367-7E89-4320-8166-A69A427D3E0A}" type="presOf" srcId="{AC879A0B-428D-4525-9651-9534D60B1122}" destId="{472880D1-5EB2-4CBA-A9A5-89CF421052F9}" srcOrd="0" destOrd="0" presId="urn:microsoft.com/office/officeart/2005/8/layout/list1"/>
    <dgm:cxn modelId="{22C23548-028A-4570-869E-4AC17CD248CA}" srcId="{AC879A0B-428D-4525-9651-9534D60B1122}" destId="{87F5A321-1DF8-4180-A40E-9523A26E28EF}" srcOrd="1" destOrd="0" parTransId="{FF2B404F-BD3C-48D2-9C5F-426F96B04DB0}" sibTransId="{07D85B42-3F24-498A-9884-FDD520ADFE43}"/>
    <dgm:cxn modelId="{02834470-3FBD-47C0-B18B-AC366B5BC203}" srcId="{123A1A60-B1F6-4FEA-85D0-33C3E73B5E6A}" destId="{7BBA7227-A636-4C89-BF84-8095C6BB3CD4}" srcOrd="0" destOrd="0" parTransId="{89335A70-5478-4656-9CE4-9229D808E305}" sibTransId="{4931721C-3782-423F-8E21-CD5357B136BD}"/>
    <dgm:cxn modelId="{BB01EE54-467E-4E0A-90DB-D19C361B7B8F}" type="presOf" srcId="{87F5A321-1DF8-4180-A40E-9523A26E28EF}" destId="{72111DD5-404F-4303-8EF7-FAAE1F3EE56B}" srcOrd="0" destOrd="0" presId="urn:microsoft.com/office/officeart/2005/8/layout/list1"/>
    <dgm:cxn modelId="{7A92A0A7-FFAF-4A31-88A8-AE797606F6EF}" srcId="{AC879A0B-428D-4525-9651-9534D60B1122}" destId="{123A1A60-B1F6-4FEA-85D0-33C3E73B5E6A}" srcOrd="0" destOrd="0" parTransId="{10F3AB44-FBA4-4D6C-B156-2E2A85AC85E9}" sibTransId="{2C41772B-FC59-4590-80BE-606523E45EB2}"/>
    <dgm:cxn modelId="{0E3167B7-A3B4-4495-8FBC-B3F585953282}" type="presOf" srcId="{804C8BDE-C3F9-4985-8A2F-F30D976D2952}" destId="{31A9BB87-ABCA-408C-BE40-6666C8CF73A2}" srcOrd="0" destOrd="0" presId="urn:microsoft.com/office/officeart/2005/8/layout/list1"/>
    <dgm:cxn modelId="{90D2CCC0-743C-45BB-954D-80FA7A2CCCB4}" type="presOf" srcId="{123A1A60-B1F6-4FEA-85D0-33C3E73B5E6A}" destId="{65A44C23-CAC5-4E39-A309-13AFBD9A74F7}" srcOrd="1" destOrd="0" presId="urn:microsoft.com/office/officeart/2005/8/layout/list1"/>
    <dgm:cxn modelId="{061CF5E9-8647-4213-81AE-4EA88D77CB10}" type="presOf" srcId="{123A1A60-B1F6-4FEA-85D0-33C3E73B5E6A}" destId="{CA172F62-06B4-4087-A822-E967D1E2241B}" srcOrd="0" destOrd="0" presId="urn:microsoft.com/office/officeart/2005/8/layout/list1"/>
    <dgm:cxn modelId="{9FF042F9-5776-42BF-A2B7-6D2450931C45}" type="presOf" srcId="{87F5A321-1DF8-4180-A40E-9523A26E28EF}" destId="{00E7CDC1-AC5A-4E61-81C4-18156E6A28F3}" srcOrd="1" destOrd="0" presId="urn:microsoft.com/office/officeart/2005/8/layout/list1"/>
    <dgm:cxn modelId="{9A70D672-31A9-482B-BDD5-52A97BDB35F2}" type="presParOf" srcId="{472880D1-5EB2-4CBA-A9A5-89CF421052F9}" destId="{41526C7D-8F4A-4710-BE6C-B6B8E6DFF89D}" srcOrd="0" destOrd="0" presId="urn:microsoft.com/office/officeart/2005/8/layout/list1"/>
    <dgm:cxn modelId="{382FD03D-B4C3-4105-8ACA-6F20E3405DC2}" type="presParOf" srcId="{41526C7D-8F4A-4710-BE6C-B6B8E6DFF89D}" destId="{CA172F62-06B4-4087-A822-E967D1E2241B}" srcOrd="0" destOrd="0" presId="urn:microsoft.com/office/officeart/2005/8/layout/list1"/>
    <dgm:cxn modelId="{206CE4EC-84DA-4349-8763-64D2B70AD3E3}" type="presParOf" srcId="{41526C7D-8F4A-4710-BE6C-B6B8E6DFF89D}" destId="{65A44C23-CAC5-4E39-A309-13AFBD9A74F7}" srcOrd="1" destOrd="0" presId="urn:microsoft.com/office/officeart/2005/8/layout/list1"/>
    <dgm:cxn modelId="{5ECD56CC-097F-4970-B89D-DACE77787FD4}" type="presParOf" srcId="{472880D1-5EB2-4CBA-A9A5-89CF421052F9}" destId="{F3FD6D4F-4EE4-486A-A482-1BEED204F0B3}" srcOrd="1" destOrd="0" presId="urn:microsoft.com/office/officeart/2005/8/layout/list1"/>
    <dgm:cxn modelId="{D0CF3FD8-EB0F-4929-A30B-E32DE5A4727A}" type="presParOf" srcId="{472880D1-5EB2-4CBA-A9A5-89CF421052F9}" destId="{61702F9D-D6DE-4BAD-84E4-B0A24950545C}" srcOrd="2" destOrd="0" presId="urn:microsoft.com/office/officeart/2005/8/layout/list1"/>
    <dgm:cxn modelId="{8299ED43-2A52-4C50-839E-EAE38E596CF6}" type="presParOf" srcId="{472880D1-5EB2-4CBA-A9A5-89CF421052F9}" destId="{35929291-091C-4164-8506-C5E894A4D55F}" srcOrd="3" destOrd="0" presId="urn:microsoft.com/office/officeart/2005/8/layout/list1"/>
    <dgm:cxn modelId="{2F919B88-CE3B-4033-90B4-8FDD098937E7}" type="presParOf" srcId="{472880D1-5EB2-4CBA-A9A5-89CF421052F9}" destId="{E42C2815-CF36-4D68-BF43-FA2F04DAF468}" srcOrd="4" destOrd="0" presId="urn:microsoft.com/office/officeart/2005/8/layout/list1"/>
    <dgm:cxn modelId="{C299A785-3CB1-437B-A8D8-D489F308B6BE}" type="presParOf" srcId="{E42C2815-CF36-4D68-BF43-FA2F04DAF468}" destId="{72111DD5-404F-4303-8EF7-FAAE1F3EE56B}" srcOrd="0" destOrd="0" presId="urn:microsoft.com/office/officeart/2005/8/layout/list1"/>
    <dgm:cxn modelId="{86945165-141D-4255-9689-EB9B4D05929C}" type="presParOf" srcId="{E42C2815-CF36-4D68-BF43-FA2F04DAF468}" destId="{00E7CDC1-AC5A-4E61-81C4-18156E6A28F3}" srcOrd="1" destOrd="0" presId="urn:microsoft.com/office/officeart/2005/8/layout/list1"/>
    <dgm:cxn modelId="{B078101A-F365-427E-AFD2-38ED1942E1C9}" type="presParOf" srcId="{472880D1-5EB2-4CBA-A9A5-89CF421052F9}" destId="{20E43454-A0B3-4D21-A073-72034F2484D7}" srcOrd="5" destOrd="0" presId="urn:microsoft.com/office/officeart/2005/8/layout/list1"/>
    <dgm:cxn modelId="{3DA016CE-56CE-462D-A117-123A5A179339}" type="presParOf" srcId="{472880D1-5EB2-4CBA-A9A5-89CF421052F9}" destId="{31A9BB87-ABCA-408C-BE40-6666C8CF73A2}"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C1644ED-C84C-4230-8B85-E2FD67F66BE9}" type="doc">
      <dgm:prSet loTypeId="urn:microsoft.com/office/officeart/2005/8/layout/cycle3" loCatId="cycle" qsTypeId="urn:microsoft.com/office/officeart/2005/8/quickstyle/simple1" qsCatId="simple" csTypeId="urn:microsoft.com/office/officeart/2005/8/colors/colorful1" csCatId="colorful" phldr="1"/>
      <dgm:spPr/>
      <dgm:t>
        <a:bodyPr/>
        <a:lstStyle/>
        <a:p>
          <a:endParaRPr lang="en-GB"/>
        </a:p>
      </dgm:t>
    </dgm:pt>
    <dgm:pt modelId="{D006CFF8-FDEC-4A2E-BDA7-EFB3C76F44C3}">
      <dgm:prSet phldrT="[Text]"/>
      <dgm:spPr/>
      <dgm:t>
        <a:bodyPr/>
        <a:lstStyle/>
        <a:p>
          <a:r>
            <a:rPr lang="en-GB"/>
            <a:t>Planning</a:t>
          </a:r>
          <a:endParaRPr lang="en-GB" dirty="0"/>
        </a:p>
      </dgm:t>
    </dgm:pt>
    <dgm:pt modelId="{A3776735-030C-40E4-84FC-2224FB9ADE95}" type="parTrans" cxnId="{087CEC9F-0457-4792-9E89-FA0F5FD40339}">
      <dgm:prSet/>
      <dgm:spPr/>
      <dgm:t>
        <a:bodyPr/>
        <a:lstStyle/>
        <a:p>
          <a:endParaRPr lang="en-GB"/>
        </a:p>
      </dgm:t>
    </dgm:pt>
    <dgm:pt modelId="{E19B2AD8-A074-4ED4-8E8B-387F66D620DA}" type="sibTrans" cxnId="{087CEC9F-0457-4792-9E89-FA0F5FD40339}">
      <dgm:prSet/>
      <dgm:spPr/>
      <dgm:t>
        <a:bodyPr/>
        <a:lstStyle/>
        <a:p>
          <a:endParaRPr lang="en-GB"/>
        </a:p>
      </dgm:t>
    </dgm:pt>
    <dgm:pt modelId="{17612F30-FB6A-4C58-B487-E44A7678F3FD}">
      <dgm:prSet phldrT="[Text]"/>
      <dgm:spPr/>
      <dgm:t>
        <a:bodyPr/>
        <a:lstStyle/>
        <a:p>
          <a:r>
            <a:rPr lang="en-GB">
              <a:solidFill>
                <a:schemeClr val="tx2"/>
              </a:solidFill>
            </a:rPr>
            <a:t>Analysis</a:t>
          </a:r>
          <a:endParaRPr lang="en-GB" dirty="0">
            <a:solidFill>
              <a:schemeClr val="tx2"/>
            </a:solidFill>
          </a:endParaRPr>
        </a:p>
      </dgm:t>
    </dgm:pt>
    <dgm:pt modelId="{ECE3B7A8-7F84-4F41-A386-9995F607A4B4}" type="parTrans" cxnId="{9C9E46FE-88CF-4B9C-8BC0-D4A4ACB24375}">
      <dgm:prSet/>
      <dgm:spPr/>
      <dgm:t>
        <a:bodyPr/>
        <a:lstStyle/>
        <a:p>
          <a:endParaRPr lang="en-GB"/>
        </a:p>
      </dgm:t>
    </dgm:pt>
    <dgm:pt modelId="{3BBBF8B3-F9A6-4A48-BC05-1FE4A53D16EE}" type="sibTrans" cxnId="{9C9E46FE-88CF-4B9C-8BC0-D4A4ACB24375}">
      <dgm:prSet/>
      <dgm:spPr/>
      <dgm:t>
        <a:bodyPr/>
        <a:lstStyle/>
        <a:p>
          <a:endParaRPr lang="en-GB"/>
        </a:p>
      </dgm:t>
    </dgm:pt>
    <dgm:pt modelId="{DCE997DC-A56F-4E9D-A402-A89700B666A8}">
      <dgm:prSet phldrT="[Text]"/>
      <dgm:spPr/>
      <dgm:t>
        <a:bodyPr/>
        <a:lstStyle/>
        <a:p>
          <a:r>
            <a:rPr lang="en-GB"/>
            <a:t>Design</a:t>
          </a:r>
          <a:endParaRPr lang="en-GB" dirty="0"/>
        </a:p>
      </dgm:t>
    </dgm:pt>
    <dgm:pt modelId="{19F84F6B-D93A-4F35-8776-ABA46D3A26ED}" type="parTrans" cxnId="{A15FD9E3-7585-4372-AE33-D96F3075FBE8}">
      <dgm:prSet/>
      <dgm:spPr/>
      <dgm:t>
        <a:bodyPr/>
        <a:lstStyle/>
        <a:p>
          <a:endParaRPr lang="en-GB"/>
        </a:p>
      </dgm:t>
    </dgm:pt>
    <dgm:pt modelId="{E64EEAA2-B2BE-40CC-8614-8ACF63E898F5}" type="sibTrans" cxnId="{A15FD9E3-7585-4372-AE33-D96F3075FBE8}">
      <dgm:prSet/>
      <dgm:spPr/>
      <dgm:t>
        <a:bodyPr/>
        <a:lstStyle/>
        <a:p>
          <a:endParaRPr lang="en-GB"/>
        </a:p>
      </dgm:t>
    </dgm:pt>
    <dgm:pt modelId="{0595BB9D-C6A8-4A14-B4A0-8E05E90617E8}">
      <dgm:prSet phldrT="[Text]"/>
      <dgm:spPr/>
      <dgm:t>
        <a:bodyPr/>
        <a:lstStyle/>
        <a:p>
          <a:r>
            <a:rPr lang="en-GB"/>
            <a:t>Implementation</a:t>
          </a:r>
          <a:endParaRPr lang="en-GB" dirty="0"/>
        </a:p>
      </dgm:t>
    </dgm:pt>
    <dgm:pt modelId="{E79298C3-3653-4DD1-BAA7-BC3B087F9ACB}" type="parTrans" cxnId="{D5D06DE9-2D29-45BD-8B7A-E27F8A2B8979}">
      <dgm:prSet/>
      <dgm:spPr/>
      <dgm:t>
        <a:bodyPr/>
        <a:lstStyle/>
        <a:p>
          <a:endParaRPr lang="en-GB"/>
        </a:p>
      </dgm:t>
    </dgm:pt>
    <dgm:pt modelId="{23C438AE-3EAE-43D0-AA1D-F877A9FCAE6E}" type="sibTrans" cxnId="{D5D06DE9-2D29-45BD-8B7A-E27F8A2B8979}">
      <dgm:prSet/>
      <dgm:spPr/>
      <dgm:t>
        <a:bodyPr/>
        <a:lstStyle/>
        <a:p>
          <a:endParaRPr lang="en-GB"/>
        </a:p>
      </dgm:t>
    </dgm:pt>
    <dgm:pt modelId="{D1FD3A6A-B5B0-41F9-9CDF-3F38BC5CB8B1}">
      <dgm:prSet phldrT="[Text]"/>
      <dgm:spPr/>
      <dgm:t>
        <a:bodyPr/>
        <a:lstStyle/>
        <a:p>
          <a:r>
            <a:rPr lang="en-GB">
              <a:solidFill>
                <a:schemeClr val="tx2"/>
              </a:solidFill>
            </a:rPr>
            <a:t>Testing</a:t>
          </a:r>
          <a:endParaRPr lang="en-GB" dirty="0">
            <a:solidFill>
              <a:schemeClr val="tx2"/>
            </a:solidFill>
          </a:endParaRPr>
        </a:p>
      </dgm:t>
    </dgm:pt>
    <dgm:pt modelId="{334E322C-46AB-4077-A91E-AAA760D6DBA1}" type="parTrans" cxnId="{847C6D85-5037-49A7-8EFA-9D2C8DB704E6}">
      <dgm:prSet/>
      <dgm:spPr/>
      <dgm:t>
        <a:bodyPr/>
        <a:lstStyle/>
        <a:p>
          <a:endParaRPr lang="en-GB"/>
        </a:p>
      </dgm:t>
    </dgm:pt>
    <dgm:pt modelId="{0905125A-FE04-44D4-A16B-BC04276C83F5}" type="sibTrans" cxnId="{847C6D85-5037-49A7-8EFA-9D2C8DB704E6}">
      <dgm:prSet/>
      <dgm:spPr/>
      <dgm:t>
        <a:bodyPr/>
        <a:lstStyle/>
        <a:p>
          <a:endParaRPr lang="en-GB"/>
        </a:p>
      </dgm:t>
    </dgm:pt>
    <dgm:pt modelId="{052D19C9-33B8-4696-8F3C-A03A6609DFAE}">
      <dgm:prSet phldrT="[Text]"/>
      <dgm:spPr/>
      <dgm:t>
        <a:bodyPr/>
        <a:lstStyle/>
        <a:p>
          <a:r>
            <a:rPr lang="en-GB"/>
            <a:t>Deployment</a:t>
          </a:r>
          <a:endParaRPr lang="en-GB" dirty="0"/>
        </a:p>
      </dgm:t>
    </dgm:pt>
    <dgm:pt modelId="{86C288C6-661D-4555-9D7C-755FB12C0CDA}" type="parTrans" cxnId="{DF2503E1-A410-4D81-9722-04B5AEFF0D11}">
      <dgm:prSet/>
      <dgm:spPr/>
      <dgm:t>
        <a:bodyPr/>
        <a:lstStyle/>
        <a:p>
          <a:endParaRPr lang="en-GB"/>
        </a:p>
      </dgm:t>
    </dgm:pt>
    <dgm:pt modelId="{4B67C311-93FB-4D7B-80B7-73CDFB7C88F6}" type="sibTrans" cxnId="{DF2503E1-A410-4D81-9722-04B5AEFF0D11}">
      <dgm:prSet/>
      <dgm:spPr/>
      <dgm:t>
        <a:bodyPr/>
        <a:lstStyle/>
        <a:p>
          <a:endParaRPr lang="en-GB"/>
        </a:p>
      </dgm:t>
    </dgm:pt>
    <dgm:pt modelId="{06B25EEF-56F3-495C-8490-1E548C63F27E}">
      <dgm:prSet phldrT="[Text]"/>
      <dgm:spPr/>
      <dgm:t>
        <a:bodyPr/>
        <a:lstStyle/>
        <a:p>
          <a:r>
            <a:rPr lang="en-GB">
              <a:solidFill>
                <a:schemeClr val="tx2"/>
              </a:solidFill>
            </a:rPr>
            <a:t>Maintenance</a:t>
          </a:r>
          <a:endParaRPr lang="en-GB" dirty="0">
            <a:solidFill>
              <a:schemeClr val="tx2"/>
            </a:solidFill>
          </a:endParaRPr>
        </a:p>
      </dgm:t>
    </dgm:pt>
    <dgm:pt modelId="{15A169A6-FA0C-48D4-8222-D04790DC3943}" type="parTrans" cxnId="{BA7D070E-932F-47F0-A619-F2448EE13B10}">
      <dgm:prSet/>
      <dgm:spPr/>
      <dgm:t>
        <a:bodyPr/>
        <a:lstStyle/>
        <a:p>
          <a:endParaRPr lang="en-GB"/>
        </a:p>
      </dgm:t>
    </dgm:pt>
    <dgm:pt modelId="{02790C07-0B8E-448A-AF61-7D11E38DA3AF}" type="sibTrans" cxnId="{BA7D070E-932F-47F0-A619-F2448EE13B10}">
      <dgm:prSet/>
      <dgm:spPr/>
      <dgm:t>
        <a:bodyPr/>
        <a:lstStyle/>
        <a:p>
          <a:endParaRPr lang="en-GB"/>
        </a:p>
      </dgm:t>
    </dgm:pt>
    <dgm:pt modelId="{88F40711-E6F5-4208-B83E-9F76D43FE9F7}" type="pres">
      <dgm:prSet presAssocID="{9C1644ED-C84C-4230-8B85-E2FD67F66BE9}" presName="Name0" presStyleCnt="0">
        <dgm:presLayoutVars>
          <dgm:dir/>
          <dgm:resizeHandles val="exact"/>
        </dgm:presLayoutVars>
      </dgm:prSet>
      <dgm:spPr/>
    </dgm:pt>
    <dgm:pt modelId="{D7807CAC-2C0A-475F-88FB-C9D6AB23D590}" type="pres">
      <dgm:prSet presAssocID="{9C1644ED-C84C-4230-8B85-E2FD67F66BE9}" presName="cycle" presStyleCnt="0"/>
      <dgm:spPr/>
    </dgm:pt>
    <dgm:pt modelId="{C9356633-1CB0-4F7E-B36B-96F9770EDFF9}" type="pres">
      <dgm:prSet presAssocID="{D006CFF8-FDEC-4A2E-BDA7-EFB3C76F44C3}" presName="nodeFirstNode" presStyleLbl="node1" presStyleIdx="0" presStyleCnt="7">
        <dgm:presLayoutVars>
          <dgm:bulletEnabled val="1"/>
        </dgm:presLayoutVars>
      </dgm:prSet>
      <dgm:spPr/>
    </dgm:pt>
    <dgm:pt modelId="{A4879347-8F2B-4079-BEE9-18CA73A60D78}" type="pres">
      <dgm:prSet presAssocID="{E19B2AD8-A074-4ED4-8E8B-387F66D620DA}" presName="sibTransFirstNode" presStyleLbl="bgShp" presStyleIdx="0" presStyleCnt="1"/>
      <dgm:spPr/>
    </dgm:pt>
    <dgm:pt modelId="{28C31CBC-1EDD-4AAD-8CFA-D575C96F6CBA}" type="pres">
      <dgm:prSet presAssocID="{17612F30-FB6A-4C58-B487-E44A7678F3FD}" presName="nodeFollowingNodes" presStyleLbl="node1" presStyleIdx="1" presStyleCnt="7">
        <dgm:presLayoutVars>
          <dgm:bulletEnabled val="1"/>
        </dgm:presLayoutVars>
      </dgm:prSet>
      <dgm:spPr/>
    </dgm:pt>
    <dgm:pt modelId="{24C55174-C866-48CC-8C08-9F83C0A238A2}" type="pres">
      <dgm:prSet presAssocID="{DCE997DC-A56F-4E9D-A402-A89700B666A8}" presName="nodeFollowingNodes" presStyleLbl="node1" presStyleIdx="2" presStyleCnt="7">
        <dgm:presLayoutVars>
          <dgm:bulletEnabled val="1"/>
        </dgm:presLayoutVars>
      </dgm:prSet>
      <dgm:spPr/>
    </dgm:pt>
    <dgm:pt modelId="{5D5CF09C-8F46-48DD-A327-ECFA9EF60BB5}" type="pres">
      <dgm:prSet presAssocID="{0595BB9D-C6A8-4A14-B4A0-8E05E90617E8}" presName="nodeFollowingNodes" presStyleLbl="node1" presStyleIdx="3" presStyleCnt="7">
        <dgm:presLayoutVars>
          <dgm:bulletEnabled val="1"/>
        </dgm:presLayoutVars>
      </dgm:prSet>
      <dgm:spPr/>
    </dgm:pt>
    <dgm:pt modelId="{C7E84A09-A00B-4839-A9F3-7A32CD613AD6}" type="pres">
      <dgm:prSet presAssocID="{D1FD3A6A-B5B0-41F9-9CDF-3F38BC5CB8B1}" presName="nodeFollowingNodes" presStyleLbl="node1" presStyleIdx="4" presStyleCnt="7">
        <dgm:presLayoutVars>
          <dgm:bulletEnabled val="1"/>
        </dgm:presLayoutVars>
      </dgm:prSet>
      <dgm:spPr/>
    </dgm:pt>
    <dgm:pt modelId="{565C70E5-EFFA-4366-977C-15881F9806FA}" type="pres">
      <dgm:prSet presAssocID="{052D19C9-33B8-4696-8F3C-A03A6609DFAE}" presName="nodeFollowingNodes" presStyleLbl="node1" presStyleIdx="5" presStyleCnt="7">
        <dgm:presLayoutVars>
          <dgm:bulletEnabled val="1"/>
        </dgm:presLayoutVars>
      </dgm:prSet>
      <dgm:spPr/>
    </dgm:pt>
    <dgm:pt modelId="{56011231-E880-45E9-A841-CD1C6560AA68}" type="pres">
      <dgm:prSet presAssocID="{06B25EEF-56F3-495C-8490-1E548C63F27E}" presName="nodeFollowingNodes" presStyleLbl="node1" presStyleIdx="6" presStyleCnt="7">
        <dgm:presLayoutVars>
          <dgm:bulletEnabled val="1"/>
        </dgm:presLayoutVars>
      </dgm:prSet>
      <dgm:spPr/>
    </dgm:pt>
  </dgm:ptLst>
  <dgm:cxnLst>
    <dgm:cxn modelId="{0D094605-18F0-4F80-9133-DFF8F0125C96}" type="presOf" srcId="{E19B2AD8-A074-4ED4-8E8B-387F66D620DA}" destId="{A4879347-8F2B-4079-BEE9-18CA73A60D78}" srcOrd="0" destOrd="0" presId="urn:microsoft.com/office/officeart/2005/8/layout/cycle3"/>
    <dgm:cxn modelId="{BA7D070E-932F-47F0-A619-F2448EE13B10}" srcId="{9C1644ED-C84C-4230-8B85-E2FD67F66BE9}" destId="{06B25EEF-56F3-495C-8490-1E548C63F27E}" srcOrd="6" destOrd="0" parTransId="{15A169A6-FA0C-48D4-8222-D04790DC3943}" sibTransId="{02790C07-0B8E-448A-AF61-7D11E38DA3AF}"/>
    <dgm:cxn modelId="{82CADF13-5586-44C1-9063-7BF9DB04461D}" type="presOf" srcId="{0595BB9D-C6A8-4A14-B4A0-8E05E90617E8}" destId="{5D5CF09C-8F46-48DD-A327-ECFA9EF60BB5}" srcOrd="0" destOrd="0" presId="urn:microsoft.com/office/officeart/2005/8/layout/cycle3"/>
    <dgm:cxn modelId="{A20EAA33-F898-4B09-B7B2-76D24A996044}" type="presOf" srcId="{D006CFF8-FDEC-4A2E-BDA7-EFB3C76F44C3}" destId="{C9356633-1CB0-4F7E-B36B-96F9770EDFF9}" srcOrd="0" destOrd="0" presId="urn:microsoft.com/office/officeart/2005/8/layout/cycle3"/>
    <dgm:cxn modelId="{5E79663C-74E7-4D9A-A71F-294B95BA9432}" type="presOf" srcId="{17612F30-FB6A-4C58-B487-E44A7678F3FD}" destId="{28C31CBC-1EDD-4AAD-8CFA-D575C96F6CBA}" srcOrd="0" destOrd="0" presId="urn:microsoft.com/office/officeart/2005/8/layout/cycle3"/>
    <dgm:cxn modelId="{0B44EC4C-8179-4F6D-8E17-8630B00EAFBD}" type="presOf" srcId="{D1FD3A6A-B5B0-41F9-9CDF-3F38BC5CB8B1}" destId="{C7E84A09-A00B-4839-A9F3-7A32CD613AD6}" srcOrd="0" destOrd="0" presId="urn:microsoft.com/office/officeart/2005/8/layout/cycle3"/>
    <dgm:cxn modelId="{1859BD71-F5A0-4706-B285-A70ED8C0DC85}" type="presOf" srcId="{052D19C9-33B8-4696-8F3C-A03A6609DFAE}" destId="{565C70E5-EFFA-4366-977C-15881F9806FA}" srcOrd="0" destOrd="0" presId="urn:microsoft.com/office/officeart/2005/8/layout/cycle3"/>
    <dgm:cxn modelId="{847C6D85-5037-49A7-8EFA-9D2C8DB704E6}" srcId="{9C1644ED-C84C-4230-8B85-E2FD67F66BE9}" destId="{D1FD3A6A-B5B0-41F9-9CDF-3F38BC5CB8B1}" srcOrd="4" destOrd="0" parTransId="{334E322C-46AB-4077-A91E-AAA760D6DBA1}" sibTransId="{0905125A-FE04-44D4-A16B-BC04276C83F5}"/>
    <dgm:cxn modelId="{2722E589-9BDE-4B80-9D6C-4E475CEB94D2}" type="presOf" srcId="{9C1644ED-C84C-4230-8B85-E2FD67F66BE9}" destId="{88F40711-E6F5-4208-B83E-9F76D43FE9F7}" srcOrd="0" destOrd="0" presId="urn:microsoft.com/office/officeart/2005/8/layout/cycle3"/>
    <dgm:cxn modelId="{10003D95-5AB7-4BF4-BF19-A46B871E2EDC}" type="presOf" srcId="{DCE997DC-A56F-4E9D-A402-A89700B666A8}" destId="{24C55174-C866-48CC-8C08-9F83C0A238A2}" srcOrd="0" destOrd="0" presId="urn:microsoft.com/office/officeart/2005/8/layout/cycle3"/>
    <dgm:cxn modelId="{087CEC9F-0457-4792-9E89-FA0F5FD40339}" srcId="{9C1644ED-C84C-4230-8B85-E2FD67F66BE9}" destId="{D006CFF8-FDEC-4A2E-BDA7-EFB3C76F44C3}" srcOrd="0" destOrd="0" parTransId="{A3776735-030C-40E4-84FC-2224FB9ADE95}" sibTransId="{E19B2AD8-A074-4ED4-8E8B-387F66D620DA}"/>
    <dgm:cxn modelId="{036EB4D5-ECD6-4AD9-A29E-71F25140CC8F}" type="presOf" srcId="{06B25EEF-56F3-495C-8490-1E548C63F27E}" destId="{56011231-E880-45E9-A841-CD1C6560AA68}" srcOrd="0" destOrd="0" presId="urn:microsoft.com/office/officeart/2005/8/layout/cycle3"/>
    <dgm:cxn modelId="{DF2503E1-A410-4D81-9722-04B5AEFF0D11}" srcId="{9C1644ED-C84C-4230-8B85-E2FD67F66BE9}" destId="{052D19C9-33B8-4696-8F3C-A03A6609DFAE}" srcOrd="5" destOrd="0" parTransId="{86C288C6-661D-4555-9D7C-755FB12C0CDA}" sibTransId="{4B67C311-93FB-4D7B-80B7-73CDFB7C88F6}"/>
    <dgm:cxn modelId="{A15FD9E3-7585-4372-AE33-D96F3075FBE8}" srcId="{9C1644ED-C84C-4230-8B85-E2FD67F66BE9}" destId="{DCE997DC-A56F-4E9D-A402-A89700B666A8}" srcOrd="2" destOrd="0" parTransId="{19F84F6B-D93A-4F35-8776-ABA46D3A26ED}" sibTransId="{E64EEAA2-B2BE-40CC-8614-8ACF63E898F5}"/>
    <dgm:cxn modelId="{D5D06DE9-2D29-45BD-8B7A-E27F8A2B8979}" srcId="{9C1644ED-C84C-4230-8B85-E2FD67F66BE9}" destId="{0595BB9D-C6A8-4A14-B4A0-8E05E90617E8}" srcOrd="3" destOrd="0" parTransId="{E79298C3-3653-4DD1-BAA7-BC3B087F9ACB}" sibTransId="{23C438AE-3EAE-43D0-AA1D-F877A9FCAE6E}"/>
    <dgm:cxn modelId="{9C9E46FE-88CF-4B9C-8BC0-D4A4ACB24375}" srcId="{9C1644ED-C84C-4230-8B85-E2FD67F66BE9}" destId="{17612F30-FB6A-4C58-B487-E44A7678F3FD}" srcOrd="1" destOrd="0" parTransId="{ECE3B7A8-7F84-4F41-A386-9995F607A4B4}" sibTransId="{3BBBF8B3-F9A6-4A48-BC05-1FE4A53D16EE}"/>
    <dgm:cxn modelId="{96A58AB1-54DF-4EBE-A6BB-BFB6164EF350}" type="presParOf" srcId="{88F40711-E6F5-4208-B83E-9F76D43FE9F7}" destId="{D7807CAC-2C0A-475F-88FB-C9D6AB23D590}" srcOrd="0" destOrd="0" presId="urn:microsoft.com/office/officeart/2005/8/layout/cycle3"/>
    <dgm:cxn modelId="{7043FFDD-1431-4CD4-86AA-C9545CAD7A1C}" type="presParOf" srcId="{D7807CAC-2C0A-475F-88FB-C9D6AB23D590}" destId="{C9356633-1CB0-4F7E-B36B-96F9770EDFF9}" srcOrd="0" destOrd="0" presId="urn:microsoft.com/office/officeart/2005/8/layout/cycle3"/>
    <dgm:cxn modelId="{EFFBB9CA-9422-442F-8792-7A6B32FE3F23}" type="presParOf" srcId="{D7807CAC-2C0A-475F-88FB-C9D6AB23D590}" destId="{A4879347-8F2B-4079-BEE9-18CA73A60D78}" srcOrd="1" destOrd="0" presId="urn:microsoft.com/office/officeart/2005/8/layout/cycle3"/>
    <dgm:cxn modelId="{C0546918-C87B-4F51-8D24-E31D83390F97}" type="presParOf" srcId="{D7807CAC-2C0A-475F-88FB-C9D6AB23D590}" destId="{28C31CBC-1EDD-4AAD-8CFA-D575C96F6CBA}" srcOrd="2" destOrd="0" presId="urn:microsoft.com/office/officeart/2005/8/layout/cycle3"/>
    <dgm:cxn modelId="{63185C52-A21B-49EF-980E-3652CC20A3A6}" type="presParOf" srcId="{D7807CAC-2C0A-475F-88FB-C9D6AB23D590}" destId="{24C55174-C866-48CC-8C08-9F83C0A238A2}" srcOrd="3" destOrd="0" presId="urn:microsoft.com/office/officeart/2005/8/layout/cycle3"/>
    <dgm:cxn modelId="{EE8FF1D7-C88F-43CD-BCD0-E9A07A04647A}" type="presParOf" srcId="{D7807CAC-2C0A-475F-88FB-C9D6AB23D590}" destId="{5D5CF09C-8F46-48DD-A327-ECFA9EF60BB5}" srcOrd="4" destOrd="0" presId="urn:microsoft.com/office/officeart/2005/8/layout/cycle3"/>
    <dgm:cxn modelId="{13F7FF9B-E866-4AB5-8885-E0C9F314856E}" type="presParOf" srcId="{D7807CAC-2C0A-475F-88FB-C9D6AB23D590}" destId="{C7E84A09-A00B-4839-A9F3-7A32CD613AD6}" srcOrd="5" destOrd="0" presId="urn:microsoft.com/office/officeart/2005/8/layout/cycle3"/>
    <dgm:cxn modelId="{05EFA47A-DB7E-4DE2-BB23-4F57CF4CDCDC}" type="presParOf" srcId="{D7807CAC-2C0A-475F-88FB-C9D6AB23D590}" destId="{565C70E5-EFFA-4366-977C-15881F9806FA}" srcOrd="6" destOrd="0" presId="urn:microsoft.com/office/officeart/2005/8/layout/cycle3"/>
    <dgm:cxn modelId="{A2A95046-1D24-4822-BA15-40B34E9ED933}" type="presParOf" srcId="{D7807CAC-2C0A-475F-88FB-C9D6AB23D590}" destId="{56011231-E880-45E9-A841-CD1C6560AA68}" srcOrd="7" destOrd="0" presId="urn:microsoft.com/office/officeart/2005/8/layout/cycle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C1644ED-C84C-4230-8B85-E2FD67F66BE9}" type="doc">
      <dgm:prSet loTypeId="urn:microsoft.com/office/officeart/2005/8/layout/cycle3" loCatId="cycle" qsTypeId="urn:microsoft.com/office/officeart/2005/8/quickstyle/simple1" qsCatId="simple" csTypeId="urn:microsoft.com/office/officeart/2005/8/colors/colorful1" csCatId="colorful" phldr="1"/>
      <dgm:spPr/>
      <dgm:t>
        <a:bodyPr/>
        <a:lstStyle/>
        <a:p>
          <a:endParaRPr lang="en-GB"/>
        </a:p>
      </dgm:t>
    </dgm:pt>
    <dgm:pt modelId="{D006CFF8-FDEC-4A2E-BDA7-EFB3C76F44C3}">
      <dgm:prSet phldrT="[Text]"/>
      <dgm:spPr/>
      <dgm:t>
        <a:bodyPr/>
        <a:lstStyle/>
        <a:p>
          <a:r>
            <a:rPr lang="en-GB"/>
            <a:t>Planning</a:t>
          </a:r>
          <a:endParaRPr lang="en-GB" dirty="0"/>
        </a:p>
      </dgm:t>
    </dgm:pt>
    <dgm:pt modelId="{A3776735-030C-40E4-84FC-2224FB9ADE95}" type="parTrans" cxnId="{087CEC9F-0457-4792-9E89-FA0F5FD40339}">
      <dgm:prSet/>
      <dgm:spPr/>
      <dgm:t>
        <a:bodyPr/>
        <a:lstStyle/>
        <a:p>
          <a:endParaRPr lang="en-GB">
            <a:solidFill>
              <a:schemeClr val="tx1"/>
            </a:solidFill>
          </a:endParaRPr>
        </a:p>
      </dgm:t>
    </dgm:pt>
    <dgm:pt modelId="{E19B2AD8-A074-4ED4-8E8B-387F66D620DA}" type="sibTrans" cxnId="{087CEC9F-0457-4792-9E89-FA0F5FD40339}">
      <dgm:prSet/>
      <dgm:spPr/>
      <dgm:t>
        <a:bodyPr/>
        <a:lstStyle/>
        <a:p>
          <a:endParaRPr lang="en-GB">
            <a:solidFill>
              <a:schemeClr val="tx1"/>
            </a:solidFill>
          </a:endParaRPr>
        </a:p>
      </dgm:t>
    </dgm:pt>
    <dgm:pt modelId="{17612F30-FB6A-4C58-B487-E44A7678F3FD}">
      <dgm:prSet phldrT="[Text]"/>
      <dgm:spPr/>
      <dgm:t>
        <a:bodyPr/>
        <a:lstStyle/>
        <a:p>
          <a:r>
            <a:rPr lang="en-GB">
              <a:solidFill>
                <a:schemeClr val="tx2"/>
              </a:solidFill>
            </a:rPr>
            <a:t>Analysis</a:t>
          </a:r>
          <a:endParaRPr lang="en-GB" dirty="0">
            <a:solidFill>
              <a:schemeClr val="tx2"/>
            </a:solidFill>
          </a:endParaRPr>
        </a:p>
      </dgm:t>
    </dgm:pt>
    <dgm:pt modelId="{ECE3B7A8-7F84-4F41-A386-9995F607A4B4}" type="parTrans" cxnId="{9C9E46FE-88CF-4B9C-8BC0-D4A4ACB24375}">
      <dgm:prSet/>
      <dgm:spPr/>
      <dgm:t>
        <a:bodyPr/>
        <a:lstStyle/>
        <a:p>
          <a:endParaRPr lang="en-GB">
            <a:solidFill>
              <a:schemeClr val="tx1"/>
            </a:solidFill>
          </a:endParaRPr>
        </a:p>
      </dgm:t>
    </dgm:pt>
    <dgm:pt modelId="{3BBBF8B3-F9A6-4A48-BC05-1FE4A53D16EE}" type="sibTrans" cxnId="{9C9E46FE-88CF-4B9C-8BC0-D4A4ACB24375}">
      <dgm:prSet/>
      <dgm:spPr/>
      <dgm:t>
        <a:bodyPr/>
        <a:lstStyle/>
        <a:p>
          <a:endParaRPr lang="en-GB">
            <a:solidFill>
              <a:schemeClr val="tx1"/>
            </a:solidFill>
          </a:endParaRPr>
        </a:p>
      </dgm:t>
    </dgm:pt>
    <dgm:pt modelId="{DCE997DC-A56F-4E9D-A402-A89700B666A8}">
      <dgm:prSet phldrT="[Text]"/>
      <dgm:spPr/>
      <dgm:t>
        <a:bodyPr/>
        <a:lstStyle/>
        <a:p>
          <a:r>
            <a:rPr lang="en-GB"/>
            <a:t>Design</a:t>
          </a:r>
          <a:endParaRPr lang="en-GB" dirty="0"/>
        </a:p>
      </dgm:t>
    </dgm:pt>
    <dgm:pt modelId="{19F84F6B-D93A-4F35-8776-ABA46D3A26ED}" type="parTrans" cxnId="{A15FD9E3-7585-4372-AE33-D96F3075FBE8}">
      <dgm:prSet/>
      <dgm:spPr/>
      <dgm:t>
        <a:bodyPr/>
        <a:lstStyle/>
        <a:p>
          <a:endParaRPr lang="en-GB">
            <a:solidFill>
              <a:schemeClr val="tx1"/>
            </a:solidFill>
          </a:endParaRPr>
        </a:p>
      </dgm:t>
    </dgm:pt>
    <dgm:pt modelId="{E64EEAA2-B2BE-40CC-8614-8ACF63E898F5}" type="sibTrans" cxnId="{A15FD9E3-7585-4372-AE33-D96F3075FBE8}">
      <dgm:prSet/>
      <dgm:spPr/>
      <dgm:t>
        <a:bodyPr/>
        <a:lstStyle/>
        <a:p>
          <a:endParaRPr lang="en-GB">
            <a:solidFill>
              <a:schemeClr val="tx1"/>
            </a:solidFill>
          </a:endParaRPr>
        </a:p>
      </dgm:t>
    </dgm:pt>
    <dgm:pt modelId="{0595BB9D-C6A8-4A14-B4A0-8E05E90617E8}">
      <dgm:prSet phldrT="[Text]"/>
      <dgm:spPr/>
      <dgm:t>
        <a:bodyPr/>
        <a:lstStyle/>
        <a:p>
          <a:r>
            <a:rPr lang="en-GB"/>
            <a:t>Implementation</a:t>
          </a:r>
          <a:endParaRPr lang="en-GB" dirty="0"/>
        </a:p>
      </dgm:t>
    </dgm:pt>
    <dgm:pt modelId="{E79298C3-3653-4DD1-BAA7-BC3B087F9ACB}" type="parTrans" cxnId="{D5D06DE9-2D29-45BD-8B7A-E27F8A2B8979}">
      <dgm:prSet/>
      <dgm:spPr/>
      <dgm:t>
        <a:bodyPr/>
        <a:lstStyle/>
        <a:p>
          <a:endParaRPr lang="en-GB">
            <a:solidFill>
              <a:schemeClr val="tx1"/>
            </a:solidFill>
          </a:endParaRPr>
        </a:p>
      </dgm:t>
    </dgm:pt>
    <dgm:pt modelId="{23C438AE-3EAE-43D0-AA1D-F877A9FCAE6E}" type="sibTrans" cxnId="{D5D06DE9-2D29-45BD-8B7A-E27F8A2B8979}">
      <dgm:prSet/>
      <dgm:spPr/>
      <dgm:t>
        <a:bodyPr/>
        <a:lstStyle/>
        <a:p>
          <a:endParaRPr lang="en-GB">
            <a:solidFill>
              <a:schemeClr val="tx1"/>
            </a:solidFill>
          </a:endParaRPr>
        </a:p>
      </dgm:t>
    </dgm:pt>
    <dgm:pt modelId="{D1FD3A6A-B5B0-41F9-9CDF-3F38BC5CB8B1}">
      <dgm:prSet phldrT="[Text]"/>
      <dgm:spPr/>
      <dgm:t>
        <a:bodyPr/>
        <a:lstStyle/>
        <a:p>
          <a:r>
            <a:rPr lang="en-GB">
              <a:solidFill>
                <a:schemeClr val="tx2"/>
              </a:solidFill>
            </a:rPr>
            <a:t>Testing</a:t>
          </a:r>
          <a:endParaRPr lang="en-GB" dirty="0">
            <a:solidFill>
              <a:schemeClr val="tx2"/>
            </a:solidFill>
          </a:endParaRPr>
        </a:p>
      </dgm:t>
    </dgm:pt>
    <dgm:pt modelId="{334E322C-46AB-4077-A91E-AAA760D6DBA1}" type="parTrans" cxnId="{847C6D85-5037-49A7-8EFA-9D2C8DB704E6}">
      <dgm:prSet/>
      <dgm:spPr/>
      <dgm:t>
        <a:bodyPr/>
        <a:lstStyle/>
        <a:p>
          <a:endParaRPr lang="en-GB">
            <a:solidFill>
              <a:schemeClr val="tx1"/>
            </a:solidFill>
          </a:endParaRPr>
        </a:p>
      </dgm:t>
    </dgm:pt>
    <dgm:pt modelId="{0905125A-FE04-44D4-A16B-BC04276C83F5}" type="sibTrans" cxnId="{847C6D85-5037-49A7-8EFA-9D2C8DB704E6}">
      <dgm:prSet/>
      <dgm:spPr/>
      <dgm:t>
        <a:bodyPr/>
        <a:lstStyle/>
        <a:p>
          <a:endParaRPr lang="en-GB">
            <a:solidFill>
              <a:schemeClr val="tx1"/>
            </a:solidFill>
          </a:endParaRPr>
        </a:p>
      </dgm:t>
    </dgm:pt>
    <dgm:pt modelId="{052D19C9-33B8-4696-8F3C-A03A6609DFAE}">
      <dgm:prSet phldrT="[Text]"/>
      <dgm:spPr/>
      <dgm:t>
        <a:bodyPr/>
        <a:lstStyle/>
        <a:p>
          <a:r>
            <a:rPr lang="en-GB"/>
            <a:t>Deployment</a:t>
          </a:r>
          <a:endParaRPr lang="en-GB" dirty="0"/>
        </a:p>
      </dgm:t>
    </dgm:pt>
    <dgm:pt modelId="{86C288C6-661D-4555-9D7C-755FB12C0CDA}" type="parTrans" cxnId="{DF2503E1-A410-4D81-9722-04B5AEFF0D11}">
      <dgm:prSet/>
      <dgm:spPr/>
      <dgm:t>
        <a:bodyPr/>
        <a:lstStyle/>
        <a:p>
          <a:endParaRPr lang="en-GB">
            <a:solidFill>
              <a:schemeClr val="tx1"/>
            </a:solidFill>
          </a:endParaRPr>
        </a:p>
      </dgm:t>
    </dgm:pt>
    <dgm:pt modelId="{4B67C311-93FB-4D7B-80B7-73CDFB7C88F6}" type="sibTrans" cxnId="{DF2503E1-A410-4D81-9722-04B5AEFF0D11}">
      <dgm:prSet/>
      <dgm:spPr/>
      <dgm:t>
        <a:bodyPr/>
        <a:lstStyle/>
        <a:p>
          <a:endParaRPr lang="en-GB">
            <a:solidFill>
              <a:schemeClr val="tx1"/>
            </a:solidFill>
          </a:endParaRPr>
        </a:p>
      </dgm:t>
    </dgm:pt>
    <dgm:pt modelId="{06B25EEF-56F3-495C-8490-1E548C63F27E}">
      <dgm:prSet phldrT="[Text]"/>
      <dgm:spPr/>
      <dgm:t>
        <a:bodyPr/>
        <a:lstStyle/>
        <a:p>
          <a:r>
            <a:rPr lang="en-GB">
              <a:solidFill>
                <a:schemeClr val="tx2"/>
              </a:solidFill>
            </a:rPr>
            <a:t>Maintenance</a:t>
          </a:r>
          <a:endParaRPr lang="en-GB" dirty="0">
            <a:solidFill>
              <a:schemeClr val="tx2"/>
            </a:solidFill>
          </a:endParaRPr>
        </a:p>
      </dgm:t>
    </dgm:pt>
    <dgm:pt modelId="{15A169A6-FA0C-48D4-8222-D04790DC3943}" type="parTrans" cxnId="{BA7D070E-932F-47F0-A619-F2448EE13B10}">
      <dgm:prSet/>
      <dgm:spPr/>
      <dgm:t>
        <a:bodyPr/>
        <a:lstStyle/>
        <a:p>
          <a:endParaRPr lang="en-GB">
            <a:solidFill>
              <a:schemeClr val="tx1"/>
            </a:solidFill>
          </a:endParaRPr>
        </a:p>
      </dgm:t>
    </dgm:pt>
    <dgm:pt modelId="{02790C07-0B8E-448A-AF61-7D11E38DA3AF}" type="sibTrans" cxnId="{BA7D070E-932F-47F0-A619-F2448EE13B10}">
      <dgm:prSet/>
      <dgm:spPr/>
      <dgm:t>
        <a:bodyPr/>
        <a:lstStyle/>
        <a:p>
          <a:endParaRPr lang="en-GB">
            <a:solidFill>
              <a:schemeClr val="tx1"/>
            </a:solidFill>
          </a:endParaRPr>
        </a:p>
      </dgm:t>
    </dgm:pt>
    <dgm:pt modelId="{D3ADA6E3-276F-43FF-8536-03E246127645}" type="pres">
      <dgm:prSet presAssocID="{9C1644ED-C84C-4230-8B85-E2FD67F66BE9}" presName="Name0" presStyleCnt="0">
        <dgm:presLayoutVars>
          <dgm:dir/>
          <dgm:resizeHandles val="exact"/>
        </dgm:presLayoutVars>
      </dgm:prSet>
      <dgm:spPr/>
    </dgm:pt>
    <dgm:pt modelId="{B7484AC9-B45A-48DA-9440-4BBD3E24D20A}" type="pres">
      <dgm:prSet presAssocID="{9C1644ED-C84C-4230-8B85-E2FD67F66BE9}" presName="cycle" presStyleCnt="0"/>
      <dgm:spPr/>
    </dgm:pt>
    <dgm:pt modelId="{2389C88F-36DA-4118-86AF-2CB6C28DA51F}" type="pres">
      <dgm:prSet presAssocID="{D006CFF8-FDEC-4A2E-BDA7-EFB3C76F44C3}" presName="nodeFirstNode" presStyleLbl="node1" presStyleIdx="0" presStyleCnt="7">
        <dgm:presLayoutVars>
          <dgm:bulletEnabled val="1"/>
        </dgm:presLayoutVars>
      </dgm:prSet>
      <dgm:spPr/>
    </dgm:pt>
    <dgm:pt modelId="{40C6C4C3-F73A-43BB-8DC9-19DBFD1569FC}" type="pres">
      <dgm:prSet presAssocID="{E19B2AD8-A074-4ED4-8E8B-387F66D620DA}" presName="sibTransFirstNode" presStyleLbl="bgShp" presStyleIdx="0" presStyleCnt="1"/>
      <dgm:spPr/>
    </dgm:pt>
    <dgm:pt modelId="{5780F230-B10F-4D42-9084-12395BA8CC0C}" type="pres">
      <dgm:prSet presAssocID="{17612F30-FB6A-4C58-B487-E44A7678F3FD}" presName="nodeFollowingNodes" presStyleLbl="node1" presStyleIdx="1" presStyleCnt="7">
        <dgm:presLayoutVars>
          <dgm:bulletEnabled val="1"/>
        </dgm:presLayoutVars>
      </dgm:prSet>
      <dgm:spPr/>
    </dgm:pt>
    <dgm:pt modelId="{AD50AD5E-9A5F-4B79-A83F-AE7D716BA78C}" type="pres">
      <dgm:prSet presAssocID="{DCE997DC-A56F-4E9D-A402-A89700B666A8}" presName="nodeFollowingNodes" presStyleLbl="node1" presStyleIdx="2" presStyleCnt="7">
        <dgm:presLayoutVars>
          <dgm:bulletEnabled val="1"/>
        </dgm:presLayoutVars>
      </dgm:prSet>
      <dgm:spPr/>
    </dgm:pt>
    <dgm:pt modelId="{2639692A-6F89-4C3F-8857-3D4ABD7A69CF}" type="pres">
      <dgm:prSet presAssocID="{0595BB9D-C6A8-4A14-B4A0-8E05E90617E8}" presName="nodeFollowingNodes" presStyleLbl="node1" presStyleIdx="3" presStyleCnt="7">
        <dgm:presLayoutVars>
          <dgm:bulletEnabled val="1"/>
        </dgm:presLayoutVars>
      </dgm:prSet>
      <dgm:spPr/>
    </dgm:pt>
    <dgm:pt modelId="{7C3976D4-5160-433B-BA9A-4EC44ED55B05}" type="pres">
      <dgm:prSet presAssocID="{D1FD3A6A-B5B0-41F9-9CDF-3F38BC5CB8B1}" presName="nodeFollowingNodes" presStyleLbl="node1" presStyleIdx="4" presStyleCnt="7">
        <dgm:presLayoutVars>
          <dgm:bulletEnabled val="1"/>
        </dgm:presLayoutVars>
      </dgm:prSet>
      <dgm:spPr/>
    </dgm:pt>
    <dgm:pt modelId="{04642913-ADD7-4B45-960E-6B625EE94E8E}" type="pres">
      <dgm:prSet presAssocID="{052D19C9-33B8-4696-8F3C-A03A6609DFAE}" presName="nodeFollowingNodes" presStyleLbl="node1" presStyleIdx="5" presStyleCnt="7">
        <dgm:presLayoutVars>
          <dgm:bulletEnabled val="1"/>
        </dgm:presLayoutVars>
      </dgm:prSet>
      <dgm:spPr/>
    </dgm:pt>
    <dgm:pt modelId="{D21C20D2-BA20-4B6F-9D8D-DC38A4DF0D97}" type="pres">
      <dgm:prSet presAssocID="{06B25EEF-56F3-495C-8490-1E548C63F27E}" presName="nodeFollowingNodes" presStyleLbl="node1" presStyleIdx="6" presStyleCnt="7">
        <dgm:presLayoutVars>
          <dgm:bulletEnabled val="1"/>
        </dgm:presLayoutVars>
      </dgm:prSet>
      <dgm:spPr/>
    </dgm:pt>
  </dgm:ptLst>
  <dgm:cxnLst>
    <dgm:cxn modelId="{8810B700-B5B3-48BC-B397-C2C9A88F8BAD}" type="presOf" srcId="{06B25EEF-56F3-495C-8490-1E548C63F27E}" destId="{D21C20D2-BA20-4B6F-9D8D-DC38A4DF0D97}" srcOrd="0" destOrd="0" presId="urn:microsoft.com/office/officeart/2005/8/layout/cycle3"/>
    <dgm:cxn modelId="{DB1AD204-8640-4D33-B373-11B15416F243}" type="presOf" srcId="{D1FD3A6A-B5B0-41F9-9CDF-3F38BC5CB8B1}" destId="{7C3976D4-5160-433B-BA9A-4EC44ED55B05}" srcOrd="0" destOrd="0" presId="urn:microsoft.com/office/officeart/2005/8/layout/cycle3"/>
    <dgm:cxn modelId="{BA7D070E-932F-47F0-A619-F2448EE13B10}" srcId="{9C1644ED-C84C-4230-8B85-E2FD67F66BE9}" destId="{06B25EEF-56F3-495C-8490-1E548C63F27E}" srcOrd="6" destOrd="0" parTransId="{15A169A6-FA0C-48D4-8222-D04790DC3943}" sibTransId="{02790C07-0B8E-448A-AF61-7D11E38DA3AF}"/>
    <dgm:cxn modelId="{F273191E-A7FC-451A-AF75-86677E0BD97D}" type="presOf" srcId="{052D19C9-33B8-4696-8F3C-A03A6609DFAE}" destId="{04642913-ADD7-4B45-960E-6B625EE94E8E}" srcOrd="0" destOrd="0" presId="urn:microsoft.com/office/officeart/2005/8/layout/cycle3"/>
    <dgm:cxn modelId="{ACC89D3D-6861-44D2-8ECD-F76E806689BC}" type="presOf" srcId="{DCE997DC-A56F-4E9D-A402-A89700B666A8}" destId="{AD50AD5E-9A5F-4B79-A83F-AE7D716BA78C}" srcOrd="0" destOrd="0" presId="urn:microsoft.com/office/officeart/2005/8/layout/cycle3"/>
    <dgm:cxn modelId="{FE732B49-F65D-4207-B089-9BFBCFADB5F9}" type="presOf" srcId="{9C1644ED-C84C-4230-8B85-E2FD67F66BE9}" destId="{D3ADA6E3-276F-43FF-8536-03E246127645}" srcOrd="0" destOrd="0" presId="urn:microsoft.com/office/officeart/2005/8/layout/cycle3"/>
    <dgm:cxn modelId="{5400F24A-8449-411C-88EF-C4B14E8F2C72}" type="presOf" srcId="{E19B2AD8-A074-4ED4-8E8B-387F66D620DA}" destId="{40C6C4C3-F73A-43BB-8DC9-19DBFD1569FC}" srcOrd="0" destOrd="0" presId="urn:microsoft.com/office/officeart/2005/8/layout/cycle3"/>
    <dgm:cxn modelId="{089B446B-3D52-469E-958F-65C6C9677175}" type="presOf" srcId="{0595BB9D-C6A8-4A14-B4A0-8E05E90617E8}" destId="{2639692A-6F89-4C3F-8857-3D4ABD7A69CF}" srcOrd="0" destOrd="0" presId="urn:microsoft.com/office/officeart/2005/8/layout/cycle3"/>
    <dgm:cxn modelId="{154E534B-B68F-4656-BD85-F05F0D1F9F41}" type="presOf" srcId="{D006CFF8-FDEC-4A2E-BDA7-EFB3C76F44C3}" destId="{2389C88F-36DA-4118-86AF-2CB6C28DA51F}" srcOrd="0" destOrd="0" presId="urn:microsoft.com/office/officeart/2005/8/layout/cycle3"/>
    <dgm:cxn modelId="{847C6D85-5037-49A7-8EFA-9D2C8DB704E6}" srcId="{9C1644ED-C84C-4230-8B85-E2FD67F66BE9}" destId="{D1FD3A6A-B5B0-41F9-9CDF-3F38BC5CB8B1}" srcOrd="4" destOrd="0" parTransId="{334E322C-46AB-4077-A91E-AAA760D6DBA1}" sibTransId="{0905125A-FE04-44D4-A16B-BC04276C83F5}"/>
    <dgm:cxn modelId="{228BA489-EE6E-4D3C-97A6-8F913E0AE5AE}" type="presOf" srcId="{17612F30-FB6A-4C58-B487-E44A7678F3FD}" destId="{5780F230-B10F-4D42-9084-12395BA8CC0C}" srcOrd="0" destOrd="0" presId="urn:microsoft.com/office/officeart/2005/8/layout/cycle3"/>
    <dgm:cxn modelId="{087CEC9F-0457-4792-9E89-FA0F5FD40339}" srcId="{9C1644ED-C84C-4230-8B85-E2FD67F66BE9}" destId="{D006CFF8-FDEC-4A2E-BDA7-EFB3C76F44C3}" srcOrd="0" destOrd="0" parTransId="{A3776735-030C-40E4-84FC-2224FB9ADE95}" sibTransId="{E19B2AD8-A074-4ED4-8E8B-387F66D620DA}"/>
    <dgm:cxn modelId="{DF2503E1-A410-4D81-9722-04B5AEFF0D11}" srcId="{9C1644ED-C84C-4230-8B85-E2FD67F66BE9}" destId="{052D19C9-33B8-4696-8F3C-A03A6609DFAE}" srcOrd="5" destOrd="0" parTransId="{86C288C6-661D-4555-9D7C-755FB12C0CDA}" sibTransId="{4B67C311-93FB-4D7B-80B7-73CDFB7C88F6}"/>
    <dgm:cxn modelId="{A15FD9E3-7585-4372-AE33-D96F3075FBE8}" srcId="{9C1644ED-C84C-4230-8B85-E2FD67F66BE9}" destId="{DCE997DC-A56F-4E9D-A402-A89700B666A8}" srcOrd="2" destOrd="0" parTransId="{19F84F6B-D93A-4F35-8776-ABA46D3A26ED}" sibTransId="{E64EEAA2-B2BE-40CC-8614-8ACF63E898F5}"/>
    <dgm:cxn modelId="{D5D06DE9-2D29-45BD-8B7A-E27F8A2B8979}" srcId="{9C1644ED-C84C-4230-8B85-E2FD67F66BE9}" destId="{0595BB9D-C6A8-4A14-B4A0-8E05E90617E8}" srcOrd="3" destOrd="0" parTransId="{E79298C3-3653-4DD1-BAA7-BC3B087F9ACB}" sibTransId="{23C438AE-3EAE-43D0-AA1D-F877A9FCAE6E}"/>
    <dgm:cxn modelId="{9C9E46FE-88CF-4B9C-8BC0-D4A4ACB24375}" srcId="{9C1644ED-C84C-4230-8B85-E2FD67F66BE9}" destId="{17612F30-FB6A-4C58-B487-E44A7678F3FD}" srcOrd="1" destOrd="0" parTransId="{ECE3B7A8-7F84-4F41-A386-9995F607A4B4}" sibTransId="{3BBBF8B3-F9A6-4A48-BC05-1FE4A53D16EE}"/>
    <dgm:cxn modelId="{B545F2BC-47EA-4E2E-8246-DE6D434778D2}" type="presParOf" srcId="{D3ADA6E3-276F-43FF-8536-03E246127645}" destId="{B7484AC9-B45A-48DA-9440-4BBD3E24D20A}" srcOrd="0" destOrd="0" presId="urn:microsoft.com/office/officeart/2005/8/layout/cycle3"/>
    <dgm:cxn modelId="{1D4D2519-77A4-4BE2-AA1E-56CAE8C631DD}" type="presParOf" srcId="{B7484AC9-B45A-48DA-9440-4BBD3E24D20A}" destId="{2389C88F-36DA-4118-86AF-2CB6C28DA51F}" srcOrd="0" destOrd="0" presId="urn:microsoft.com/office/officeart/2005/8/layout/cycle3"/>
    <dgm:cxn modelId="{0AB3FC40-6714-4EEB-8229-8F9FBF9AB6E9}" type="presParOf" srcId="{B7484AC9-B45A-48DA-9440-4BBD3E24D20A}" destId="{40C6C4C3-F73A-43BB-8DC9-19DBFD1569FC}" srcOrd="1" destOrd="0" presId="urn:microsoft.com/office/officeart/2005/8/layout/cycle3"/>
    <dgm:cxn modelId="{C11AE389-EB05-44AE-B1FF-89912E3429DD}" type="presParOf" srcId="{B7484AC9-B45A-48DA-9440-4BBD3E24D20A}" destId="{5780F230-B10F-4D42-9084-12395BA8CC0C}" srcOrd="2" destOrd="0" presId="urn:microsoft.com/office/officeart/2005/8/layout/cycle3"/>
    <dgm:cxn modelId="{CC47E6B9-3228-45B2-917C-4FF2FAB5B2E5}" type="presParOf" srcId="{B7484AC9-B45A-48DA-9440-4BBD3E24D20A}" destId="{AD50AD5E-9A5F-4B79-A83F-AE7D716BA78C}" srcOrd="3" destOrd="0" presId="urn:microsoft.com/office/officeart/2005/8/layout/cycle3"/>
    <dgm:cxn modelId="{66C7F5CD-AC86-486B-BF56-8EDF94F793DE}" type="presParOf" srcId="{B7484AC9-B45A-48DA-9440-4BBD3E24D20A}" destId="{2639692A-6F89-4C3F-8857-3D4ABD7A69CF}" srcOrd="4" destOrd="0" presId="urn:microsoft.com/office/officeart/2005/8/layout/cycle3"/>
    <dgm:cxn modelId="{D3817D95-0A98-4122-AA93-5DB6E9EBD862}" type="presParOf" srcId="{B7484AC9-B45A-48DA-9440-4BBD3E24D20A}" destId="{7C3976D4-5160-433B-BA9A-4EC44ED55B05}" srcOrd="5" destOrd="0" presId="urn:microsoft.com/office/officeart/2005/8/layout/cycle3"/>
    <dgm:cxn modelId="{7BEDD674-5B56-4940-9FF0-7BEA00E53582}" type="presParOf" srcId="{B7484AC9-B45A-48DA-9440-4BBD3E24D20A}" destId="{04642913-ADD7-4B45-960E-6B625EE94E8E}" srcOrd="6" destOrd="0" presId="urn:microsoft.com/office/officeart/2005/8/layout/cycle3"/>
    <dgm:cxn modelId="{C92B1E69-F303-49F3-9C2E-AB7A7749BCBE}" type="presParOf" srcId="{B7484AC9-B45A-48DA-9440-4BBD3E24D20A}" destId="{D21C20D2-BA20-4B6F-9D8D-DC38A4DF0D97}" srcOrd="7" destOrd="0" presId="urn:microsoft.com/office/officeart/2005/8/layout/cycle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53F6612-D85E-4585-9078-48CF9F8E7219}" type="doc">
      <dgm:prSet loTypeId="urn:microsoft.com/office/officeart/2005/8/layout/process5" loCatId="process" qsTypeId="urn:microsoft.com/office/officeart/2005/8/quickstyle/simple1" qsCatId="simple" csTypeId="urn:microsoft.com/office/officeart/2005/8/colors/accent1_1" csCatId="accent1" phldr="1"/>
      <dgm:spPr/>
    </dgm:pt>
    <dgm:pt modelId="{A3301D61-DC92-4984-88A7-50C2CEE339C6}">
      <dgm:prSet phldrT="[Text]" custT="1"/>
      <dgm:spPr/>
      <dgm:t>
        <a:bodyPr/>
        <a:lstStyle/>
        <a:p>
          <a:r>
            <a:rPr lang="en-GB" sz="1000" dirty="0"/>
            <a:t>Planning</a:t>
          </a:r>
        </a:p>
      </dgm:t>
    </dgm:pt>
    <dgm:pt modelId="{2AB1532D-111C-4B23-8DC4-9F07631DBC3D}" type="parTrans" cxnId="{929C80F6-45CB-4C93-89C5-49CE17B9C4F0}">
      <dgm:prSet/>
      <dgm:spPr/>
      <dgm:t>
        <a:bodyPr/>
        <a:lstStyle/>
        <a:p>
          <a:endParaRPr lang="en-GB" sz="1800"/>
        </a:p>
      </dgm:t>
    </dgm:pt>
    <dgm:pt modelId="{C7D982E6-544F-462E-85A1-E242782A47D0}" type="sibTrans" cxnId="{929C80F6-45CB-4C93-89C5-49CE17B9C4F0}">
      <dgm:prSet custT="1"/>
      <dgm:spPr/>
      <dgm:t>
        <a:bodyPr/>
        <a:lstStyle/>
        <a:p>
          <a:endParaRPr lang="en-GB" sz="800"/>
        </a:p>
      </dgm:t>
    </dgm:pt>
    <dgm:pt modelId="{F7564D76-7A72-4FF9-8504-CD32500FD492}">
      <dgm:prSet phldrT="[Text]" custT="1"/>
      <dgm:spPr/>
      <dgm:t>
        <a:bodyPr/>
        <a:lstStyle/>
        <a:p>
          <a:r>
            <a:rPr lang="en-GB" sz="1000" dirty="0"/>
            <a:t>Analysis</a:t>
          </a:r>
        </a:p>
      </dgm:t>
    </dgm:pt>
    <dgm:pt modelId="{A2F399EA-BF5F-472E-94F6-D0EF5FF3BDF4}" type="parTrans" cxnId="{621AFDB8-EDD1-45E3-8924-E07E46EBC370}">
      <dgm:prSet/>
      <dgm:spPr/>
      <dgm:t>
        <a:bodyPr/>
        <a:lstStyle/>
        <a:p>
          <a:endParaRPr lang="en-GB" sz="1800"/>
        </a:p>
      </dgm:t>
    </dgm:pt>
    <dgm:pt modelId="{EF5A666F-772F-48CF-BDC2-A3E95CE4072F}" type="sibTrans" cxnId="{621AFDB8-EDD1-45E3-8924-E07E46EBC370}">
      <dgm:prSet custT="1"/>
      <dgm:spPr/>
      <dgm:t>
        <a:bodyPr/>
        <a:lstStyle/>
        <a:p>
          <a:endParaRPr lang="en-GB" sz="800"/>
        </a:p>
      </dgm:t>
    </dgm:pt>
    <dgm:pt modelId="{707680E7-9648-4BBE-99BE-D1266FC92314}">
      <dgm:prSet phldrT="[Text]" custT="1"/>
      <dgm:spPr/>
      <dgm:t>
        <a:bodyPr/>
        <a:lstStyle/>
        <a:p>
          <a:r>
            <a:rPr lang="en-GB" sz="1000" dirty="0"/>
            <a:t>Implementation</a:t>
          </a:r>
        </a:p>
      </dgm:t>
    </dgm:pt>
    <dgm:pt modelId="{93841DD7-B2A6-41DE-B195-17B14055FCEE}" type="parTrans" cxnId="{BEF5D954-0DD6-44DD-BFFC-543DED916118}">
      <dgm:prSet/>
      <dgm:spPr/>
      <dgm:t>
        <a:bodyPr/>
        <a:lstStyle/>
        <a:p>
          <a:endParaRPr lang="en-GB" sz="1800"/>
        </a:p>
      </dgm:t>
    </dgm:pt>
    <dgm:pt modelId="{D64206A8-DD5A-4DDD-B867-5428AF1A1179}" type="sibTrans" cxnId="{BEF5D954-0DD6-44DD-BFFC-543DED916118}">
      <dgm:prSet custT="1"/>
      <dgm:spPr/>
      <dgm:t>
        <a:bodyPr/>
        <a:lstStyle/>
        <a:p>
          <a:endParaRPr lang="en-GB" sz="800"/>
        </a:p>
      </dgm:t>
    </dgm:pt>
    <dgm:pt modelId="{84BC2B24-9858-4E3D-8B81-6430F3E3009D}">
      <dgm:prSet phldrT="[Text]" custT="1"/>
      <dgm:spPr/>
      <dgm:t>
        <a:bodyPr/>
        <a:lstStyle/>
        <a:p>
          <a:r>
            <a:rPr lang="en-GB" sz="1000" dirty="0"/>
            <a:t>Design</a:t>
          </a:r>
        </a:p>
      </dgm:t>
    </dgm:pt>
    <dgm:pt modelId="{564AC77D-0B5D-4C6A-BE88-E72D61CC4A08}" type="parTrans" cxnId="{31CF840B-7BBC-4ACB-BB79-7316C25792C8}">
      <dgm:prSet/>
      <dgm:spPr/>
      <dgm:t>
        <a:bodyPr/>
        <a:lstStyle/>
        <a:p>
          <a:endParaRPr lang="en-GB" sz="1800"/>
        </a:p>
      </dgm:t>
    </dgm:pt>
    <dgm:pt modelId="{5C9A1EB4-6BAF-4414-B8D6-B6137DE6774B}" type="sibTrans" cxnId="{31CF840B-7BBC-4ACB-BB79-7316C25792C8}">
      <dgm:prSet custT="1"/>
      <dgm:spPr/>
      <dgm:t>
        <a:bodyPr/>
        <a:lstStyle/>
        <a:p>
          <a:endParaRPr lang="en-GB" sz="800"/>
        </a:p>
      </dgm:t>
    </dgm:pt>
    <dgm:pt modelId="{71F166CC-254C-4E9C-98FC-68C0C4182FA5}">
      <dgm:prSet phldrT="[Text]" custT="1"/>
      <dgm:spPr/>
      <dgm:t>
        <a:bodyPr/>
        <a:lstStyle/>
        <a:p>
          <a:r>
            <a:rPr lang="en-GB" sz="1000" dirty="0"/>
            <a:t>Testing</a:t>
          </a:r>
        </a:p>
      </dgm:t>
    </dgm:pt>
    <dgm:pt modelId="{9F6918F7-96FC-4FEA-BCA9-7EA6D264B3C7}" type="parTrans" cxnId="{C9344B0C-2192-4BB7-A3F8-073DE4960804}">
      <dgm:prSet/>
      <dgm:spPr/>
      <dgm:t>
        <a:bodyPr/>
        <a:lstStyle/>
        <a:p>
          <a:endParaRPr lang="en-GB" sz="1800"/>
        </a:p>
      </dgm:t>
    </dgm:pt>
    <dgm:pt modelId="{13BD0E40-C596-4168-AF8F-9244BC4EE02C}" type="sibTrans" cxnId="{C9344B0C-2192-4BB7-A3F8-073DE4960804}">
      <dgm:prSet custT="1"/>
      <dgm:spPr/>
      <dgm:t>
        <a:bodyPr/>
        <a:lstStyle/>
        <a:p>
          <a:endParaRPr lang="en-GB" sz="800"/>
        </a:p>
      </dgm:t>
    </dgm:pt>
    <dgm:pt modelId="{83E0B55C-0640-4F87-8D27-C2D3956ED322}">
      <dgm:prSet phldrT="[Text]" custT="1"/>
      <dgm:spPr/>
      <dgm:t>
        <a:bodyPr/>
        <a:lstStyle/>
        <a:p>
          <a:r>
            <a:rPr lang="en-GB" sz="1000" dirty="0"/>
            <a:t>Deployment</a:t>
          </a:r>
        </a:p>
      </dgm:t>
    </dgm:pt>
    <dgm:pt modelId="{C0208229-2B2A-43B9-B45C-776E90F1D829}" type="parTrans" cxnId="{05F9BFAD-E1C1-45FF-9513-F9B8FC45F96C}">
      <dgm:prSet/>
      <dgm:spPr/>
      <dgm:t>
        <a:bodyPr/>
        <a:lstStyle/>
        <a:p>
          <a:endParaRPr lang="en-GB" sz="1800"/>
        </a:p>
      </dgm:t>
    </dgm:pt>
    <dgm:pt modelId="{4AE6B77E-5EAE-4189-8A96-4BDF98927B13}" type="sibTrans" cxnId="{05F9BFAD-E1C1-45FF-9513-F9B8FC45F96C}">
      <dgm:prSet custT="1"/>
      <dgm:spPr/>
      <dgm:t>
        <a:bodyPr/>
        <a:lstStyle/>
        <a:p>
          <a:endParaRPr lang="en-GB" sz="800"/>
        </a:p>
      </dgm:t>
    </dgm:pt>
    <dgm:pt modelId="{6438B54A-0DD4-4B4B-BB32-013376FBEAF9}">
      <dgm:prSet phldrT="[Text]" custT="1"/>
      <dgm:spPr/>
      <dgm:t>
        <a:bodyPr/>
        <a:lstStyle/>
        <a:p>
          <a:r>
            <a:rPr lang="en-GB" sz="1000" dirty="0"/>
            <a:t>Maintenance</a:t>
          </a:r>
        </a:p>
      </dgm:t>
    </dgm:pt>
    <dgm:pt modelId="{000C1050-FB2E-464B-8881-299571CFAC59}" type="parTrans" cxnId="{EA5E7540-BAEA-48CB-ACAF-711DFAD8E05E}">
      <dgm:prSet/>
      <dgm:spPr/>
      <dgm:t>
        <a:bodyPr/>
        <a:lstStyle/>
        <a:p>
          <a:endParaRPr lang="en-GB" sz="1800"/>
        </a:p>
      </dgm:t>
    </dgm:pt>
    <dgm:pt modelId="{A88986A3-8905-4A38-84E5-123A7B0A304B}" type="sibTrans" cxnId="{EA5E7540-BAEA-48CB-ACAF-711DFAD8E05E}">
      <dgm:prSet/>
      <dgm:spPr/>
      <dgm:t>
        <a:bodyPr/>
        <a:lstStyle/>
        <a:p>
          <a:endParaRPr lang="en-GB" sz="1800"/>
        </a:p>
      </dgm:t>
    </dgm:pt>
    <dgm:pt modelId="{21D2A30B-59D9-4511-853C-9EEF087B6C7A}">
      <dgm:prSet phldrT="[Text]" custT="1"/>
      <dgm:spPr/>
      <dgm:t>
        <a:bodyPr/>
        <a:lstStyle/>
        <a:p>
          <a:r>
            <a:rPr lang="en-GB" sz="800" dirty="0"/>
            <a:t>Define Problem and Scope</a:t>
          </a:r>
        </a:p>
      </dgm:t>
    </dgm:pt>
    <dgm:pt modelId="{CB00336D-D3B3-46D3-8097-DCA4BB5A8B61}" type="parTrans" cxnId="{73D42F28-AF84-4C52-B676-1DFB15CF955E}">
      <dgm:prSet/>
      <dgm:spPr/>
      <dgm:t>
        <a:bodyPr/>
        <a:lstStyle/>
        <a:p>
          <a:endParaRPr lang="en-GB" sz="1800"/>
        </a:p>
      </dgm:t>
    </dgm:pt>
    <dgm:pt modelId="{18BE7132-8D8C-4743-89CF-6466D31639CE}" type="sibTrans" cxnId="{73D42F28-AF84-4C52-B676-1DFB15CF955E}">
      <dgm:prSet/>
      <dgm:spPr/>
      <dgm:t>
        <a:bodyPr/>
        <a:lstStyle/>
        <a:p>
          <a:endParaRPr lang="en-GB" sz="1800"/>
        </a:p>
      </dgm:t>
    </dgm:pt>
    <dgm:pt modelId="{EE02E0F9-933C-48A3-8F87-922CAE2EDDEC}">
      <dgm:prSet phldrT="[Text]" custT="1"/>
      <dgm:spPr/>
      <dgm:t>
        <a:bodyPr/>
        <a:lstStyle/>
        <a:p>
          <a:r>
            <a:rPr lang="en-GB" sz="800" dirty="0"/>
            <a:t>Determine Objectives</a:t>
          </a:r>
        </a:p>
      </dgm:t>
    </dgm:pt>
    <dgm:pt modelId="{683791EE-4A22-4DC8-A6B0-E8CB7B5314F3}" type="parTrans" cxnId="{8CA3259A-186C-4032-99F4-105FF5F9236A}">
      <dgm:prSet/>
      <dgm:spPr/>
      <dgm:t>
        <a:bodyPr/>
        <a:lstStyle/>
        <a:p>
          <a:endParaRPr lang="en-GB" sz="1800"/>
        </a:p>
      </dgm:t>
    </dgm:pt>
    <dgm:pt modelId="{8886B036-0E75-4F34-9D77-CE2D91401741}" type="sibTrans" cxnId="{8CA3259A-186C-4032-99F4-105FF5F9236A}">
      <dgm:prSet/>
      <dgm:spPr/>
      <dgm:t>
        <a:bodyPr/>
        <a:lstStyle/>
        <a:p>
          <a:endParaRPr lang="en-GB" sz="1800"/>
        </a:p>
      </dgm:t>
    </dgm:pt>
    <dgm:pt modelId="{27A35760-AFFD-4C3B-89DF-65AE3DAAF03F}">
      <dgm:prSet phldrT="[Text]" custT="1"/>
      <dgm:spPr/>
      <dgm:t>
        <a:bodyPr/>
        <a:lstStyle/>
        <a:p>
          <a:r>
            <a:rPr lang="en-GB" sz="800" dirty="0"/>
            <a:t>Secure Funding and Resources</a:t>
          </a:r>
        </a:p>
      </dgm:t>
    </dgm:pt>
    <dgm:pt modelId="{8D72390A-F2E1-4FD2-9366-85FED7FD30F4}" type="parTrans" cxnId="{19D0FFF9-1E0F-40F4-9A8A-BBABF744D7C2}">
      <dgm:prSet/>
      <dgm:spPr/>
      <dgm:t>
        <a:bodyPr/>
        <a:lstStyle/>
        <a:p>
          <a:endParaRPr lang="en-GB" sz="1800"/>
        </a:p>
      </dgm:t>
    </dgm:pt>
    <dgm:pt modelId="{60673517-C863-4EB9-B627-8FD24A7F63CE}" type="sibTrans" cxnId="{19D0FFF9-1E0F-40F4-9A8A-BBABF744D7C2}">
      <dgm:prSet/>
      <dgm:spPr/>
      <dgm:t>
        <a:bodyPr/>
        <a:lstStyle/>
        <a:p>
          <a:endParaRPr lang="en-GB" sz="1800"/>
        </a:p>
      </dgm:t>
    </dgm:pt>
    <dgm:pt modelId="{FDCB3864-D782-4F04-8CD3-AF36E596B208}">
      <dgm:prSet phldrT="[Text]" custT="1"/>
      <dgm:spPr/>
      <dgm:t>
        <a:bodyPr/>
        <a:lstStyle/>
        <a:p>
          <a:r>
            <a:rPr lang="en-GB" sz="800" dirty="0"/>
            <a:t>Set Project Schedule</a:t>
          </a:r>
        </a:p>
      </dgm:t>
    </dgm:pt>
    <dgm:pt modelId="{99594212-6A22-4AE3-95BF-A938A40504FE}" type="parTrans" cxnId="{DBC33375-F3EF-4C8C-8EB2-4A00B0907960}">
      <dgm:prSet/>
      <dgm:spPr/>
      <dgm:t>
        <a:bodyPr/>
        <a:lstStyle/>
        <a:p>
          <a:endParaRPr lang="en-GB" sz="1800"/>
        </a:p>
      </dgm:t>
    </dgm:pt>
    <dgm:pt modelId="{09F0FA15-A792-4BBE-941E-0F7A59817A2A}" type="sibTrans" cxnId="{DBC33375-F3EF-4C8C-8EB2-4A00B0907960}">
      <dgm:prSet/>
      <dgm:spPr/>
      <dgm:t>
        <a:bodyPr/>
        <a:lstStyle/>
        <a:p>
          <a:endParaRPr lang="en-GB" sz="1800"/>
        </a:p>
      </dgm:t>
    </dgm:pt>
    <dgm:pt modelId="{FDF9C34C-31A9-4732-99F9-869FF07064A7}">
      <dgm:prSet phldrT="[Text]" custT="1"/>
      <dgm:spPr/>
      <dgm:t>
        <a:bodyPr/>
        <a:lstStyle/>
        <a:p>
          <a:r>
            <a:rPr lang="en-GB" sz="800" dirty="0"/>
            <a:t>Perform research and analysis to determine the needs of end-users</a:t>
          </a:r>
        </a:p>
      </dgm:t>
    </dgm:pt>
    <dgm:pt modelId="{4DB355C3-325D-4F2D-942D-6E4DEDC67C3B}" type="parTrans" cxnId="{B0B0BAEA-DB9F-41EC-B5D6-0B47ACF53A7A}">
      <dgm:prSet/>
      <dgm:spPr/>
      <dgm:t>
        <a:bodyPr/>
        <a:lstStyle/>
        <a:p>
          <a:endParaRPr lang="en-GB" sz="1800"/>
        </a:p>
      </dgm:t>
    </dgm:pt>
    <dgm:pt modelId="{40A25105-D58F-4071-91BC-85C4F1BB69C3}" type="sibTrans" cxnId="{B0B0BAEA-DB9F-41EC-B5D6-0B47ACF53A7A}">
      <dgm:prSet/>
      <dgm:spPr/>
      <dgm:t>
        <a:bodyPr/>
        <a:lstStyle/>
        <a:p>
          <a:endParaRPr lang="en-GB" sz="1800"/>
        </a:p>
      </dgm:t>
    </dgm:pt>
    <dgm:pt modelId="{C5F26187-FF9F-48DC-A025-ED93E95A8838}">
      <dgm:prSet phldrT="[Text]" custT="1"/>
      <dgm:spPr/>
      <dgm:t>
        <a:bodyPr/>
        <a:lstStyle/>
        <a:p>
          <a:r>
            <a:rPr lang="en-GB" sz="800" dirty="0"/>
            <a:t>Create a software requirement specification</a:t>
          </a:r>
        </a:p>
      </dgm:t>
    </dgm:pt>
    <dgm:pt modelId="{C4D977C7-C025-419D-A0A9-6899D884D5F7}" type="parTrans" cxnId="{A1516D99-11FF-43FB-B21A-0F8718E6B4F2}">
      <dgm:prSet/>
      <dgm:spPr/>
      <dgm:t>
        <a:bodyPr/>
        <a:lstStyle/>
        <a:p>
          <a:endParaRPr lang="en-GB" sz="1800"/>
        </a:p>
      </dgm:t>
    </dgm:pt>
    <dgm:pt modelId="{BDA64543-ADDA-4463-975B-0C3AFF0B41DE}" type="sibTrans" cxnId="{A1516D99-11FF-43FB-B21A-0F8718E6B4F2}">
      <dgm:prSet/>
      <dgm:spPr/>
      <dgm:t>
        <a:bodyPr/>
        <a:lstStyle/>
        <a:p>
          <a:endParaRPr lang="en-GB" sz="1800"/>
        </a:p>
      </dgm:t>
    </dgm:pt>
    <dgm:pt modelId="{DBBAA998-14A8-4FCB-BF10-99F9CBE8FDFB}">
      <dgm:prSet phldrT="[Text]" custT="1"/>
      <dgm:spPr/>
      <dgm:t>
        <a:bodyPr/>
        <a:lstStyle/>
        <a:p>
          <a:r>
            <a:rPr lang="en-GB" sz="800" dirty="0"/>
            <a:t>Gather all the specific details required for the new system</a:t>
          </a:r>
        </a:p>
      </dgm:t>
    </dgm:pt>
    <dgm:pt modelId="{E8FE4305-C8FF-4DF9-87BE-B141135E9EAD}" type="parTrans" cxnId="{81682F6E-E559-4678-BED9-64D03E673BC8}">
      <dgm:prSet/>
      <dgm:spPr/>
      <dgm:t>
        <a:bodyPr/>
        <a:lstStyle/>
        <a:p>
          <a:endParaRPr lang="en-GB" sz="1800"/>
        </a:p>
      </dgm:t>
    </dgm:pt>
    <dgm:pt modelId="{D23A985D-0C39-4BD4-AE1A-23DBDD191182}" type="sibTrans" cxnId="{81682F6E-E559-4678-BED9-64D03E673BC8}">
      <dgm:prSet/>
      <dgm:spPr/>
      <dgm:t>
        <a:bodyPr/>
        <a:lstStyle/>
        <a:p>
          <a:endParaRPr lang="en-GB" sz="1800"/>
        </a:p>
      </dgm:t>
    </dgm:pt>
    <dgm:pt modelId="{8E556476-5640-4F76-9C77-7E34A2E4228B}">
      <dgm:prSet phldrT="[Text]" custT="1"/>
      <dgm:spPr/>
      <dgm:t>
        <a:bodyPr/>
        <a:lstStyle/>
        <a:p>
          <a:r>
            <a:rPr lang="en-GB" sz="800" dirty="0"/>
            <a:t>Outline the details for the overall application and the specific sections within it</a:t>
          </a:r>
        </a:p>
      </dgm:t>
    </dgm:pt>
    <dgm:pt modelId="{275E0559-490F-4450-B04F-344065ADB01A}" type="parTrans" cxnId="{3E8E7692-0C90-4FE8-A350-A270C24E14EE}">
      <dgm:prSet/>
      <dgm:spPr/>
      <dgm:t>
        <a:bodyPr/>
        <a:lstStyle/>
        <a:p>
          <a:endParaRPr lang="en-GB" sz="1800"/>
        </a:p>
      </dgm:t>
    </dgm:pt>
    <dgm:pt modelId="{02E7B122-2180-4113-B058-714456ACC0FA}" type="sibTrans" cxnId="{3E8E7692-0C90-4FE8-A350-A270C24E14EE}">
      <dgm:prSet/>
      <dgm:spPr/>
      <dgm:t>
        <a:bodyPr/>
        <a:lstStyle/>
        <a:p>
          <a:endParaRPr lang="en-GB" sz="1800"/>
        </a:p>
      </dgm:t>
    </dgm:pt>
    <dgm:pt modelId="{FF858D12-0A22-4FA5-9C8A-71DE48B24202}">
      <dgm:prSet phldrT="[Text]" custT="1"/>
      <dgm:spPr/>
      <dgm:t>
        <a:bodyPr/>
        <a:lstStyle/>
        <a:p>
          <a:r>
            <a:rPr lang="en-GB" sz="800" dirty="0"/>
            <a:t>Prepare a Design document </a:t>
          </a:r>
        </a:p>
      </dgm:t>
    </dgm:pt>
    <dgm:pt modelId="{067B1C3E-D6E3-4883-A9F6-D500C748DC8B}" type="parTrans" cxnId="{02C36EAB-5B6C-4EAC-B032-90398553923D}">
      <dgm:prSet/>
      <dgm:spPr/>
      <dgm:t>
        <a:bodyPr/>
        <a:lstStyle/>
        <a:p>
          <a:endParaRPr lang="en-GB" sz="1800"/>
        </a:p>
      </dgm:t>
    </dgm:pt>
    <dgm:pt modelId="{E96D9FDB-5772-4778-8C8F-A6280594BCA7}" type="sibTrans" cxnId="{02C36EAB-5B6C-4EAC-B032-90398553923D}">
      <dgm:prSet/>
      <dgm:spPr/>
      <dgm:t>
        <a:bodyPr/>
        <a:lstStyle/>
        <a:p>
          <a:endParaRPr lang="en-GB" sz="1800"/>
        </a:p>
      </dgm:t>
    </dgm:pt>
    <dgm:pt modelId="{8D3A35CA-0E16-48D4-B266-F8377366C192}">
      <dgm:prSet phldrT="[Text]" custT="1"/>
      <dgm:spPr/>
      <dgm:t>
        <a:bodyPr/>
        <a:lstStyle/>
        <a:p>
          <a:r>
            <a:rPr lang="en-GB" sz="800" dirty="0"/>
            <a:t>Convert the SRS into a more logical structure that can be implemented</a:t>
          </a:r>
        </a:p>
      </dgm:t>
    </dgm:pt>
    <dgm:pt modelId="{ACC53D79-5341-4AAD-B600-E63BAB1589B7}" type="parTrans" cxnId="{444697A7-33F7-42F7-AD3A-B77EA03B761F}">
      <dgm:prSet/>
      <dgm:spPr/>
      <dgm:t>
        <a:bodyPr/>
        <a:lstStyle/>
        <a:p>
          <a:endParaRPr lang="en-GB" sz="1800"/>
        </a:p>
      </dgm:t>
    </dgm:pt>
    <dgm:pt modelId="{BFE0A37F-BBDF-4C93-B29F-21B24414CEA1}" type="sibTrans" cxnId="{444697A7-33F7-42F7-AD3A-B77EA03B761F}">
      <dgm:prSet/>
      <dgm:spPr/>
      <dgm:t>
        <a:bodyPr/>
        <a:lstStyle/>
        <a:p>
          <a:endParaRPr lang="en-GB" sz="1800"/>
        </a:p>
      </dgm:t>
    </dgm:pt>
    <dgm:pt modelId="{F8548342-5B56-4064-AABC-85AFC4675CB3}">
      <dgm:prSet phldrT="[Text]" custT="1"/>
      <dgm:spPr/>
      <dgm:t>
        <a:bodyPr/>
        <a:lstStyle/>
        <a:p>
          <a:r>
            <a:rPr lang="en-GB" sz="800"/>
            <a:t>Draw up plans for Development, Operations, Training and Maintenance</a:t>
          </a:r>
          <a:endParaRPr lang="en-GB" sz="800" dirty="0"/>
        </a:p>
      </dgm:t>
    </dgm:pt>
    <dgm:pt modelId="{2120A2F4-597E-4322-9337-01D0EBA12E7E}" type="parTrans" cxnId="{0AD5F0F0-B383-44B9-814E-7E8600980D57}">
      <dgm:prSet/>
      <dgm:spPr/>
      <dgm:t>
        <a:bodyPr/>
        <a:lstStyle/>
        <a:p>
          <a:endParaRPr lang="en-GB" sz="1800"/>
        </a:p>
      </dgm:t>
    </dgm:pt>
    <dgm:pt modelId="{ACA0A7F9-F305-4BE7-A830-1C7EAEA7376C}" type="sibTrans" cxnId="{0AD5F0F0-B383-44B9-814E-7E8600980D57}">
      <dgm:prSet/>
      <dgm:spPr/>
      <dgm:t>
        <a:bodyPr/>
        <a:lstStyle/>
        <a:p>
          <a:endParaRPr lang="en-GB" sz="1800"/>
        </a:p>
      </dgm:t>
    </dgm:pt>
    <dgm:pt modelId="{484ABC39-8781-4C52-AC26-35C93ED091F3}">
      <dgm:prSet phldrT="[Text]" custT="1"/>
      <dgm:spPr/>
      <dgm:t>
        <a:bodyPr/>
        <a:lstStyle/>
        <a:p>
          <a:r>
            <a:rPr lang="en-GB" sz="800" dirty="0"/>
            <a:t>Code is written</a:t>
          </a:r>
        </a:p>
      </dgm:t>
    </dgm:pt>
    <dgm:pt modelId="{F7A57D90-FD46-423B-94AE-CE603678C80D}" type="parTrans" cxnId="{B1D2D0C4-AE3D-4157-98B7-1964A2CB455C}">
      <dgm:prSet/>
      <dgm:spPr/>
      <dgm:t>
        <a:bodyPr/>
        <a:lstStyle/>
        <a:p>
          <a:endParaRPr lang="en-GB" sz="1800"/>
        </a:p>
      </dgm:t>
    </dgm:pt>
    <dgm:pt modelId="{5BD5AABF-7B78-4787-921B-FB1BBB5D675C}" type="sibTrans" cxnId="{B1D2D0C4-AE3D-4157-98B7-1964A2CB455C}">
      <dgm:prSet/>
      <dgm:spPr/>
      <dgm:t>
        <a:bodyPr/>
        <a:lstStyle/>
        <a:p>
          <a:endParaRPr lang="en-GB" sz="1800"/>
        </a:p>
      </dgm:t>
    </dgm:pt>
    <dgm:pt modelId="{A4CF346A-F2A7-4BDA-AF79-90267DF7F1F6}">
      <dgm:prSet phldrT="[Text]" custT="1"/>
      <dgm:spPr/>
      <dgm:t>
        <a:bodyPr/>
        <a:lstStyle/>
        <a:p>
          <a:r>
            <a:rPr lang="en-GB" sz="800" dirty="0"/>
            <a:t>Application is built according to the design document and SRS</a:t>
          </a:r>
        </a:p>
      </dgm:t>
    </dgm:pt>
    <dgm:pt modelId="{2F1379CD-0AE7-44DB-AC27-7CA98E65C38D}" type="parTrans" cxnId="{7B4943B1-F886-4A36-BB1E-9D5E34023A34}">
      <dgm:prSet/>
      <dgm:spPr/>
      <dgm:t>
        <a:bodyPr/>
        <a:lstStyle/>
        <a:p>
          <a:endParaRPr lang="en-GB" sz="1800"/>
        </a:p>
      </dgm:t>
    </dgm:pt>
    <dgm:pt modelId="{44F11C4F-5761-45C0-B11B-449B21DBA944}" type="sibTrans" cxnId="{7B4943B1-F886-4A36-BB1E-9D5E34023A34}">
      <dgm:prSet/>
      <dgm:spPr/>
      <dgm:t>
        <a:bodyPr/>
        <a:lstStyle/>
        <a:p>
          <a:endParaRPr lang="en-GB" sz="1800"/>
        </a:p>
      </dgm:t>
    </dgm:pt>
    <dgm:pt modelId="{49480859-7876-4E13-BA6F-7A031B942D5B}">
      <dgm:prSet phldrT="[Text]" custT="1"/>
      <dgm:spPr/>
      <dgm:t>
        <a:bodyPr/>
        <a:lstStyle/>
        <a:p>
          <a:r>
            <a:rPr lang="en-GB" sz="800" dirty="0"/>
            <a:t>Unit Testing, Static Testing and Integration Testing are also performed as sections of code is completed</a:t>
          </a:r>
        </a:p>
      </dgm:t>
    </dgm:pt>
    <dgm:pt modelId="{41EDCDEE-6C9A-4F96-9AA5-23BC819F8E74}" type="parTrans" cxnId="{3A5C892C-1DAC-4903-B2A4-25CEEB7A8A41}">
      <dgm:prSet/>
      <dgm:spPr/>
      <dgm:t>
        <a:bodyPr/>
        <a:lstStyle/>
        <a:p>
          <a:endParaRPr lang="en-GB" sz="1800"/>
        </a:p>
      </dgm:t>
    </dgm:pt>
    <dgm:pt modelId="{FB1BD756-943C-4ACD-B1BF-3DBC54E7408C}" type="sibTrans" cxnId="{3A5C892C-1DAC-4903-B2A4-25CEEB7A8A41}">
      <dgm:prSet/>
      <dgm:spPr/>
      <dgm:t>
        <a:bodyPr/>
        <a:lstStyle/>
        <a:p>
          <a:endParaRPr lang="en-GB" sz="1800"/>
        </a:p>
      </dgm:t>
    </dgm:pt>
    <dgm:pt modelId="{B39D2018-30F4-4EAD-BF6D-98062CC2170F}">
      <dgm:prSet phldrT="[Text]" custT="1"/>
      <dgm:spPr/>
      <dgm:t>
        <a:bodyPr/>
        <a:lstStyle/>
        <a:p>
          <a:r>
            <a:rPr lang="en-GB" sz="800" dirty="0"/>
            <a:t>The code is tested to ensure it meets the quality standards defined during Analysis</a:t>
          </a:r>
        </a:p>
      </dgm:t>
    </dgm:pt>
    <dgm:pt modelId="{70942A8B-B60A-45F5-B6FF-834751728241}" type="parTrans" cxnId="{B3CEC6EA-7310-4DC3-9142-E4D7E8C8554C}">
      <dgm:prSet/>
      <dgm:spPr/>
      <dgm:t>
        <a:bodyPr/>
        <a:lstStyle/>
        <a:p>
          <a:endParaRPr lang="en-GB" sz="1800"/>
        </a:p>
      </dgm:t>
    </dgm:pt>
    <dgm:pt modelId="{11560955-7373-4A72-A5B0-F59647513532}" type="sibTrans" cxnId="{B3CEC6EA-7310-4DC3-9142-E4D7E8C8554C}">
      <dgm:prSet/>
      <dgm:spPr/>
      <dgm:t>
        <a:bodyPr/>
        <a:lstStyle/>
        <a:p>
          <a:endParaRPr lang="en-GB" sz="1800"/>
        </a:p>
      </dgm:t>
    </dgm:pt>
    <dgm:pt modelId="{930F8595-E3C6-4CF0-AC04-2E022582F0E0}">
      <dgm:prSet phldrT="[Text]" custT="1"/>
      <dgm:spPr/>
      <dgm:t>
        <a:bodyPr/>
        <a:lstStyle/>
        <a:p>
          <a:r>
            <a:rPr lang="en-GB" sz="800" dirty="0"/>
            <a:t>All bugs and defects are noted so they can be tracked, fixed and later retested</a:t>
          </a:r>
        </a:p>
      </dgm:t>
    </dgm:pt>
    <dgm:pt modelId="{9582A06E-242C-404A-9F60-2C92762BD4EC}" type="parTrans" cxnId="{43EFEE69-2753-48A7-929F-4B987A7E7531}">
      <dgm:prSet/>
      <dgm:spPr/>
      <dgm:t>
        <a:bodyPr/>
        <a:lstStyle/>
        <a:p>
          <a:endParaRPr lang="en-GB" sz="1800"/>
        </a:p>
      </dgm:t>
    </dgm:pt>
    <dgm:pt modelId="{3FC07907-6EBC-4A2A-9C3C-8EEBAE04458E}" type="sibTrans" cxnId="{43EFEE69-2753-48A7-929F-4B987A7E7531}">
      <dgm:prSet/>
      <dgm:spPr/>
      <dgm:t>
        <a:bodyPr/>
        <a:lstStyle/>
        <a:p>
          <a:endParaRPr lang="en-GB" sz="1800"/>
        </a:p>
      </dgm:t>
    </dgm:pt>
    <dgm:pt modelId="{62315BAB-6ABE-443E-BD90-82217F789AA0}">
      <dgm:prSet phldrT="[Text]" custT="1"/>
      <dgm:spPr/>
      <dgm:t>
        <a:bodyPr/>
        <a:lstStyle/>
        <a:p>
          <a:r>
            <a:rPr lang="en-GB" sz="800" dirty="0"/>
            <a:t>The end-user experience is tested to ensure that there are no bugs that will affect the experience</a:t>
          </a:r>
        </a:p>
      </dgm:t>
    </dgm:pt>
    <dgm:pt modelId="{BAD5FC6F-0E80-4459-851D-A083B86243C8}" type="parTrans" cxnId="{42404050-328E-4AF2-8FF7-F1C4C587DDCA}">
      <dgm:prSet/>
      <dgm:spPr/>
      <dgm:t>
        <a:bodyPr/>
        <a:lstStyle/>
        <a:p>
          <a:endParaRPr lang="en-GB" sz="1800"/>
        </a:p>
      </dgm:t>
    </dgm:pt>
    <dgm:pt modelId="{786DB89F-C4AC-4092-BC54-A000A5F1C6AE}" type="sibTrans" cxnId="{42404050-328E-4AF2-8FF7-F1C4C587DDCA}">
      <dgm:prSet/>
      <dgm:spPr/>
      <dgm:t>
        <a:bodyPr/>
        <a:lstStyle/>
        <a:p>
          <a:endParaRPr lang="en-GB" sz="1800"/>
        </a:p>
      </dgm:t>
    </dgm:pt>
    <dgm:pt modelId="{F7FF1487-7496-4C08-BD07-287F2695E838}">
      <dgm:prSet phldrT="[Text]" custT="1"/>
      <dgm:spPr/>
      <dgm:t>
        <a:bodyPr/>
        <a:lstStyle/>
        <a:p>
          <a:r>
            <a:rPr lang="en-GB" sz="800" dirty="0"/>
            <a:t>The system is integrated into its environment and installed</a:t>
          </a:r>
        </a:p>
      </dgm:t>
    </dgm:pt>
    <dgm:pt modelId="{564EDDBB-1F33-4F45-AFC7-A0C473590FD3}" type="parTrans" cxnId="{54C5DC79-DB14-46E9-A260-992CD2016C74}">
      <dgm:prSet/>
      <dgm:spPr/>
      <dgm:t>
        <a:bodyPr/>
        <a:lstStyle/>
        <a:p>
          <a:endParaRPr lang="en-GB" sz="1800"/>
        </a:p>
      </dgm:t>
    </dgm:pt>
    <dgm:pt modelId="{E68E87D5-94D2-443B-B744-1EE077C74DFB}" type="sibTrans" cxnId="{54C5DC79-DB14-46E9-A260-992CD2016C74}">
      <dgm:prSet/>
      <dgm:spPr/>
      <dgm:t>
        <a:bodyPr/>
        <a:lstStyle/>
        <a:p>
          <a:endParaRPr lang="en-GB" sz="1800"/>
        </a:p>
      </dgm:t>
    </dgm:pt>
    <dgm:pt modelId="{A46C3128-6C78-4DD7-83C3-8D017688E037}">
      <dgm:prSet phldrT="[Text]" custT="1"/>
      <dgm:spPr/>
      <dgm:t>
        <a:bodyPr/>
        <a:lstStyle/>
        <a:p>
          <a:r>
            <a:rPr lang="en-GB" sz="800" dirty="0"/>
            <a:t>If the product is a commercial product then at this stage the system is theoretically ready for market</a:t>
          </a:r>
        </a:p>
      </dgm:t>
    </dgm:pt>
    <dgm:pt modelId="{4E16E78C-5DC3-4B4D-AD5C-036AAE9567F4}" type="parTrans" cxnId="{ED5F8DA2-728B-4FD6-A9F6-46CEC8A6BDC3}">
      <dgm:prSet/>
      <dgm:spPr/>
      <dgm:t>
        <a:bodyPr/>
        <a:lstStyle/>
        <a:p>
          <a:endParaRPr lang="en-GB" sz="1800"/>
        </a:p>
      </dgm:t>
    </dgm:pt>
    <dgm:pt modelId="{DA0FBEBB-76D7-467B-B99C-37DFEE8A8E8D}" type="sibTrans" cxnId="{ED5F8DA2-728B-4FD6-A9F6-46CEC8A6BDC3}">
      <dgm:prSet/>
      <dgm:spPr/>
      <dgm:t>
        <a:bodyPr/>
        <a:lstStyle/>
        <a:p>
          <a:endParaRPr lang="en-GB" sz="1800"/>
        </a:p>
      </dgm:t>
    </dgm:pt>
    <dgm:pt modelId="{9D64D6F4-6F76-4377-A104-A567BA6ACF06}">
      <dgm:prSet phldrT="[Text]" custT="1"/>
      <dgm:spPr/>
      <dgm:t>
        <a:bodyPr/>
        <a:lstStyle/>
        <a:p>
          <a:r>
            <a:rPr lang="en-GB" sz="800" dirty="0"/>
            <a:t>Any issues reported by end-users are handled and rectified</a:t>
          </a:r>
        </a:p>
      </dgm:t>
    </dgm:pt>
    <dgm:pt modelId="{37F83D8E-E40B-4BED-9151-52B07066D7A0}" type="parTrans" cxnId="{A0EBB627-B6BA-442D-A487-F43C72825491}">
      <dgm:prSet/>
      <dgm:spPr/>
      <dgm:t>
        <a:bodyPr/>
        <a:lstStyle/>
        <a:p>
          <a:endParaRPr lang="en-GB" sz="1800"/>
        </a:p>
      </dgm:t>
    </dgm:pt>
    <dgm:pt modelId="{5A437C6B-C8D4-4656-87A7-337ABF4DEAB1}" type="sibTrans" cxnId="{A0EBB627-B6BA-442D-A487-F43C72825491}">
      <dgm:prSet/>
      <dgm:spPr/>
      <dgm:t>
        <a:bodyPr/>
        <a:lstStyle/>
        <a:p>
          <a:endParaRPr lang="en-GB" sz="1800"/>
        </a:p>
      </dgm:t>
    </dgm:pt>
    <dgm:pt modelId="{8A7F1272-87AA-4F3B-814D-F2EEF846C774}">
      <dgm:prSet phldrT="[Text]" custT="1"/>
      <dgm:spPr/>
      <dgm:t>
        <a:bodyPr/>
        <a:lstStyle/>
        <a:p>
          <a:r>
            <a:rPr lang="en-GB" sz="800" dirty="0"/>
            <a:t>Any issues not resolved prior to launch continue to be worked on and resolved</a:t>
          </a:r>
        </a:p>
      </dgm:t>
    </dgm:pt>
    <dgm:pt modelId="{37271FC6-168D-45A5-AB54-FA13A2AAD107}" type="parTrans" cxnId="{E3579D0F-0330-4671-A680-17889ECC30E5}">
      <dgm:prSet/>
      <dgm:spPr/>
      <dgm:t>
        <a:bodyPr/>
        <a:lstStyle/>
        <a:p>
          <a:endParaRPr lang="en-GB" sz="1800"/>
        </a:p>
      </dgm:t>
    </dgm:pt>
    <dgm:pt modelId="{98F5B6B6-5A17-4A27-AB94-94AA32F81AEC}" type="sibTrans" cxnId="{E3579D0F-0330-4671-A680-17889ECC30E5}">
      <dgm:prSet/>
      <dgm:spPr/>
      <dgm:t>
        <a:bodyPr/>
        <a:lstStyle/>
        <a:p>
          <a:endParaRPr lang="en-GB" sz="1800"/>
        </a:p>
      </dgm:t>
    </dgm:pt>
    <dgm:pt modelId="{FD6CB331-F14B-46BA-B34C-F402287B2E7C}" type="pres">
      <dgm:prSet presAssocID="{553F6612-D85E-4585-9078-48CF9F8E7219}" presName="diagram" presStyleCnt="0">
        <dgm:presLayoutVars>
          <dgm:dir/>
          <dgm:resizeHandles val="exact"/>
        </dgm:presLayoutVars>
      </dgm:prSet>
      <dgm:spPr/>
    </dgm:pt>
    <dgm:pt modelId="{578D3892-53FF-4E7F-A331-4A45C3E4A61E}" type="pres">
      <dgm:prSet presAssocID="{A3301D61-DC92-4984-88A7-50C2CEE339C6}" presName="node" presStyleLbl="node1" presStyleIdx="0" presStyleCnt="7">
        <dgm:presLayoutVars>
          <dgm:bulletEnabled val="1"/>
        </dgm:presLayoutVars>
      </dgm:prSet>
      <dgm:spPr/>
    </dgm:pt>
    <dgm:pt modelId="{2D77B7F0-0E06-4026-8F95-0A9390B1A4F8}" type="pres">
      <dgm:prSet presAssocID="{C7D982E6-544F-462E-85A1-E242782A47D0}" presName="sibTrans" presStyleLbl="sibTrans2D1" presStyleIdx="0" presStyleCnt="6"/>
      <dgm:spPr/>
    </dgm:pt>
    <dgm:pt modelId="{DBB4C081-A211-480F-B16C-67592B63100C}" type="pres">
      <dgm:prSet presAssocID="{C7D982E6-544F-462E-85A1-E242782A47D0}" presName="connectorText" presStyleLbl="sibTrans2D1" presStyleIdx="0" presStyleCnt="6"/>
      <dgm:spPr/>
    </dgm:pt>
    <dgm:pt modelId="{51CDBD6D-C6F1-4520-8490-FF8EDA5E5555}" type="pres">
      <dgm:prSet presAssocID="{F7564D76-7A72-4FF9-8504-CD32500FD492}" presName="node" presStyleLbl="node1" presStyleIdx="1" presStyleCnt="7">
        <dgm:presLayoutVars>
          <dgm:bulletEnabled val="1"/>
        </dgm:presLayoutVars>
      </dgm:prSet>
      <dgm:spPr/>
    </dgm:pt>
    <dgm:pt modelId="{57EDD425-2FF1-417A-A21B-277D2502C258}" type="pres">
      <dgm:prSet presAssocID="{EF5A666F-772F-48CF-BDC2-A3E95CE4072F}" presName="sibTrans" presStyleLbl="sibTrans2D1" presStyleIdx="1" presStyleCnt="6"/>
      <dgm:spPr/>
    </dgm:pt>
    <dgm:pt modelId="{D675007D-3AB2-4A39-B114-4099A3C855C8}" type="pres">
      <dgm:prSet presAssocID="{EF5A666F-772F-48CF-BDC2-A3E95CE4072F}" presName="connectorText" presStyleLbl="sibTrans2D1" presStyleIdx="1" presStyleCnt="6"/>
      <dgm:spPr/>
    </dgm:pt>
    <dgm:pt modelId="{C8C93A62-0136-4D53-827F-AFEDF2D6D17E}" type="pres">
      <dgm:prSet presAssocID="{84BC2B24-9858-4E3D-8B81-6430F3E3009D}" presName="node" presStyleLbl="node1" presStyleIdx="2" presStyleCnt="7">
        <dgm:presLayoutVars>
          <dgm:bulletEnabled val="1"/>
        </dgm:presLayoutVars>
      </dgm:prSet>
      <dgm:spPr/>
    </dgm:pt>
    <dgm:pt modelId="{66F73B56-4FA1-4A62-BCAC-F0D4A8FC0164}" type="pres">
      <dgm:prSet presAssocID="{5C9A1EB4-6BAF-4414-B8D6-B6137DE6774B}" presName="sibTrans" presStyleLbl="sibTrans2D1" presStyleIdx="2" presStyleCnt="6"/>
      <dgm:spPr/>
    </dgm:pt>
    <dgm:pt modelId="{1D9D62F5-B3CE-427D-B5DA-8CA07DB49301}" type="pres">
      <dgm:prSet presAssocID="{5C9A1EB4-6BAF-4414-B8D6-B6137DE6774B}" presName="connectorText" presStyleLbl="sibTrans2D1" presStyleIdx="2" presStyleCnt="6"/>
      <dgm:spPr/>
    </dgm:pt>
    <dgm:pt modelId="{D72A78C7-3F17-4EC6-A3EF-99AC86E7B825}" type="pres">
      <dgm:prSet presAssocID="{707680E7-9648-4BBE-99BE-D1266FC92314}" presName="node" presStyleLbl="node1" presStyleIdx="3" presStyleCnt="7">
        <dgm:presLayoutVars>
          <dgm:bulletEnabled val="1"/>
        </dgm:presLayoutVars>
      </dgm:prSet>
      <dgm:spPr/>
    </dgm:pt>
    <dgm:pt modelId="{2B25F58E-873E-4414-A4E5-54D4788F9D0E}" type="pres">
      <dgm:prSet presAssocID="{D64206A8-DD5A-4DDD-B867-5428AF1A1179}" presName="sibTrans" presStyleLbl="sibTrans2D1" presStyleIdx="3" presStyleCnt="6"/>
      <dgm:spPr/>
    </dgm:pt>
    <dgm:pt modelId="{7901EAD9-8B68-4626-B1FA-952FA4A7EC44}" type="pres">
      <dgm:prSet presAssocID="{D64206A8-DD5A-4DDD-B867-5428AF1A1179}" presName="connectorText" presStyleLbl="sibTrans2D1" presStyleIdx="3" presStyleCnt="6"/>
      <dgm:spPr/>
    </dgm:pt>
    <dgm:pt modelId="{30EB602D-7C26-405E-A895-AE987769AEF7}" type="pres">
      <dgm:prSet presAssocID="{71F166CC-254C-4E9C-98FC-68C0C4182FA5}" presName="node" presStyleLbl="node1" presStyleIdx="4" presStyleCnt="7">
        <dgm:presLayoutVars>
          <dgm:bulletEnabled val="1"/>
        </dgm:presLayoutVars>
      </dgm:prSet>
      <dgm:spPr/>
    </dgm:pt>
    <dgm:pt modelId="{D5774A32-033D-443F-8002-22868C760DD7}" type="pres">
      <dgm:prSet presAssocID="{13BD0E40-C596-4168-AF8F-9244BC4EE02C}" presName="sibTrans" presStyleLbl="sibTrans2D1" presStyleIdx="4" presStyleCnt="6"/>
      <dgm:spPr/>
    </dgm:pt>
    <dgm:pt modelId="{0CF85728-1DA2-4089-A555-13AB81B8D4B1}" type="pres">
      <dgm:prSet presAssocID="{13BD0E40-C596-4168-AF8F-9244BC4EE02C}" presName="connectorText" presStyleLbl="sibTrans2D1" presStyleIdx="4" presStyleCnt="6"/>
      <dgm:spPr/>
    </dgm:pt>
    <dgm:pt modelId="{91F30E5D-9844-41AB-B500-240338E953ED}" type="pres">
      <dgm:prSet presAssocID="{83E0B55C-0640-4F87-8D27-C2D3956ED322}" presName="node" presStyleLbl="node1" presStyleIdx="5" presStyleCnt="7">
        <dgm:presLayoutVars>
          <dgm:bulletEnabled val="1"/>
        </dgm:presLayoutVars>
      </dgm:prSet>
      <dgm:spPr/>
    </dgm:pt>
    <dgm:pt modelId="{2A1E89B8-31F1-4849-A71D-B2584A227063}" type="pres">
      <dgm:prSet presAssocID="{4AE6B77E-5EAE-4189-8A96-4BDF98927B13}" presName="sibTrans" presStyleLbl="sibTrans2D1" presStyleIdx="5" presStyleCnt="6"/>
      <dgm:spPr/>
    </dgm:pt>
    <dgm:pt modelId="{F62126E7-16CA-43C4-B566-13E12BD4F47E}" type="pres">
      <dgm:prSet presAssocID="{4AE6B77E-5EAE-4189-8A96-4BDF98927B13}" presName="connectorText" presStyleLbl="sibTrans2D1" presStyleIdx="5" presStyleCnt="6"/>
      <dgm:spPr/>
    </dgm:pt>
    <dgm:pt modelId="{166ED811-2BDE-40DD-B05A-431B1FD586CB}" type="pres">
      <dgm:prSet presAssocID="{6438B54A-0DD4-4B4B-BB32-013376FBEAF9}" presName="node" presStyleLbl="node1" presStyleIdx="6" presStyleCnt="7">
        <dgm:presLayoutVars>
          <dgm:bulletEnabled val="1"/>
        </dgm:presLayoutVars>
      </dgm:prSet>
      <dgm:spPr/>
    </dgm:pt>
  </dgm:ptLst>
  <dgm:cxnLst>
    <dgm:cxn modelId="{F7F51100-8DF1-4AD0-819F-DC96111C56D9}" type="presOf" srcId="{8D3A35CA-0E16-48D4-B266-F8377366C192}" destId="{C8C93A62-0136-4D53-827F-AFEDF2D6D17E}" srcOrd="0" destOrd="2" presId="urn:microsoft.com/office/officeart/2005/8/layout/process5"/>
    <dgm:cxn modelId="{9BA73B06-6CA0-470C-9637-B0DF217C377B}" type="presOf" srcId="{62315BAB-6ABE-443E-BD90-82217F789AA0}" destId="{30EB602D-7C26-405E-A895-AE987769AEF7}" srcOrd="0" destOrd="3" presId="urn:microsoft.com/office/officeart/2005/8/layout/process5"/>
    <dgm:cxn modelId="{47E31607-8D13-49A1-90D8-B52777A2D2BE}" type="presOf" srcId="{49480859-7876-4E13-BA6F-7A031B942D5B}" destId="{D72A78C7-3F17-4EC6-A3EF-99AC86E7B825}" srcOrd="0" destOrd="3" presId="urn:microsoft.com/office/officeart/2005/8/layout/process5"/>
    <dgm:cxn modelId="{FB4AF808-A502-492A-842D-76AC844ACF14}" type="presOf" srcId="{8A7F1272-87AA-4F3B-814D-F2EEF846C774}" destId="{166ED811-2BDE-40DD-B05A-431B1FD586CB}" srcOrd="0" destOrd="2" presId="urn:microsoft.com/office/officeart/2005/8/layout/process5"/>
    <dgm:cxn modelId="{31CF840B-7BBC-4ACB-BB79-7316C25792C8}" srcId="{553F6612-D85E-4585-9078-48CF9F8E7219}" destId="{84BC2B24-9858-4E3D-8B81-6430F3E3009D}" srcOrd="2" destOrd="0" parTransId="{564AC77D-0B5D-4C6A-BE88-E72D61CC4A08}" sibTransId="{5C9A1EB4-6BAF-4414-B8D6-B6137DE6774B}"/>
    <dgm:cxn modelId="{C9344B0C-2192-4BB7-A3F8-073DE4960804}" srcId="{553F6612-D85E-4585-9078-48CF9F8E7219}" destId="{71F166CC-254C-4E9C-98FC-68C0C4182FA5}" srcOrd="4" destOrd="0" parTransId="{9F6918F7-96FC-4FEA-BCA9-7EA6D264B3C7}" sibTransId="{13BD0E40-C596-4168-AF8F-9244BC4EE02C}"/>
    <dgm:cxn modelId="{DA04DE0C-85A8-4506-B917-441D5D5774ED}" type="presOf" srcId="{13BD0E40-C596-4168-AF8F-9244BC4EE02C}" destId="{0CF85728-1DA2-4089-A555-13AB81B8D4B1}" srcOrd="1" destOrd="0" presId="urn:microsoft.com/office/officeart/2005/8/layout/process5"/>
    <dgm:cxn modelId="{E3579D0F-0330-4671-A680-17889ECC30E5}" srcId="{6438B54A-0DD4-4B4B-BB32-013376FBEAF9}" destId="{8A7F1272-87AA-4F3B-814D-F2EEF846C774}" srcOrd="1" destOrd="0" parTransId="{37271FC6-168D-45A5-AB54-FA13A2AAD107}" sibTransId="{98F5B6B6-5A17-4A27-AB94-94AA32F81AEC}"/>
    <dgm:cxn modelId="{D9DA8114-5628-4631-BD58-3B102C26EF36}" type="presOf" srcId="{27A35760-AFFD-4C3B-89DF-65AE3DAAF03F}" destId="{578D3892-53FF-4E7F-A331-4A45C3E4A61E}" srcOrd="0" destOrd="3" presId="urn:microsoft.com/office/officeart/2005/8/layout/process5"/>
    <dgm:cxn modelId="{A59D001B-6750-45EC-B56A-A78859E7308D}" type="presOf" srcId="{930F8595-E3C6-4CF0-AC04-2E022582F0E0}" destId="{30EB602D-7C26-405E-A895-AE987769AEF7}" srcOrd="0" destOrd="2" presId="urn:microsoft.com/office/officeart/2005/8/layout/process5"/>
    <dgm:cxn modelId="{F3975D23-26D6-4B01-8E40-B8D920E89249}" type="presOf" srcId="{EE02E0F9-933C-48A3-8F87-922CAE2EDDEC}" destId="{578D3892-53FF-4E7F-A331-4A45C3E4A61E}" srcOrd="0" destOrd="2" presId="urn:microsoft.com/office/officeart/2005/8/layout/process5"/>
    <dgm:cxn modelId="{A0EBB627-B6BA-442D-A487-F43C72825491}" srcId="{6438B54A-0DD4-4B4B-BB32-013376FBEAF9}" destId="{9D64D6F4-6F76-4377-A104-A567BA6ACF06}" srcOrd="0" destOrd="0" parTransId="{37F83D8E-E40B-4BED-9151-52B07066D7A0}" sibTransId="{5A437C6B-C8D4-4656-87A7-337ABF4DEAB1}"/>
    <dgm:cxn modelId="{73D42F28-AF84-4C52-B676-1DFB15CF955E}" srcId="{A3301D61-DC92-4984-88A7-50C2CEE339C6}" destId="{21D2A30B-59D9-4511-853C-9EEF087B6C7A}" srcOrd="0" destOrd="0" parTransId="{CB00336D-D3B3-46D3-8097-DCA4BB5A8B61}" sibTransId="{18BE7132-8D8C-4743-89CF-6466D31639CE}"/>
    <dgm:cxn modelId="{4D412A2A-90A9-43E9-A16C-A935CA08B045}" type="presOf" srcId="{A46C3128-6C78-4DD7-83C3-8D017688E037}" destId="{91F30E5D-9844-41AB-B500-240338E953ED}" srcOrd="0" destOrd="2" presId="urn:microsoft.com/office/officeart/2005/8/layout/process5"/>
    <dgm:cxn modelId="{9162362A-51D3-4EC3-A6D5-6F6A490CF4B6}" type="presOf" srcId="{F8548342-5B56-4064-AABC-85AFC4675CB3}" destId="{C8C93A62-0136-4D53-827F-AFEDF2D6D17E}" srcOrd="0" destOrd="3" presId="urn:microsoft.com/office/officeart/2005/8/layout/process5"/>
    <dgm:cxn modelId="{8411672A-FA52-4DBF-8BE9-56EF450377E3}" type="presOf" srcId="{EF5A666F-772F-48CF-BDC2-A3E95CE4072F}" destId="{D675007D-3AB2-4A39-B114-4099A3C855C8}" srcOrd="1" destOrd="0" presId="urn:microsoft.com/office/officeart/2005/8/layout/process5"/>
    <dgm:cxn modelId="{3A5C892C-1DAC-4903-B2A4-25CEEB7A8A41}" srcId="{707680E7-9648-4BBE-99BE-D1266FC92314}" destId="{49480859-7876-4E13-BA6F-7A031B942D5B}" srcOrd="2" destOrd="0" parTransId="{41EDCDEE-6C9A-4F96-9AA5-23BC819F8E74}" sibTransId="{FB1BD756-943C-4ACD-B1BF-3DBC54E7408C}"/>
    <dgm:cxn modelId="{0EA4A22D-8FEB-4268-BA9E-EE68433F092E}" type="presOf" srcId="{FF858D12-0A22-4FA5-9C8A-71DE48B24202}" destId="{C8C93A62-0136-4D53-827F-AFEDF2D6D17E}" srcOrd="0" destOrd="4" presId="urn:microsoft.com/office/officeart/2005/8/layout/process5"/>
    <dgm:cxn modelId="{EA5E7540-BAEA-48CB-ACAF-711DFAD8E05E}" srcId="{553F6612-D85E-4585-9078-48CF9F8E7219}" destId="{6438B54A-0DD4-4B4B-BB32-013376FBEAF9}" srcOrd="6" destOrd="0" parTransId="{000C1050-FB2E-464B-8881-299571CFAC59}" sibTransId="{A88986A3-8905-4A38-84E5-123A7B0A304B}"/>
    <dgm:cxn modelId="{36167C60-DD8B-4580-851C-C87C71F824F4}" type="presOf" srcId="{83E0B55C-0640-4F87-8D27-C2D3956ED322}" destId="{91F30E5D-9844-41AB-B500-240338E953ED}" srcOrd="0" destOrd="0" presId="urn:microsoft.com/office/officeart/2005/8/layout/process5"/>
    <dgm:cxn modelId="{59AC6F41-A8B0-4403-AF94-1BD7267B106D}" type="presOf" srcId="{484ABC39-8781-4C52-AC26-35C93ED091F3}" destId="{D72A78C7-3F17-4EC6-A3EF-99AC86E7B825}" srcOrd="0" destOrd="1" presId="urn:microsoft.com/office/officeart/2005/8/layout/process5"/>
    <dgm:cxn modelId="{AD4E9668-47E2-4C66-9971-2A08F4B7442A}" type="presOf" srcId="{13BD0E40-C596-4168-AF8F-9244BC4EE02C}" destId="{D5774A32-033D-443F-8002-22868C760DD7}" srcOrd="0" destOrd="0" presId="urn:microsoft.com/office/officeart/2005/8/layout/process5"/>
    <dgm:cxn modelId="{43EFEE69-2753-48A7-929F-4B987A7E7531}" srcId="{71F166CC-254C-4E9C-98FC-68C0C4182FA5}" destId="{930F8595-E3C6-4CF0-AC04-2E022582F0E0}" srcOrd="1" destOrd="0" parTransId="{9582A06E-242C-404A-9F60-2C92762BD4EC}" sibTransId="{3FC07907-6EBC-4A2A-9C3C-8EEBAE04458E}"/>
    <dgm:cxn modelId="{81682F6E-E559-4678-BED9-64D03E673BC8}" srcId="{F7564D76-7A72-4FF9-8504-CD32500FD492}" destId="{DBBAA998-14A8-4FCB-BF10-99F9CBE8FDFB}" srcOrd="0" destOrd="0" parTransId="{E8FE4305-C8FF-4DF9-87BE-B141135E9EAD}" sibTransId="{D23A985D-0C39-4BD4-AE1A-23DBDD191182}"/>
    <dgm:cxn modelId="{42404050-328E-4AF2-8FF7-F1C4C587DDCA}" srcId="{71F166CC-254C-4E9C-98FC-68C0C4182FA5}" destId="{62315BAB-6ABE-443E-BD90-82217F789AA0}" srcOrd="2" destOrd="0" parTransId="{BAD5FC6F-0E80-4459-851D-A083B86243C8}" sibTransId="{786DB89F-C4AC-4092-BC54-A000A5F1C6AE}"/>
    <dgm:cxn modelId="{E5D94152-752B-47E5-9AA6-C2768112802D}" type="presOf" srcId="{D64206A8-DD5A-4DDD-B867-5428AF1A1179}" destId="{2B25F58E-873E-4414-A4E5-54D4788F9D0E}" srcOrd="0" destOrd="0" presId="urn:microsoft.com/office/officeart/2005/8/layout/process5"/>
    <dgm:cxn modelId="{BEF5D954-0DD6-44DD-BFFC-543DED916118}" srcId="{553F6612-D85E-4585-9078-48CF9F8E7219}" destId="{707680E7-9648-4BBE-99BE-D1266FC92314}" srcOrd="3" destOrd="0" parTransId="{93841DD7-B2A6-41DE-B195-17B14055FCEE}" sibTransId="{D64206A8-DD5A-4DDD-B867-5428AF1A1179}"/>
    <dgm:cxn modelId="{EB090075-0F68-48B1-8228-263A2E6E5550}" type="presOf" srcId="{D64206A8-DD5A-4DDD-B867-5428AF1A1179}" destId="{7901EAD9-8B68-4626-B1FA-952FA4A7EC44}" srcOrd="1" destOrd="0" presId="urn:microsoft.com/office/officeart/2005/8/layout/process5"/>
    <dgm:cxn modelId="{DBC33375-F3EF-4C8C-8EB2-4A00B0907960}" srcId="{A3301D61-DC92-4984-88A7-50C2CEE339C6}" destId="{FDCB3864-D782-4F04-8CD3-AF36E596B208}" srcOrd="3" destOrd="0" parTransId="{99594212-6A22-4AE3-95BF-A938A40504FE}" sibTransId="{09F0FA15-A792-4BBE-941E-0F7A59817A2A}"/>
    <dgm:cxn modelId="{54C5DC79-DB14-46E9-A260-992CD2016C74}" srcId="{83E0B55C-0640-4F87-8D27-C2D3956ED322}" destId="{F7FF1487-7496-4C08-BD07-287F2695E838}" srcOrd="0" destOrd="0" parTransId="{564EDDBB-1F33-4F45-AFC7-A0C473590FD3}" sibTransId="{E68E87D5-94D2-443B-B744-1EE077C74DFB}"/>
    <dgm:cxn modelId="{AFA7365A-0BD2-42E6-B47F-8773EC22C864}" type="presOf" srcId="{F7FF1487-7496-4C08-BD07-287F2695E838}" destId="{91F30E5D-9844-41AB-B500-240338E953ED}" srcOrd="0" destOrd="1" presId="urn:microsoft.com/office/officeart/2005/8/layout/process5"/>
    <dgm:cxn modelId="{0897857F-B9E3-43C9-839A-6BB72F4E3ED9}" type="presOf" srcId="{B39D2018-30F4-4EAD-BF6D-98062CC2170F}" destId="{30EB602D-7C26-405E-A895-AE987769AEF7}" srcOrd="0" destOrd="1" presId="urn:microsoft.com/office/officeart/2005/8/layout/process5"/>
    <dgm:cxn modelId="{D6B53380-054A-4185-874C-0BD8D25DA2FE}" type="presOf" srcId="{4AE6B77E-5EAE-4189-8A96-4BDF98927B13}" destId="{2A1E89B8-31F1-4849-A71D-B2584A227063}" srcOrd="0" destOrd="0" presId="urn:microsoft.com/office/officeart/2005/8/layout/process5"/>
    <dgm:cxn modelId="{5E89A981-7C6E-466B-B9FB-F86E574CE3DB}" type="presOf" srcId="{DBBAA998-14A8-4FCB-BF10-99F9CBE8FDFB}" destId="{51CDBD6D-C6F1-4520-8490-FF8EDA5E5555}" srcOrd="0" destOrd="1" presId="urn:microsoft.com/office/officeart/2005/8/layout/process5"/>
    <dgm:cxn modelId="{6B797A8E-9D7B-4A4F-8371-6C2200DB35AC}" type="presOf" srcId="{5C9A1EB4-6BAF-4414-B8D6-B6137DE6774B}" destId="{1D9D62F5-B3CE-427D-B5DA-8CA07DB49301}" srcOrd="1" destOrd="0" presId="urn:microsoft.com/office/officeart/2005/8/layout/process5"/>
    <dgm:cxn modelId="{3E8E7692-0C90-4FE8-A350-A270C24E14EE}" srcId="{84BC2B24-9858-4E3D-8B81-6430F3E3009D}" destId="{8E556476-5640-4F76-9C77-7E34A2E4228B}" srcOrd="0" destOrd="0" parTransId="{275E0559-490F-4450-B04F-344065ADB01A}" sibTransId="{02E7B122-2180-4113-B058-714456ACC0FA}"/>
    <dgm:cxn modelId="{0ED2AC94-6B79-4DFA-80DC-C69E70E8662C}" type="presOf" srcId="{6438B54A-0DD4-4B4B-BB32-013376FBEAF9}" destId="{166ED811-2BDE-40DD-B05A-431B1FD586CB}" srcOrd="0" destOrd="0" presId="urn:microsoft.com/office/officeart/2005/8/layout/process5"/>
    <dgm:cxn modelId="{1BE2B697-E30C-4C5B-8BC7-8B7A9C0F0776}" type="presOf" srcId="{21D2A30B-59D9-4511-853C-9EEF087B6C7A}" destId="{578D3892-53FF-4E7F-A331-4A45C3E4A61E}" srcOrd="0" destOrd="1" presId="urn:microsoft.com/office/officeart/2005/8/layout/process5"/>
    <dgm:cxn modelId="{2B37C097-C820-4669-8181-E8BC5A0293D2}" type="presOf" srcId="{9D64D6F4-6F76-4377-A104-A567BA6ACF06}" destId="{166ED811-2BDE-40DD-B05A-431B1FD586CB}" srcOrd="0" destOrd="1" presId="urn:microsoft.com/office/officeart/2005/8/layout/process5"/>
    <dgm:cxn modelId="{A1516D99-11FF-43FB-B21A-0F8718E6B4F2}" srcId="{F7564D76-7A72-4FF9-8504-CD32500FD492}" destId="{C5F26187-FF9F-48DC-A025-ED93E95A8838}" srcOrd="2" destOrd="0" parTransId="{C4D977C7-C025-419D-A0A9-6899D884D5F7}" sibTransId="{BDA64543-ADDA-4463-975B-0C3AFF0B41DE}"/>
    <dgm:cxn modelId="{8CA3259A-186C-4032-99F4-105FF5F9236A}" srcId="{A3301D61-DC92-4984-88A7-50C2CEE339C6}" destId="{EE02E0F9-933C-48A3-8F87-922CAE2EDDEC}" srcOrd="1" destOrd="0" parTransId="{683791EE-4A22-4DC8-A6B0-E8CB7B5314F3}" sibTransId="{8886B036-0E75-4F34-9D77-CE2D91401741}"/>
    <dgm:cxn modelId="{0C5851A2-0205-4247-99DF-EED896ECD0EF}" type="presOf" srcId="{FDF9C34C-31A9-4732-99F9-869FF07064A7}" destId="{51CDBD6D-C6F1-4520-8490-FF8EDA5E5555}" srcOrd="0" destOrd="2" presId="urn:microsoft.com/office/officeart/2005/8/layout/process5"/>
    <dgm:cxn modelId="{ED5F8DA2-728B-4FD6-A9F6-46CEC8A6BDC3}" srcId="{83E0B55C-0640-4F87-8D27-C2D3956ED322}" destId="{A46C3128-6C78-4DD7-83C3-8D017688E037}" srcOrd="1" destOrd="0" parTransId="{4E16E78C-5DC3-4B4D-AD5C-036AAE9567F4}" sibTransId="{DA0FBEBB-76D7-467B-B99C-37DFEE8A8E8D}"/>
    <dgm:cxn modelId="{444697A7-33F7-42F7-AD3A-B77EA03B761F}" srcId="{84BC2B24-9858-4E3D-8B81-6430F3E3009D}" destId="{8D3A35CA-0E16-48D4-B266-F8377366C192}" srcOrd="1" destOrd="0" parTransId="{ACC53D79-5341-4AAD-B600-E63BAB1589B7}" sibTransId="{BFE0A37F-BBDF-4C93-B29F-21B24414CEA1}"/>
    <dgm:cxn modelId="{4EF8B7A9-94F5-44EC-B455-066CA16464FB}" type="presOf" srcId="{84BC2B24-9858-4E3D-8B81-6430F3E3009D}" destId="{C8C93A62-0136-4D53-827F-AFEDF2D6D17E}" srcOrd="0" destOrd="0" presId="urn:microsoft.com/office/officeart/2005/8/layout/process5"/>
    <dgm:cxn modelId="{9F4461AA-AA10-4215-972F-3356202719EF}" type="presOf" srcId="{C7D982E6-544F-462E-85A1-E242782A47D0}" destId="{DBB4C081-A211-480F-B16C-67592B63100C}" srcOrd="1" destOrd="0" presId="urn:microsoft.com/office/officeart/2005/8/layout/process5"/>
    <dgm:cxn modelId="{02C36EAB-5B6C-4EAC-B032-90398553923D}" srcId="{84BC2B24-9858-4E3D-8B81-6430F3E3009D}" destId="{FF858D12-0A22-4FA5-9C8A-71DE48B24202}" srcOrd="3" destOrd="0" parTransId="{067B1C3E-D6E3-4883-A9F6-D500C748DC8B}" sibTransId="{E96D9FDB-5772-4778-8C8F-A6280594BCA7}"/>
    <dgm:cxn modelId="{05F9BFAD-E1C1-45FF-9513-F9B8FC45F96C}" srcId="{553F6612-D85E-4585-9078-48CF9F8E7219}" destId="{83E0B55C-0640-4F87-8D27-C2D3956ED322}" srcOrd="5" destOrd="0" parTransId="{C0208229-2B2A-43B9-B45C-776E90F1D829}" sibTransId="{4AE6B77E-5EAE-4189-8A96-4BDF98927B13}"/>
    <dgm:cxn modelId="{1EC000AE-347F-4B94-B700-72753D7B24E7}" type="presOf" srcId="{A4CF346A-F2A7-4BDA-AF79-90267DF7F1F6}" destId="{D72A78C7-3F17-4EC6-A3EF-99AC86E7B825}" srcOrd="0" destOrd="2" presId="urn:microsoft.com/office/officeart/2005/8/layout/process5"/>
    <dgm:cxn modelId="{7B4943B1-F886-4A36-BB1E-9D5E34023A34}" srcId="{707680E7-9648-4BBE-99BE-D1266FC92314}" destId="{A4CF346A-F2A7-4BDA-AF79-90267DF7F1F6}" srcOrd="1" destOrd="0" parTransId="{2F1379CD-0AE7-44DB-AC27-7CA98E65C38D}" sibTransId="{44F11C4F-5761-45C0-B11B-449B21DBA944}"/>
    <dgm:cxn modelId="{984136B4-926D-46D7-AC47-B278BC0C1CB2}" type="presOf" srcId="{8E556476-5640-4F76-9C77-7E34A2E4228B}" destId="{C8C93A62-0136-4D53-827F-AFEDF2D6D17E}" srcOrd="0" destOrd="1" presId="urn:microsoft.com/office/officeart/2005/8/layout/process5"/>
    <dgm:cxn modelId="{8D543CB4-A332-43E8-9517-35BF94AAE05A}" type="presOf" srcId="{F7564D76-7A72-4FF9-8504-CD32500FD492}" destId="{51CDBD6D-C6F1-4520-8490-FF8EDA5E5555}" srcOrd="0" destOrd="0" presId="urn:microsoft.com/office/officeart/2005/8/layout/process5"/>
    <dgm:cxn modelId="{621AFDB8-EDD1-45E3-8924-E07E46EBC370}" srcId="{553F6612-D85E-4585-9078-48CF9F8E7219}" destId="{F7564D76-7A72-4FF9-8504-CD32500FD492}" srcOrd="1" destOrd="0" parTransId="{A2F399EA-BF5F-472E-94F6-D0EF5FF3BDF4}" sibTransId="{EF5A666F-772F-48CF-BDC2-A3E95CE4072F}"/>
    <dgm:cxn modelId="{46ED4EBC-AB5A-4F90-9A64-5E15228D80A0}" type="presOf" srcId="{4AE6B77E-5EAE-4189-8A96-4BDF98927B13}" destId="{F62126E7-16CA-43C4-B566-13E12BD4F47E}" srcOrd="1" destOrd="0" presId="urn:microsoft.com/office/officeart/2005/8/layout/process5"/>
    <dgm:cxn modelId="{0D1DCFBD-A688-4C89-B825-AD52D6172DD1}" type="presOf" srcId="{553F6612-D85E-4585-9078-48CF9F8E7219}" destId="{FD6CB331-F14B-46BA-B34C-F402287B2E7C}" srcOrd="0" destOrd="0" presId="urn:microsoft.com/office/officeart/2005/8/layout/process5"/>
    <dgm:cxn modelId="{69B21EC4-66A7-43AD-8D96-58D9B8EAFE3F}" type="presOf" srcId="{C5F26187-FF9F-48DC-A025-ED93E95A8838}" destId="{51CDBD6D-C6F1-4520-8490-FF8EDA5E5555}" srcOrd="0" destOrd="3" presId="urn:microsoft.com/office/officeart/2005/8/layout/process5"/>
    <dgm:cxn modelId="{FF7284C4-DCC7-4C83-A9CD-A597EA74D7C8}" type="presOf" srcId="{FDCB3864-D782-4F04-8CD3-AF36E596B208}" destId="{578D3892-53FF-4E7F-A331-4A45C3E4A61E}" srcOrd="0" destOrd="4" presId="urn:microsoft.com/office/officeart/2005/8/layout/process5"/>
    <dgm:cxn modelId="{B1D2D0C4-AE3D-4157-98B7-1964A2CB455C}" srcId="{707680E7-9648-4BBE-99BE-D1266FC92314}" destId="{484ABC39-8781-4C52-AC26-35C93ED091F3}" srcOrd="0" destOrd="0" parTransId="{F7A57D90-FD46-423B-94AE-CE603678C80D}" sibTransId="{5BD5AABF-7B78-4787-921B-FB1BBB5D675C}"/>
    <dgm:cxn modelId="{FABD4ECD-09FB-4B7A-93F2-02F0F990E873}" type="presOf" srcId="{C7D982E6-544F-462E-85A1-E242782A47D0}" destId="{2D77B7F0-0E06-4026-8F95-0A9390B1A4F8}" srcOrd="0" destOrd="0" presId="urn:microsoft.com/office/officeart/2005/8/layout/process5"/>
    <dgm:cxn modelId="{57F89FCE-6115-4375-9C12-9F0DAB30124F}" type="presOf" srcId="{71F166CC-254C-4E9C-98FC-68C0C4182FA5}" destId="{30EB602D-7C26-405E-A895-AE987769AEF7}" srcOrd="0" destOrd="0" presId="urn:microsoft.com/office/officeart/2005/8/layout/process5"/>
    <dgm:cxn modelId="{66638AD0-007D-4684-AB72-AE0AE4CB705E}" type="presOf" srcId="{A3301D61-DC92-4984-88A7-50C2CEE339C6}" destId="{578D3892-53FF-4E7F-A331-4A45C3E4A61E}" srcOrd="0" destOrd="0" presId="urn:microsoft.com/office/officeart/2005/8/layout/process5"/>
    <dgm:cxn modelId="{0C3981D1-6716-4189-BB56-31E1E2614667}" type="presOf" srcId="{EF5A666F-772F-48CF-BDC2-A3E95CE4072F}" destId="{57EDD425-2FF1-417A-A21B-277D2502C258}" srcOrd="0" destOrd="0" presId="urn:microsoft.com/office/officeart/2005/8/layout/process5"/>
    <dgm:cxn modelId="{AB3EB7D2-CF4F-49DC-BFF2-8900250858EE}" type="presOf" srcId="{707680E7-9648-4BBE-99BE-D1266FC92314}" destId="{D72A78C7-3F17-4EC6-A3EF-99AC86E7B825}" srcOrd="0" destOrd="0" presId="urn:microsoft.com/office/officeart/2005/8/layout/process5"/>
    <dgm:cxn modelId="{87426EDB-B59A-45B3-8E81-753597186E9A}" type="presOf" srcId="{5C9A1EB4-6BAF-4414-B8D6-B6137DE6774B}" destId="{66F73B56-4FA1-4A62-BCAC-F0D4A8FC0164}" srcOrd="0" destOrd="0" presId="urn:microsoft.com/office/officeart/2005/8/layout/process5"/>
    <dgm:cxn modelId="{B0B0BAEA-DB9F-41EC-B5D6-0B47ACF53A7A}" srcId="{F7564D76-7A72-4FF9-8504-CD32500FD492}" destId="{FDF9C34C-31A9-4732-99F9-869FF07064A7}" srcOrd="1" destOrd="0" parTransId="{4DB355C3-325D-4F2D-942D-6E4DEDC67C3B}" sibTransId="{40A25105-D58F-4071-91BC-85C4F1BB69C3}"/>
    <dgm:cxn modelId="{B3CEC6EA-7310-4DC3-9142-E4D7E8C8554C}" srcId="{71F166CC-254C-4E9C-98FC-68C0C4182FA5}" destId="{B39D2018-30F4-4EAD-BF6D-98062CC2170F}" srcOrd="0" destOrd="0" parTransId="{70942A8B-B60A-45F5-B6FF-834751728241}" sibTransId="{11560955-7373-4A72-A5B0-F59647513532}"/>
    <dgm:cxn modelId="{0AD5F0F0-B383-44B9-814E-7E8600980D57}" srcId="{84BC2B24-9858-4E3D-8B81-6430F3E3009D}" destId="{F8548342-5B56-4064-AABC-85AFC4675CB3}" srcOrd="2" destOrd="0" parTransId="{2120A2F4-597E-4322-9337-01D0EBA12E7E}" sibTransId="{ACA0A7F9-F305-4BE7-A830-1C7EAEA7376C}"/>
    <dgm:cxn modelId="{929C80F6-45CB-4C93-89C5-49CE17B9C4F0}" srcId="{553F6612-D85E-4585-9078-48CF9F8E7219}" destId="{A3301D61-DC92-4984-88A7-50C2CEE339C6}" srcOrd="0" destOrd="0" parTransId="{2AB1532D-111C-4B23-8DC4-9F07631DBC3D}" sibTransId="{C7D982E6-544F-462E-85A1-E242782A47D0}"/>
    <dgm:cxn modelId="{19D0FFF9-1E0F-40F4-9A8A-BBABF744D7C2}" srcId="{A3301D61-DC92-4984-88A7-50C2CEE339C6}" destId="{27A35760-AFFD-4C3B-89DF-65AE3DAAF03F}" srcOrd="2" destOrd="0" parTransId="{8D72390A-F2E1-4FD2-9366-85FED7FD30F4}" sibTransId="{60673517-C863-4EB9-B627-8FD24A7F63CE}"/>
    <dgm:cxn modelId="{9C497739-C1BA-45A4-BBA5-AA7391D00CF4}" type="presParOf" srcId="{FD6CB331-F14B-46BA-B34C-F402287B2E7C}" destId="{578D3892-53FF-4E7F-A331-4A45C3E4A61E}" srcOrd="0" destOrd="0" presId="urn:microsoft.com/office/officeart/2005/8/layout/process5"/>
    <dgm:cxn modelId="{1E3EFD96-A865-4CCE-9078-B14BF8806A62}" type="presParOf" srcId="{FD6CB331-F14B-46BA-B34C-F402287B2E7C}" destId="{2D77B7F0-0E06-4026-8F95-0A9390B1A4F8}" srcOrd="1" destOrd="0" presId="urn:microsoft.com/office/officeart/2005/8/layout/process5"/>
    <dgm:cxn modelId="{2BA105FD-1230-42DE-B3A2-9A57D66963EA}" type="presParOf" srcId="{2D77B7F0-0E06-4026-8F95-0A9390B1A4F8}" destId="{DBB4C081-A211-480F-B16C-67592B63100C}" srcOrd="0" destOrd="0" presId="urn:microsoft.com/office/officeart/2005/8/layout/process5"/>
    <dgm:cxn modelId="{9301546A-CBBF-4D32-A05E-19CFEA2C76EC}" type="presParOf" srcId="{FD6CB331-F14B-46BA-B34C-F402287B2E7C}" destId="{51CDBD6D-C6F1-4520-8490-FF8EDA5E5555}" srcOrd="2" destOrd="0" presId="urn:microsoft.com/office/officeart/2005/8/layout/process5"/>
    <dgm:cxn modelId="{FFB629A9-7FEE-41FB-AD24-E08E1D6EBF65}" type="presParOf" srcId="{FD6CB331-F14B-46BA-B34C-F402287B2E7C}" destId="{57EDD425-2FF1-417A-A21B-277D2502C258}" srcOrd="3" destOrd="0" presId="urn:microsoft.com/office/officeart/2005/8/layout/process5"/>
    <dgm:cxn modelId="{D727905F-233A-461E-A292-4CCE88CCA129}" type="presParOf" srcId="{57EDD425-2FF1-417A-A21B-277D2502C258}" destId="{D675007D-3AB2-4A39-B114-4099A3C855C8}" srcOrd="0" destOrd="0" presId="urn:microsoft.com/office/officeart/2005/8/layout/process5"/>
    <dgm:cxn modelId="{D35E1E69-1E48-44A2-9073-19DA0A2F7E13}" type="presParOf" srcId="{FD6CB331-F14B-46BA-B34C-F402287B2E7C}" destId="{C8C93A62-0136-4D53-827F-AFEDF2D6D17E}" srcOrd="4" destOrd="0" presId="urn:microsoft.com/office/officeart/2005/8/layout/process5"/>
    <dgm:cxn modelId="{F0B5C410-AE89-4E5E-9DE2-FDA061473ADC}" type="presParOf" srcId="{FD6CB331-F14B-46BA-B34C-F402287B2E7C}" destId="{66F73B56-4FA1-4A62-BCAC-F0D4A8FC0164}" srcOrd="5" destOrd="0" presId="urn:microsoft.com/office/officeart/2005/8/layout/process5"/>
    <dgm:cxn modelId="{DB5FB4D6-C1EF-419E-9055-74693BB7E2F6}" type="presParOf" srcId="{66F73B56-4FA1-4A62-BCAC-F0D4A8FC0164}" destId="{1D9D62F5-B3CE-427D-B5DA-8CA07DB49301}" srcOrd="0" destOrd="0" presId="urn:microsoft.com/office/officeart/2005/8/layout/process5"/>
    <dgm:cxn modelId="{3D85FCC4-DF40-4CE8-B6E9-C4A4D24215BC}" type="presParOf" srcId="{FD6CB331-F14B-46BA-B34C-F402287B2E7C}" destId="{D72A78C7-3F17-4EC6-A3EF-99AC86E7B825}" srcOrd="6" destOrd="0" presId="urn:microsoft.com/office/officeart/2005/8/layout/process5"/>
    <dgm:cxn modelId="{E69858B3-5896-47C7-A8EA-FF2AC8644CBB}" type="presParOf" srcId="{FD6CB331-F14B-46BA-B34C-F402287B2E7C}" destId="{2B25F58E-873E-4414-A4E5-54D4788F9D0E}" srcOrd="7" destOrd="0" presId="urn:microsoft.com/office/officeart/2005/8/layout/process5"/>
    <dgm:cxn modelId="{0CC8D709-5228-4B36-980E-8D31B8DE2D1A}" type="presParOf" srcId="{2B25F58E-873E-4414-A4E5-54D4788F9D0E}" destId="{7901EAD9-8B68-4626-B1FA-952FA4A7EC44}" srcOrd="0" destOrd="0" presId="urn:microsoft.com/office/officeart/2005/8/layout/process5"/>
    <dgm:cxn modelId="{D90C1A5F-97F0-475E-AFCA-16EC286E4FA4}" type="presParOf" srcId="{FD6CB331-F14B-46BA-B34C-F402287B2E7C}" destId="{30EB602D-7C26-405E-A895-AE987769AEF7}" srcOrd="8" destOrd="0" presId="urn:microsoft.com/office/officeart/2005/8/layout/process5"/>
    <dgm:cxn modelId="{80B08589-A3CF-4913-AEB8-84AC3F231066}" type="presParOf" srcId="{FD6CB331-F14B-46BA-B34C-F402287B2E7C}" destId="{D5774A32-033D-443F-8002-22868C760DD7}" srcOrd="9" destOrd="0" presId="urn:microsoft.com/office/officeart/2005/8/layout/process5"/>
    <dgm:cxn modelId="{21F04F97-F6AA-4A7C-82B0-34CC2E6425A4}" type="presParOf" srcId="{D5774A32-033D-443F-8002-22868C760DD7}" destId="{0CF85728-1DA2-4089-A555-13AB81B8D4B1}" srcOrd="0" destOrd="0" presId="urn:microsoft.com/office/officeart/2005/8/layout/process5"/>
    <dgm:cxn modelId="{F0579FCC-9269-4DF9-95E0-E08F3C98CD7A}" type="presParOf" srcId="{FD6CB331-F14B-46BA-B34C-F402287B2E7C}" destId="{91F30E5D-9844-41AB-B500-240338E953ED}" srcOrd="10" destOrd="0" presId="urn:microsoft.com/office/officeart/2005/8/layout/process5"/>
    <dgm:cxn modelId="{23D81D13-9AB7-4E12-9513-A49624B25E18}" type="presParOf" srcId="{FD6CB331-F14B-46BA-B34C-F402287B2E7C}" destId="{2A1E89B8-31F1-4849-A71D-B2584A227063}" srcOrd="11" destOrd="0" presId="urn:microsoft.com/office/officeart/2005/8/layout/process5"/>
    <dgm:cxn modelId="{19DF3F60-140F-47C2-99B2-3469BB835166}" type="presParOf" srcId="{2A1E89B8-31F1-4849-A71D-B2584A227063}" destId="{F62126E7-16CA-43C4-B566-13E12BD4F47E}" srcOrd="0" destOrd="0" presId="urn:microsoft.com/office/officeart/2005/8/layout/process5"/>
    <dgm:cxn modelId="{B4CBB69B-6899-481D-AFD0-F8D5923C5121}" type="presParOf" srcId="{FD6CB331-F14B-46BA-B34C-F402287B2E7C}" destId="{166ED811-2BDE-40DD-B05A-431B1FD586CB}" srcOrd="12"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49FCCBB-F483-4D23-855F-BE3E3D55DD14}"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en-GB"/>
        </a:p>
      </dgm:t>
    </dgm:pt>
    <dgm:pt modelId="{FDEC694D-FBBD-41C4-8EE7-774BF08729E5}">
      <dgm:prSet phldrT="[Text]" custT="1"/>
      <dgm:spPr/>
      <dgm:t>
        <a:bodyPr/>
        <a:lstStyle/>
        <a:p>
          <a:r>
            <a:rPr lang="en-GB" sz="1800"/>
            <a:t>Identify</a:t>
          </a:r>
          <a:endParaRPr lang="en-GB" sz="1800" dirty="0">
            <a:solidFill>
              <a:schemeClr val="tx1"/>
            </a:solidFill>
          </a:endParaRPr>
        </a:p>
      </dgm:t>
    </dgm:pt>
    <dgm:pt modelId="{51B0F062-454B-42BA-8584-BF0C934A6CC3}" type="parTrans" cxnId="{228729A8-E670-4ACC-8E4C-D310E9D15B12}">
      <dgm:prSet/>
      <dgm:spPr/>
      <dgm:t>
        <a:bodyPr/>
        <a:lstStyle/>
        <a:p>
          <a:endParaRPr lang="en-GB"/>
        </a:p>
      </dgm:t>
    </dgm:pt>
    <dgm:pt modelId="{875E425B-ED62-4179-8F4D-2316F0146183}" type="sibTrans" cxnId="{228729A8-E670-4ACC-8E4C-D310E9D15B12}">
      <dgm:prSet/>
      <dgm:spPr/>
      <dgm:t>
        <a:bodyPr/>
        <a:lstStyle/>
        <a:p>
          <a:endParaRPr lang="en-GB"/>
        </a:p>
      </dgm:t>
    </dgm:pt>
    <dgm:pt modelId="{F8077343-D944-48D5-AAEB-BEDEDA98A1A3}">
      <dgm:prSet/>
      <dgm:spPr/>
      <dgm:t>
        <a:bodyPr/>
        <a:lstStyle/>
        <a:p>
          <a:r>
            <a:rPr lang="en-GB" dirty="0"/>
            <a:t>Identify what the SDLC is</a:t>
          </a:r>
        </a:p>
      </dgm:t>
    </dgm:pt>
    <dgm:pt modelId="{FE48B12C-1F78-49F1-815F-7986244DE971}" type="parTrans" cxnId="{2E559076-506C-48A0-BD2A-DA92E739A0C4}">
      <dgm:prSet/>
      <dgm:spPr/>
      <dgm:t>
        <a:bodyPr/>
        <a:lstStyle/>
        <a:p>
          <a:endParaRPr lang="en-GB"/>
        </a:p>
      </dgm:t>
    </dgm:pt>
    <dgm:pt modelId="{4C212B3F-30A8-41B2-9826-FF437AF8ED83}" type="sibTrans" cxnId="{2E559076-506C-48A0-BD2A-DA92E739A0C4}">
      <dgm:prSet/>
      <dgm:spPr/>
      <dgm:t>
        <a:bodyPr/>
        <a:lstStyle/>
        <a:p>
          <a:endParaRPr lang="en-GB"/>
        </a:p>
      </dgm:t>
    </dgm:pt>
    <dgm:pt modelId="{AB8BC460-A9C2-4749-990A-DCDB291F4BA0}">
      <dgm:prSet/>
      <dgm:spPr/>
      <dgm:t>
        <a:bodyPr/>
        <a:lstStyle/>
        <a:p>
          <a:r>
            <a:rPr lang="en-GB" dirty="0">
              <a:solidFill>
                <a:schemeClr val="tx2"/>
              </a:solidFill>
            </a:rPr>
            <a:t>Summarise</a:t>
          </a:r>
        </a:p>
      </dgm:t>
    </dgm:pt>
    <dgm:pt modelId="{0127A50A-3BBE-41E7-B9D9-49F0D4493B50}" type="parTrans" cxnId="{A6F0A64D-FE00-4CD9-857A-24816EA50CB4}">
      <dgm:prSet/>
      <dgm:spPr/>
      <dgm:t>
        <a:bodyPr/>
        <a:lstStyle/>
        <a:p>
          <a:endParaRPr lang="en-GB"/>
        </a:p>
      </dgm:t>
    </dgm:pt>
    <dgm:pt modelId="{0BE5EDC8-3B23-4B03-9353-81EF1EAC819A}" type="sibTrans" cxnId="{A6F0A64D-FE00-4CD9-857A-24816EA50CB4}">
      <dgm:prSet/>
      <dgm:spPr/>
      <dgm:t>
        <a:bodyPr/>
        <a:lstStyle/>
        <a:p>
          <a:endParaRPr lang="en-GB"/>
        </a:p>
      </dgm:t>
    </dgm:pt>
    <dgm:pt modelId="{79668CC3-544A-4DEF-9718-4B1258E64883}">
      <dgm:prSet/>
      <dgm:spPr/>
      <dgm:t>
        <a:bodyPr/>
        <a:lstStyle/>
        <a:p>
          <a:r>
            <a:rPr lang="en-GB" dirty="0"/>
            <a:t>Summarise the stages of the SDLC</a:t>
          </a:r>
        </a:p>
      </dgm:t>
    </dgm:pt>
    <dgm:pt modelId="{C604ADF7-2B11-4BA2-85C2-DFA1FA9B5576}" type="parTrans" cxnId="{D005CC81-73E0-4429-9C02-188C3DB3150B}">
      <dgm:prSet/>
      <dgm:spPr/>
      <dgm:t>
        <a:bodyPr/>
        <a:lstStyle/>
        <a:p>
          <a:endParaRPr lang="en-GB"/>
        </a:p>
      </dgm:t>
    </dgm:pt>
    <dgm:pt modelId="{07795CAD-139B-4C40-A5BB-987E5E406F2A}" type="sibTrans" cxnId="{D005CC81-73E0-4429-9C02-188C3DB3150B}">
      <dgm:prSet/>
      <dgm:spPr/>
      <dgm:t>
        <a:bodyPr/>
        <a:lstStyle/>
        <a:p>
          <a:endParaRPr lang="en-GB"/>
        </a:p>
      </dgm:t>
    </dgm:pt>
    <dgm:pt modelId="{9C9EE46C-F4E3-4128-A5F7-B5C57F0DB79F}" type="pres">
      <dgm:prSet presAssocID="{449FCCBB-F483-4D23-855F-BE3E3D55DD14}" presName="linear" presStyleCnt="0">
        <dgm:presLayoutVars>
          <dgm:dir/>
          <dgm:animLvl val="lvl"/>
          <dgm:resizeHandles val="exact"/>
        </dgm:presLayoutVars>
      </dgm:prSet>
      <dgm:spPr/>
    </dgm:pt>
    <dgm:pt modelId="{BFCD8B97-B17E-413C-9AF5-8461E7CCF627}" type="pres">
      <dgm:prSet presAssocID="{FDEC694D-FBBD-41C4-8EE7-774BF08729E5}" presName="parentLin" presStyleCnt="0"/>
      <dgm:spPr/>
    </dgm:pt>
    <dgm:pt modelId="{A83B10C3-51AC-42A3-BCFA-4BF44D4F445C}" type="pres">
      <dgm:prSet presAssocID="{FDEC694D-FBBD-41C4-8EE7-774BF08729E5}" presName="parentLeftMargin" presStyleLbl="node1" presStyleIdx="0" presStyleCnt="2"/>
      <dgm:spPr/>
    </dgm:pt>
    <dgm:pt modelId="{9593F4F6-1FB5-4011-A620-DF7A905F7D08}" type="pres">
      <dgm:prSet presAssocID="{FDEC694D-FBBD-41C4-8EE7-774BF08729E5}" presName="parentText" presStyleLbl="node1" presStyleIdx="0" presStyleCnt="2">
        <dgm:presLayoutVars>
          <dgm:chMax val="0"/>
          <dgm:bulletEnabled val="1"/>
        </dgm:presLayoutVars>
      </dgm:prSet>
      <dgm:spPr/>
    </dgm:pt>
    <dgm:pt modelId="{43F7B299-9939-4E8A-B003-086845817577}" type="pres">
      <dgm:prSet presAssocID="{FDEC694D-FBBD-41C4-8EE7-774BF08729E5}" presName="negativeSpace" presStyleCnt="0"/>
      <dgm:spPr/>
    </dgm:pt>
    <dgm:pt modelId="{E847F9F5-5E8E-430F-BA50-C1C30181159B}" type="pres">
      <dgm:prSet presAssocID="{FDEC694D-FBBD-41C4-8EE7-774BF08729E5}" presName="childText" presStyleLbl="conFgAcc1" presStyleIdx="0" presStyleCnt="2">
        <dgm:presLayoutVars>
          <dgm:bulletEnabled val="1"/>
        </dgm:presLayoutVars>
      </dgm:prSet>
      <dgm:spPr/>
    </dgm:pt>
    <dgm:pt modelId="{B10AE6DE-834E-470C-A9B1-6013EB8BD7B8}" type="pres">
      <dgm:prSet presAssocID="{875E425B-ED62-4179-8F4D-2316F0146183}" presName="spaceBetweenRectangles" presStyleCnt="0"/>
      <dgm:spPr/>
    </dgm:pt>
    <dgm:pt modelId="{1B796EE4-5B45-42B5-B956-EA0DA034803B}" type="pres">
      <dgm:prSet presAssocID="{AB8BC460-A9C2-4749-990A-DCDB291F4BA0}" presName="parentLin" presStyleCnt="0"/>
      <dgm:spPr/>
    </dgm:pt>
    <dgm:pt modelId="{580AE5A2-C505-4DFF-993E-D4616CA4189E}" type="pres">
      <dgm:prSet presAssocID="{AB8BC460-A9C2-4749-990A-DCDB291F4BA0}" presName="parentLeftMargin" presStyleLbl="node1" presStyleIdx="0" presStyleCnt="2"/>
      <dgm:spPr/>
    </dgm:pt>
    <dgm:pt modelId="{B04EE62C-FD1B-4010-9020-91AB9B63820C}" type="pres">
      <dgm:prSet presAssocID="{AB8BC460-A9C2-4749-990A-DCDB291F4BA0}" presName="parentText" presStyleLbl="node1" presStyleIdx="1" presStyleCnt="2">
        <dgm:presLayoutVars>
          <dgm:chMax val="0"/>
          <dgm:bulletEnabled val="1"/>
        </dgm:presLayoutVars>
      </dgm:prSet>
      <dgm:spPr/>
    </dgm:pt>
    <dgm:pt modelId="{B94838B7-80C2-449F-9FA0-3F8DC7F29861}" type="pres">
      <dgm:prSet presAssocID="{AB8BC460-A9C2-4749-990A-DCDB291F4BA0}" presName="negativeSpace" presStyleCnt="0"/>
      <dgm:spPr/>
    </dgm:pt>
    <dgm:pt modelId="{5CF4B42C-FAB3-4939-AFB9-45164ED52004}" type="pres">
      <dgm:prSet presAssocID="{AB8BC460-A9C2-4749-990A-DCDB291F4BA0}" presName="childText" presStyleLbl="conFgAcc1" presStyleIdx="1" presStyleCnt="2">
        <dgm:presLayoutVars>
          <dgm:bulletEnabled val="1"/>
        </dgm:presLayoutVars>
      </dgm:prSet>
      <dgm:spPr/>
    </dgm:pt>
  </dgm:ptLst>
  <dgm:cxnLst>
    <dgm:cxn modelId="{A799BA14-4E4F-438B-8DDF-0689FD2B4119}" type="presOf" srcId="{FDEC694D-FBBD-41C4-8EE7-774BF08729E5}" destId="{A83B10C3-51AC-42A3-BCFA-4BF44D4F445C}" srcOrd="0" destOrd="0" presId="urn:microsoft.com/office/officeart/2005/8/layout/list1"/>
    <dgm:cxn modelId="{A1D5051C-07E1-48E4-A62A-3B79E7401D8F}" type="presOf" srcId="{F8077343-D944-48D5-AAEB-BEDEDA98A1A3}" destId="{E847F9F5-5E8E-430F-BA50-C1C30181159B}" srcOrd="0" destOrd="0" presId="urn:microsoft.com/office/officeart/2005/8/layout/list1"/>
    <dgm:cxn modelId="{D8413849-C34C-46DE-AFC1-72DA91589649}" type="presOf" srcId="{FDEC694D-FBBD-41C4-8EE7-774BF08729E5}" destId="{9593F4F6-1FB5-4011-A620-DF7A905F7D08}" srcOrd="1" destOrd="0" presId="urn:microsoft.com/office/officeart/2005/8/layout/list1"/>
    <dgm:cxn modelId="{A6F0A64D-FE00-4CD9-857A-24816EA50CB4}" srcId="{449FCCBB-F483-4D23-855F-BE3E3D55DD14}" destId="{AB8BC460-A9C2-4749-990A-DCDB291F4BA0}" srcOrd="1" destOrd="0" parTransId="{0127A50A-3BBE-41E7-B9D9-49F0D4493B50}" sibTransId="{0BE5EDC8-3B23-4B03-9353-81EF1EAC819A}"/>
    <dgm:cxn modelId="{2E559076-506C-48A0-BD2A-DA92E739A0C4}" srcId="{FDEC694D-FBBD-41C4-8EE7-774BF08729E5}" destId="{F8077343-D944-48D5-AAEB-BEDEDA98A1A3}" srcOrd="0" destOrd="0" parTransId="{FE48B12C-1F78-49F1-815F-7986244DE971}" sibTransId="{4C212B3F-30A8-41B2-9826-FF437AF8ED83}"/>
    <dgm:cxn modelId="{D005CC81-73E0-4429-9C02-188C3DB3150B}" srcId="{AB8BC460-A9C2-4749-990A-DCDB291F4BA0}" destId="{79668CC3-544A-4DEF-9718-4B1258E64883}" srcOrd="0" destOrd="0" parTransId="{C604ADF7-2B11-4BA2-85C2-DFA1FA9B5576}" sibTransId="{07795CAD-139B-4C40-A5BB-987E5E406F2A}"/>
    <dgm:cxn modelId="{FDEE2D96-C67E-4122-A4F1-6590FB3CE4D3}" type="presOf" srcId="{AB8BC460-A9C2-4749-990A-DCDB291F4BA0}" destId="{580AE5A2-C505-4DFF-993E-D4616CA4189E}" srcOrd="0" destOrd="0" presId="urn:microsoft.com/office/officeart/2005/8/layout/list1"/>
    <dgm:cxn modelId="{91F99F9C-992E-4451-B24D-B190FB441D39}" type="presOf" srcId="{AB8BC460-A9C2-4749-990A-DCDB291F4BA0}" destId="{B04EE62C-FD1B-4010-9020-91AB9B63820C}" srcOrd="1" destOrd="0" presId="urn:microsoft.com/office/officeart/2005/8/layout/list1"/>
    <dgm:cxn modelId="{228729A8-E670-4ACC-8E4C-D310E9D15B12}" srcId="{449FCCBB-F483-4D23-855F-BE3E3D55DD14}" destId="{FDEC694D-FBBD-41C4-8EE7-774BF08729E5}" srcOrd="0" destOrd="0" parTransId="{51B0F062-454B-42BA-8584-BF0C934A6CC3}" sibTransId="{875E425B-ED62-4179-8F4D-2316F0146183}"/>
    <dgm:cxn modelId="{3E24E5AB-0957-454C-A377-B2B6848C14C4}" type="presOf" srcId="{79668CC3-544A-4DEF-9718-4B1258E64883}" destId="{5CF4B42C-FAB3-4939-AFB9-45164ED52004}" srcOrd="0" destOrd="0" presId="urn:microsoft.com/office/officeart/2005/8/layout/list1"/>
    <dgm:cxn modelId="{402E70E8-5B44-4802-B303-EFB73888523E}" type="presOf" srcId="{449FCCBB-F483-4D23-855F-BE3E3D55DD14}" destId="{9C9EE46C-F4E3-4128-A5F7-B5C57F0DB79F}" srcOrd="0" destOrd="0" presId="urn:microsoft.com/office/officeart/2005/8/layout/list1"/>
    <dgm:cxn modelId="{6818B35C-0BD4-4107-A4F2-8F65648181C3}" type="presParOf" srcId="{9C9EE46C-F4E3-4128-A5F7-B5C57F0DB79F}" destId="{BFCD8B97-B17E-413C-9AF5-8461E7CCF627}" srcOrd="0" destOrd="0" presId="urn:microsoft.com/office/officeart/2005/8/layout/list1"/>
    <dgm:cxn modelId="{0F35489F-C549-4DAD-AFB5-AC0EFF8F342D}" type="presParOf" srcId="{BFCD8B97-B17E-413C-9AF5-8461E7CCF627}" destId="{A83B10C3-51AC-42A3-BCFA-4BF44D4F445C}" srcOrd="0" destOrd="0" presId="urn:microsoft.com/office/officeart/2005/8/layout/list1"/>
    <dgm:cxn modelId="{6559A08C-C4B0-4403-A543-44EA2BAF21C3}" type="presParOf" srcId="{BFCD8B97-B17E-413C-9AF5-8461E7CCF627}" destId="{9593F4F6-1FB5-4011-A620-DF7A905F7D08}" srcOrd="1" destOrd="0" presId="urn:microsoft.com/office/officeart/2005/8/layout/list1"/>
    <dgm:cxn modelId="{10BE63EC-5115-4AB8-A33D-F56BCEFD610B}" type="presParOf" srcId="{9C9EE46C-F4E3-4128-A5F7-B5C57F0DB79F}" destId="{43F7B299-9939-4E8A-B003-086845817577}" srcOrd="1" destOrd="0" presId="urn:microsoft.com/office/officeart/2005/8/layout/list1"/>
    <dgm:cxn modelId="{6769D74E-3027-41D1-B59C-B96A58D4B06C}" type="presParOf" srcId="{9C9EE46C-F4E3-4128-A5F7-B5C57F0DB79F}" destId="{E847F9F5-5E8E-430F-BA50-C1C30181159B}" srcOrd="2" destOrd="0" presId="urn:microsoft.com/office/officeart/2005/8/layout/list1"/>
    <dgm:cxn modelId="{1BE1134D-F7A1-4119-9700-0939586CEE28}" type="presParOf" srcId="{9C9EE46C-F4E3-4128-A5F7-B5C57F0DB79F}" destId="{B10AE6DE-834E-470C-A9B1-6013EB8BD7B8}" srcOrd="3" destOrd="0" presId="urn:microsoft.com/office/officeart/2005/8/layout/list1"/>
    <dgm:cxn modelId="{6E65946E-61E4-4907-85AB-9676DC34B397}" type="presParOf" srcId="{9C9EE46C-F4E3-4128-A5F7-B5C57F0DB79F}" destId="{1B796EE4-5B45-42B5-B956-EA0DA034803B}" srcOrd="4" destOrd="0" presId="urn:microsoft.com/office/officeart/2005/8/layout/list1"/>
    <dgm:cxn modelId="{9A19ABEB-AF63-4EBD-B302-D95FEF283192}" type="presParOf" srcId="{1B796EE4-5B45-42B5-B956-EA0DA034803B}" destId="{580AE5A2-C505-4DFF-993E-D4616CA4189E}" srcOrd="0" destOrd="0" presId="urn:microsoft.com/office/officeart/2005/8/layout/list1"/>
    <dgm:cxn modelId="{3074BB6A-E90F-458F-929A-62A7F5B85CBD}" type="presParOf" srcId="{1B796EE4-5B45-42B5-B956-EA0DA034803B}" destId="{B04EE62C-FD1B-4010-9020-91AB9B63820C}" srcOrd="1" destOrd="0" presId="urn:microsoft.com/office/officeart/2005/8/layout/list1"/>
    <dgm:cxn modelId="{ABFEC552-FB98-4428-A52C-5D9F917AD44A}" type="presParOf" srcId="{9C9EE46C-F4E3-4128-A5F7-B5C57F0DB79F}" destId="{B94838B7-80C2-449F-9FA0-3F8DC7F29861}" srcOrd="5" destOrd="0" presId="urn:microsoft.com/office/officeart/2005/8/layout/list1"/>
    <dgm:cxn modelId="{FEE10B2B-8A49-44D6-ABE3-7BFBD1DDE3BD}" type="presParOf" srcId="{9C9EE46C-F4E3-4128-A5F7-B5C57F0DB79F}" destId="{5CF4B42C-FAB3-4939-AFB9-45164ED52004}"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71EAE4-B026-4525-85E3-C3615E6B8A43}">
      <dsp:nvSpPr>
        <dsp:cNvPr id="0" name=""/>
        <dsp:cNvSpPr/>
      </dsp:nvSpPr>
      <dsp:spPr>
        <a:xfrm>
          <a:off x="0" y="145876"/>
          <a:ext cx="11883535" cy="79852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b="1" kern="1200"/>
            <a:t>Session Recording</a:t>
          </a:r>
          <a:endParaRPr lang="en-GB" sz="2100" kern="1200"/>
        </a:p>
      </dsp:txBody>
      <dsp:txXfrm>
        <a:off x="38981" y="184857"/>
        <a:ext cx="11805573" cy="720562"/>
      </dsp:txXfrm>
    </dsp:sp>
    <dsp:sp modelId="{7B846167-ADC9-464B-A39F-E462D3CA5C60}">
      <dsp:nvSpPr>
        <dsp:cNvPr id="0" name=""/>
        <dsp:cNvSpPr/>
      </dsp:nvSpPr>
      <dsp:spPr>
        <a:xfrm>
          <a:off x="0" y="944401"/>
          <a:ext cx="11883535" cy="1304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7302"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All training sessions are recorded to:</a:t>
          </a:r>
          <a:endParaRPr lang="en-GB" sz="1600" kern="1200" dirty="0"/>
        </a:p>
        <a:p>
          <a:pPr marL="342900" lvl="2" indent="-171450" algn="l" defTabSz="711200">
            <a:lnSpc>
              <a:spcPct val="90000"/>
            </a:lnSpc>
            <a:spcBef>
              <a:spcPct val="0"/>
            </a:spcBef>
            <a:spcAft>
              <a:spcPct val="20000"/>
            </a:spcAft>
            <a:buChar char="•"/>
          </a:pPr>
          <a:r>
            <a:rPr lang="en-GB" sz="1600" kern="1200"/>
            <a:t>Support learner progress</a:t>
          </a:r>
        </a:p>
        <a:p>
          <a:pPr marL="342900" lvl="2" indent="-171450" algn="l" defTabSz="711200">
            <a:lnSpc>
              <a:spcPct val="90000"/>
            </a:lnSpc>
            <a:spcBef>
              <a:spcPct val="0"/>
            </a:spcBef>
            <a:spcAft>
              <a:spcPct val="20000"/>
            </a:spcAft>
            <a:buChar char="•"/>
          </a:pPr>
          <a:r>
            <a:rPr lang="en-GB" sz="1600" kern="1200"/>
            <a:t>Enable review of content</a:t>
          </a:r>
        </a:p>
        <a:p>
          <a:pPr marL="342900" lvl="2" indent="-171450" algn="l" defTabSz="711200">
            <a:lnSpc>
              <a:spcPct val="90000"/>
            </a:lnSpc>
            <a:spcBef>
              <a:spcPct val="0"/>
            </a:spcBef>
            <a:spcAft>
              <a:spcPct val="20000"/>
            </a:spcAft>
            <a:buChar char="•"/>
          </a:pPr>
          <a:r>
            <a:rPr lang="en-US" sz="1600" kern="1200"/>
            <a:t>Maintain quality and compliance standards</a:t>
          </a:r>
          <a:endParaRPr lang="en-GB" sz="1600" kern="1200"/>
        </a:p>
        <a:p>
          <a:pPr marL="171450" lvl="1" indent="-171450" algn="l" defTabSz="711200">
            <a:lnSpc>
              <a:spcPct val="90000"/>
            </a:lnSpc>
            <a:spcBef>
              <a:spcPct val="0"/>
            </a:spcBef>
            <a:spcAft>
              <a:spcPct val="20000"/>
            </a:spcAft>
            <a:buChar char="•"/>
          </a:pPr>
          <a:r>
            <a:rPr lang="en-US" sz="1600" kern="1200"/>
            <a:t>By attending this session, you acknowledge that recording is taking place.</a:t>
          </a:r>
          <a:endParaRPr lang="en-GB" sz="1600" kern="1200"/>
        </a:p>
      </dsp:txBody>
      <dsp:txXfrm>
        <a:off x="0" y="944401"/>
        <a:ext cx="11883535" cy="1304100"/>
      </dsp:txXfrm>
    </dsp:sp>
    <dsp:sp modelId="{B572A4D5-6571-48AA-A905-6A06E4484385}">
      <dsp:nvSpPr>
        <dsp:cNvPr id="0" name=""/>
        <dsp:cNvSpPr/>
      </dsp:nvSpPr>
      <dsp:spPr>
        <a:xfrm>
          <a:off x="0" y="2248501"/>
          <a:ext cx="11883535" cy="79852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fr-FR" sz="2100" b="1" kern="1200"/>
            <a:t>Camera &amp; Participation Expectations</a:t>
          </a:r>
          <a:endParaRPr lang="en-GB" sz="2100" kern="1200"/>
        </a:p>
      </dsp:txBody>
      <dsp:txXfrm>
        <a:off x="38981" y="2287482"/>
        <a:ext cx="11805573" cy="720562"/>
      </dsp:txXfrm>
    </dsp:sp>
    <dsp:sp modelId="{10B94E7B-15F2-4141-BB59-B3D4C03A9028}">
      <dsp:nvSpPr>
        <dsp:cNvPr id="0" name=""/>
        <dsp:cNvSpPr/>
      </dsp:nvSpPr>
      <dsp:spPr>
        <a:xfrm>
          <a:off x="0" y="3047026"/>
          <a:ext cx="11883535" cy="10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7302"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a:t>To support engagement and attendance monitoring:</a:t>
          </a:r>
          <a:endParaRPr lang="en-GB" sz="1600" kern="1200"/>
        </a:p>
        <a:p>
          <a:pPr marL="342900" lvl="2" indent="-171450" algn="l" defTabSz="711200">
            <a:lnSpc>
              <a:spcPct val="90000"/>
            </a:lnSpc>
            <a:spcBef>
              <a:spcPct val="0"/>
            </a:spcBef>
            <a:spcAft>
              <a:spcPct val="20000"/>
            </a:spcAft>
            <a:buChar char="•"/>
          </a:pPr>
          <a:r>
            <a:rPr lang="en-US" sz="1600" kern="1200"/>
            <a:t>Cameras should remain on during the session</a:t>
          </a:r>
          <a:endParaRPr lang="en-GB" sz="1600" kern="1200"/>
        </a:p>
        <a:p>
          <a:pPr marL="342900" lvl="2" indent="-171450" algn="l" defTabSz="711200">
            <a:lnSpc>
              <a:spcPct val="90000"/>
            </a:lnSpc>
            <a:spcBef>
              <a:spcPct val="0"/>
            </a:spcBef>
            <a:spcAft>
              <a:spcPct val="20000"/>
            </a:spcAft>
            <a:buChar char="•"/>
          </a:pPr>
          <a:r>
            <a:rPr lang="en-US" sz="1600" kern="1200"/>
            <a:t>Please participate actively in discussions and activities</a:t>
          </a:r>
          <a:endParaRPr lang="en-GB" sz="1600" kern="1200"/>
        </a:p>
        <a:p>
          <a:pPr marL="342900" lvl="2" indent="-171450" algn="l" defTabSz="711200">
            <a:lnSpc>
              <a:spcPct val="90000"/>
            </a:lnSpc>
            <a:spcBef>
              <a:spcPct val="0"/>
            </a:spcBef>
            <a:spcAft>
              <a:spcPct val="20000"/>
            </a:spcAft>
            <a:buChar char="•"/>
          </a:pPr>
          <a:r>
            <a:rPr lang="en-US" sz="1600" kern="1200"/>
            <a:t>If you are unable to use your camera or microphone for any reason, please inform your tutor directly via chat or message.</a:t>
          </a:r>
          <a:endParaRPr lang="en-GB" sz="1600" kern="1200"/>
        </a:p>
      </dsp:txBody>
      <dsp:txXfrm>
        <a:off x="0" y="3047026"/>
        <a:ext cx="11883535" cy="1043280"/>
      </dsp:txXfrm>
    </dsp:sp>
    <dsp:sp modelId="{6F6CB04F-68D2-4C5C-8D4A-3DE017DABFAE}">
      <dsp:nvSpPr>
        <dsp:cNvPr id="0" name=""/>
        <dsp:cNvSpPr/>
      </dsp:nvSpPr>
      <dsp:spPr>
        <a:xfrm>
          <a:off x="0" y="4090306"/>
          <a:ext cx="11883535" cy="79852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This session forms part of your professional apprenticeship experience. Please engage respectfully and professionally throughout.</a:t>
          </a:r>
          <a:endParaRPr lang="en-GB" sz="2100" kern="1200" dirty="0"/>
        </a:p>
      </dsp:txBody>
      <dsp:txXfrm>
        <a:off x="38981" y="4129287"/>
        <a:ext cx="11805573" cy="7205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0EC809-8A62-4994-AFA3-5836513960D1}">
      <dsp:nvSpPr>
        <dsp:cNvPr id="0" name=""/>
        <dsp:cNvSpPr/>
      </dsp:nvSpPr>
      <dsp:spPr>
        <a:xfrm>
          <a:off x="7939" y="306750"/>
          <a:ext cx="3429320" cy="2559915"/>
        </a:xfrm>
        <a:prstGeom prst="round2SameRect">
          <a:avLst>
            <a:gd name="adj1" fmla="val 8000"/>
            <a:gd name="adj2" fmla="val 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53340" rIns="17780" bIns="17780" numCol="1" spcCol="1270" anchor="t" anchorCtr="0">
          <a:noAutofit/>
        </a:bodyPr>
        <a:lstStyle/>
        <a:p>
          <a:pPr marL="114300" lvl="1" indent="-114300" algn="l" defTabSz="622300">
            <a:lnSpc>
              <a:spcPct val="90000"/>
            </a:lnSpc>
            <a:spcBef>
              <a:spcPct val="0"/>
            </a:spcBef>
            <a:spcAft>
              <a:spcPct val="15000"/>
            </a:spcAft>
            <a:buNone/>
          </a:pPr>
          <a:r>
            <a:rPr lang="en-US" sz="1400" kern="1200" dirty="0"/>
            <a:t>Safeguarding protects individuals from harm, abuse, neglect, </a:t>
          </a:r>
          <a:r>
            <a:rPr lang="en-US" sz="1400" kern="1200" dirty="0" err="1"/>
            <a:t>radicalisation</a:t>
          </a:r>
          <a:r>
            <a:rPr lang="en-US" sz="1400" kern="1200" dirty="0"/>
            <a:t> and exploitation.</a:t>
          </a:r>
          <a:br>
            <a:rPr lang="en-US" sz="1400" kern="1200" dirty="0"/>
          </a:br>
          <a:endParaRPr lang="en-US" sz="1400" kern="1200" dirty="0"/>
        </a:p>
        <a:p>
          <a:pPr marL="114300" lvl="1" indent="-114300" algn="l" defTabSz="622300">
            <a:lnSpc>
              <a:spcPct val="90000"/>
            </a:lnSpc>
            <a:spcBef>
              <a:spcPct val="0"/>
            </a:spcBef>
            <a:spcAft>
              <a:spcPct val="15000"/>
            </a:spcAft>
            <a:buNone/>
          </a:pPr>
          <a:r>
            <a:rPr lang="en-US" sz="1400" kern="1200" dirty="0"/>
            <a:t>If you have a concern about yourself or someone else, email:</a:t>
          </a:r>
        </a:p>
        <a:p>
          <a:pPr marL="114300" lvl="1" indent="-114300" algn="l" defTabSz="622300">
            <a:lnSpc>
              <a:spcPct val="90000"/>
            </a:lnSpc>
            <a:spcBef>
              <a:spcPct val="0"/>
            </a:spcBef>
            <a:spcAft>
              <a:spcPct val="15000"/>
            </a:spcAft>
            <a:buNone/>
          </a:pPr>
          <a:r>
            <a:rPr lang="en-US" sz="1400" kern="1200" dirty="0">
              <a:hlinkClick xmlns:r="http://schemas.openxmlformats.org/officeDocument/2006/relationships" r:id="rId1"/>
            </a:rPr>
            <a:t>safeguarding@bpp.com</a:t>
          </a:r>
          <a:br>
            <a:rPr lang="en-US" sz="1400" kern="1200" dirty="0"/>
          </a:br>
          <a:br>
            <a:rPr lang="en-US" sz="1400" kern="1200" dirty="0"/>
          </a:br>
          <a:r>
            <a:rPr lang="en-US" sz="1400" kern="1200" dirty="0"/>
            <a:t>Or speak to your tutor privately.</a:t>
          </a:r>
          <a:br>
            <a:rPr lang="en-US" sz="1400" kern="1200" dirty="0"/>
          </a:br>
          <a:endParaRPr lang="en-US" sz="1400" kern="1200" dirty="0"/>
        </a:p>
        <a:p>
          <a:pPr marL="114300" lvl="1" indent="-114300" algn="l" defTabSz="622300">
            <a:lnSpc>
              <a:spcPct val="90000"/>
            </a:lnSpc>
            <a:spcBef>
              <a:spcPct val="0"/>
            </a:spcBef>
            <a:spcAft>
              <a:spcPct val="15000"/>
            </a:spcAft>
            <a:buNone/>
          </a:pPr>
          <a:r>
            <a:rPr lang="en-US" sz="1400" kern="1200" dirty="0"/>
            <a:t>We treat all concerns seriously and confidentially.</a:t>
          </a:r>
        </a:p>
      </dsp:txBody>
      <dsp:txXfrm>
        <a:off x="67921" y="366732"/>
        <a:ext cx="3309356" cy="2499933"/>
      </dsp:txXfrm>
    </dsp:sp>
    <dsp:sp modelId="{48F786DA-DE1C-49AB-A9EC-F4B26E445636}">
      <dsp:nvSpPr>
        <dsp:cNvPr id="0" name=""/>
        <dsp:cNvSpPr/>
      </dsp:nvSpPr>
      <dsp:spPr>
        <a:xfrm>
          <a:off x="7939" y="2866665"/>
          <a:ext cx="3429320" cy="1100763"/>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0" rIns="35560" bIns="0" numCol="1" spcCol="1270" anchor="ctr" anchorCtr="0">
          <a:noAutofit/>
        </a:bodyPr>
        <a:lstStyle/>
        <a:p>
          <a:pPr marL="0" lvl="0" indent="0" algn="l" defTabSz="1244600">
            <a:lnSpc>
              <a:spcPct val="90000"/>
            </a:lnSpc>
            <a:spcBef>
              <a:spcPct val="0"/>
            </a:spcBef>
            <a:spcAft>
              <a:spcPct val="35000"/>
            </a:spcAft>
            <a:buNone/>
          </a:pPr>
          <a:r>
            <a:rPr lang="en-GB" sz="2800" b="1" kern="1200" dirty="0"/>
            <a:t>Safeguarding</a:t>
          </a:r>
          <a:endParaRPr lang="en-GB" sz="2800" kern="1200" dirty="0"/>
        </a:p>
      </dsp:txBody>
      <dsp:txXfrm>
        <a:off x="7939" y="2866665"/>
        <a:ext cx="2415014" cy="1100763"/>
      </dsp:txXfrm>
    </dsp:sp>
    <dsp:sp modelId="{D9ADFEC3-3FB9-439A-9A95-7FF03D05B279}">
      <dsp:nvSpPr>
        <dsp:cNvPr id="0" name=""/>
        <dsp:cNvSpPr/>
      </dsp:nvSpPr>
      <dsp:spPr>
        <a:xfrm>
          <a:off x="2519964" y="3041511"/>
          <a:ext cx="1200262" cy="1200262"/>
        </a:xfrm>
        <a:prstGeom prst="ellipse">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905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ED92AB1-FC73-4B9A-8E1D-4ACFC692581E}">
      <dsp:nvSpPr>
        <dsp:cNvPr id="0" name=""/>
        <dsp:cNvSpPr/>
      </dsp:nvSpPr>
      <dsp:spPr>
        <a:xfrm>
          <a:off x="4017584" y="306750"/>
          <a:ext cx="3429320" cy="2559915"/>
        </a:xfrm>
        <a:prstGeom prst="round2SameRect">
          <a:avLst>
            <a:gd name="adj1" fmla="val 8000"/>
            <a:gd name="adj2" fmla="val 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53340" rIns="17780" bIns="17780" numCol="1" spcCol="1270" anchor="t" anchorCtr="0">
          <a:noAutofit/>
        </a:bodyPr>
        <a:lstStyle/>
        <a:p>
          <a:pPr marL="114300" lvl="1" indent="-114300" algn="l" defTabSz="622300">
            <a:lnSpc>
              <a:spcPct val="90000"/>
            </a:lnSpc>
            <a:spcBef>
              <a:spcPct val="0"/>
            </a:spcBef>
            <a:spcAft>
              <a:spcPct val="15000"/>
            </a:spcAft>
            <a:buNone/>
          </a:pPr>
          <a:r>
            <a:rPr lang="en-US" sz="1400" kern="1200" dirty="0"/>
            <a:t>The British Values are:</a:t>
          </a:r>
          <a:br>
            <a:rPr lang="en-US" sz="1400" kern="1200" dirty="0"/>
          </a:br>
          <a:endParaRPr lang="en-GB" sz="1400" b="1" kern="1200" dirty="0"/>
        </a:p>
        <a:p>
          <a:pPr marL="228600" lvl="2" indent="-114300" algn="l" defTabSz="622300">
            <a:lnSpc>
              <a:spcPct val="90000"/>
            </a:lnSpc>
            <a:spcBef>
              <a:spcPct val="0"/>
            </a:spcBef>
            <a:spcAft>
              <a:spcPct val="15000"/>
            </a:spcAft>
            <a:buNone/>
          </a:pPr>
          <a:r>
            <a:rPr lang="en-US" sz="1400" b="1" kern="1200" dirty="0"/>
            <a:t>1. Democracy</a:t>
          </a:r>
          <a:endParaRPr lang="en-GB" sz="1400" b="1" kern="1200" dirty="0"/>
        </a:p>
        <a:p>
          <a:pPr marL="228600" lvl="2" indent="-114300" algn="l" defTabSz="622300">
            <a:lnSpc>
              <a:spcPct val="90000"/>
            </a:lnSpc>
            <a:spcBef>
              <a:spcPct val="0"/>
            </a:spcBef>
            <a:spcAft>
              <a:spcPct val="15000"/>
            </a:spcAft>
            <a:buNone/>
          </a:pPr>
          <a:r>
            <a:rPr lang="en-US" sz="1400" b="1" kern="1200" dirty="0"/>
            <a:t>2. Rule of Law</a:t>
          </a:r>
          <a:endParaRPr lang="en-GB" sz="1400" b="1" kern="1200" dirty="0"/>
        </a:p>
        <a:p>
          <a:pPr marL="228600" lvl="2" indent="-114300" algn="l" defTabSz="622300">
            <a:lnSpc>
              <a:spcPct val="90000"/>
            </a:lnSpc>
            <a:spcBef>
              <a:spcPct val="0"/>
            </a:spcBef>
            <a:spcAft>
              <a:spcPct val="15000"/>
            </a:spcAft>
            <a:buNone/>
          </a:pPr>
          <a:r>
            <a:rPr lang="en-US" sz="1400" b="1" kern="1200" dirty="0"/>
            <a:t>3. Individual Liberty</a:t>
          </a:r>
          <a:endParaRPr lang="en-GB" sz="1400" b="1" kern="1200" dirty="0"/>
        </a:p>
        <a:p>
          <a:pPr marL="228600" lvl="2" indent="-114300" algn="l" defTabSz="622300">
            <a:lnSpc>
              <a:spcPct val="90000"/>
            </a:lnSpc>
            <a:spcBef>
              <a:spcPct val="0"/>
            </a:spcBef>
            <a:spcAft>
              <a:spcPct val="15000"/>
            </a:spcAft>
            <a:buNone/>
          </a:pPr>
          <a:r>
            <a:rPr lang="en-US" sz="1400" b="1" kern="1200" dirty="0"/>
            <a:t>4. Mutual Respect</a:t>
          </a:r>
          <a:endParaRPr lang="en-GB" sz="1400" b="1" kern="1200" dirty="0"/>
        </a:p>
        <a:p>
          <a:pPr marL="228600" lvl="2" indent="-114300" algn="l" defTabSz="622300">
            <a:lnSpc>
              <a:spcPct val="90000"/>
            </a:lnSpc>
            <a:spcBef>
              <a:spcPct val="0"/>
            </a:spcBef>
            <a:spcAft>
              <a:spcPct val="15000"/>
            </a:spcAft>
            <a:buNone/>
          </a:pPr>
          <a:r>
            <a:rPr lang="en-US" sz="1400" b="1" kern="1200" dirty="0"/>
            <a:t>5. Tolerance of Different Faiths and Beliefs</a:t>
          </a:r>
          <a:br>
            <a:rPr lang="en-US" sz="1400" b="1" kern="1200" dirty="0"/>
          </a:br>
          <a:endParaRPr lang="en-GB" sz="1400" b="1" kern="1200" dirty="0"/>
        </a:p>
        <a:p>
          <a:pPr marL="114300" lvl="1" indent="-114300" algn="l" defTabSz="622300">
            <a:lnSpc>
              <a:spcPct val="90000"/>
            </a:lnSpc>
            <a:spcBef>
              <a:spcPct val="0"/>
            </a:spcBef>
            <a:spcAft>
              <a:spcPct val="15000"/>
            </a:spcAft>
            <a:buNone/>
          </a:pPr>
          <a:r>
            <a:rPr lang="en-US" sz="1400" kern="1200" dirty="0"/>
            <a:t>These values underpin everything we do in professional and digital environments.</a:t>
          </a:r>
        </a:p>
      </dsp:txBody>
      <dsp:txXfrm>
        <a:off x="4077566" y="366732"/>
        <a:ext cx="3309356" cy="2499933"/>
      </dsp:txXfrm>
    </dsp:sp>
    <dsp:sp modelId="{73228723-6C68-46A8-96CF-D4508B53BCEB}">
      <dsp:nvSpPr>
        <dsp:cNvPr id="0" name=""/>
        <dsp:cNvSpPr/>
      </dsp:nvSpPr>
      <dsp:spPr>
        <a:xfrm>
          <a:off x="4017584" y="2866665"/>
          <a:ext cx="3429320" cy="1100763"/>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0" rIns="35560" bIns="0" numCol="1" spcCol="1270" anchor="ctr" anchorCtr="0">
          <a:noAutofit/>
        </a:bodyPr>
        <a:lstStyle/>
        <a:p>
          <a:pPr marL="0" lvl="0" indent="0" algn="l" defTabSz="1244600">
            <a:lnSpc>
              <a:spcPct val="90000"/>
            </a:lnSpc>
            <a:spcBef>
              <a:spcPct val="0"/>
            </a:spcBef>
            <a:spcAft>
              <a:spcPct val="35000"/>
            </a:spcAft>
            <a:buNone/>
          </a:pPr>
          <a:r>
            <a:rPr lang="en-GB" sz="2800" b="1" kern="1200" dirty="0"/>
            <a:t>British Values</a:t>
          </a:r>
          <a:endParaRPr lang="en-GB" sz="2800" kern="1200" dirty="0"/>
        </a:p>
      </dsp:txBody>
      <dsp:txXfrm>
        <a:off x="4017584" y="2866665"/>
        <a:ext cx="2415014" cy="1100763"/>
      </dsp:txXfrm>
    </dsp:sp>
    <dsp:sp modelId="{B04E7D05-003F-4073-A2E0-8A6D05F1F5E9}">
      <dsp:nvSpPr>
        <dsp:cNvPr id="0" name=""/>
        <dsp:cNvSpPr/>
      </dsp:nvSpPr>
      <dsp:spPr>
        <a:xfrm>
          <a:off x="6529608" y="3041511"/>
          <a:ext cx="1200262" cy="1200262"/>
        </a:xfrm>
        <a:prstGeom prst="ellipse">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905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46A71B0-4F5B-47B2-8980-46D3D2DDB15D}">
      <dsp:nvSpPr>
        <dsp:cNvPr id="0" name=""/>
        <dsp:cNvSpPr/>
      </dsp:nvSpPr>
      <dsp:spPr>
        <a:xfrm>
          <a:off x="8027228" y="306750"/>
          <a:ext cx="3429320" cy="2559915"/>
        </a:xfrm>
        <a:prstGeom prst="round2SameRect">
          <a:avLst>
            <a:gd name="adj1" fmla="val 8000"/>
            <a:gd name="adj2" fmla="val 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53340" rIns="17780" bIns="17780" numCol="1" spcCol="1270" anchor="t" anchorCtr="0">
          <a:noAutofit/>
        </a:bodyPr>
        <a:lstStyle/>
        <a:p>
          <a:pPr marL="114300" lvl="1" indent="-114300" algn="l" defTabSz="622300">
            <a:lnSpc>
              <a:spcPct val="90000"/>
            </a:lnSpc>
            <a:spcBef>
              <a:spcPct val="0"/>
            </a:spcBef>
            <a:spcAft>
              <a:spcPct val="15000"/>
            </a:spcAft>
            <a:buNone/>
          </a:pPr>
          <a:r>
            <a:rPr lang="en-US" sz="1400" kern="1200" dirty="0"/>
            <a:t>Prevent is about protecting people from being drawn into extremism or </a:t>
          </a:r>
          <a:r>
            <a:rPr lang="en-US" sz="1400" kern="1200" dirty="0" err="1"/>
            <a:t>radicalisation</a:t>
          </a:r>
          <a:r>
            <a:rPr lang="en-US" sz="1400" kern="1200" dirty="0"/>
            <a:t>.</a:t>
          </a:r>
          <a:br>
            <a:rPr lang="en-US" sz="1400" kern="1200" dirty="0"/>
          </a:br>
          <a:endParaRPr lang="en-US" sz="1400" kern="1200" dirty="0"/>
        </a:p>
        <a:p>
          <a:pPr marL="114300" lvl="1" indent="-114300" algn="l" defTabSz="622300">
            <a:lnSpc>
              <a:spcPct val="90000"/>
            </a:lnSpc>
            <a:spcBef>
              <a:spcPct val="0"/>
            </a:spcBef>
            <a:spcAft>
              <a:spcPct val="15000"/>
            </a:spcAft>
            <a:buNone/>
          </a:pPr>
          <a:r>
            <a:rPr lang="en-US" sz="1400" kern="1200" dirty="0"/>
            <a:t>In our </a:t>
          </a:r>
          <a:r>
            <a:rPr lang="en-US" sz="1400" kern="1200" dirty="0" err="1"/>
            <a:t>programmes</a:t>
          </a:r>
          <a:r>
            <a:rPr lang="en-US" sz="1400" kern="1200" dirty="0"/>
            <a:t>, Prevent links to:</a:t>
          </a:r>
          <a:br>
            <a:rPr lang="en-US" sz="1400" kern="1200" dirty="0"/>
          </a:br>
          <a:br>
            <a:rPr lang="en-US" sz="1400" kern="1200" dirty="0"/>
          </a:br>
          <a:r>
            <a:rPr lang="en-US" sz="1400" b="1" kern="1200" dirty="0"/>
            <a:t>• Online safety</a:t>
          </a:r>
          <a:br>
            <a:rPr lang="en-US" sz="1400" b="1" kern="1200" dirty="0"/>
          </a:br>
          <a:r>
            <a:rPr lang="en-US" sz="1400" b="1" kern="1200" dirty="0"/>
            <a:t>• Digital responsibility</a:t>
          </a:r>
          <a:br>
            <a:rPr lang="en-US" sz="1400" b="1" kern="1200" dirty="0"/>
          </a:br>
          <a:r>
            <a:rPr lang="en-US" sz="1400" b="1" kern="1200" dirty="0"/>
            <a:t>• Critical thinking</a:t>
          </a:r>
          <a:br>
            <a:rPr lang="en-US" sz="1400" b="1" kern="1200" dirty="0"/>
          </a:br>
          <a:r>
            <a:rPr lang="en-US" sz="1400" b="1" kern="1200" dirty="0"/>
            <a:t>• Professional ethics</a:t>
          </a:r>
        </a:p>
      </dsp:txBody>
      <dsp:txXfrm>
        <a:off x="8087210" y="366732"/>
        <a:ext cx="3309356" cy="2499933"/>
      </dsp:txXfrm>
    </dsp:sp>
    <dsp:sp modelId="{A330D0D8-36E0-4D22-9693-859DCEFD00F6}">
      <dsp:nvSpPr>
        <dsp:cNvPr id="0" name=""/>
        <dsp:cNvSpPr/>
      </dsp:nvSpPr>
      <dsp:spPr>
        <a:xfrm>
          <a:off x="8027228" y="2866665"/>
          <a:ext cx="3429320" cy="1100763"/>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0" rIns="35560" bIns="0" numCol="1" spcCol="1270" anchor="ctr" anchorCtr="0">
          <a:noAutofit/>
        </a:bodyPr>
        <a:lstStyle/>
        <a:p>
          <a:pPr marL="0" lvl="0" indent="0" algn="l" defTabSz="1244600">
            <a:lnSpc>
              <a:spcPct val="90000"/>
            </a:lnSpc>
            <a:spcBef>
              <a:spcPct val="0"/>
            </a:spcBef>
            <a:spcAft>
              <a:spcPct val="35000"/>
            </a:spcAft>
            <a:buNone/>
          </a:pPr>
          <a:r>
            <a:rPr lang="en-GB" sz="2800" b="1" kern="1200" dirty="0"/>
            <a:t>Prevent</a:t>
          </a:r>
          <a:endParaRPr lang="en-GB" sz="2800" kern="1200" dirty="0"/>
        </a:p>
      </dsp:txBody>
      <dsp:txXfrm>
        <a:off x="8027228" y="2866665"/>
        <a:ext cx="2415014" cy="1100763"/>
      </dsp:txXfrm>
    </dsp:sp>
    <dsp:sp modelId="{C95D7B44-50D7-459C-A076-A823BE9D40B9}">
      <dsp:nvSpPr>
        <dsp:cNvPr id="0" name=""/>
        <dsp:cNvSpPr/>
      </dsp:nvSpPr>
      <dsp:spPr>
        <a:xfrm>
          <a:off x="10539252" y="3041511"/>
          <a:ext cx="1200262" cy="1200262"/>
        </a:xfrm>
        <a:prstGeom prst="ellipse">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905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702F9D-D6DE-4BAD-84E4-B0A24950545C}">
      <dsp:nvSpPr>
        <dsp:cNvPr id="0" name=""/>
        <dsp:cNvSpPr/>
      </dsp:nvSpPr>
      <dsp:spPr>
        <a:xfrm>
          <a:off x="0" y="489324"/>
          <a:ext cx="9801225" cy="1252125"/>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624840" rIns="760684" bIns="213360" numCol="1" spcCol="1270" anchor="t" anchorCtr="0">
          <a:noAutofit/>
        </a:bodyPr>
        <a:lstStyle/>
        <a:p>
          <a:pPr marL="285750" lvl="1" indent="-285750" algn="l" defTabSz="1333500">
            <a:lnSpc>
              <a:spcPct val="90000"/>
            </a:lnSpc>
            <a:spcBef>
              <a:spcPct val="0"/>
            </a:spcBef>
            <a:spcAft>
              <a:spcPct val="15000"/>
            </a:spcAft>
            <a:buChar char="•"/>
          </a:pPr>
          <a:r>
            <a:rPr lang="en-GB" sz="3000" kern="1200" dirty="0"/>
            <a:t>Identify what the SDLC is</a:t>
          </a:r>
        </a:p>
      </dsp:txBody>
      <dsp:txXfrm>
        <a:off x="0" y="489324"/>
        <a:ext cx="9801225" cy="1252125"/>
      </dsp:txXfrm>
    </dsp:sp>
    <dsp:sp modelId="{65A44C23-CAC5-4E39-A309-13AFBD9A74F7}">
      <dsp:nvSpPr>
        <dsp:cNvPr id="0" name=""/>
        <dsp:cNvSpPr/>
      </dsp:nvSpPr>
      <dsp:spPr>
        <a:xfrm>
          <a:off x="490061" y="46524"/>
          <a:ext cx="6860857" cy="88560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1333500">
            <a:lnSpc>
              <a:spcPct val="90000"/>
            </a:lnSpc>
            <a:spcBef>
              <a:spcPct val="0"/>
            </a:spcBef>
            <a:spcAft>
              <a:spcPct val="35000"/>
            </a:spcAft>
            <a:buNone/>
          </a:pPr>
          <a:r>
            <a:rPr lang="en-GB" sz="3000" kern="1200" dirty="0"/>
            <a:t>Identify</a:t>
          </a:r>
        </a:p>
      </dsp:txBody>
      <dsp:txXfrm>
        <a:off x="533292" y="89755"/>
        <a:ext cx="6774395" cy="799138"/>
      </dsp:txXfrm>
    </dsp:sp>
    <dsp:sp modelId="{31A9BB87-ABCA-408C-BE40-6666C8CF73A2}">
      <dsp:nvSpPr>
        <dsp:cNvPr id="0" name=""/>
        <dsp:cNvSpPr/>
      </dsp:nvSpPr>
      <dsp:spPr>
        <a:xfrm>
          <a:off x="0" y="2346250"/>
          <a:ext cx="9801225" cy="1252125"/>
        </a:xfrm>
        <a:prstGeom prst="rect">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624840" rIns="760684" bIns="213360" numCol="1" spcCol="1270" anchor="t" anchorCtr="0">
          <a:noAutofit/>
        </a:bodyPr>
        <a:lstStyle/>
        <a:p>
          <a:pPr marL="285750" lvl="1" indent="-285750" algn="l" defTabSz="1333500">
            <a:lnSpc>
              <a:spcPct val="90000"/>
            </a:lnSpc>
            <a:spcBef>
              <a:spcPct val="0"/>
            </a:spcBef>
            <a:spcAft>
              <a:spcPct val="15000"/>
            </a:spcAft>
            <a:buChar char="•"/>
          </a:pPr>
          <a:r>
            <a:rPr lang="en-GB" sz="3000" kern="1200" dirty="0"/>
            <a:t>Summarise the stages of the SDLC</a:t>
          </a:r>
        </a:p>
      </dsp:txBody>
      <dsp:txXfrm>
        <a:off x="0" y="2346250"/>
        <a:ext cx="9801225" cy="1252125"/>
      </dsp:txXfrm>
    </dsp:sp>
    <dsp:sp modelId="{00E7CDC1-AC5A-4E61-81C4-18156E6A28F3}">
      <dsp:nvSpPr>
        <dsp:cNvPr id="0" name=""/>
        <dsp:cNvSpPr/>
      </dsp:nvSpPr>
      <dsp:spPr>
        <a:xfrm>
          <a:off x="490061" y="1903450"/>
          <a:ext cx="6860857" cy="88560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1333500">
            <a:lnSpc>
              <a:spcPct val="90000"/>
            </a:lnSpc>
            <a:spcBef>
              <a:spcPct val="0"/>
            </a:spcBef>
            <a:spcAft>
              <a:spcPct val="35000"/>
            </a:spcAft>
            <a:buNone/>
          </a:pPr>
          <a:r>
            <a:rPr lang="en-GB" sz="3000" kern="1200" dirty="0">
              <a:solidFill>
                <a:schemeClr val="tx2"/>
              </a:solidFill>
            </a:rPr>
            <a:t>Summarise</a:t>
          </a:r>
        </a:p>
      </dsp:txBody>
      <dsp:txXfrm>
        <a:off x="533292" y="1946681"/>
        <a:ext cx="6774395" cy="79913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879347-8F2B-4079-BEE9-18CA73A60D78}">
      <dsp:nvSpPr>
        <dsp:cNvPr id="0" name=""/>
        <dsp:cNvSpPr/>
      </dsp:nvSpPr>
      <dsp:spPr>
        <a:xfrm>
          <a:off x="511037" y="-33841"/>
          <a:ext cx="4859612" cy="4859612"/>
        </a:xfrm>
        <a:prstGeom prst="circularArrow">
          <a:avLst>
            <a:gd name="adj1" fmla="val 5544"/>
            <a:gd name="adj2" fmla="val 330680"/>
            <a:gd name="adj3" fmla="val 14533959"/>
            <a:gd name="adj4" fmla="val 16939840"/>
            <a:gd name="adj5" fmla="val 5757"/>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356633-1CB0-4F7E-B36B-96F9770EDFF9}">
      <dsp:nvSpPr>
        <dsp:cNvPr id="0" name=""/>
        <dsp:cNvSpPr/>
      </dsp:nvSpPr>
      <dsp:spPr>
        <a:xfrm>
          <a:off x="2194144" y="877"/>
          <a:ext cx="1493397" cy="746698"/>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Planning</a:t>
          </a:r>
          <a:endParaRPr lang="en-GB" sz="1500" kern="1200" dirty="0"/>
        </a:p>
      </dsp:txBody>
      <dsp:txXfrm>
        <a:off x="2230595" y="37328"/>
        <a:ext cx="1420495" cy="673796"/>
      </dsp:txXfrm>
    </dsp:sp>
    <dsp:sp modelId="{28C31CBC-1EDD-4AAD-8CFA-D575C96F6CBA}">
      <dsp:nvSpPr>
        <dsp:cNvPr id="0" name=""/>
        <dsp:cNvSpPr/>
      </dsp:nvSpPr>
      <dsp:spPr>
        <a:xfrm>
          <a:off x="3814357" y="781130"/>
          <a:ext cx="1493397" cy="746698"/>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solidFill>
                <a:schemeClr val="tx2"/>
              </a:solidFill>
            </a:rPr>
            <a:t>Analysis</a:t>
          </a:r>
          <a:endParaRPr lang="en-GB" sz="1500" kern="1200" dirty="0">
            <a:solidFill>
              <a:schemeClr val="tx2"/>
            </a:solidFill>
          </a:endParaRPr>
        </a:p>
      </dsp:txBody>
      <dsp:txXfrm>
        <a:off x="3850808" y="817581"/>
        <a:ext cx="1420495" cy="673796"/>
      </dsp:txXfrm>
    </dsp:sp>
    <dsp:sp modelId="{24C55174-C866-48CC-8C08-9F83C0A238A2}">
      <dsp:nvSpPr>
        <dsp:cNvPr id="0" name=""/>
        <dsp:cNvSpPr/>
      </dsp:nvSpPr>
      <dsp:spPr>
        <a:xfrm>
          <a:off x="4214516" y="2534343"/>
          <a:ext cx="1493397" cy="746698"/>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Design</a:t>
          </a:r>
          <a:endParaRPr lang="en-GB" sz="1500" kern="1200" dirty="0"/>
        </a:p>
      </dsp:txBody>
      <dsp:txXfrm>
        <a:off x="4250967" y="2570794"/>
        <a:ext cx="1420495" cy="673796"/>
      </dsp:txXfrm>
    </dsp:sp>
    <dsp:sp modelId="{5D5CF09C-8F46-48DD-A327-ECFA9EF60BB5}">
      <dsp:nvSpPr>
        <dsp:cNvPr id="0" name=""/>
        <dsp:cNvSpPr/>
      </dsp:nvSpPr>
      <dsp:spPr>
        <a:xfrm>
          <a:off x="3093295" y="3940311"/>
          <a:ext cx="1493397" cy="746698"/>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Implementation</a:t>
          </a:r>
          <a:endParaRPr lang="en-GB" sz="1500" kern="1200" dirty="0"/>
        </a:p>
      </dsp:txBody>
      <dsp:txXfrm>
        <a:off x="3129746" y="3976762"/>
        <a:ext cx="1420495" cy="673796"/>
      </dsp:txXfrm>
    </dsp:sp>
    <dsp:sp modelId="{C7E84A09-A00B-4839-A9F3-7A32CD613AD6}">
      <dsp:nvSpPr>
        <dsp:cNvPr id="0" name=""/>
        <dsp:cNvSpPr/>
      </dsp:nvSpPr>
      <dsp:spPr>
        <a:xfrm>
          <a:off x="1294994" y="3940311"/>
          <a:ext cx="1493397" cy="746698"/>
        </a:xfrm>
        <a:prstGeom prst="round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solidFill>
                <a:schemeClr val="tx2"/>
              </a:solidFill>
            </a:rPr>
            <a:t>Testing</a:t>
          </a:r>
          <a:endParaRPr lang="en-GB" sz="1500" kern="1200" dirty="0">
            <a:solidFill>
              <a:schemeClr val="tx2"/>
            </a:solidFill>
          </a:endParaRPr>
        </a:p>
      </dsp:txBody>
      <dsp:txXfrm>
        <a:off x="1331445" y="3976762"/>
        <a:ext cx="1420495" cy="673796"/>
      </dsp:txXfrm>
    </dsp:sp>
    <dsp:sp modelId="{565C70E5-EFFA-4366-977C-15881F9806FA}">
      <dsp:nvSpPr>
        <dsp:cNvPr id="0" name=""/>
        <dsp:cNvSpPr/>
      </dsp:nvSpPr>
      <dsp:spPr>
        <a:xfrm>
          <a:off x="173773" y="2534343"/>
          <a:ext cx="1493397" cy="746698"/>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Deployment</a:t>
          </a:r>
          <a:endParaRPr lang="en-GB" sz="1500" kern="1200" dirty="0"/>
        </a:p>
      </dsp:txBody>
      <dsp:txXfrm>
        <a:off x="210224" y="2570794"/>
        <a:ext cx="1420495" cy="673796"/>
      </dsp:txXfrm>
    </dsp:sp>
    <dsp:sp modelId="{56011231-E880-45E9-A841-CD1C6560AA68}">
      <dsp:nvSpPr>
        <dsp:cNvPr id="0" name=""/>
        <dsp:cNvSpPr/>
      </dsp:nvSpPr>
      <dsp:spPr>
        <a:xfrm>
          <a:off x="573932" y="781130"/>
          <a:ext cx="1493397" cy="746698"/>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solidFill>
                <a:schemeClr val="tx2"/>
              </a:solidFill>
            </a:rPr>
            <a:t>Maintenance</a:t>
          </a:r>
          <a:endParaRPr lang="en-GB" sz="1500" kern="1200" dirty="0">
            <a:solidFill>
              <a:schemeClr val="tx2"/>
            </a:solidFill>
          </a:endParaRPr>
        </a:p>
      </dsp:txBody>
      <dsp:txXfrm>
        <a:off x="610383" y="817581"/>
        <a:ext cx="1420495" cy="67379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C6C4C3-F73A-43BB-8DC9-19DBFD1569FC}">
      <dsp:nvSpPr>
        <dsp:cNvPr id="0" name=""/>
        <dsp:cNvSpPr/>
      </dsp:nvSpPr>
      <dsp:spPr>
        <a:xfrm>
          <a:off x="277041" y="58366"/>
          <a:ext cx="4120269" cy="4120269"/>
        </a:xfrm>
        <a:prstGeom prst="circularArrow">
          <a:avLst>
            <a:gd name="adj1" fmla="val 5544"/>
            <a:gd name="adj2" fmla="val 330680"/>
            <a:gd name="adj3" fmla="val 14558374"/>
            <a:gd name="adj4" fmla="val 16925906"/>
            <a:gd name="adj5" fmla="val 5757"/>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89C88F-36DA-4118-86AF-2CB6C28DA51F}">
      <dsp:nvSpPr>
        <dsp:cNvPr id="0" name=""/>
        <dsp:cNvSpPr/>
      </dsp:nvSpPr>
      <dsp:spPr>
        <a:xfrm>
          <a:off x="1715222" y="89299"/>
          <a:ext cx="1243907" cy="621953"/>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Planning</a:t>
          </a:r>
          <a:endParaRPr lang="en-GB" sz="1200" kern="1200" dirty="0"/>
        </a:p>
      </dsp:txBody>
      <dsp:txXfrm>
        <a:off x="1745583" y="119660"/>
        <a:ext cx="1183185" cy="561231"/>
      </dsp:txXfrm>
    </dsp:sp>
    <dsp:sp modelId="{5780F230-B10F-4D42-9084-12395BA8CC0C}">
      <dsp:nvSpPr>
        <dsp:cNvPr id="0" name=""/>
        <dsp:cNvSpPr/>
      </dsp:nvSpPr>
      <dsp:spPr>
        <a:xfrm>
          <a:off x="3088935" y="750845"/>
          <a:ext cx="1243907" cy="621953"/>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solidFill>
                <a:schemeClr val="tx2"/>
              </a:solidFill>
            </a:rPr>
            <a:t>Analysis</a:t>
          </a:r>
          <a:endParaRPr lang="en-GB" sz="1200" kern="1200" dirty="0">
            <a:solidFill>
              <a:schemeClr val="tx2"/>
            </a:solidFill>
          </a:endParaRPr>
        </a:p>
      </dsp:txBody>
      <dsp:txXfrm>
        <a:off x="3119296" y="781206"/>
        <a:ext cx="1183185" cy="561231"/>
      </dsp:txXfrm>
    </dsp:sp>
    <dsp:sp modelId="{AD50AD5E-9A5F-4B79-A83F-AE7D716BA78C}">
      <dsp:nvSpPr>
        <dsp:cNvPr id="0" name=""/>
        <dsp:cNvSpPr/>
      </dsp:nvSpPr>
      <dsp:spPr>
        <a:xfrm>
          <a:off x="3428214" y="2237323"/>
          <a:ext cx="1243907" cy="621953"/>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Design</a:t>
          </a:r>
          <a:endParaRPr lang="en-GB" sz="1200" kern="1200" dirty="0"/>
        </a:p>
      </dsp:txBody>
      <dsp:txXfrm>
        <a:off x="3458575" y="2267684"/>
        <a:ext cx="1183185" cy="561231"/>
      </dsp:txXfrm>
    </dsp:sp>
    <dsp:sp modelId="{2639692A-6F89-4C3F-8857-3D4ABD7A69CF}">
      <dsp:nvSpPr>
        <dsp:cNvPr id="0" name=""/>
        <dsp:cNvSpPr/>
      </dsp:nvSpPr>
      <dsp:spPr>
        <a:xfrm>
          <a:off x="2477575" y="3429386"/>
          <a:ext cx="1243907" cy="621953"/>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Implementation</a:t>
          </a:r>
          <a:endParaRPr lang="en-GB" sz="1200" kern="1200" dirty="0"/>
        </a:p>
      </dsp:txBody>
      <dsp:txXfrm>
        <a:off x="2507936" y="3459747"/>
        <a:ext cx="1183185" cy="561231"/>
      </dsp:txXfrm>
    </dsp:sp>
    <dsp:sp modelId="{7C3976D4-5160-433B-BA9A-4EC44ED55B05}">
      <dsp:nvSpPr>
        <dsp:cNvPr id="0" name=""/>
        <dsp:cNvSpPr/>
      </dsp:nvSpPr>
      <dsp:spPr>
        <a:xfrm>
          <a:off x="952869" y="3429386"/>
          <a:ext cx="1243907" cy="621953"/>
        </a:xfrm>
        <a:prstGeom prst="round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solidFill>
                <a:schemeClr val="tx2"/>
              </a:solidFill>
            </a:rPr>
            <a:t>Testing</a:t>
          </a:r>
          <a:endParaRPr lang="en-GB" sz="1200" kern="1200" dirty="0">
            <a:solidFill>
              <a:schemeClr val="tx2"/>
            </a:solidFill>
          </a:endParaRPr>
        </a:p>
      </dsp:txBody>
      <dsp:txXfrm>
        <a:off x="983230" y="3459747"/>
        <a:ext cx="1183185" cy="561231"/>
      </dsp:txXfrm>
    </dsp:sp>
    <dsp:sp modelId="{04642913-ADD7-4B45-960E-6B625EE94E8E}">
      <dsp:nvSpPr>
        <dsp:cNvPr id="0" name=""/>
        <dsp:cNvSpPr/>
      </dsp:nvSpPr>
      <dsp:spPr>
        <a:xfrm>
          <a:off x="2230" y="2237323"/>
          <a:ext cx="1243907" cy="621953"/>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Deployment</a:t>
          </a:r>
          <a:endParaRPr lang="en-GB" sz="1200" kern="1200" dirty="0"/>
        </a:p>
      </dsp:txBody>
      <dsp:txXfrm>
        <a:off x="32591" y="2267684"/>
        <a:ext cx="1183185" cy="561231"/>
      </dsp:txXfrm>
    </dsp:sp>
    <dsp:sp modelId="{D21C20D2-BA20-4B6F-9D8D-DC38A4DF0D97}">
      <dsp:nvSpPr>
        <dsp:cNvPr id="0" name=""/>
        <dsp:cNvSpPr/>
      </dsp:nvSpPr>
      <dsp:spPr>
        <a:xfrm>
          <a:off x="341509" y="750845"/>
          <a:ext cx="1243907" cy="621953"/>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solidFill>
                <a:schemeClr val="tx2"/>
              </a:solidFill>
            </a:rPr>
            <a:t>Maintenance</a:t>
          </a:r>
          <a:endParaRPr lang="en-GB" sz="1200" kern="1200" dirty="0">
            <a:solidFill>
              <a:schemeClr val="tx2"/>
            </a:solidFill>
          </a:endParaRPr>
        </a:p>
      </dsp:txBody>
      <dsp:txXfrm>
        <a:off x="371870" y="781206"/>
        <a:ext cx="1183185" cy="56123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8D3892-53FF-4E7F-A331-4A45C3E4A61E}">
      <dsp:nvSpPr>
        <dsp:cNvPr id="0" name=""/>
        <dsp:cNvSpPr/>
      </dsp:nvSpPr>
      <dsp:spPr>
        <a:xfrm>
          <a:off x="5232" y="513029"/>
          <a:ext cx="2287651" cy="1372590"/>
        </a:xfrm>
        <a:prstGeom prst="roundRect">
          <a:avLst>
            <a:gd name="adj" fmla="val 10000"/>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GB" sz="1000" kern="1200" dirty="0"/>
            <a:t>Planning</a:t>
          </a:r>
        </a:p>
        <a:p>
          <a:pPr marL="57150" lvl="1" indent="-57150" algn="l" defTabSz="355600">
            <a:lnSpc>
              <a:spcPct val="90000"/>
            </a:lnSpc>
            <a:spcBef>
              <a:spcPct val="0"/>
            </a:spcBef>
            <a:spcAft>
              <a:spcPct val="15000"/>
            </a:spcAft>
            <a:buChar char="•"/>
          </a:pPr>
          <a:r>
            <a:rPr lang="en-GB" sz="800" kern="1200" dirty="0"/>
            <a:t>Define Problem and Scope</a:t>
          </a:r>
        </a:p>
        <a:p>
          <a:pPr marL="57150" lvl="1" indent="-57150" algn="l" defTabSz="355600">
            <a:lnSpc>
              <a:spcPct val="90000"/>
            </a:lnSpc>
            <a:spcBef>
              <a:spcPct val="0"/>
            </a:spcBef>
            <a:spcAft>
              <a:spcPct val="15000"/>
            </a:spcAft>
            <a:buChar char="•"/>
          </a:pPr>
          <a:r>
            <a:rPr lang="en-GB" sz="800" kern="1200" dirty="0"/>
            <a:t>Determine Objectives</a:t>
          </a:r>
        </a:p>
        <a:p>
          <a:pPr marL="57150" lvl="1" indent="-57150" algn="l" defTabSz="355600">
            <a:lnSpc>
              <a:spcPct val="90000"/>
            </a:lnSpc>
            <a:spcBef>
              <a:spcPct val="0"/>
            </a:spcBef>
            <a:spcAft>
              <a:spcPct val="15000"/>
            </a:spcAft>
            <a:buChar char="•"/>
          </a:pPr>
          <a:r>
            <a:rPr lang="en-GB" sz="800" kern="1200" dirty="0"/>
            <a:t>Secure Funding and Resources</a:t>
          </a:r>
        </a:p>
        <a:p>
          <a:pPr marL="57150" lvl="1" indent="-57150" algn="l" defTabSz="355600">
            <a:lnSpc>
              <a:spcPct val="90000"/>
            </a:lnSpc>
            <a:spcBef>
              <a:spcPct val="0"/>
            </a:spcBef>
            <a:spcAft>
              <a:spcPct val="15000"/>
            </a:spcAft>
            <a:buChar char="•"/>
          </a:pPr>
          <a:r>
            <a:rPr lang="en-GB" sz="800" kern="1200" dirty="0"/>
            <a:t>Set Project Schedule</a:t>
          </a:r>
        </a:p>
      </dsp:txBody>
      <dsp:txXfrm>
        <a:off x="45434" y="553231"/>
        <a:ext cx="2207247" cy="1292186"/>
      </dsp:txXfrm>
    </dsp:sp>
    <dsp:sp modelId="{2D77B7F0-0E06-4026-8F95-0A9390B1A4F8}">
      <dsp:nvSpPr>
        <dsp:cNvPr id="0" name=""/>
        <dsp:cNvSpPr/>
      </dsp:nvSpPr>
      <dsp:spPr>
        <a:xfrm>
          <a:off x="2494196" y="915655"/>
          <a:ext cx="484982" cy="56733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GB" sz="800" kern="1200"/>
        </a:p>
      </dsp:txBody>
      <dsp:txXfrm>
        <a:off x="2494196" y="1029122"/>
        <a:ext cx="339487" cy="340403"/>
      </dsp:txXfrm>
    </dsp:sp>
    <dsp:sp modelId="{51CDBD6D-C6F1-4520-8490-FF8EDA5E5555}">
      <dsp:nvSpPr>
        <dsp:cNvPr id="0" name=""/>
        <dsp:cNvSpPr/>
      </dsp:nvSpPr>
      <dsp:spPr>
        <a:xfrm>
          <a:off x="3207943" y="513029"/>
          <a:ext cx="2287651" cy="1372590"/>
        </a:xfrm>
        <a:prstGeom prst="roundRect">
          <a:avLst>
            <a:gd name="adj" fmla="val 10000"/>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GB" sz="1000" kern="1200" dirty="0"/>
            <a:t>Analysis</a:t>
          </a:r>
        </a:p>
        <a:p>
          <a:pPr marL="57150" lvl="1" indent="-57150" algn="l" defTabSz="355600">
            <a:lnSpc>
              <a:spcPct val="90000"/>
            </a:lnSpc>
            <a:spcBef>
              <a:spcPct val="0"/>
            </a:spcBef>
            <a:spcAft>
              <a:spcPct val="15000"/>
            </a:spcAft>
            <a:buChar char="•"/>
          </a:pPr>
          <a:r>
            <a:rPr lang="en-GB" sz="800" kern="1200" dirty="0"/>
            <a:t>Gather all the specific details required for the new system</a:t>
          </a:r>
        </a:p>
        <a:p>
          <a:pPr marL="57150" lvl="1" indent="-57150" algn="l" defTabSz="355600">
            <a:lnSpc>
              <a:spcPct val="90000"/>
            </a:lnSpc>
            <a:spcBef>
              <a:spcPct val="0"/>
            </a:spcBef>
            <a:spcAft>
              <a:spcPct val="15000"/>
            </a:spcAft>
            <a:buChar char="•"/>
          </a:pPr>
          <a:r>
            <a:rPr lang="en-GB" sz="800" kern="1200" dirty="0"/>
            <a:t>Perform research and analysis to determine the needs of end-users</a:t>
          </a:r>
        </a:p>
        <a:p>
          <a:pPr marL="57150" lvl="1" indent="-57150" algn="l" defTabSz="355600">
            <a:lnSpc>
              <a:spcPct val="90000"/>
            </a:lnSpc>
            <a:spcBef>
              <a:spcPct val="0"/>
            </a:spcBef>
            <a:spcAft>
              <a:spcPct val="15000"/>
            </a:spcAft>
            <a:buChar char="•"/>
          </a:pPr>
          <a:r>
            <a:rPr lang="en-GB" sz="800" kern="1200" dirty="0"/>
            <a:t>Create a software requirement specification</a:t>
          </a:r>
        </a:p>
      </dsp:txBody>
      <dsp:txXfrm>
        <a:off x="3248145" y="553231"/>
        <a:ext cx="2207247" cy="1292186"/>
      </dsp:txXfrm>
    </dsp:sp>
    <dsp:sp modelId="{57EDD425-2FF1-417A-A21B-277D2502C258}">
      <dsp:nvSpPr>
        <dsp:cNvPr id="0" name=""/>
        <dsp:cNvSpPr/>
      </dsp:nvSpPr>
      <dsp:spPr>
        <a:xfrm>
          <a:off x="5696908" y="915655"/>
          <a:ext cx="484982" cy="56733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GB" sz="800" kern="1200"/>
        </a:p>
      </dsp:txBody>
      <dsp:txXfrm>
        <a:off x="5696908" y="1029122"/>
        <a:ext cx="339487" cy="340403"/>
      </dsp:txXfrm>
    </dsp:sp>
    <dsp:sp modelId="{C8C93A62-0136-4D53-827F-AFEDF2D6D17E}">
      <dsp:nvSpPr>
        <dsp:cNvPr id="0" name=""/>
        <dsp:cNvSpPr/>
      </dsp:nvSpPr>
      <dsp:spPr>
        <a:xfrm>
          <a:off x="6410655" y="513029"/>
          <a:ext cx="2287651" cy="1372590"/>
        </a:xfrm>
        <a:prstGeom prst="roundRect">
          <a:avLst>
            <a:gd name="adj" fmla="val 10000"/>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GB" sz="1000" kern="1200" dirty="0"/>
            <a:t>Design</a:t>
          </a:r>
        </a:p>
        <a:p>
          <a:pPr marL="57150" lvl="1" indent="-57150" algn="l" defTabSz="355600">
            <a:lnSpc>
              <a:spcPct val="90000"/>
            </a:lnSpc>
            <a:spcBef>
              <a:spcPct val="0"/>
            </a:spcBef>
            <a:spcAft>
              <a:spcPct val="15000"/>
            </a:spcAft>
            <a:buChar char="•"/>
          </a:pPr>
          <a:r>
            <a:rPr lang="en-GB" sz="800" kern="1200" dirty="0"/>
            <a:t>Outline the details for the overall application and the specific sections within it</a:t>
          </a:r>
        </a:p>
        <a:p>
          <a:pPr marL="57150" lvl="1" indent="-57150" algn="l" defTabSz="355600">
            <a:lnSpc>
              <a:spcPct val="90000"/>
            </a:lnSpc>
            <a:spcBef>
              <a:spcPct val="0"/>
            </a:spcBef>
            <a:spcAft>
              <a:spcPct val="15000"/>
            </a:spcAft>
            <a:buChar char="•"/>
          </a:pPr>
          <a:r>
            <a:rPr lang="en-GB" sz="800" kern="1200" dirty="0"/>
            <a:t>Convert the SRS into a more logical structure that can be implemented</a:t>
          </a:r>
        </a:p>
        <a:p>
          <a:pPr marL="57150" lvl="1" indent="-57150" algn="l" defTabSz="355600">
            <a:lnSpc>
              <a:spcPct val="90000"/>
            </a:lnSpc>
            <a:spcBef>
              <a:spcPct val="0"/>
            </a:spcBef>
            <a:spcAft>
              <a:spcPct val="15000"/>
            </a:spcAft>
            <a:buChar char="•"/>
          </a:pPr>
          <a:r>
            <a:rPr lang="en-GB" sz="800" kern="1200"/>
            <a:t>Draw up plans for Development, Operations, Training and Maintenance</a:t>
          </a:r>
          <a:endParaRPr lang="en-GB" sz="800" kern="1200" dirty="0"/>
        </a:p>
        <a:p>
          <a:pPr marL="57150" lvl="1" indent="-57150" algn="l" defTabSz="355600">
            <a:lnSpc>
              <a:spcPct val="90000"/>
            </a:lnSpc>
            <a:spcBef>
              <a:spcPct val="0"/>
            </a:spcBef>
            <a:spcAft>
              <a:spcPct val="15000"/>
            </a:spcAft>
            <a:buChar char="•"/>
          </a:pPr>
          <a:r>
            <a:rPr lang="en-GB" sz="800" kern="1200" dirty="0"/>
            <a:t>Prepare a Design document </a:t>
          </a:r>
        </a:p>
      </dsp:txBody>
      <dsp:txXfrm>
        <a:off x="6450857" y="553231"/>
        <a:ext cx="2207247" cy="1292186"/>
      </dsp:txXfrm>
    </dsp:sp>
    <dsp:sp modelId="{66F73B56-4FA1-4A62-BCAC-F0D4A8FC0164}">
      <dsp:nvSpPr>
        <dsp:cNvPr id="0" name=""/>
        <dsp:cNvSpPr/>
      </dsp:nvSpPr>
      <dsp:spPr>
        <a:xfrm>
          <a:off x="8899619" y="915655"/>
          <a:ext cx="484982" cy="56733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GB" sz="800" kern="1200"/>
        </a:p>
      </dsp:txBody>
      <dsp:txXfrm>
        <a:off x="8899619" y="1029122"/>
        <a:ext cx="339487" cy="340403"/>
      </dsp:txXfrm>
    </dsp:sp>
    <dsp:sp modelId="{D72A78C7-3F17-4EC6-A3EF-99AC86E7B825}">
      <dsp:nvSpPr>
        <dsp:cNvPr id="0" name=""/>
        <dsp:cNvSpPr/>
      </dsp:nvSpPr>
      <dsp:spPr>
        <a:xfrm>
          <a:off x="9613366" y="513029"/>
          <a:ext cx="2287651" cy="1372590"/>
        </a:xfrm>
        <a:prstGeom prst="roundRect">
          <a:avLst>
            <a:gd name="adj" fmla="val 10000"/>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GB" sz="1000" kern="1200" dirty="0"/>
            <a:t>Implementation</a:t>
          </a:r>
        </a:p>
        <a:p>
          <a:pPr marL="57150" lvl="1" indent="-57150" algn="l" defTabSz="355600">
            <a:lnSpc>
              <a:spcPct val="90000"/>
            </a:lnSpc>
            <a:spcBef>
              <a:spcPct val="0"/>
            </a:spcBef>
            <a:spcAft>
              <a:spcPct val="15000"/>
            </a:spcAft>
            <a:buChar char="•"/>
          </a:pPr>
          <a:r>
            <a:rPr lang="en-GB" sz="800" kern="1200" dirty="0"/>
            <a:t>Code is written</a:t>
          </a:r>
        </a:p>
        <a:p>
          <a:pPr marL="57150" lvl="1" indent="-57150" algn="l" defTabSz="355600">
            <a:lnSpc>
              <a:spcPct val="90000"/>
            </a:lnSpc>
            <a:spcBef>
              <a:spcPct val="0"/>
            </a:spcBef>
            <a:spcAft>
              <a:spcPct val="15000"/>
            </a:spcAft>
            <a:buChar char="•"/>
          </a:pPr>
          <a:r>
            <a:rPr lang="en-GB" sz="800" kern="1200" dirty="0"/>
            <a:t>Application is built according to the design document and SRS</a:t>
          </a:r>
        </a:p>
        <a:p>
          <a:pPr marL="57150" lvl="1" indent="-57150" algn="l" defTabSz="355600">
            <a:lnSpc>
              <a:spcPct val="90000"/>
            </a:lnSpc>
            <a:spcBef>
              <a:spcPct val="0"/>
            </a:spcBef>
            <a:spcAft>
              <a:spcPct val="15000"/>
            </a:spcAft>
            <a:buChar char="•"/>
          </a:pPr>
          <a:r>
            <a:rPr lang="en-GB" sz="800" kern="1200" dirty="0"/>
            <a:t>Unit Testing, Static Testing and Integration Testing are also performed as sections of code is completed</a:t>
          </a:r>
        </a:p>
      </dsp:txBody>
      <dsp:txXfrm>
        <a:off x="9653568" y="553231"/>
        <a:ext cx="2207247" cy="1292186"/>
      </dsp:txXfrm>
    </dsp:sp>
    <dsp:sp modelId="{2B25F58E-873E-4414-A4E5-54D4788F9D0E}">
      <dsp:nvSpPr>
        <dsp:cNvPr id="0" name=""/>
        <dsp:cNvSpPr/>
      </dsp:nvSpPr>
      <dsp:spPr>
        <a:xfrm rot="5400000">
          <a:off x="10514701" y="2045755"/>
          <a:ext cx="484982" cy="56733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GB" sz="800" kern="1200"/>
        </a:p>
      </dsp:txBody>
      <dsp:txXfrm rot="-5400000">
        <a:off x="10586991" y="2086933"/>
        <a:ext cx="340403" cy="339487"/>
      </dsp:txXfrm>
    </dsp:sp>
    <dsp:sp modelId="{30EB602D-7C26-405E-A895-AE987769AEF7}">
      <dsp:nvSpPr>
        <dsp:cNvPr id="0" name=""/>
        <dsp:cNvSpPr/>
      </dsp:nvSpPr>
      <dsp:spPr>
        <a:xfrm>
          <a:off x="9613366" y="2800680"/>
          <a:ext cx="2287651" cy="1372590"/>
        </a:xfrm>
        <a:prstGeom prst="roundRect">
          <a:avLst>
            <a:gd name="adj" fmla="val 10000"/>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GB" sz="1000" kern="1200" dirty="0"/>
            <a:t>Testing</a:t>
          </a:r>
        </a:p>
        <a:p>
          <a:pPr marL="57150" lvl="1" indent="-57150" algn="l" defTabSz="355600">
            <a:lnSpc>
              <a:spcPct val="90000"/>
            </a:lnSpc>
            <a:spcBef>
              <a:spcPct val="0"/>
            </a:spcBef>
            <a:spcAft>
              <a:spcPct val="15000"/>
            </a:spcAft>
            <a:buChar char="•"/>
          </a:pPr>
          <a:r>
            <a:rPr lang="en-GB" sz="800" kern="1200" dirty="0"/>
            <a:t>The code is tested to ensure it meets the quality standards defined during Analysis</a:t>
          </a:r>
        </a:p>
        <a:p>
          <a:pPr marL="57150" lvl="1" indent="-57150" algn="l" defTabSz="355600">
            <a:lnSpc>
              <a:spcPct val="90000"/>
            </a:lnSpc>
            <a:spcBef>
              <a:spcPct val="0"/>
            </a:spcBef>
            <a:spcAft>
              <a:spcPct val="15000"/>
            </a:spcAft>
            <a:buChar char="•"/>
          </a:pPr>
          <a:r>
            <a:rPr lang="en-GB" sz="800" kern="1200" dirty="0"/>
            <a:t>All bugs and defects are noted so they can be tracked, fixed and later retested</a:t>
          </a:r>
        </a:p>
        <a:p>
          <a:pPr marL="57150" lvl="1" indent="-57150" algn="l" defTabSz="355600">
            <a:lnSpc>
              <a:spcPct val="90000"/>
            </a:lnSpc>
            <a:spcBef>
              <a:spcPct val="0"/>
            </a:spcBef>
            <a:spcAft>
              <a:spcPct val="15000"/>
            </a:spcAft>
            <a:buChar char="•"/>
          </a:pPr>
          <a:r>
            <a:rPr lang="en-GB" sz="800" kern="1200" dirty="0"/>
            <a:t>The end-user experience is tested to ensure that there are no bugs that will affect the experience</a:t>
          </a:r>
        </a:p>
      </dsp:txBody>
      <dsp:txXfrm>
        <a:off x="9653568" y="2840882"/>
        <a:ext cx="2207247" cy="1292186"/>
      </dsp:txXfrm>
    </dsp:sp>
    <dsp:sp modelId="{D5774A32-033D-443F-8002-22868C760DD7}">
      <dsp:nvSpPr>
        <dsp:cNvPr id="0" name=""/>
        <dsp:cNvSpPr/>
      </dsp:nvSpPr>
      <dsp:spPr>
        <a:xfrm rot="10800000">
          <a:off x="8927071" y="3203306"/>
          <a:ext cx="484982" cy="56733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GB" sz="800" kern="1200"/>
        </a:p>
      </dsp:txBody>
      <dsp:txXfrm rot="10800000">
        <a:off x="9072566" y="3316773"/>
        <a:ext cx="339487" cy="340403"/>
      </dsp:txXfrm>
    </dsp:sp>
    <dsp:sp modelId="{91F30E5D-9844-41AB-B500-240338E953ED}">
      <dsp:nvSpPr>
        <dsp:cNvPr id="0" name=""/>
        <dsp:cNvSpPr/>
      </dsp:nvSpPr>
      <dsp:spPr>
        <a:xfrm>
          <a:off x="6410655" y="2800680"/>
          <a:ext cx="2287651" cy="1372590"/>
        </a:xfrm>
        <a:prstGeom prst="roundRect">
          <a:avLst>
            <a:gd name="adj" fmla="val 10000"/>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GB" sz="1000" kern="1200" dirty="0"/>
            <a:t>Deployment</a:t>
          </a:r>
        </a:p>
        <a:p>
          <a:pPr marL="57150" lvl="1" indent="-57150" algn="l" defTabSz="355600">
            <a:lnSpc>
              <a:spcPct val="90000"/>
            </a:lnSpc>
            <a:spcBef>
              <a:spcPct val="0"/>
            </a:spcBef>
            <a:spcAft>
              <a:spcPct val="15000"/>
            </a:spcAft>
            <a:buChar char="•"/>
          </a:pPr>
          <a:r>
            <a:rPr lang="en-GB" sz="800" kern="1200" dirty="0"/>
            <a:t>The system is integrated into its environment and installed</a:t>
          </a:r>
        </a:p>
        <a:p>
          <a:pPr marL="57150" lvl="1" indent="-57150" algn="l" defTabSz="355600">
            <a:lnSpc>
              <a:spcPct val="90000"/>
            </a:lnSpc>
            <a:spcBef>
              <a:spcPct val="0"/>
            </a:spcBef>
            <a:spcAft>
              <a:spcPct val="15000"/>
            </a:spcAft>
            <a:buChar char="•"/>
          </a:pPr>
          <a:r>
            <a:rPr lang="en-GB" sz="800" kern="1200" dirty="0"/>
            <a:t>If the product is a commercial product then at this stage the system is theoretically ready for market</a:t>
          </a:r>
        </a:p>
      </dsp:txBody>
      <dsp:txXfrm>
        <a:off x="6450857" y="2840882"/>
        <a:ext cx="2207247" cy="1292186"/>
      </dsp:txXfrm>
    </dsp:sp>
    <dsp:sp modelId="{2A1E89B8-31F1-4849-A71D-B2584A227063}">
      <dsp:nvSpPr>
        <dsp:cNvPr id="0" name=""/>
        <dsp:cNvSpPr/>
      </dsp:nvSpPr>
      <dsp:spPr>
        <a:xfrm rot="10800000">
          <a:off x="5724359" y="3203306"/>
          <a:ext cx="484982" cy="56733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GB" sz="800" kern="1200"/>
        </a:p>
      </dsp:txBody>
      <dsp:txXfrm rot="10800000">
        <a:off x="5869854" y="3316773"/>
        <a:ext cx="339487" cy="340403"/>
      </dsp:txXfrm>
    </dsp:sp>
    <dsp:sp modelId="{166ED811-2BDE-40DD-B05A-431B1FD586CB}">
      <dsp:nvSpPr>
        <dsp:cNvPr id="0" name=""/>
        <dsp:cNvSpPr/>
      </dsp:nvSpPr>
      <dsp:spPr>
        <a:xfrm>
          <a:off x="3207943" y="2800680"/>
          <a:ext cx="2287651" cy="1372590"/>
        </a:xfrm>
        <a:prstGeom prst="roundRect">
          <a:avLst>
            <a:gd name="adj" fmla="val 10000"/>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GB" sz="1000" kern="1200" dirty="0"/>
            <a:t>Maintenance</a:t>
          </a:r>
        </a:p>
        <a:p>
          <a:pPr marL="57150" lvl="1" indent="-57150" algn="l" defTabSz="355600">
            <a:lnSpc>
              <a:spcPct val="90000"/>
            </a:lnSpc>
            <a:spcBef>
              <a:spcPct val="0"/>
            </a:spcBef>
            <a:spcAft>
              <a:spcPct val="15000"/>
            </a:spcAft>
            <a:buChar char="•"/>
          </a:pPr>
          <a:r>
            <a:rPr lang="en-GB" sz="800" kern="1200" dirty="0"/>
            <a:t>Any issues reported by end-users are handled and rectified</a:t>
          </a:r>
        </a:p>
        <a:p>
          <a:pPr marL="57150" lvl="1" indent="-57150" algn="l" defTabSz="355600">
            <a:lnSpc>
              <a:spcPct val="90000"/>
            </a:lnSpc>
            <a:spcBef>
              <a:spcPct val="0"/>
            </a:spcBef>
            <a:spcAft>
              <a:spcPct val="15000"/>
            </a:spcAft>
            <a:buChar char="•"/>
          </a:pPr>
          <a:r>
            <a:rPr lang="en-GB" sz="800" kern="1200" dirty="0"/>
            <a:t>Any issues not resolved prior to launch continue to be worked on and resolved</a:t>
          </a:r>
        </a:p>
      </dsp:txBody>
      <dsp:txXfrm>
        <a:off x="3248145" y="2840882"/>
        <a:ext cx="2207247" cy="129218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47F9F5-5E8E-430F-BA50-C1C30181159B}">
      <dsp:nvSpPr>
        <dsp:cNvPr id="0" name=""/>
        <dsp:cNvSpPr/>
      </dsp:nvSpPr>
      <dsp:spPr>
        <a:xfrm>
          <a:off x="0" y="489324"/>
          <a:ext cx="9801225" cy="1252125"/>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624840" rIns="760684" bIns="213360" numCol="1" spcCol="1270" anchor="t" anchorCtr="0">
          <a:noAutofit/>
        </a:bodyPr>
        <a:lstStyle/>
        <a:p>
          <a:pPr marL="285750" lvl="1" indent="-285750" algn="l" defTabSz="1333500">
            <a:lnSpc>
              <a:spcPct val="90000"/>
            </a:lnSpc>
            <a:spcBef>
              <a:spcPct val="0"/>
            </a:spcBef>
            <a:spcAft>
              <a:spcPct val="15000"/>
            </a:spcAft>
            <a:buChar char="•"/>
          </a:pPr>
          <a:r>
            <a:rPr lang="en-GB" sz="3000" kern="1200" dirty="0"/>
            <a:t>Identify what the SDLC is</a:t>
          </a:r>
        </a:p>
      </dsp:txBody>
      <dsp:txXfrm>
        <a:off x="0" y="489324"/>
        <a:ext cx="9801225" cy="1252125"/>
      </dsp:txXfrm>
    </dsp:sp>
    <dsp:sp modelId="{9593F4F6-1FB5-4011-A620-DF7A905F7D08}">
      <dsp:nvSpPr>
        <dsp:cNvPr id="0" name=""/>
        <dsp:cNvSpPr/>
      </dsp:nvSpPr>
      <dsp:spPr>
        <a:xfrm>
          <a:off x="490061" y="46524"/>
          <a:ext cx="6860857" cy="88560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800100">
            <a:lnSpc>
              <a:spcPct val="90000"/>
            </a:lnSpc>
            <a:spcBef>
              <a:spcPct val="0"/>
            </a:spcBef>
            <a:spcAft>
              <a:spcPct val="35000"/>
            </a:spcAft>
            <a:buNone/>
          </a:pPr>
          <a:r>
            <a:rPr lang="en-GB" sz="1800" kern="1200"/>
            <a:t>Identify</a:t>
          </a:r>
          <a:endParaRPr lang="en-GB" sz="1800" kern="1200" dirty="0">
            <a:solidFill>
              <a:schemeClr val="tx1"/>
            </a:solidFill>
          </a:endParaRPr>
        </a:p>
      </dsp:txBody>
      <dsp:txXfrm>
        <a:off x="533292" y="89755"/>
        <a:ext cx="6774395" cy="799138"/>
      </dsp:txXfrm>
    </dsp:sp>
    <dsp:sp modelId="{5CF4B42C-FAB3-4939-AFB9-45164ED52004}">
      <dsp:nvSpPr>
        <dsp:cNvPr id="0" name=""/>
        <dsp:cNvSpPr/>
      </dsp:nvSpPr>
      <dsp:spPr>
        <a:xfrm>
          <a:off x="0" y="2346250"/>
          <a:ext cx="9801225" cy="1252125"/>
        </a:xfrm>
        <a:prstGeom prst="rect">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624840" rIns="760684" bIns="213360" numCol="1" spcCol="1270" anchor="t" anchorCtr="0">
          <a:noAutofit/>
        </a:bodyPr>
        <a:lstStyle/>
        <a:p>
          <a:pPr marL="285750" lvl="1" indent="-285750" algn="l" defTabSz="1333500">
            <a:lnSpc>
              <a:spcPct val="90000"/>
            </a:lnSpc>
            <a:spcBef>
              <a:spcPct val="0"/>
            </a:spcBef>
            <a:spcAft>
              <a:spcPct val="15000"/>
            </a:spcAft>
            <a:buChar char="•"/>
          </a:pPr>
          <a:r>
            <a:rPr lang="en-GB" sz="3000" kern="1200" dirty="0"/>
            <a:t>Summarise the stages of the SDLC</a:t>
          </a:r>
        </a:p>
      </dsp:txBody>
      <dsp:txXfrm>
        <a:off x="0" y="2346250"/>
        <a:ext cx="9801225" cy="1252125"/>
      </dsp:txXfrm>
    </dsp:sp>
    <dsp:sp modelId="{B04EE62C-FD1B-4010-9020-91AB9B63820C}">
      <dsp:nvSpPr>
        <dsp:cNvPr id="0" name=""/>
        <dsp:cNvSpPr/>
      </dsp:nvSpPr>
      <dsp:spPr>
        <a:xfrm>
          <a:off x="490061" y="1903450"/>
          <a:ext cx="6860857" cy="88560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1333500">
            <a:lnSpc>
              <a:spcPct val="90000"/>
            </a:lnSpc>
            <a:spcBef>
              <a:spcPct val="0"/>
            </a:spcBef>
            <a:spcAft>
              <a:spcPct val="35000"/>
            </a:spcAft>
            <a:buNone/>
          </a:pPr>
          <a:r>
            <a:rPr lang="en-GB" sz="3000" kern="1200" dirty="0">
              <a:solidFill>
                <a:schemeClr val="tx2"/>
              </a:solidFill>
            </a:rPr>
            <a:t>Summarise</a:t>
          </a:r>
        </a:p>
      </dsp:txBody>
      <dsp:txXfrm>
        <a:off x="533292" y="1946681"/>
        <a:ext cx="6774395" cy="79913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5.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6.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6FBDE4E-AF0F-8909-BADA-D2402FDAB39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1909F59C-3506-EAAB-DA53-2CD8EA0A2B5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35EAFB8-4928-9749-A44E-21E8CBAD48EC}" type="datetimeFigureOut">
              <a:rPr lang="en-GB" smtClean="0"/>
              <a:t>04/08/2026</a:t>
            </a:fld>
            <a:endParaRPr lang="en-GB"/>
          </a:p>
        </p:txBody>
      </p:sp>
      <p:sp>
        <p:nvSpPr>
          <p:cNvPr id="4" name="Footer Placeholder 3">
            <a:extLst>
              <a:ext uri="{FF2B5EF4-FFF2-40B4-BE49-F238E27FC236}">
                <a16:creationId xmlns:a16="http://schemas.microsoft.com/office/drawing/2014/main" id="{D09292FB-D11A-9724-E10D-FD5290BCD09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FB211E59-7530-C471-3DD3-380889B59B4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40CD357-4732-EC44-8665-59EED4AF89F6}" type="slidenum">
              <a:rPr lang="en-GB" smtClean="0"/>
              <a:t>‹#›</a:t>
            </a:fld>
            <a:endParaRPr lang="en-GB"/>
          </a:p>
        </p:txBody>
      </p:sp>
    </p:spTree>
    <p:extLst>
      <p:ext uri="{BB962C8B-B14F-4D97-AF65-F5344CB8AC3E}">
        <p14:creationId xmlns:p14="http://schemas.microsoft.com/office/powerpoint/2010/main" val="1646420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3C7ED1-088D-EF4B-A32B-6CA354DCCC62}" type="datetimeFigureOut">
              <a:rPr lang="en-GB" smtClean="0"/>
              <a:t>04/08/2026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45AC0A-2887-4D45-AE2B-EFDD8D1FB63E}" type="slidenum">
              <a:rPr lang="en-GB" smtClean="0"/>
              <a:t>‹#›</a:t>
            </a:fld>
            <a:endParaRPr lang="en-GB"/>
          </a:p>
        </p:txBody>
      </p:sp>
    </p:spTree>
    <p:extLst>
      <p:ext uri="{BB962C8B-B14F-4D97-AF65-F5344CB8AC3E}">
        <p14:creationId xmlns:p14="http://schemas.microsoft.com/office/powerpoint/2010/main" val="1722602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423248-6D77-42F4-ADBD-B67D21E8300A}"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58276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C292E-FC5A-754B-D85B-32D27239A3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896C33-5485-C8AF-5245-3B4B51D4F8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A6DB3E-BF2C-A7A6-503B-08A748B4DF35}"/>
              </a:ext>
            </a:extLst>
          </p:cNvPr>
          <p:cNvSpPr>
            <a:spLocks noGrp="1"/>
          </p:cNvSpPr>
          <p:nvPr>
            <p:ph type="body" idx="1"/>
          </p:nvPr>
        </p:nvSpPr>
        <p:spPr/>
        <p:txBody>
          <a:bodyPr/>
          <a:lstStyle/>
          <a:p>
            <a:r>
              <a:rPr lang="en-US" b="1" dirty="0"/>
              <a:t>Today’s Link to Wider Learning</a:t>
            </a:r>
            <a:endParaRPr lang="en-US" dirty="0"/>
          </a:p>
          <a:p>
            <a:r>
              <a:rPr lang="en-US" dirty="0"/>
              <a:t>Tutor to highlight:</a:t>
            </a:r>
          </a:p>
          <a:p>
            <a:r>
              <a:rPr lang="en-US" dirty="0"/>
              <a:t>How today’s topic links to British Values</a:t>
            </a:r>
          </a:p>
          <a:p>
            <a:r>
              <a:rPr lang="en-US" dirty="0"/>
              <a:t>Any Prevent or digital safety themes</a:t>
            </a:r>
          </a:p>
          <a:p>
            <a:r>
              <a:rPr lang="en-US" dirty="0"/>
              <a:t>How this supports your career development</a:t>
            </a:r>
          </a:p>
        </p:txBody>
      </p:sp>
      <p:sp>
        <p:nvSpPr>
          <p:cNvPr id="4" name="Slide Number Placeholder 3">
            <a:extLst>
              <a:ext uri="{FF2B5EF4-FFF2-40B4-BE49-F238E27FC236}">
                <a16:creationId xmlns:a16="http://schemas.microsoft.com/office/drawing/2014/main" id="{728EECE6-E8F0-64D3-FFCB-E8358E487E4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C25DB7-60BF-4D1A-97EF-AD4D8CFEF1E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57960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This slide must be used to introduce the learners to the expectations of this session and provide the starting point for a discussion around the learning and content to be covered in this session.</a:t>
            </a:r>
          </a:p>
          <a:p>
            <a:endParaRPr lang="en-GB" dirty="0"/>
          </a:p>
          <a:p>
            <a:r>
              <a:rPr lang="en-GB" b="1" dirty="0"/>
              <a:t>Session Aim </a:t>
            </a:r>
            <a:r>
              <a:rPr lang="en-GB" dirty="0"/>
              <a:t>– this is a sentence which details the high-level expectation for learning in this session:</a:t>
            </a:r>
          </a:p>
          <a:p>
            <a:r>
              <a:rPr lang="en-GB" dirty="0"/>
              <a:t>“Investigate the fundamentals of networking architectures through looking at Logical Topologies and Protocols which provide management for data transmission.”</a:t>
            </a:r>
          </a:p>
          <a:p>
            <a:endParaRPr lang="en-GB" dirty="0"/>
          </a:p>
          <a:p>
            <a:r>
              <a:rPr lang="en-GB" b="1" dirty="0"/>
              <a:t>Objectives</a:t>
            </a:r>
            <a:r>
              <a:rPr lang="en-GB" dirty="0"/>
              <a:t> – this is the steps that will be taken to achieve the Aim. Steps on a ladder</a:t>
            </a:r>
          </a:p>
          <a:p>
            <a:r>
              <a:rPr lang="en-GB" dirty="0"/>
              <a:t>“Identify each of the five main networking Logical Topologies used in modern computer networks.”</a:t>
            </a:r>
          </a:p>
          <a:p>
            <a:r>
              <a:rPr lang="en-GB" dirty="0"/>
              <a:t>“Describe the primary benefits of each Logical Topology.”</a:t>
            </a:r>
          </a:p>
          <a:p>
            <a:r>
              <a:rPr lang="en-GB" dirty="0"/>
              <a:t>“List and detail the main features of communications protocols used in computer and telecommunications networks.”</a:t>
            </a:r>
          </a:p>
          <a:p>
            <a:r>
              <a:rPr lang="en-GB" dirty="0"/>
              <a:t>“Explain how communications protocols impact the performance selection of a Logical Topology and the overall network.”</a:t>
            </a:r>
          </a:p>
          <a:p>
            <a:endParaRPr lang="en-GB" dirty="0"/>
          </a:p>
        </p:txBody>
      </p:sp>
      <p:sp>
        <p:nvSpPr>
          <p:cNvPr id="4" name="Slide Number Placeholder 3"/>
          <p:cNvSpPr>
            <a:spLocks noGrp="1"/>
          </p:cNvSpPr>
          <p:nvPr>
            <p:ph type="sldNum" sz="quarter" idx="5"/>
          </p:nvPr>
        </p:nvSpPr>
        <p:spPr/>
        <p:txBody>
          <a:bodyPr/>
          <a:lstStyle/>
          <a:p>
            <a:fld id="{8F423248-6D77-42F4-ADBD-B67D21E8300A}" type="slidenum">
              <a:rPr lang="en-GB" smtClean="0"/>
              <a:t>4</a:t>
            </a:fld>
            <a:endParaRPr lang="en-GB"/>
          </a:p>
        </p:txBody>
      </p:sp>
    </p:spTree>
    <p:extLst>
      <p:ext uri="{BB962C8B-B14F-4D97-AF65-F5344CB8AC3E}">
        <p14:creationId xmlns:p14="http://schemas.microsoft.com/office/powerpoint/2010/main" val="2439734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i="1" dirty="0"/>
              <a:t>Make the learners aware of what KSBs have been covered during this session and which of their Assessment Methods they relate to.</a:t>
            </a:r>
          </a:p>
          <a:p>
            <a:endParaRPr lang="en-IE" i="1" dirty="0"/>
          </a:p>
          <a:p>
            <a:r>
              <a:rPr lang="en-IE" i="1" dirty="0"/>
              <a:t>Adapt according to your course/AMs – these are the AMs and KSBs for L4 Network Engineer</a:t>
            </a:r>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C10386-3129-D040-9582-5A9BC162773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67596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F423248-6D77-42F4-ADBD-B67D21E8300A}" type="slidenum">
              <a:rPr lang="en-GB" smtClean="0"/>
              <a:t>7</a:t>
            </a:fld>
            <a:endParaRPr lang="en-GB"/>
          </a:p>
        </p:txBody>
      </p:sp>
    </p:spTree>
    <p:extLst>
      <p:ext uri="{BB962C8B-B14F-4D97-AF65-F5344CB8AC3E}">
        <p14:creationId xmlns:p14="http://schemas.microsoft.com/office/powerpoint/2010/main" val="35713997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1" dirty="0"/>
          </a:p>
        </p:txBody>
      </p:sp>
      <p:sp>
        <p:nvSpPr>
          <p:cNvPr id="4" name="Slide Number Placeholder 3"/>
          <p:cNvSpPr>
            <a:spLocks noGrp="1"/>
          </p:cNvSpPr>
          <p:nvPr>
            <p:ph type="sldNum" sz="quarter" idx="5"/>
          </p:nvPr>
        </p:nvSpPr>
        <p:spPr/>
        <p:txBody>
          <a:bodyPr/>
          <a:lstStyle/>
          <a:p>
            <a:fld id="{8F423248-6D77-42F4-ADBD-B67D21E8300A}" type="slidenum">
              <a:rPr lang="en-GB" smtClean="0"/>
              <a:t>8</a:t>
            </a:fld>
            <a:endParaRPr lang="en-GB"/>
          </a:p>
        </p:txBody>
      </p:sp>
    </p:spTree>
    <p:extLst>
      <p:ext uri="{BB962C8B-B14F-4D97-AF65-F5344CB8AC3E}">
        <p14:creationId xmlns:p14="http://schemas.microsoft.com/office/powerpoint/2010/main" val="15221768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F423248-6D77-42F4-ADBD-B67D21E8300A}" type="slidenum">
              <a:rPr lang="en-GB" smtClean="0"/>
              <a:t>9</a:t>
            </a:fld>
            <a:endParaRPr lang="en-GB"/>
          </a:p>
        </p:txBody>
      </p:sp>
    </p:spTree>
    <p:extLst>
      <p:ext uri="{BB962C8B-B14F-4D97-AF65-F5344CB8AC3E}">
        <p14:creationId xmlns:p14="http://schemas.microsoft.com/office/powerpoint/2010/main" val="3736840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This slide MUST be shown at the end of each Learning Block so that we can gather feedback from Learners about their experiences.</a:t>
            </a:r>
          </a:p>
          <a:p>
            <a:endParaRPr lang="en-GB" dirty="0"/>
          </a:p>
          <a:p>
            <a:r>
              <a:rPr lang="en-GB" dirty="0"/>
              <a:t>If sharing through the ‘Present in Teams’ feature in PowerPoint, Learners can click the link (the image) directly.</a:t>
            </a:r>
          </a:p>
          <a:p>
            <a:endParaRPr lang="en-GB" dirty="0"/>
          </a:p>
          <a:p>
            <a:r>
              <a:rPr lang="en-GB" dirty="0"/>
              <a:t>If sharing through ‘Share a Desktop’ in Teams then the link will need to be shared with the Learners through the chat.</a:t>
            </a:r>
          </a:p>
          <a:p>
            <a:endParaRPr lang="en-GB" dirty="0"/>
          </a:p>
          <a:p>
            <a:r>
              <a:rPr lang="en-GB" b="1" dirty="0"/>
              <a:t>Direct Link </a:t>
            </a:r>
            <a:r>
              <a:rPr lang="en-GB" dirty="0"/>
              <a:t>- </a:t>
            </a:r>
          </a:p>
          <a:p>
            <a:endParaRPr lang="en-GB" dirty="0"/>
          </a:p>
        </p:txBody>
      </p:sp>
      <p:sp>
        <p:nvSpPr>
          <p:cNvPr id="4" name="Slide Number Placeholder 3"/>
          <p:cNvSpPr>
            <a:spLocks noGrp="1"/>
          </p:cNvSpPr>
          <p:nvPr>
            <p:ph type="sldNum" sz="quarter" idx="5"/>
          </p:nvPr>
        </p:nvSpPr>
        <p:spPr/>
        <p:txBody>
          <a:bodyPr/>
          <a:lstStyle/>
          <a:p>
            <a:fld id="{8F423248-6D77-42F4-ADBD-B67D21E8300A}" type="slidenum">
              <a:rPr lang="en-GB" smtClean="0"/>
              <a:t>11</a:t>
            </a:fld>
            <a:endParaRPr lang="en-GB"/>
          </a:p>
        </p:txBody>
      </p:sp>
    </p:spTree>
    <p:extLst>
      <p:ext uri="{BB962C8B-B14F-4D97-AF65-F5344CB8AC3E}">
        <p14:creationId xmlns:p14="http://schemas.microsoft.com/office/powerpoint/2010/main" val="21836021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E8BFF-E69F-AE9E-07AE-ABBC32819C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191377-709C-7564-C339-30638C724E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814443-CD72-40C4-28CB-EE76D97BBDA3}"/>
              </a:ext>
            </a:extLst>
          </p:cNvPr>
          <p:cNvSpPr>
            <a:spLocks noGrp="1"/>
          </p:cNvSpPr>
          <p:nvPr>
            <p:ph type="body" idx="1"/>
          </p:nvPr>
        </p:nvSpPr>
        <p:spPr/>
        <p:txBody>
          <a:bodyPr/>
          <a:lstStyle/>
          <a:p>
            <a:r>
              <a:rPr lang="en-IE" i="1" dirty="0"/>
              <a:t>Make the learners aware of what KSBs have been covered during this session and which of their Assessment Methods they relate to.</a:t>
            </a:r>
          </a:p>
          <a:p>
            <a:endParaRPr lang="en-IE" i="1" dirty="0"/>
          </a:p>
          <a:p>
            <a:r>
              <a:rPr lang="en-IE" i="1" dirty="0"/>
              <a:t>Adapt according to your course/AMs – these are the AMs and KSBs for L4 Network Engineer</a:t>
            </a:r>
            <a:endParaRPr lang="en-GB" dirty="0"/>
          </a:p>
        </p:txBody>
      </p:sp>
      <p:sp>
        <p:nvSpPr>
          <p:cNvPr id="4" name="Slide Number Placeholder 3">
            <a:extLst>
              <a:ext uri="{FF2B5EF4-FFF2-40B4-BE49-F238E27FC236}">
                <a16:creationId xmlns:a16="http://schemas.microsoft.com/office/drawing/2014/main" id="{BFBBB742-7A79-3B67-BFEA-24FEF59180E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C10386-3129-D040-9582-5A9BC162773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602451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01F9C417-AE0F-5FEA-3B9D-9F4E883C0D0B}"/>
              </a:ext>
            </a:extLst>
          </p:cNvPr>
          <p:cNvGrpSpPr/>
          <p:nvPr userDrawn="1"/>
        </p:nvGrpSpPr>
        <p:grpSpPr>
          <a:xfrm>
            <a:off x="1678450" y="1902925"/>
            <a:ext cx="8835100" cy="4031873"/>
            <a:chOff x="1678450" y="1885340"/>
            <a:chExt cx="8835100" cy="4031873"/>
          </a:xfrm>
        </p:grpSpPr>
        <p:grpSp>
          <p:nvGrpSpPr>
            <p:cNvPr id="4" name="Group 3">
              <a:extLst>
                <a:ext uri="{FF2B5EF4-FFF2-40B4-BE49-F238E27FC236}">
                  <a16:creationId xmlns:a16="http://schemas.microsoft.com/office/drawing/2014/main" id="{B73C6D40-8476-17E6-05E7-7A8141C7D81B}"/>
                </a:ext>
              </a:extLst>
            </p:cNvPr>
            <p:cNvGrpSpPr/>
            <p:nvPr userDrawn="1"/>
          </p:nvGrpSpPr>
          <p:grpSpPr>
            <a:xfrm>
              <a:off x="1678450" y="3047807"/>
              <a:ext cx="914400" cy="1326777"/>
              <a:chOff x="394800" y="1446933"/>
              <a:chExt cx="914400" cy="1326777"/>
            </a:xfrm>
          </p:grpSpPr>
          <p:pic>
            <p:nvPicPr>
              <p:cNvPr id="5" name="Graphic 4" descr="Podcast with solid fill">
                <a:extLst>
                  <a:ext uri="{FF2B5EF4-FFF2-40B4-BE49-F238E27FC236}">
                    <a16:creationId xmlns:a16="http://schemas.microsoft.com/office/drawing/2014/main" id="{BB4291A9-E1F8-6D46-8154-3219599F8B3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94800" y="1446933"/>
                <a:ext cx="914400" cy="914400"/>
              </a:xfrm>
              <a:prstGeom prst="rect">
                <a:avLst/>
              </a:prstGeom>
            </p:spPr>
          </p:pic>
          <p:sp>
            <p:nvSpPr>
              <p:cNvPr id="6" name="Rectangle: Rounded Corners 5">
                <a:extLst>
                  <a:ext uri="{FF2B5EF4-FFF2-40B4-BE49-F238E27FC236}">
                    <a16:creationId xmlns:a16="http://schemas.microsoft.com/office/drawing/2014/main" id="{28A51AAD-2133-1971-1AE7-EC7E69A2AD6E}"/>
                  </a:ext>
                </a:extLst>
              </p:cNvPr>
              <p:cNvSpPr/>
              <p:nvPr/>
            </p:nvSpPr>
            <p:spPr>
              <a:xfrm>
                <a:off x="394800" y="2300403"/>
                <a:ext cx="914400" cy="473307"/>
              </a:xfrm>
              <a:prstGeom prst="roundRect">
                <a:avLst/>
              </a:prstGeom>
              <a:solidFill>
                <a:schemeClr val="accent1"/>
              </a:solidFill>
              <a:ln>
                <a:solidFill>
                  <a:schemeClr val="accent4"/>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2400" b="1" dirty="0">
                    <a:solidFill>
                      <a:schemeClr val="bg1"/>
                    </a:solidFill>
                  </a:rPr>
                  <a:t>LIVE</a:t>
                </a:r>
              </a:p>
            </p:txBody>
          </p:sp>
        </p:grpSp>
        <p:grpSp>
          <p:nvGrpSpPr>
            <p:cNvPr id="7" name="Group 6">
              <a:extLst>
                <a:ext uri="{FF2B5EF4-FFF2-40B4-BE49-F238E27FC236}">
                  <a16:creationId xmlns:a16="http://schemas.microsoft.com/office/drawing/2014/main" id="{E55FF514-A609-EF11-21AB-EF5CF077C39E}"/>
                </a:ext>
              </a:extLst>
            </p:cNvPr>
            <p:cNvGrpSpPr/>
            <p:nvPr userDrawn="1"/>
          </p:nvGrpSpPr>
          <p:grpSpPr>
            <a:xfrm>
              <a:off x="9599150" y="3047807"/>
              <a:ext cx="914400" cy="1326777"/>
              <a:chOff x="394800" y="1446933"/>
              <a:chExt cx="914400" cy="1326777"/>
            </a:xfrm>
          </p:grpSpPr>
          <p:pic>
            <p:nvPicPr>
              <p:cNvPr id="8" name="Graphic 7" descr="Podcast with solid fill">
                <a:extLst>
                  <a:ext uri="{FF2B5EF4-FFF2-40B4-BE49-F238E27FC236}">
                    <a16:creationId xmlns:a16="http://schemas.microsoft.com/office/drawing/2014/main" id="{C1573D47-B5AC-E4DA-02EC-7BE183768BF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94800" y="1446933"/>
                <a:ext cx="914400" cy="914400"/>
              </a:xfrm>
              <a:prstGeom prst="rect">
                <a:avLst/>
              </a:prstGeom>
            </p:spPr>
          </p:pic>
          <p:sp>
            <p:nvSpPr>
              <p:cNvPr id="9" name="Rectangle: Rounded Corners 8">
                <a:extLst>
                  <a:ext uri="{FF2B5EF4-FFF2-40B4-BE49-F238E27FC236}">
                    <a16:creationId xmlns:a16="http://schemas.microsoft.com/office/drawing/2014/main" id="{33AB2ED8-8F3B-CD53-0B8B-BC54879B956E}"/>
                  </a:ext>
                </a:extLst>
              </p:cNvPr>
              <p:cNvSpPr/>
              <p:nvPr/>
            </p:nvSpPr>
            <p:spPr>
              <a:xfrm>
                <a:off x="394800" y="2300403"/>
                <a:ext cx="914400" cy="473307"/>
              </a:xfrm>
              <a:prstGeom prst="roundRect">
                <a:avLst/>
              </a:prstGeom>
              <a:solidFill>
                <a:schemeClr val="accent1"/>
              </a:solidFill>
              <a:ln>
                <a:solidFill>
                  <a:schemeClr val="accent4"/>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2400" b="1" dirty="0">
                    <a:solidFill>
                      <a:schemeClr val="bg1"/>
                    </a:solidFill>
                  </a:rPr>
                  <a:t>LIVE</a:t>
                </a:r>
              </a:p>
            </p:txBody>
          </p:sp>
        </p:grpSp>
        <p:sp>
          <p:nvSpPr>
            <p:cNvPr id="10" name="TextBox 9">
              <a:extLst>
                <a:ext uri="{FF2B5EF4-FFF2-40B4-BE49-F238E27FC236}">
                  <a16:creationId xmlns:a16="http://schemas.microsoft.com/office/drawing/2014/main" id="{5EC85732-829E-5F01-9E43-691B56EDA580}"/>
                </a:ext>
              </a:extLst>
            </p:cNvPr>
            <p:cNvSpPr txBox="1"/>
            <p:nvPr userDrawn="1"/>
          </p:nvSpPr>
          <p:spPr>
            <a:xfrm>
              <a:off x="2757000" y="1885340"/>
              <a:ext cx="6678000" cy="4031873"/>
            </a:xfrm>
            <a:prstGeom prst="rect">
              <a:avLst/>
            </a:prstGeom>
            <a:noFill/>
          </p:spPr>
          <p:txBody>
            <a:bodyPr wrap="square" rtlCol="0">
              <a:spAutoFit/>
            </a:bodyPr>
            <a:lstStyle/>
            <a:p>
              <a:pPr marL="0" indent="0" algn="ctr">
                <a:buNone/>
              </a:pPr>
              <a:r>
                <a:rPr lang="en-GB" sz="3200" b="1" dirty="0">
                  <a:solidFill>
                    <a:schemeClr val="accent1"/>
                  </a:solidFill>
                </a:rPr>
                <a:t>This Session is being Recorded</a:t>
              </a:r>
            </a:p>
            <a:p>
              <a:pPr marL="0" indent="0" algn="ctr">
                <a:buNone/>
              </a:pPr>
              <a:endParaRPr lang="en-GB" sz="3200" b="1" dirty="0">
                <a:solidFill>
                  <a:schemeClr val="accent1"/>
                </a:solidFill>
              </a:endParaRPr>
            </a:p>
            <a:p>
              <a:pPr marL="0" indent="0" algn="ctr">
                <a:buNone/>
              </a:pPr>
              <a:r>
                <a:rPr lang="en-GB" sz="2400" b="1" dirty="0">
                  <a:solidFill>
                    <a:schemeClr val="accent1"/>
                  </a:solidFill>
                </a:rPr>
                <a:t>It is being recorded for your benefit and for the purpose of Learner Support and Quality</a:t>
              </a:r>
            </a:p>
            <a:p>
              <a:pPr marL="0" indent="0" algn="ctr">
                <a:buNone/>
              </a:pPr>
              <a:endParaRPr lang="en-GB" sz="2400" b="1" dirty="0">
                <a:solidFill>
                  <a:schemeClr val="accent1"/>
                </a:solidFill>
              </a:endParaRPr>
            </a:p>
            <a:p>
              <a:pPr marL="0" indent="0" algn="ctr">
                <a:buNone/>
              </a:pPr>
              <a:r>
                <a:rPr lang="en-GB" sz="2400" b="1" dirty="0">
                  <a:solidFill>
                    <a:schemeClr val="accent1"/>
                  </a:solidFill>
                </a:rPr>
                <a:t>Attendance at the session is consent to be recorded</a:t>
              </a:r>
            </a:p>
            <a:p>
              <a:pPr marL="0" indent="0" algn="ctr">
                <a:buNone/>
              </a:pPr>
              <a:endParaRPr lang="en-GB" sz="2400" b="1" dirty="0">
                <a:solidFill>
                  <a:schemeClr val="accent1"/>
                </a:solidFill>
              </a:endParaRPr>
            </a:p>
            <a:p>
              <a:pPr marL="0" indent="0" algn="ctr">
                <a:buNone/>
              </a:pPr>
              <a:r>
                <a:rPr lang="en-GB" sz="2400" b="1" dirty="0">
                  <a:solidFill>
                    <a:schemeClr val="accent1"/>
                  </a:solidFill>
                </a:rPr>
                <a:t>Should you have any questions or concerns, please let your Trainer know.</a:t>
              </a:r>
            </a:p>
          </p:txBody>
        </p:sp>
      </p:grpSp>
      <p:sp>
        <p:nvSpPr>
          <p:cNvPr id="12" name="Title 11">
            <a:extLst>
              <a:ext uri="{FF2B5EF4-FFF2-40B4-BE49-F238E27FC236}">
                <a16:creationId xmlns:a16="http://schemas.microsoft.com/office/drawing/2014/main" id="{90D008FD-B7AA-B15A-3B2C-E5FE69EA5FD0}"/>
              </a:ext>
            </a:extLst>
          </p:cNvPr>
          <p:cNvSpPr>
            <a:spLocks noGrp="1"/>
          </p:cNvSpPr>
          <p:nvPr>
            <p:ph type="title"/>
          </p:nvPr>
        </p:nvSpPr>
        <p:spPr/>
        <p:txBody>
          <a:bodyPr/>
          <a:lstStyle/>
          <a:p>
            <a:r>
              <a:rPr lang="en-US" dirty="0"/>
              <a:t>Click to edit Master title style</a:t>
            </a:r>
            <a:endParaRPr lang="en-GB" dirty="0"/>
          </a:p>
        </p:txBody>
      </p:sp>
    </p:spTree>
    <p:extLst>
      <p:ext uri="{BB962C8B-B14F-4D97-AF65-F5344CB8AC3E}">
        <p14:creationId xmlns:p14="http://schemas.microsoft.com/office/powerpoint/2010/main" val="844911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2C Introductio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A6650D-C61C-13C5-F86A-920EE227B9A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itle 3">
            <a:extLst>
              <a:ext uri="{FF2B5EF4-FFF2-40B4-BE49-F238E27FC236}">
                <a16:creationId xmlns:a16="http://schemas.microsoft.com/office/drawing/2014/main" id="{0BC4D96C-D562-1F2D-D84F-327D7A2486B6}"/>
              </a:ext>
            </a:extLst>
          </p:cNvPr>
          <p:cNvSpPr>
            <a:spLocks noGrp="1"/>
          </p:cNvSpPr>
          <p:nvPr>
            <p:ph type="title"/>
          </p:nvPr>
        </p:nvSpPr>
        <p:spPr>
          <a:xfrm>
            <a:off x="1147189" y="2442586"/>
            <a:ext cx="9897622" cy="1325563"/>
          </a:xfrm>
        </p:spPr>
        <p:txBody>
          <a:bodyPr/>
          <a:lstStyle>
            <a:lvl1pPr>
              <a:defRPr>
                <a:solidFill>
                  <a:schemeClr val="bg1"/>
                </a:solidFill>
              </a:defRPr>
            </a:lvl1pPr>
          </a:lstStyle>
          <a:p>
            <a:r>
              <a:rPr lang="en-US"/>
              <a:t>Click to edit Master title style</a:t>
            </a:r>
            <a:endParaRPr lang="en-GB"/>
          </a:p>
        </p:txBody>
      </p:sp>
      <p:sp>
        <p:nvSpPr>
          <p:cNvPr id="2" name="Subtitle 2">
            <a:extLst>
              <a:ext uri="{FF2B5EF4-FFF2-40B4-BE49-F238E27FC236}">
                <a16:creationId xmlns:a16="http://schemas.microsoft.com/office/drawing/2014/main" id="{F9A83B70-45B0-0721-CBD1-A05B07E7550E}"/>
              </a:ext>
            </a:extLst>
          </p:cNvPr>
          <p:cNvSpPr>
            <a:spLocks noGrp="1"/>
          </p:cNvSpPr>
          <p:nvPr>
            <p:ph type="subTitle" idx="1"/>
          </p:nvPr>
        </p:nvSpPr>
        <p:spPr>
          <a:xfrm>
            <a:off x="1147189" y="3834485"/>
            <a:ext cx="9244727" cy="450000"/>
          </a:xfrm>
          <a:noFill/>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5" name="Picture 4">
            <a:extLst>
              <a:ext uri="{FF2B5EF4-FFF2-40B4-BE49-F238E27FC236}">
                <a16:creationId xmlns:a16="http://schemas.microsoft.com/office/drawing/2014/main" id="{FBB132C8-CA17-50CF-4CF7-FFEF134745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35738" y="640528"/>
            <a:ext cx="4305541" cy="979149"/>
          </a:xfrm>
          <a:prstGeom prst="rect">
            <a:avLst/>
          </a:prstGeom>
        </p:spPr>
      </p:pic>
    </p:spTree>
    <p:extLst>
      <p:ext uri="{BB962C8B-B14F-4D97-AF65-F5344CB8AC3E}">
        <p14:creationId xmlns:p14="http://schemas.microsoft.com/office/powerpoint/2010/main" val="21031070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F2C Introductio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A6650D-C61C-13C5-F86A-920EE227B9A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 name="Title 3">
            <a:extLst>
              <a:ext uri="{FF2B5EF4-FFF2-40B4-BE49-F238E27FC236}">
                <a16:creationId xmlns:a16="http://schemas.microsoft.com/office/drawing/2014/main" id="{0BC4D96C-D562-1F2D-D84F-327D7A2486B6}"/>
              </a:ext>
            </a:extLst>
          </p:cNvPr>
          <p:cNvSpPr>
            <a:spLocks noGrp="1"/>
          </p:cNvSpPr>
          <p:nvPr>
            <p:ph type="title"/>
          </p:nvPr>
        </p:nvSpPr>
        <p:spPr>
          <a:xfrm>
            <a:off x="1147189" y="2442586"/>
            <a:ext cx="9897622" cy="1325563"/>
          </a:xfrm>
        </p:spPr>
        <p:txBody>
          <a:bodyPr/>
          <a:lstStyle>
            <a:lvl1pPr>
              <a:defRPr>
                <a:solidFill>
                  <a:schemeClr val="bg1"/>
                </a:solidFill>
              </a:defRPr>
            </a:lvl1pPr>
          </a:lstStyle>
          <a:p>
            <a:r>
              <a:rPr lang="en-US"/>
              <a:t>Click to edit Master title style</a:t>
            </a:r>
            <a:endParaRPr lang="en-GB"/>
          </a:p>
        </p:txBody>
      </p:sp>
      <p:sp>
        <p:nvSpPr>
          <p:cNvPr id="2" name="Subtitle 2">
            <a:extLst>
              <a:ext uri="{FF2B5EF4-FFF2-40B4-BE49-F238E27FC236}">
                <a16:creationId xmlns:a16="http://schemas.microsoft.com/office/drawing/2014/main" id="{F9A83B70-45B0-0721-CBD1-A05B07E7550E}"/>
              </a:ext>
            </a:extLst>
          </p:cNvPr>
          <p:cNvSpPr>
            <a:spLocks noGrp="1"/>
          </p:cNvSpPr>
          <p:nvPr>
            <p:ph type="subTitle" idx="1"/>
          </p:nvPr>
        </p:nvSpPr>
        <p:spPr>
          <a:xfrm>
            <a:off x="1147189" y="3834485"/>
            <a:ext cx="9244727" cy="450000"/>
          </a:xfrm>
          <a:noFill/>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5" name="Picture 4">
            <a:extLst>
              <a:ext uri="{FF2B5EF4-FFF2-40B4-BE49-F238E27FC236}">
                <a16:creationId xmlns:a16="http://schemas.microsoft.com/office/drawing/2014/main" id="{FBB132C8-CA17-50CF-4CF7-FFEF134745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35738" y="640528"/>
            <a:ext cx="4305541" cy="979149"/>
          </a:xfrm>
          <a:prstGeom prst="rect">
            <a:avLst/>
          </a:prstGeom>
        </p:spPr>
      </p:pic>
    </p:spTree>
    <p:extLst>
      <p:ext uri="{BB962C8B-B14F-4D97-AF65-F5344CB8AC3E}">
        <p14:creationId xmlns:p14="http://schemas.microsoft.com/office/powerpoint/2010/main" val="3270351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F2C Introductio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A6650D-C61C-13C5-F86A-920EE227B9A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 name="Title 3">
            <a:extLst>
              <a:ext uri="{FF2B5EF4-FFF2-40B4-BE49-F238E27FC236}">
                <a16:creationId xmlns:a16="http://schemas.microsoft.com/office/drawing/2014/main" id="{0BC4D96C-D562-1F2D-D84F-327D7A2486B6}"/>
              </a:ext>
            </a:extLst>
          </p:cNvPr>
          <p:cNvSpPr>
            <a:spLocks noGrp="1"/>
          </p:cNvSpPr>
          <p:nvPr>
            <p:ph type="title"/>
          </p:nvPr>
        </p:nvSpPr>
        <p:spPr>
          <a:xfrm>
            <a:off x="1147189" y="2442586"/>
            <a:ext cx="9897622" cy="1325563"/>
          </a:xfrm>
        </p:spPr>
        <p:txBody>
          <a:bodyPr/>
          <a:lstStyle>
            <a:lvl1pPr>
              <a:defRPr>
                <a:solidFill>
                  <a:schemeClr val="bg1"/>
                </a:solidFill>
              </a:defRPr>
            </a:lvl1pPr>
          </a:lstStyle>
          <a:p>
            <a:r>
              <a:rPr lang="en-US"/>
              <a:t>Click to edit Master title style</a:t>
            </a:r>
            <a:endParaRPr lang="en-GB"/>
          </a:p>
        </p:txBody>
      </p:sp>
      <p:sp>
        <p:nvSpPr>
          <p:cNvPr id="2" name="Subtitle 2">
            <a:extLst>
              <a:ext uri="{FF2B5EF4-FFF2-40B4-BE49-F238E27FC236}">
                <a16:creationId xmlns:a16="http://schemas.microsoft.com/office/drawing/2014/main" id="{F9A83B70-45B0-0721-CBD1-A05B07E7550E}"/>
              </a:ext>
            </a:extLst>
          </p:cNvPr>
          <p:cNvSpPr>
            <a:spLocks noGrp="1"/>
          </p:cNvSpPr>
          <p:nvPr>
            <p:ph type="subTitle" idx="1"/>
          </p:nvPr>
        </p:nvSpPr>
        <p:spPr>
          <a:xfrm>
            <a:off x="1147189" y="3834485"/>
            <a:ext cx="9244727" cy="450000"/>
          </a:xfrm>
          <a:noFill/>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5" name="Picture 4">
            <a:extLst>
              <a:ext uri="{FF2B5EF4-FFF2-40B4-BE49-F238E27FC236}">
                <a16:creationId xmlns:a16="http://schemas.microsoft.com/office/drawing/2014/main" id="{FBB132C8-CA17-50CF-4CF7-FFEF134745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35738" y="640528"/>
            <a:ext cx="4305541" cy="979149"/>
          </a:xfrm>
          <a:prstGeom prst="rect">
            <a:avLst/>
          </a:prstGeom>
        </p:spPr>
      </p:pic>
    </p:spTree>
    <p:extLst>
      <p:ext uri="{BB962C8B-B14F-4D97-AF65-F5344CB8AC3E}">
        <p14:creationId xmlns:p14="http://schemas.microsoft.com/office/powerpoint/2010/main" val="2513876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F2C Introductio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A6650D-C61C-13C5-F86A-920EE227B9A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 name="Title 3">
            <a:extLst>
              <a:ext uri="{FF2B5EF4-FFF2-40B4-BE49-F238E27FC236}">
                <a16:creationId xmlns:a16="http://schemas.microsoft.com/office/drawing/2014/main" id="{0BC4D96C-D562-1F2D-D84F-327D7A2486B6}"/>
              </a:ext>
            </a:extLst>
          </p:cNvPr>
          <p:cNvSpPr>
            <a:spLocks noGrp="1"/>
          </p:cNvSpPr>
          <p:nvPr>
            <p:ph type="title"/>
          </p:nvPr>
        </p:nvSpPr>
        <p:spPr>
          <a:xfrm>
            <a:off x="1147189" y="2442586"/>
            <a:ext cx="9897622" cy="1325563"/>
          </a:xfrm>
        </p:spPr>
        <p:txBody>
          <a:bodyPr/>
          <a:lstStyle>
            <a:lvl1pPr>
              <a:defRPr>
                <a:solidFill>
                  <a:schemeClr val="bg1"/>
                </a:solidFill>
              </a:defRPr>
            </a:lvl1pPr>
          </a:lstStyle>
          <a:p>
            <a:r>
              <a:rPr lang="en-US"/>
              <a:t>Click to edit Master title style</a:t>
            </a:r>
            <a:endParaRPr lang="en-GB"/>
          </a:p>
        </p:txBody>
      </p:sp>
      <p:sp>
        <p:nvSpPr>
          <p:cNvPr id="2" name="Subtitle 2">
            <a:extLst>
              <a:ext uri="{FF2B5EF4-FFF2-40B4-BE49-F238E27FC236}">
                <a16:creationId xmlns:a16="http://schemas.microsoft.com/office/drawing/2014/main" id="{F9A83B70-45B0-0721-CBD1-A05B07E7550E}"/>
              </a:ext>
            </a:extLst>
          </p:cNvPr>
          <p:cNvSpPr>
            <a:spLocks noGrp="1"/>
          </p:cNvSpPr>
          <p:nvPr>
            <p:ph type="subTitle" idx="1"/>
          </p:nvPr>
        </p:nvSpPr>
        <p:spPr>
          <a:xfrm>
            <a:off x="1147189" y="3834485"/>
            <a:ext cx="9244727" cy="450000"/>
          </a:xfrm>
          <a:noFill/>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5" name="Picture 4">
            <a:extLst>
              <a:ext uri="{FF2B5EF4-FFF2-40B4-BE49-F238E27FC236}">
                <a16:creationId xmlns:a16="http://schemas.microsoft.com/office/drawing/2014/main" id="{FBB132C8-CA17-50CF-4CF7-FFEF134745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35738" y="640528"/>
            <a:ext cx="4305541" cy="979149"/>
          </a:xfrm>
          <a:prstGeom prst="rect">
            <a:avLst/>
          </a:prstGeom>
        </p:spPr>
      </p:pic>
    </p:spTree>
    <p:extLst>
      <p:ext uri="{BB962C8B-B14F-4D97-AF65-F5344CB8AC3E}">
        <p14:creationId xmlns:p14="http://schemas.microsoft.com/office/powerpoint/2010/main" val="14993914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pic>
        <p:nvPicPr>
          <p:cNvPr id="3" name="Picture 2" descr="A colorful stream of water">
            <a:extLst>
              <a:ext uri="{FF2B5EF4-FFF2-40B4-BE49-F238E27FC236}">
                <a16:creationId xmlns:a16="http://schemas.microsoft.com/office/drawing/2014/main" id="{A38DC9F4-CF36-F7CD-78CA-C9198F3634D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984748"/>
          </a:xfrm>
          <a:prstGeom prst="rect">
            <a:avLst/>
          </a:prstGeom>
        </p:spPr>
      </p:pic>
      <p:sp>
        <p:nvSpPr>
          <p:cNvPr id="5" name="Title 1">
            <a:extLst>
              <a:ext uri="{FF2B5EF4-FFF2-40B4-BE49-F238E27FC236}">
                <a16:creationId xmlns:a16="http://schemas.microsoft.com/office/drawing/2014/main" id="{EA7208E6-346F-9F3A-2066-105CE8C32B22}"/>
              </a:ext>
            </a:extLst>
          </p:cNvPr>
          <p:cNvSpPr>
            <a:spLocks noGrp="1"/>
          </p:cNvSpPr>
          <p:nvPr>
            <p:ph type="ctrTitle"/>
          </p:nvPr>
        </p:nvSpPr>
        <p:spPr>
          <a:xfrm>
            <a:off x="388800" y="1616400"/>
            <a:ext cx="9936000" cy="1818000"/>
          </a:xfrm>
        </p:spPr>
        <p:txBody>
          <a:bodyPr anchor="b">
            <a:normAutofit/>
          </a:bodyPr>
          <a:lstStyle>
            <a:lvl1pPr algn="l">
              <a:defRPr sz="4800">
                <a:solidFill>
                  <a:schemeClr val="tx1"/>
                </a:solidFill>
              </a:defRPr>
            </a:lvl1pPr>
          </a:lstStyle>
          <a:p>
            <a:r>
              <a:rPr lang="en-US" dirty="0"/>
              <a:t>Click to edit Master title style</a:t>
            </a:r>
            <a:endParaRPr lang="en-GB" dirty="0"/>
          </a:p>
        </p:txBody>
      </p:sp>
      <p:sp>
        <p:nvSpPr>
          <p:cNvPr id="6" name="Subtitle 2">
            <a:extLst>
              <a:ext uri="{FF2B5EF4-FFF2-40B4-BE49-F238E27FC236}">
                <a16:creationId xmlns:a16="http://schemas.microsoft.com/office/drawing/2014/main" id="{5CE0F1A4-D5AE-8FA6-5CAF-106CC0F3A327}"/>
              </a:ext>
            </a:extLst>
          </p:cNvPr>
          <p:cNvSpPr>
            <a:spLocks noGrp="1"/>
          </p:cNvSpPr>
          <p:nvPr>
            <p:ph type="subTitle" idx="1"/>
          </p:nvPr>
        </p:nvSpPr>
        <p:spPr>
          <a:xfrm>
            <a:off x="388800" y="3474000"/>
            <a:ext cx="9244727" cy="450000"/>
          </a:xfrm>
          <a:solidFill>
            <a:schemeClr val="bg1"/>
          </a:solidFill>
        </p:spPr>
        <p:txBody>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Tree>
    <p:extLst>
      <p:ext uri="{BB962C8B-B14F-4D97-AF65-F5344CB8AC3E}">
        <p14:creationId xmlns:p14="http://schemas.microsoft.com/office/powerpoint/2010/main" val="907072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urse Overvie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7EFA4-D2DE-B183-D9D0-EF20303ED45D}"/>
              </a:ext>
            </a:extLst>
          </p:cNvPr>
          <p:cNvSpPr>
            <a:spLocks noGrp="1"/>
          </p:cNvSpPr>
          <p:nvPr>
            <p:ph type="title" hasCustomPrompt="1"/>
          </p:nvPr>
        </p:nvSpPr>
        <p:spPr>
          <a:xfrm>
            <a:off x="143607" y="172800"/>
            <a:ext cx="9896400" cy="1324800"/>
          </a:xfrm>
        </p:spPr>
        <p:txBody>
          <a:bodyPr/>
          <a:lstStyle>
            <a:lvl1pPr>
              <a:defRPr/>
            </a:lvl1pPr>
          </a:lstStyle>
          <a:p>
            <a:r>
              <a:rPr lang="en-US" dirty="0"/>
              <a:t>Course Overview</a:t>
            </a:r>
            <a:endParaRPr lang="en-GB" dirty="0"/>
          </a:p>
        </p:txBody>
      </p:sp>
      <p:pic>
        <p:nvPicPr>
          <p:cNvPr id="4" name="Picture 3">
            <a:extLst>
              <a:ext uri="{FF2B5EF4-FFF2-40B4-BE49-F238E27FC236}">
                <a16:creationId xmlns:a16="http://schemas.microsoft.com/office/drawing/2014/main" id="{B4ACB4C6-75DF-091C-EE82-3AEE8D2697C0}"/>
              </a:ext>
            </a:extLst>
          </p:cNvPr>
          <p:cNvPicPr>
            <a:picLocks noChangeAspect="1"/>
          </p:cNvPicPr>
          <p:nvPr userDrawn="1"/>
        </p:nvPicPr>
        <p:blipFill>
          <a:blip r:embed="rId2">
            <a:duotone>
              <a:schemeClr val="accent4">
                <a:shade val="45000"/>
                <a:satMod val="135000"/>
              </a:schemeClr>
              <a:prstClr val="white"/>
            </a:duotone>
          </a:blip>
          <a:stretch>
            <a:fillRect/>
          </a:stretch>
        </p:blipFill>
        <p:spPr>
          <a:xfrm>
            <a:off x="643237" y="3543301"/>
            <a:ext cx="1279796" cy="1279796"/>
          </a:xfrm>
          <a:prstGeom prst="rect">
            <a:avLst/>
          </a:prstGeom>
          <a:ln>
            <a:noFill/>
          </a:ln>
        </p:spPr>
      </p:pic>
      <p:sp>
        <p:nvSpPr>
          <p:cNvPr id="5" name="Content Placeholder 2">
            <a:extLst>
              <a:ext uri="{FF2B5EF4-FFF2-40B4-BE49-F238E27FC236}">
                <a16:creationId xmlns:a16="http://schemas.microsoft.com/office/drawing/2014/main" id="{CCF4D228-0A16-16AB-CF0E-2F22897C5AE9}"/>
              </a:ext>
            </a:extLst>
          </p:cNvPr>
          <p:cNvSpPr>
            <a:spLocks noGrp="1"/>
          </p:cNvSpPr>
          <p:nvPr>
            <p:ph idx="1"/>
          </p:nvPr>
        </p:nvSpPr>
        <p:spPr>
          <a:xfrm>
            <a:off x="2250831" y="1681199"/>
            <a:ext cx="9801575" cy="1176301"/>
          </a:xfrm>
        </p:spPr>
        <p:txBody>
          <a:bodyPr/>
          <a:lstStyle>
            <a:lvl1pPr>
              <a:defRPr b="0"/>
            </a:lvl1pPr>
            <a:lvl2pPr>
              <a:defRPr b="0"/>
            </a:lvl2pPr>
            <a:lvl3pPr>
              <a:defRPr b="0"/>
            </a:lvl3pPr>
            <a:lvl4pPr>
              <a:defRPr b="0"/>
            </a:lvl4pPr>
            <a:lvl5pPr>
              <a:defRPr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Content Placeholder 7">
            <a:extLst>
              <a:ext uri="{FF2B5EF4-FFF2-40B4-BE49-F238E27FC236}">
                <a16:creationId xmlns:a16="http://schemas.microsoft.com/office/drawing/2014/main" id="{1CC543FE-B1AA-11E8-EBC5-0E6313C2B2B9}"/>
              </a:ext>
            </a:extLst>
          </p:cNvPr>
          <p:cNvSpPr>
            <a:spLocks noGrp="1"/>
          </p:cNvSpPr>
          <p:nvPr>
            <p:ph sz="quarter" idx="11"/>
          </p:nvPr>
        </p:nvSpPr>
        <p:spPr>
          <a:xfrm>
            <a:off x="2250830" y="3038965"/>
            <a:ext cx="9801575" cy="3644864"/>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139284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89EC0-0E7F-36B3-A4EB-836C88C9276A}"/>
              </a:ext>
            </a:extLst>
          </p:cNvPr>
          <p:cNvSpPr>
            <a:spLocks noGrp="1"/>
          </p:cNvSpPr>
          <p:nvPr>
            <p:ph type="title"/>
          </p:nvPr>
        </p:nvSpPr>
        <p:spPr>
          <a:xfrm>
            <a:off x="144000" y="172800"/>
            <a:ext cx="9896400" cy="1325563"/>
          </a:xfrm>
        </p:spPr>
        <p:txBody>
          <a:bodyPr/>
          <a:lstStyle/>
          <a:p>
            <a:r>
              <a:rPr lang="en-US"/>
              <a:t>Click to edit Master title style</a:t>
            </a:r>
            <a:endParaRPr lang="en-GB"/>
          </a:p>
        </p:txBody>
      </p:sp>
      <p:sp>
        <p:nvSpPr>
          <p:cNvPr id="4" name="Text Placeholder 3">
            <a:extLst>
              <a:ext uri="{FF2B5EF4-FFF2-40B4-BE49-F238E27FC236}">
                <a16:creationId xmlns:a16="http://schemas.microsoft.com/office/drawing/2014/main" id="{88E4F1AE-B921-01D2-1D22-C07269A058E4}"/>
              </a:ext>
            </a:extLst>
          </p:cNvPr>
          <p:cNvSpPr>
            <a:spLocks noGrp="1"/>
          </p:cNvSpPr>
          <p:nvPr>
            <p:ph type="body" sz="quarter" idx="10"/>
          </p:nvPr>
        </p:nvSpPr>
        <p:spPr>
          <a:xfrm>
            <a:off x="144000" y="1681200"/>
            <a:ext cx="11908800" cy="10971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martArt Placeholder 5">
            <a:extLst>
              <a:ext uri="{FF2B5EF4-FFF2-40B4-BE49-F238E27FC236}">
                <a16:creationId xmlns:a16="http://schemas.microsoft.com/office/drawing/2014/main" id="{E2CC15FC-1F7E-FAA2-B138-13E017A09DA7}"/>
              </a:ext>
            </a:extLst>
          </p:cNvPr>
          <p:cNvSpPr>
            <a:spLocks noGrp="1"/>
          </p:cNvSpPr>
          <p:nvPr>
            <p:ph type="dgm" sz="quarter" idx="11"/>
          </p:nvPr>
        </p:nvSpPr>
        <p:spPr>
          <a:xfrm>
            <a:off x="144000" y="2857500"/>
            <a:ext cx="11908800" cy="3827700"/>
          </a:xfrm>
        </p:spPr>
        <p:txBody>
          <a:bodyPr/>
          <a:lstStyle/>
          <a:p>
            <a:endParaRPr lang="en-GB"/>
          </a:p>
        </p:txBody>
      </p:sp>
    </p:spTree>
    <p:extLst>
      <p:ext uri="{BB962C8B-B14F-4D97-AF65-F5344CB8AC3E}">
        <p14:creationId xmlns:p14="http://schemas.microsoft.com/office/powerpoint/2010/main" val="19451447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urse Overvie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7EFA4-D2DE-B183-D9D0-EF20303ED45D}"/>
              </a:ext>
            </a:extLst>
          </p:cNvPr>
          <p:cNvSpPr>
            <a:spLocks noGrp="1"/>
          </p:cNvSpPr>
          <p:nvPr>
            <p:ph type="title" hasCustomPrompt="1"/>
          </p:nvPr>
        </p:nvSpPr>
        <p:spPr>
          <a:xfrm>
            <a:off x="144000" y="172800"/>
            <a:ext cx="9896400" cy="1324800"/>
          </a:xfrm>
        </p:spPr>
        <p:txBody>
          <a:bodyPr/>
          <a:lstStyle>
            <a:lvl1pPr>
              <a:defRPr/>
            </a:lvl1pPr>
          </a:lstStyle>
          <a:p>
            <a:r>
              <a:rPr lang="en-US" dirty="0"/>
              <a:t>Demo</a:t>
            </a:r>
            <a:endParaRPr lang="en-GB" dirty="0"/>
          </a:p>
        </p:txBody>
      </p:sp>
      <p:sp>
        <p:nvSpPr>
          <p:cNvPr id="3" name="Content Placeholder 2">
            <a:extLst>
              <a:ext uri="{FF2B5EF4-FFF2-40B4-BE49-F238E27FC236}">
                <a16:creationId xmlns:a16="http://schemas.microsoft.com/office/drawing/2014/main" id="{5667C292-F61F-2FD5-B991-E30CAC8F84CD}"/>
              </a:ext>
            </a:extLst>
          </p:cNvPr>
          <p:cNvSpPr>
            <a:spLocks noGrp="1"/>
          </p:cNvSpPr>
          <p:nvPr>
            <p:ph idx="1"/>
          </p:nvPr>
        </p:nvSpPr>
        <p:spPr>
          <a:xfrm>
            <a:off x="4572000" y="1681200"/>
            <a:ext cx="7480800" cy="5004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0" name="Picture 9">
            <a:extLst>
              <a:ext uri="{FF2B5EF4-FFF2-40B4-BE49-F238E27FC236}">
                <a16:creationId xmlns:a16="http://schemas.microsoft.com/office/drawing/2014/main" id="{1E032F72-312B-F060-716F-2C3818D7484F}"/>
              </a:ext>
            </a:extLst>
          </p:cNvPr>
          <p:cNvPicPr>
            <a:picLocks noChangeAspect="1"/>
          </p:cNvPicPr>
          <p:nvPr userDrawn="1"/>
        </p:nvPicPr>
        <p:blipFill>
          <a:blip r:embed="rId2"/>
          <a:stretch>
            <a:fillRect/>
          </a:stretch>
        </p:blipFill>
        <p:spPr>
          <a:xfrm>
            <a:off x="907200" y="2736000"/>
            <a:ext cx="2898000" cy="2898000"/>
          </a:xfrm>
          <a:prstGeom prst="rect">
            <a:avLst/>
          </a:prstGeom>
        </p:spPr>
      </p:pic>
    </p:spTree>
    <p:extLst>
      <p:ext uri="{BB962C8B-B14F-4D97-AF65-F5344CB8AC3E}">
        <p14:creationId xmlns:p14="http://schemas.microsoft.com/office/powerpoint/2010/main" val="1319492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bullet list No KS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7AD91-E2BC-3152-DB6C-8682347FE39B}"/>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246B7EB-321E-8610-6E88-78CE997A557C}"/>
              </a:ext>
            </a:extLst>
          </p:cNvPr>
          <p:cNvSpPr>
            <a:spLocks noGrp="1"/>
          </p:cNvSpPr>
          <p:nvPr>
            <p:ph idx="1"/>
          </p:nvPr>
        </p:nvSpPr>
        <p:spPr>
          <a:xfrm>
            <a:off x="142128" y="1679521"/>
            <a:ext cx="11907740" cy="500430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555451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67C292-F61F-2FD5-B991-E30CAC8F84CD}"/>
              </a:ext>
            </a:extLst>
          </p:cNvPr>
          <p:cNvSpPr>
            <a:spLocks noGrp="1"/>
          </p:cNvSpPr>
          <p:nvPr>
            <p:ph idx="1"/>
          </p:nvPr>
        </p:nvSpPr>
        <p:spPr>
          <a:xfrm>
            <a:off x="142128" y="1679521"/>
            <a:ext cx="11907740" cy="468611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itle 3">
            <a:extLst>
              <a:ext uri="{FF2B5EF4-FFF2-40B4-BE49-F238E27FC236}">
                <a16:creationId xmlns:a16="http://schemas.microsoft.com/office/drawing/2014/main" id="{E904B940-1F20-2C11-CA76-F3A38B796FED}"/>
              </a:ext>
            </a:extLst>
          </p:cNvPr>
          <p:cNvSpPr>
            <a:spLocks noGrp="1"/>
          </p:cNvSpPr>
          <p:nvPr>
            <p:ph type="title"/>
          </p:nvPr>
        </p:nvSpPr>
        <p:spPr/>
        <p:txBody>
          <a:bodyPr/>
          <a:lstStyle/>
          <a:p>
            <a:r>
              <a:rPr lang="en-US"/>
              <a:t>Click to edit Master title style</a:t>
            </a:r>
            <a:endParaRPr lang="en-GB"/>
          </a:p>
        </p:txBody>
      </p:sp>
      <p:sp>
        <p:nvSpPr>
          <p:cNvPr id="5" name="Text Placeholder 4">
            <a:extLst>
              <a:ext uri="{FF2B5EF4-FFF2-40B4-BE49-F238E27FC236}">
                <a16:creationId xmlns:a16="http://schemas.microsoft.com/office/drawing/2014/main" id="{21C45679-53F1-CD1E-5969-358664F10169}"/>
              </a:ext>
            </a:extLst>
          </p:cNvPr>
          <p:cNvSpPr>
            <a:spLocks noGrp="1"/>
          </p:cNvSpPr>
          <p:nvPr>
            <p:ph type="body" sz="quarter" idx="10"/>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6" name="TextBox 5">
            <a:extLst>
              <a:ext uri="{FF2B5EF4-FFF2-40B4-BE49-F238E27FC236}">
                <a16:creationId xmlns:a16="http://schemas.microsoft.com/office/drawing/2014/main" id="{4A14EE58-F612-C906-46F8-7979405C7459}"/>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8" name="TextBox 7">
            <a:extLst>
              <a:ext uri="{FF2B5EF4-FFF2-40B4-BE49-F238E27FC236}">
                <a16:creationId xmlns:a16="http://schemas.microsoft.com/office/drawing/2014/main" id="{2A92E586-7093-69E3-DC5B-31C518D04F4F}"/>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9" name="Text Placeholder 4">
            <a:extLst>
              <a:ext uri="{FF2B5EF4-FFF2-40B4-BE49-F238E27FC236}">
                <a16:creationId xmlns:a16="http://schemas.microsoft.com/office/drawing/2014/main" id="{94745C87-E321-8B9A-FD3D-758C807E4D2D}"/>
              </a:ext>
            </a:extLst>
          </p:cNvPr>
          <p:cNvSpPr>
            <a:spLocks noGrp="1"/>
          </p:cNvSpPr>
          <p:nvPr>
            <p:ph type="body" sz="quarter" idx="11"/>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23092241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ctivity">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67C292-F61F-2FD5-B991-E30CAC8F84CD}"/>
              </a:ext>
            </a:extLst>
          </p:cNvPr>
          <p:cNvSpPr>
            <a:spLocks noGrp="1"/>
          </p:cNvSpPr>
          <p:nvPr>
            <p:ph idx="1"/>
          </p:nvPr>
        </p:nvSpPr>
        <p:spPr>
          <a:xfrm>
            <a:off x="1417294" y="1679710"/>
            <a:ext cx="9357413" cy="4687200"/>
          </a:xfrm>
        </p:spPr>
        <p:txBody>
          <a:bodyPr anchor="ctr"/>
          <a:lstStyle>
            <a:lvl1pPr algn="ctr">
              <a:buNone/>
              <a:defRPr/>
            </a:lvl1pPr>
            <a:lvl2pPr algn="ctr">
              <a:defRPr/>
            </a:lvl2pPr>
            <a:lvl3pPr algn="ctr">
              <a:defRPr/>
            </a:lvl3pPr>
            <a:lvl4pPr algn="ctr">
              <a:defRPr/>
            </a:lvl4pPr>
            <a:lvl5pPr algn="ctr">
              <a:defRPr/>
            </a:lvl5pPr>
          </a:lstStyle>
          <a:p>
            <a:pPr lvl="0"/>
            <a:r>
              <a:rPr lang="en-US" dirty="0"/>
              <a:t>Click to edit Master text styles</a:t>
            </a:r>
          </a:p>
        </p:txBody>
      </p:sp>
      <p:sp>
        <p:nvSpPr>
          <p:cNvPr id="4" name="Title 3">
            <a:extLst>
              <a:ext uri="{FF2B5EF4-FFF2-40B4-BE49-F238E27FC236}">
                <a16:creationId xmlns:a16="http://schemas.microsoft.com/office/drawing/2014/main" id="{E904B940-1F20-2C11-CA76-F3A38B796FED}"/>
              </a:ext>
            </a:extLst>
          </p:cNvPr>
          <p:cNvSpPr>
            <a:spLocks noGrp="1"/>
          </p:cNvSpPr>
          <p:nvPr>
            <p:ph type="title"/>
          </p:nvPr>
        </p:nvSpPr>
        <p:spPr/>
        <p:txBody>
          <a:bodyPr/>
          <a:lstStyle/>
          <a:p>
            <a:r>
              <a:rPr lang="en-US"/>
              <a:t>Click to edit Master title style</a:t>
            </a:r>
            <a:endParaRPr lang="en-GB"/>
          </a:p>
        </p:txBody>
      </p:sp>
      <p:grpSp>
        <p:nvGrpSpPr>
          <p:cNvPr id="28" name="Group 27">
            <a:extLst>
              <a:ext uri="{FF2B5EF4-FFF2-40B4-BE49-F238E27FC236}">
                <a16:creationId xmlns:a16="http://schemas.microsoft.com/office/drawing/2014/main" id="{FBE4C7C6-BBF4-A8B1-C2BE-A5DC4E243CEC}"/>
              </a:ext>
            </a:extLst>
          </p:cNvPr>
          <p:cNvGrpSpPr/>
          <p:nvPr userDrawn="1"/>
        </p:nvGrpSpPr>
        <p:grpSpPr>
          <a:xfrm>
            <a:off x="444981" y="1588270"/>
            <a:ext cx="656129" cy="4847987"/>
            <a:chOff x="444981" y="1588176"/>
            <a:chExt cx="656129" cy="4847987"/>
          </a:xfrm>
        </p:grpSpPr>
        <p:grpSp>
          <p:nvGrpSpPr>
            <p:cNvPr id="24" name="Group 23">
              <a:extLst>
                <a:ext uri="{FF2B5EF4-FFF2-40B4-BE49-F238E27FC236}">
                  <a16:creationId xmlns:a16="http://schemas.microsoft.com/office/drawing/2014/main" id="{70386204-DC36-594C-F95F-3FD2CF30EB64}"/>
                </a:ext>
              </a:extLst>
            </p:cNvPr>
            <p:cNvGrpSpPr/>
            <p:nvPr userDrawn="1"/>
          </p:nvGrpSpPr>
          <p:grpSpPr>
            <a:xfrm>
              <a:off x="444981" y="1588176"/>
              <a:ext cx="656129" cy="4847987"/>
              <a:chOff x="444981" y="1588176"/>
              <a:chExt cx="656129" cy="4847987"/>
            </a:xfrm>
          </p:grpSpPr>
          <p:pic>
            <p:nvPicPr>
              <p:cNvPr id="5" name="Graphic 4" descr="Blog with solid fill">
                <a:extLst>
                  <a:ext uri="{FF2B5EF4-FFF2-40B4-BE49-F238E27FC236}">
                    <a16:creationId xmlns:a16="http://schemas.microsoft.com/office/drawing/2014/main" id="{47CF4AC3-18FC-FC5B-FD65-23D5CC8AF43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44981" y="1588176"/>
                <a:ext cx="653151" cy="653151"/>
              </a:xfrm>
              <a:prstGeom prst="rect">
                <a:avLst/>
              </a:prstGeom>
            </p:spPr>
          </p:pic>
          <p:sp>
            <p:nvSpPr>
              <p:cNvPr id="7" name="TextBox 6">
                <a:extLst>
                  <a:ext uri="{FF2B5EF4-FFF2-40B4-BE49-F238E27FC236}">
                    <a16:creationId xmlns:a16="http://schemas.microsoft.com/office/drawing/2014/main" id="{A692A134-5C96-6573-6BCB-3A68CE651316}"/>
                  </a:ext>
                </a:extLst>
              </p:cNvPr>
              <p:cNvSpPr txBox="1"/>
              <p:nvPr userDrawn="1"/>
            </p:nvSpPr>
            <p:spPr>
              <a:xfrm rot="16200000">
                <a:off x="-1112518" y="3765948"/>
                <a:ext cx="3697815" cy="492443"/>
              </a:xfrm>
              <a:prstGeom prst="rect">
                <a:avLst/>
              </a:prstGeom>
              <a:noFill/>
            </p:spPr>
            <p:txBody>
              <a:bodyPr wrap="square" lIns="0" tIns="0" rIns="0" bIns="0" rtlCol="0">
                <a:spAutoFit/>
              </a:bodyPr>
              <a:lstStyle/>
              <a:p>
                <a:pPr algn="ctr"/>
                <a:r>
                  <a:rPr lang="en-GB" sz="3200" b="1" spc="0" baseline="0" dirty="0">
                    <a:solidFill>
                      <a:schemeClr val="accent1"/>
                    </a:solidFill>
                  </a:rPr>
                  <a:t>ACTIVITY</a:t>
                </a:r>
              </a:p>
            </p:txBody>
          </p:sp>
          <p:pic>
            <p:nvPicPr>
              <p:cNvPr id="23" name="Graphic 22" descr="Blog with solid fill">
                <a:extLst>
                  <a:ext uri="{FF2B5EF4-FFF2-40B4-BE49-F238E27FC236}">
                    <a16:creationId xmlns:a16="http://schemas.microsoft.com/office/drawing/2014/main" id="{33214E56-6500-2417-09A9-85D2BD90428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47959" y="5783012"/>
                <a:ext cx="653151" cy="653151"/>
              </a:xfrm>
              <a:prstGeom prst="rect">
                <a:avLst/>
              </a:prstGeom>
            </p:spPr>
          </p:pic>
        </p:grpSp>
        <p:cxnSp>
          <p:nvCxnSpPr>
            <p:cNvPr id="26" name="Straight Connector 25">
              <a:extLst>
                <a:ext uri="{FF2B5EF4-FFF2-40B4-BE49-F238E27FC236}">
                  <a16:creationId xmlns:a16="http://schemas.microsoft.com/office/drawing/2014/main" id="{9AE7874F-B858-B765-BE37-339730524841}"/>
                </a:ext>
              </a:extLst>
            </p:cNvPr>
            <p:cNvCxnSpPr>
              <a:cxnSpLocks/>
            </p:cNvCxnSpPr>
            <p:nvPr userDrawn="1"/>
          </p:nvCxnSpPr>
          <p:spPr>
            <a:xfrm>
              <a:off x="490167" y="2206867"/>
              <a:ext cx="0" cy="357182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7D7344A0-F24C-F961-3478-BF0F518D4659}"/>
                </a:ext>
              </a:extLst>
            </p:cNvPr>
            <p:cNvCxnSpPr>
              <a:cxnSpLocks/>
            </p:cNvCxnSpPr>
            <p:nvPr userDrawn="1"/>
          </p:nvCxnSpPr>
          <p:spPr>
            <a:xfrm>
              <a:off x="982611" y="2206867"/>
              <a:ext cx="0" cy="3571820"/>
            </a:xfrm>
            <a:prstGeom prst="line">
              <a:avLst/>
            </a:prstGeom>
            <a:ln w="38100"/>
          </p:spPr>
          <p:style>
            <a:lnRef idx="2">
              <a:schemeClr val="accent1"/>
            </a:lnRef>
            <a:fillRef idx="0">
              <a:schemeClr val="accent1"/>
            </a:fillRef>
            <a:effectRef idx="1">
              <a:schemeClr val="accent1"/>
            </a:effectRef>
            <a:fontRef idx="minor">
              <a:schemeClr val="tx1"/>
            </a:fontRef>
          </p:style>
        </p:cxnSp>
      </p:grpSp>
      <p:sp>
        <p:nvSpPr>
          <p:cNvPr id="2" name="Text Placeholder 4">
            <a:extLst>
              <a:ext uri="{FF2B5EF4-FFF2-40B4-BE49-F238E27FC236}">
                <a16:creationId xmlns:a16="http://schemas.microsoft.com/office/drawing/2014/main" id="{841D7770-3C92-8288-44C9-A9B2199CD5F1}"/>
              </a:ext>
            </a:extLst>
          </p:cNvPr>
          <p:cNvSpPr>
            <a:spLocks noGrp="1"/>
          </p:cNvSpPr>
          <p:nvPr>
            <p:ph type="body" sz="quarter" idx="10"/>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6" name="TextBox 5">
            <a:extLst>
              <a:ext uri="{FF2B5EF4-FFF2-40B4-BE49-F238E27FC236}">
                <a16:creationId xmlns:a16="http://schemas.microsoft.com/office/drawing/2014/main" id="{3FEE09FE-E753-1C24-B196-2E58D6639FA9}"/>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8" name="TextBox 7">
            <a:extLst>
              <a:ext uri="{FF2B5EF4-FFF2-40B4-BE49-F238E27FC236}">
                <a16:creationId xmlns:a16="http://schemas.microsoft.com/office/drawing/2014/main" id="{716F5A1F-5BF2-809E-4294-49E0A8A48583}"/>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9" name="Text Placeholder 4">
            <a:extLst>
              <a:ext uri="{FF2B5EF4-FFF2-40B4-BE49-F238E27FC236}">
                <a16:creationId xmlns:a16="http://schemas.microsoft.com/office/drawing/2014/main" id="{20508520-62B5-43D6-ECDC-8A0E5BD3E761}"/>
              </a:ext>
            </a:extLst>
          </p:cNvPr>
          <p:cNvSpPr>
            <a:spLocks noGrp="1"/>
          </p:cNvSpPr>
          <p:nvPr>
            <p:ph type="body" sz="quarter" idx="11"/>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grpSp>
        <p:nvGrpSpPr>
          <p:cNvPr id="14" name="Group 13">
            <a:extLst>
              <a:ext uri="{FF2B5EF4-FFF2-40B4-BE49-F238E27FC236}">
                <a16:creationId xmlns:a16="http://schemas.microsoft.com/office/drawing/2014/main" id="{6393AD82-D6A9-B84F-BACB-3E6D3C94B307}"/>
              </a:ext>
            </a:extLst>
          </p:cNvPr>
          <p:cNvGrpSpPr/>
          <p:nvPr userDrawn="1"/>
        </p:nvGrpSpPr>
        <p:grpSpPr>
          <a:xfrm>
            <a:off x="11143963" y="1587430"/>
            <a:ext cx="656129" cy="4847987"/>
            <a:chOff x="444981" y="1588176"/>
            <a:chExt cx="656129" cy="4847987"/>
          </a:xfrm>
        </p:grpSpPr>
        <p:grpSp>
          <p:nvGrpSpPr>
            <p:cNvPr id="15" name="Group 14">
              <a:extLst>
                <a:ext uri="{FF2B5EF4-FFF2-40B4-BE49-F238E27FC236}">
                  <a16:creationId xmlns:a16="http://schemas.microsoft.com/office/drawing/2014/main" id="{72E4D0A4-5365-9E22-C88A-1531AD74D697}"/>
                </a:ext>
              </a:extLst>
            </p:cNvPr>
            <p:cNvGrpSpPr/>
            <p:nvPr userDrawn="1"/>
          </p:nvGrpSpPr>
          <p:grpSpPr>
            <a:xfrm>
              <a:off x="444981" y="1588176"/>
              <a:ext cx="656129" cy="4847987"/>
              <a:chOff x="444981" y="1588176"/>
              <a:chExt cx="656129" cy="4847987"/>
            </a:xfrm>
          </p:grpSpPr>
          <p:pic>
            <p:nvPicPr>
              <p:cNvPr id="18" name="Graphic 17" descr="Blog with solid fill">
                <a:extLst>
                  <a:ext uri="{FF2B5EF4-FFF2-40B4-BE49-F238E27FC236}">
                    <a16:creationId xmlns:a16="http://schemas.microsoft.com/office/drawing/2014/main" id="{C1D2BFED-66C3-E8E6-5AF0-0CC60B56CD50}"/>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44981" y="1588176"/>
                <a:ext cx="653151" cy="653151"/>
              </a:xfrm>
              <a:prstGeom prst="rect">
                <a:avLst/>
              </a:prstGeom>
            </p:spPr>
          </p:pic>
          <p:sp>
            <p:nvSpPr>
              <p:cNvPr id="19" name="TextBox 18">
                <a:extLst>
                  <a:ext uri="{FF2B5EF4-FFF2-40B4-BE49-F238E27FC236}">
                    <a16:creationId xmlns:a16="http://schemas.microsoft.com/office/drawing/2014/main" id="{BE7C6B95-54F8-A763-14CB-2911617042A9}"/>
                  </a:ext>
                </a:extLst>
              </p:cNvPr>
              <p:cNvSpPr txBox="1"/>
              <p:nvPr userDrawn="1"/>
            </p:nvSpPr>
            <p:spPr>
              <a:xfrm rot="5400000">
                <a:off x="-1112518" y="3765948"/>
                <a:ext cx="3697815" cy="492443"/>
              </a:xfrm>
              <a:prstGeom prst="rect">
                <a:avLst/>
              </a:prstGeom>
              <a:noFill/>
            </p:spPr>
            <p:txBody>
              <a:bodyPr wrap="square" lIns="0" tIns="0" rIns="0" bIns="0" rtlCol="0">
                <a:spAutoFit/>
              </a:bodyPr>
              <a:lstStyle/>
              <a:p>
                <a:pPr algn="ctr"/>
                <a:r>
                  <a:rPr lang="en-GB" sz="3200" b="1" spc="0" baseline="0" dirty="0">
                    <a:solidFill>
                      <a:schemeClr val="accent1"/>
                    </a:solidFill>
                  </a:rPr>
                  <a:t>ACTIVITY</a:t>
                </a:r>
              </a:p>
            </p:txBody>
          </p:sp>
          <p:pic>
            <p:nvPicPr>
              <p:cNvPr id="20" name="Graphic 19" descr="Blog with solid fill">
                <a:extLst>
                  <a:ext uri="{FF2B5EF4-FFF2-40B4-BE49-F238E27FC236}">
                    <a16:creationId xmlns:a16="http://schemas.microsoft.com/office/drawing/2014/main" id="{CA90FDA9-7F73-9004-C100-34927FAE21C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47959" y="5783012"/>
                <a:ext cx="653151" cy="653151"/>
              </a:xfrm>
              <a:prstGeom prst="rect">
                <a:avLst/>
              </a:prstGeom>
            </p:spPr>
          </p:pic>
        </p:grpSp>
        <p:cxnSp>
          <p:nvCxnSpPr>
            <p:cNvPr id="16" name="Straight Connector 15">
              <a:extLst>
                <a:ext uri="{FF2B5EF4-FFF2-40B4-BE49-F238E27FC236}">
                  <a16:creationId xmlns:a16="http://schemas.microsoft.com/office/drawing/2014/main" id="{74C242E5-46E9-851F-C833-B4D33B057483}"/>
                </a:ext>
              </a:extLst>
            </p:cNvPr>
            <p:cNvCxnSpPr>
              <a:cxnSpLocks/>
            </p:cNvCxnSpPr>
            <p:nvPr userDrawn="1"/>
          </p:nvCxnSpPr>
          <p:spPr>
            <a:xfrm>
              <a:off x="490167" y="2206867"/>
              <a:ext cx="0" cy="357182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93E2C92A-2879-96C2-EC14-9A0112F2EE1E}"/>
                </a:ext>
              </a:extLst>
            </p:cNvPr>
            <p:cNvCxnSpPr>
              <a:cxnSpLocks/>
            </p:cNvCxnSpPr>
            <p:nvPr userDrawn="1"/>
          </p:nvCxnSpPr>
          <p:spPr>
            <a:xfrm>
              <a:off x="982611" y="2206867"/>
              <a:ext cx="0" cy="3571820"/>
            </a:xfrm>
            <a:prstGeom prst="line">
              <a:avLst/>
            </a:prstGeom>
            <a:ln w="38100"/>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5611980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ullet Left with Graphic Right No KSB">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67C292-F61F-2FD5-B991-E30CAC8F84CD}"/>
              </a:ext>
            </a:extLst>
          </p:cNvPr>
          <p:cNvSpPr>
            <a:spLocks noGrp="1"/>
          </p:cNvSpPr>
          <p:nvPr>
            <p:ph idx="1"/>
          </p:nvPr>
        </p:nvSpPr>
        <p:spPr>
          <a:xfrm>
            <a:off x="142129" y="1693739"/>
            <a:ext cx="5882400" cy="5004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Picture Placeholder 4">
            <a:extLst>
              <a:ext uri="{FF2B5EF4-FFF2-40B4-BE49-F238E27FC236}">
                <a16:creationId xmlns:a16="http://schemas.microsoft.com/office/drawing/2014/main" id="{CFFF65BC-205F-B781-3FB5-2A44E84855CB}"/>
              </a:ext>
            </a:extLst>
          </p:cNvPr>
          <p:cNvSpPr>
            <a:spLocks noGrp="1"/>
          </p:cNvSpPr>
          <p:nvPr>
            <p:ph type="pic" sz="quarter" idx="10"/>
          </p:nvPr>
        </p:nvSpPr>
        <p:spPr>
          <a:xfrm>
            <a:off x="6167473" y="1693738"/>
            <a:ext cx="5882400" cy="5004000"/>
          </a:xfrm>
        </p:spPr>
        <p:txBody>
          <a:bodyPr/>
          <a:lstStyle/>
          <a:p>
            <a:endParaRPr lang="en-GB"/>
          </a:p>
        </p:txBody>
      </p:sp>
      <p:sp>
        <p:nvSpPr>
          <p:cNvPr id="4" name="Title 3">
            <a:extLst>
              <a:ext uri="{FF2B5EF4-FFF2-40B4-BE49-F238E27FC236}">
                <a16:creationId xmlns:a16="http://schemas.microsoft.com/office/drawing/2014/main" id="{0E511FFD-5EF2-A201-EAE8-81FD1960C00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5593104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ullet Left with Graphic Righ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67C292-F61F-2FD5-B991-E30CAC8F84CD}"/>
              </a:ext>
            </a:extLst>
          </p:cNvPr>
          <p:cNvSpPr>
            <a:spLocks noGrp="1"/>
          </p:cNvSpPr>
          <p:nvPr>
            <p:ph idx="1"/>
          </p:nvPr>
        </p:nvSpPr>
        <p:spPr>
          <a:xfrm>
            <a:off x="142129" y="1693739"/>
            <a:ext cx="5882400" cy="4687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Picture Placeholder 4">
            <a:extLst>
              <a:ext uri="{FF2B5EF4-FFF2-40B4-BE49-F238E27FC236}">
                <a16:creationId xmlns:a16="http://schemas.microsoft.com/office/drawing/2014/main" id="{CFFF65BC-205F-B781-3FB5-2A44E84855CB}"/>
              </a:ext>
            </a:extLst>
          </p:cNvPr>
          <p:cNvSpPr>
            <a:spLocks noGrp="1"/>
          </p:cNvSpPr>
          <p:nvPr>
            <p:ph type="pic" sz="quarter" idx="10"/>
          </p:nvPr>
        </p:nvSpPr>
        <p:spPr>
          <a:xfrm>
            <a:off x="6167473" y="1693738"/>
            <a:ext cx="5882400" cy="4687200"/>
          </a:xfrm>
        </p:spPr>
        <p:txBody>
          <a:bodyPr/>
          <a:lstStyle/>
          <a:p>
            <a:endParaRPr lang="en-GB"/>
          </a:p>
        </p:txBody>
      </p:sp>
      <p:sp>
        <p:nvSpPr>
          <p:cNvPr id="4" name="Title 3">
            <a:extLst>
              <a:ext uri="{FF2B5EF4-FFF2-40B4-BE49-F238E27FC236}">
                <a16:creationId xmlns:a16="http://schemas.microsoft.com/office/drawing/2014/main" id="{0E511FFD-5EF2-A201-EAE8-81FD1960C006}"/>
              </a:ext>
            </a:extLst>
          </p:cNvPr>
          <p:cNvSpPr>
            <a:spLocks noGrp="1"/>
          </p:cNvSpPr>
          <p:nvPr>
            <p:ph type="title"/>
          </p:nvPr>
        </p:nvSpPr>
        <p:spPr/>
        <p:txBody>
          <a:bodyPr/>
          <a:lstStyle/>
          <a:p>
            <a:r>
              <a:rPr lang="en-US"/>
              <a:t>Click to edit Master title style</a:t>
            </a:r>
            <a:endParaRPr lang="en-GB"/>
          </a:p>
        </p:txBody>
      </p:sp>
      <p:sp>
        <p:nvSpPr>
          <p:cNvPr id="2" name="Text Placeholder 4">
            <a:extLst>
              <a:ext uri="{FF2B5EF4-FFF2-40B4-BE49-F238E27FC236}">
                <a16:creationId xmlns:a16="http://schemas.microsoft.com/office/drawing/2014/main" id="{30ED998D-8860-1C33-285A-8B1DD672217D}"/>
              </a:ext>
            </a:extLst>
          </p:cNvPr>
          <p:cNvSpPr>
            <a:spLocks noGrp="1"/>
          </p:cNvSpPr>
          <p:nvPr>
            <p:ph type="body" sz="quarter" idx="11"/>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6" name="TextBox 5">
            <a:extLst>
              <a:ext uri="{FF2B5EF4-FFF2-40B4-BE49-F238E27FC236}">
                <a16:creationId xmlns:a16="http://schemas.microsoft.com/office/drawing/2014/main" id="{BCC75ED5-2207-CA36-422E-2593EBCCD5A8}"/>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7" name="TextBox 6">
            <a:extLst>
              <a:ext uri="{FF2B5EF4-FFF2-40B4-BE49-F238E27FC236}">
                <a16:creationId xmlns:a16="http://schemas.microsoft.com/office/drawing/2014/main" id="{135F67BD-F44D-7AED-8065-F38B8B15C60D}"/>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8" name="Text Placeholder 4">
            <a:extLst>
              <a:ext uri="{FF2B5EF4-FFF2-40B4-BE49-F238E27FC236}">
                <a16:creationId xmlns:a16="http://schemas.microsoft.com/office/drawing/2014/main" id="{35CC6A6E-DE48-210A-020F-2F43E72B42AA}"/>
              </a:ext>
            </a:extLst>
          </p:cNvPr>
          <p:cNvSpPr>
            <a:spLocks noGrp="1"/>
          </p:cNvSpPr>
          <p:nvPr>
            <p:ph type="body" sz="quarter" idx="12"/>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17862464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raphic Right with Bullet Left No KSB">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67C292-F61F-2FD5-B991-E30CAC8F84CD}"/>
              </a:ext>
            </a:extLst>
          </p:cNvPr>
          <p:cNvSpPr>
            <a:spLocks noGrp="1"/>
          </p:cNvSpPr>
          <p:nvPr>
            <p:ph idx="1"/>
          </p:nvPr>
        </p:nvSpPr>
        <p:spPr>
          <a:xfrm>
            <a:off x="6165602" y="1681199"/>
            <a:ext cx="5882400" cy="5004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Picture Placeholder 4">
            <a:extLst>
              <a:ext uri="{FF2B5EF4-FFF2-40B4-BE49-F238E27FC236}">
                <a16:creationId xmlns:a16="http://schemas.microsoft.com/office/drawing/2014/main" id="{CFFF65BC-205F-B781-3FB5-2A44E84855CB}"/>
              </a:ext>
            </a:extLst>
          </p:cNvPr>
          <p:cNvSpPr>
            <a:spLocks noGrp="1"/>
          </p:cNvSpPr>
          <p:nvPr>
            <p:ph type="pic" sz="quarter" idx="10"/>
          </p:nvPr>
        </p:nvSpPr>
        <p:spPr>
          <a:xfrm>
            <a:off x="144000" y="1681200"/>
            <a:ext cx="5882400" cy="5004000"/>
          </a:xfrm>
        </p:spPr>
        <p:txBody>
          <a:bodyPr/>
          <a:lstStyle/>
          <a:p>
            <a:endParaRPr lang="en-GB"/>
          </a:p>
        </p:txBody>
      </p:sp>
      <p:sp>
        <p:nvSpPr>
          <p:cNvPr id="4" name="Title 3">
            <a:extLst>
              <a:ext uri="{FF2B5EF4-FFF2-40B4-BE49-F238E27FC236}">
                <a16:creationId xmlns:a16="http://schemas.microsoft.com/office/drawing/2014/main" id="{CB233D7C-1940-62F0-5BDE-DD5241CD46DE}"/>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8136803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Graphic Right with Bullet Lef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67C292-F61F-2FD5-B991-E30CAC8F84CD}"/>
              </a:ext>
            </a:extLst>
          </p:cNvPr>
          <p:cNvSpPr>
            <a:spLocks noGrp="1"/>
          </p:cNvSpPr>
          <p:nvPr>
            <p:ph idx="1"/>
          </p:nvPr>
        </p:nvSpPr>
        <p:spPr>
          <a:xfrm>
            <a:off x="6165602" y="1681199"/>
            <a:ext cx="5882400" cy="4687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Picture Placeholder 4">
            <a:extLst>
              <a:ext uri="{FF2B5EF4-FFF2-40B4-BE49-F238E27FC236}">
                <a16:creationId xmlns:a16="http://schemas.microsoft.com/office/drawing/2014/main" id="{CFFF65BC-205F-B781-3FB5-2A44E84855CB}"/>
              </a:ext>
            </a:extLst>
          </p:cNvPr>
          <p:cNvSpPr>
            <a:spLocks noGrp="1"/>
          </p:cNvSpPr>
          <p:nvPr>
            <p:ph type="pic" sz="quarter" idx="10"/>
          </p:nvPr>
        </p:nvSpPr>
        <p:spPr>
          <a:xfrm>
            <a:off x="144000" y="1681200"/>
            <a:ext cx="5882400" cy="4687200"/>
          </a:xfrm>
        </p:spPr>
        <p:txBody>
          <a:bodyPr/>
          <a:lstStyle/>
          <a:p>
            <a:endParaRPr lang="en-GB"/>
          </a:p>
        </p:txBody>
      </p:sp>
      <p:sp>
        <p:nvSpPr>
          <p:cNvPr id="4" name="Title 3">
            <a:extLst>
              <a:ext uri="{FF2B5EF4-FFF2-40B4-BE49-F238E27FC236}">
                <a16:creationId xmlns:a16="http://schemas.microsoft.com/office/drawing/2014/main" id="{CB233D7C-1940-62F0-5BDE-DD5241CD46DE}"/>
              </a:ext>
            </a:extLst>
          </p:cNvPr>
          <p:cNvSpPr>
            <a:spLocks noGrp="1"/>
          </p:cNvSpPr>
          <p:nvPr>
            <p:ph type="title"/>
          </p:nvPr>
        </p:nvSpPr>
        <p:spPr/>
        <p:txBody>
          <a:bodyPr/>
          <a:lstStyle/>
          <a:p>
            <a:r>
              <a:rPr lang="en-US"/>
              <a:t>Click to edit Master title style</a:t>
            </a:r>
            <a:endParaRPr lang="en-GB"/>
          </a:p>
        </p:txBody>
      </p:sp>
      <p:sp>
        <p:nvSpPr>
          <p:cNvPr id="2" name="Text Placeholder 4">
            <a:extLst>
              <a:ext uri="{FF2B5EF4-FFF2-40B4-BE49-F238E27FC236}">
                <a16:creationId xmlns:a16="http://schemas.microsoft.com/office/drawing/2014/main" id="{DC0E2CCF-2353-7FCD-EA6B-C0DAA4B7F10D}"/>
              </a:ext>
            </a:extLst>
          </p:cNvPr>
          <p:cNvSpPr>
            <a:spLocks noGrp="1"/>
          </p:cNvSpPr>
          <p:nvPr>
            <p:ph type="body" sz="quarter" idx="11"/>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6" name="TextBox 5">
            <a:extLst>
              <a:ext uri="{FF2B5EF4-FFF2-40B4-BE49-F238E27FC236}">
                <a16:creationId xmlns:a16="http://schemas.microsoft.com/office/drawing/2014/main" id="{905299A6-7D71-48EF-38ED-B15295034F2E}"/>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7" name="TextBox 6">
            <a:extLst>
              <a:ext uri="{FF2B5EF4-FFF2-40B4-BE49-F238E27FC236}">
                <a16:creationId xmlns:a16="http://schemas.microsoft.com/office/drawing/2014/main" id="{EF7B8732-D557-788C-DCE2-BCF3327D67DB}"/>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8" name="Text Placeholder 4">
            <a:extLst>
              <a:ext uri="{FF2B5EF4-FFF2-40B4-BE49-F238E27FC236}">
                <a16:creationId xmlns:a16="http://schemas.microsoft.com/office/drawing/2014/main" id="{3B8D99B4-119D-196C-6DE0-4C3CAE0A32A5}"/>
              </a:ext>
            </a:extLst>
          </p:cNvPr>
          <p:cNvSpPr>
            <a:spLocks noGrp="1"/>
          </p:cNvSpPr>
          <p:nvPr>
            <p:ph type="body" sz="quarter" idx="12"/>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21991190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No KSB">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475775-C9FF-1E11-138E-C8C3F1255EB2}"/>
              </a:ext>
            </a:extLst>
          </p:cNvPr>
          <p:cNvSpPr>
            <a:spLocks noGrp="1"/>
          </p:cNvSpPr>
          <p:nvPr>
            <p:ph sz="half" idx="1"/>
          </p:nvPr>
        </p:nvSpPr>
        <p:spPr>
          <a:xfrm>
            <a:off x="144000" y="1681200"/>
            <a:ext cx="5882400" cy="500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B7139DE-C8B6-956D-4805-D8FD1A78E8F2}"/>
              </a:ext>
            </a:extLst>
          </p:cNvPr>
          <p:cNvSpPr>
            <a:spLocks noGrp="1"/>
          </p:cNvSpPr>
          <p:nvPr>
            <p:ph sz="half" idx="2"/>
          </p:nvPr>
        </p:nvSpPr>
        <p:spPr>
          <a:xfrm>
            <a:off x="6165602" y="1681199"/>
            <a:ext cx="5882400" cy="5004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itle 4">
            <a:extLst>
              <a:ext uri="{FF2B5EF4-FFF2-40B4-BE49-F238E27FC236}">
                <a16:creationId xmlns:a16="http://schemas.microsoft.com/office/drawing/2014/main" id="{EE31F1BD-5915-DE80-A25F-9999085FD8BE}"/>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7939975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475775-C9FF-1E11-138E-C8C3F1255EB2}"/>
              </a:ext>
            </a:extLst>
          </p:cNvPr>
          <p:cNvSpPr>
            <a:spLocks noGrp="1"/>
          </p:cNvSpPr>
          <p:nvPr>
            <p:ph sz="half" idx="1"/>
          </p:nvPr>
        </p:nvSpPr>
        <p:spPr>
          <a:xfrm>
            <a:off x="144000" y="1681200"/>
            <a:ext cx="5882400" cy="468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B7139DE-C8B6-956D-4805-D8FD1A78E8F2}"/>
              </a:ext>
            </a:extLst>
          </p:cNvPr>
          <p:cNvSpPr>
            <a:spLocks noGrp="1"/>
          </p:cNvSpPr>
          <p:nvPr>
            <p:ph sz="half" idx="2"/>
          </p:nvPr>
        </p:nvSpPr>
        <p:spPr>
          <a:xfrm>
            <a:off x="6165602" y="1681199"/>
            <a:ext cx="5882400" cy="4687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itle 4">
            <a:extLst>
              <a:ext uri="{FF2B5EF4-FFF2-40B4-BE49-F238E27FC236}">
                <a16:creationId xmlns:a16="http://schemas.microsoft.com/office/drawing/2014/main" id="{EE31F1BD-5915-DE80-A25F-9999085FD8BE}"/>
              </a:ext>
            </a:extLst>
          </p:cNvPr>
          <p:cNvSpPr>
            <a:spLocks noGrp="1"/>
          </p:cNvSpPr>
          <p:nvPr>
            <p:ph type="title"/>
          </p:nvPr>
        </p:nvSpPr>
        <p:spPr/>
        <p:txBody>
          <a:bodyPr/>
          <a:lstStyle/>
          <a:p>
            <a:r>
              <a:rPr lang="en-US"/>
              <a:t>Click to edit Master title style</a:t>
            </a:r>
            <a:endParaRPr lang="en-GB"/>
          </a:p>
        </p:txBody>
      </p:sp>
      <p:sp>
        <p:nvSpPr>
          <p:cNvPr id="2" name="Text Placeholder 4">
            <a:extLst>
              <a:ext uri="{FF2B5EF4-FFF2-40B4-BE49-F238E27FC236}">
                <a16:creationId xmlns:a16="http://schemas.microsoft.com/office/drawing/2014/main" id="{5757F8C5-3D0E-C7A4-6A5E-CE98707EF5E4}"/>
              </a:ext>
            </a:extLst>
          </p:cNvPr>
          <p:cNvSpPr>
            <a:spLocks noGrp="1"/>
          </p:cNvSpPr>
          <p:nvPr>
            <p:ph type="body" sz="quarter" idx="10"/>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6" name="TextBox 5">
            <a:extLst>
              <a:ext uri="{FF2B5EF4-FFF2-40B4-BE49-F238E27FC236}">
                <a16:creationId xmlns:a16="http://schemas.microsoft.com/office/drawing/2014/main" id="{6404A935-9EA8-24C9-FD36-1CCCE6F7667E}"/>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7" name="TextBox 6">
            <a:extLst>
              <a:ext uri="{FF2B5EF4-FFF2-40B4-BE49-F238E27FC236}">
                <a16:creationId xmlns:a16="http://schemas.microsoft.com/office/drawing/2014/main" id="{0451BBD0-E331-5A9D-2363-5611F8048DF4}"/>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8" name="Text Placeholder 4">
            <a:extLst>
              <a:ext uri="{FF2B5EF4-FFF2-40B4-BE49-F238E27FC236}">
                <a16:creationId xmlns:a16="http://schemas.microsoft.com/office/drawing/2014/main" id="{31B03309-60D3-B677-E31C-D43D359572CE}"/>
              </a:ext>
            </a:extLst>
          </p:cNvPr>
          <p:cNvSpPr>
            <a:spLocks noGrp="1"/>
          </p:cNvSpPr>
          <p:nvPr>
            <p:ph type="body" sz="quarter" idx="11"/>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9344931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No KSB">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25410F0-CAB2-D034-BF81-F513F571C8EF}"/>
              </a:ext>
            </a:extLst>
          </p:cNvPr>
          <p:cNvSpPr>
            <a:spLocks noGrp="1"/>
          </p:cNvSpPr>
          <p:nvPr>
            <p:ph type="body" idx="1"/>
          </p:nvPr>
        </p:nvSpPr>
        <p:spPr>
          <a:xfrm>
            <a:off x="144000" y="1681200"/>
            <a:ext cx="58824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D289DC6D-4B4C-BF2B-4B8B-3D2435961301}"/>
              </a:ext>
            </a:extLst>
          </p:cNvPr>
          <p:cNvSpPr>
            <a:spLocks noGrp="1"/>
          </p:cNvSpPr>
          <p:nvPr>
            <p:ph sz="half" idx="2"/>
          </p:nvPr>
        </p:nvSpPr>
        <p:spPr>
          <a:xfrm>
            <a:off x="142128" y="2602523"/>
            <a:ext cx="5882400" cy="4082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a:extLst>
              <a:ext uri="{FF2B5EF4-FFF2-40B4-BE49-F238E27FC236}">
                <a16:creationId xmlns:a16="http://schemas.microsoft.com/office/drawing/2014/main" id="{C7AFB030-A96B-BA10-C761-510674C9A38A}"/>
              </a:ext>
            </a:extLst>
          </p:cNvPr>
          <p:cNvSpPr>
            <a:spLocks noGrp="1"/>
          </p:cNvSpPr>
          <p:nvPr>
            <p:ph type="body" sz="quarter" idx="3"/>
          </p:nvPr>
        </p:nvSpPr>
        <p:spPr>
          <a:xfrm>
            <a:off x="6172200" y="1681163"/>
            <a:ext cx="58824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5C8C28-7E5E-9EB5-2854-1842ABD553E1}"/>
              </a:ext>
            </a:extLst>
          </p:cNvPr>
          <p:cNvSpPr>
            <a:spLocks noGrp="1"/>
          </p:cNvSpPr>
          <p:nvPr>
            <p:ph sz="quarter" idx="4"/>
          </p:nvPr>
        </p:nvSpPr>
        <p:spPr>
          <a:xfrm>
            <a:off x="6167474" y="2602523"/>
            <a:ext cx="5882400" cy="408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itle 6">
            <a:extLst>
              <a:ext uri="{FF2B5EF4-FFF2-40B4-BE49-F238E27FC236}">
                <a16:creationId xmlns:a16="http://schemas.microsoft.com/office/drawing/2014/main" id="{DB2050A5-D18C-2F28-1B67-47A82DE670CE}"/>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9089835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25410F0-CAB2-D034-BF81-F513F571C8EF}"/>
              </a:ext>
            </a:extLst>
          </p:cNvPr>
          <p:cNvSpPr>
            <a:spLocks noGrp="1"/>
          </p:cNvSpPr>
          <p:nvPr>
            <p:ph type="body" idx="1"/>
          </p:nvPr>
        </p:nvSpPr>
        <p:spPr>
          <a:xfrm>
            <a:off x="144000" y="1681200"/>
            <a:ext cx="58824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D289DC6D-4B4C-BF2B-4B8B-3D2435961301}"/>
              </a:ext>
            </a:extLst>
          </p:cNvPr>
          <p:cNvSpPr>
            <a:spLocks noGrp="1"/>
          </p:cNvSpPr>
          <p:nvPr>
            <p:ph sz="half" idx="2"/>
          </p:nvPr>
        </p:nvSpPr>
        <p:spPr>
          <a:xfrm>
            <a:off x="142128" y="2602523"/>
            <a:ext cx="5882400" cy="37656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a:extLst>
              <a:ext uri="{FF2B5EF4-FFF2-40B4-BE49-F238E27FC236}">
                <a16:creationId xmlns:a16="http://schemas.microsoft.com/office/drawing/2014/main" id="{C7AFB030-A96B-BA10-C761-510674C9A38A}"/>
              </a:ext>
            </a:extLst>
          </p:cNvPr>
          <p:cNvSpPr>
            <a:spLocks noGrp="1"/>
          </p:cNvSpPr>
          <p:nvPr>
            <p:ph type="body" sz="quarter" idx="3"/>
          </p:nvPr>
        </p:nvSpPr>
        <p:spPr>
          <a:xfrm>
            <a:off x="6172200" y="1681163"/>
            <a:ext cx="58824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5C8C28-7E5E-9EB5-2854-1842ABD553E1}"/>
              </a:ext>
            </a:extLst>
          </p:cNvPr>
          <p:cNvSpPr>
            <a:spLocks noGrp="1"/>
          </p:cNvSpPr>
          <p:nvPr>
            <p:ph sz="quarter" idx="4"/>
          </p:nvPr>
        </p:nvSpPr>
        <p:spPr>
          <a:xfrm>
            <a:off x="6167474" y="2602523"/>
            <a:ext cx="5882400" cy="3765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itle 6">
            <a:extLst>
              <a:ext uri="{FF2B5EF4-FFF2-40B4-BE49-F238E27FC236}">
                <a16:creationId xmlns:a16="http://schemas.microsoft.com/office/drawing/2014/main" id="{DB2050A5-D18C-2F28-1B67-47A82DE670CE}"/>
              </a:ext>
            </a:extLst>
          </p:cNvPr>
          <p:cNvSpPr>
            <a:spLocks noGrp="1"/>
          </p:cNvSpPr>
          <p:nvPr>
            <p:ph type="title"/>
          </p:nvPr>
        </p:nvSpPr>
        <p:spPr/>
        <p:txBody>
          <a:bodyPr/>
          <a:lstStyle/>
          <a:p>
            <a:r>
              <a:rPr lang="en-US"/>
              <a:t>Click to edit Master title style</a:t>
            </a:r>
            <a:endParaRPr lang="en-GB"/>
          </a:p>
        </p:txBody>
      </p:sp>
      <p:sp>
        <p:nvSpPr>
          <p:cNvPr id="2" name="Text Placeholder 4">
            <a:extLst>
              <a:ext uri="{FF2B5EF4-FFF2-40B4-BE49-F238E27FC236}">
                <a16:creationId xmlns:a16="http://schemas.microsoft.com/office/drawing/2014/main" id="{DD7FA9BB-0216-21DC-586E-FB3CEC5B1D61}"/>
              </a:ext>
            </a:extLst>
          </p:cNvPr>
          <p:cNvSpPr>
            <a:spLocks noGrp="1"/>
          </p:cNvSpPr>
          <p:nvPr>
            <p:ph type="body" sz="quarter" idx="10"/>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8" name="TextBox 7">
            <a:extLst>
              <a:ext uri="{FF2B5EF4-FFF2-40B4-BE49-F238E27FC236}">
                <a16:creationId xmlns:a16="http://schemas.microsoft.com/office/drawing/2014/main" id="{1D585EC4-AB57-DB2C-1C5D-44AEFD0DF604}"/>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9" name="TextBox 8">
            <a:extLst>
              <a:ext uri="{FF2B5EF4-FFF2-40B4-BE49-F238E27FC236}">
                <a16:creationId xmlns:a16="http://schemas.microsoft.com/office/drawing/2014/main" id="{66C5C7CF-45D8-F540-729B-6DFE7360C400}"/>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10" name="Text Placeholder 4">
            <a:extLst>
              <a:ext uri="{FF2B5EF4-FFF2-40B4-BE49-F238E27FC236}">
                <a16:creationId xmlns:a16="http://schemas.microsoft.com/office/drawing/2014/main" id="{44F9600C-5530-271F-8540-99F2427C8E10}"/>
              </a:ext>
            </a:extLst>
          </p:cNvPr>
          <p:cNvSpPr>
            <a:spLocks noGrp="1"/>
          </p:cNvSpPr>
          <p:nvPr>
            <p:ph type="body" sz="quarter" idx="11"/>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26450463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martArt Slide No KSB">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CFA2DD-70C5-2379-CE0F-BBF505CF5E6D}"/>
              </a:ext>
            </a:extLst>
          </p:cNvPr>
          <p:cNvSpPr>
            <a:spLocks noGrp="1"/>
          </p:cNvSpPr>
          <p:nvPr>
            <p:ph type="title"/>
          </p:nvPr>
        </p:nvSpPr>
        <p:spPr/>
        <p:txBody>
          <a:bodyPr/>
          <a:lstStyle/>
          <a:p>
            <a:r>
              <a:rPr lang="en-US"/>
              <a:t>Click to edit Master title style</a:t>
            </a:r>
            <a:endParaRPr lang="en-GB"/>
          </a:p>
        </p:txBody>
      </p:sp>
      <p:sp>
        <p:nvSpPr>
          <p:cNvPr id="11" name="SmartArt Placeholder 10">
            <a:extLst>
              <a:ext uri="{FF2B5EF4-FFF2-40B4-BE49-F238E27FC236}">
                <a16:creationId xmlns:a16="http://schemas.microsoft.com/office/drawing/2014/main" id="{DB235358-4164-A41A-88F6-44E980CDA6AB}"/>
              </a:ext>
            </a:extLst>
          </p:cNvPr>
          <p:cNvSpPr>
            <a:spLocks noGrp="1"/>
          </p:cNvSpPr>
          <p:nvPr>
            <p:ph type="dgm" sz="quarter" idx="10"/>
          </p:nvPr>
        </p:nvSpPr>
        <p:spPr>
          <a:xfrm>
            <a:off x="142129" y="1681200"/>
            <a:ext cx="11908800" cy="5004000"/>
          </a:xfrm>
        </p:spPr>
        <p:txBody>
          <a:bodyPr/>
          <a:lstStyle/>
          <a:p>
            <a:endParaRPr lang="en-GB"/>
          </a:p>
        </p:txBody>
      </p:sp>
    </p:spTree>
    <p:extLst>
      <p:ext uri="{BB962C8B-B14F-4D97-AF65-F5344CB8AC3E}">
        <p14:creationId xmlns:p14="http://schemas.microsoft.com/office/powerpoint/2010/main" val="5832351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martArt Slid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CFA2DD-70C5-2379-CE0F-BBF505CF5E6D}"/>
              </a:ext>
            </a:extLst>
          </p:cNvPr>
          <p:cNvSpPr>
            <a:spLocks noGrp="1"/>
          </p:cNvSpPr>
          <p:nvPr>
            <p:ph type="title"/>
          </p:nvPr>
        </p:nvSpPr>
        <p:spPr/>
        <p:txBody>
          <a:bodyPr/>
          <a:lstStyle/>
          <a:p>
            <a:r>
              <a:rPr lang="en-US"/>
              <a:t>Click to edit Master title style</a:t>
            </a:r>
            <a:endParaRPr lang="en-GB"/>
          </a:p>
        </p:txBody>
      </p:sp>
      <p:sp>
        <p:nvSpPr>
          <p:cNvPr id="11" name="SmartArt Placeholder 10">
            <a:extLst>
              <a:ext uri="{FF2B5EF4-FFF2-40B4-BE49-F238E27FC236}">
                <a16:creationId xmlns:a16="http://schemas.microsoft.com/office/drawing/2014/main" id="{DB235358-4164-A41A-88F6-44E980CDA6AB}"/>
              </a:ext>
            </a:extLst>
          </p:cNvPr>
          <p:cNvSpPr>
            <a:spLocks noGrp="1"/>
          </p:cNvSpPr>
          <p:nvPr>
            <p:ph type="dgm" sz="quarter" idx="10"/>
          </p:nvPr>
        </p:nvSpPr>
        <p:spPr>
          <a:xfrm>
            <a:off x="142129" y="1681200"/>
            <a:ext cx="11908800" cy="4687200"/>
          </a:xfrm>
        </p:spPr>
        <p:txBody>
          <a:bodyPr/>
          <a:lstStyle/>
          <a:p>
            <a:endParaRPr lang="en-GB"/>
          </a:p>
        </p:txBody>
      </p:sp>
      <p:sp>
        <p:nvSpPr>
          <p:cNvPr id="2" name="Text Placeholder 4">
            <a:extLst>
              <a:ext uri="{FF2B5EF4-FFF2-40B4-BE49-F238E27FC236}">
                <a16:creationId xmlns:a16="http://schemas.microsoft.com/office/drawing/2014/main" id="{09359B97-947A-AA82-5115-A14DCD796C53}"/>
              </a:ext>
            </a:extLst>
          </p:cNvPr>
          <p:cNvSpPr>
            <a:spLocks noGrp="1"/>
          </p:cNvSpPr>
          <p:nvPr>
            <p:ph type="body" sz="quarter" idx="11"/>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3" name="TextBox 2">
            <a:extLst>
              <a:ext uri="{FF2B5EF4-FFF2-40B4-BE49-F238E27FC236}">
                <a16:creationId xmlns:a16="http://schemas.microsoft.com/office/drawing/2014/main" id="{E37D7ADA-F8A5-8BA0-CDD1-D757DAF59A17}"/>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5" name="TextBox 4">
            <a:extLst>
              <a:ext uri="{FF2B5EF4-FFF2-40B4-BE49-F238E27FC236}">
                <a16:creationId xmlns:a16="http://schemas.microsoft.com/office/drawing/2014/main" id="{99034CEC-3550-A837-B2A5-5A911F00675C}"/>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6" name="Text Placeholder 4">
            <a:extLst>
              <a:ext uri="{FF2B5EF4-FFF2-40B4-BE49-F238E27FC236}">
                <a16:creationId xmlns:a16="http://schemas.microsoft.com/office/drawing/2014/main" id="{CA77293C-75DF-39B0-27CC-EAE6D4903EBE}"/>
              </a:ext>
            </a:extLst>
          </p:cNvPr>
          <p:cNvSpPr>
            <a:spLocks noGrp="1"/>
          </p:cNvSpPr>
          <p:nvPr>
            <p:ph type="body" sz="quarter" idx="12"/>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24716313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Only No KSB">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ED1CE0-5D64-2993-B68B-9CAED6157AE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77347161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ED1CE0-5D64-2993-B68B-9CAED6157AE6}"/>
              </a:ext>
            </a:extLst>
          </p:cNvPr>
          <p:cNvSpPr>
            <a:spLocks noGrp="1"/>
          </p:cNvSpPr>
          <p:nvPr>
            <p:ph type="title"/>
          </p:nvPr>
        </p:nvSpPr>
        <p:spPr/>
        <p:txBody>
          <a:bodyPr/>
          <a:lstStyle/>
          <a:p>
            <a:r>
              <a:rPr lang="en-US"/>
              <a:t>Click to edit Master title style</a:t>
            </a:r>
            <a:endParaRPr lang="en-GB"/>
          </a:p>
        </p:txBody>
      </p:sp>
      <p:sp>
        <p:nvSpPr>
          <p:cNvPr id="2" name="Text Placeholder 4">
            <a:extLst>
              <a:ext uri="{FF2B5EF4-FFF2-40B4-BE49-F238E27FC236}">
                <a16:creationId xmlns:a16="http://schemas.microsoft.com/office/drawing/2014/main" id="{DA58B6A5-E39A-0B01-08BA-8A28A43A35C3}"/>
              </a:ext>
            </a:extLst>
          </p:cNvPr>
          <p:cNvSpPr>
            <a:spLocks noGrp="1"/>
          </p:cNvSpPr>
          <p:nvPr>
            <p:ph type="body" sz="quarter" idx="11"/>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4" name="TextBox 3">
            <a:extLst>
              <a:ext uri="{FF2B5EF4-FFF2-40B4-BE49-F238E27FC236}">
                <a16:creationId xmlns:a16="http://schemas.microsoft.com/office/drawing/2014/main" id="{702023F7-E8A5-E9B4-9769-1743A3E62066}"/>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5" name="TextBox 4">
            <a:extLst>
              <a:ext uri="{FF2B5EF4-FFF2-40B4-BE49-F238E27FC236}">
                <a16:creationId xmlns:a16="http://schemas.microsoft.com/office/drawing/2014/main" id="{BFD0E641-F450-C0E5-F36D-4DBA0C50A745}"/>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6" name="Text Placeholder 4">
            <a:extLst>
              <a:ext uri="{FF2B5EF4-FFF2-40B4-BE49-F238E27FC236}">
                <a16:creationId xmlns:a16="http://schemas.microsoft.com/office/drawing/2014/main" id="{A786B3D5-F79E-70E4-3B9B-5B5BE1693CF8}"/>
              </a:ext>
            </a:extLst>
          </p:cNvPr>
          <p:cNvSpPr>
            <a:spLocks noGrp="1"/>
          </p:cNvSpPr>
          <p:nvPr>
            <p:ph type="body" sz="quarter" idx="12"/>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23178282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Quote/Cita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8C436-1E16-B62E-21AC-C33168FB2A14}"/>
              </a:ext>
            </a:extLst>
          </p:cNvPr>
          <p:cNvSpPr>
            <a:spLocks noGrp="1"/>
          </p:cNvSpPr>
          <p:nvPr>
            <p:ph type="title" hasCustomPrompt="1"/>
          </p:nvPr>
        </p:nvSpPr>
        <p:spPr>
          <a:xfrm>
            <a:off x="838200" y="2766218"/>
            <a:ext cx="10515600" cy="1325563"/>
          </a:xfrm>
        </p:spPr>
        <p:txBody>
          <a:bodyPr/>
          <a:lstStyle>
            <a:lvl1pPr algn="ctr">
              <a:defRPr/>
            </a:lvl1pPr>
          </a:lstStyle>
          <a:p>
            <a:r>
              <a:rPr lang="en-US" dirty="0"/>
              <a:t>“Add Quote/Citation”</a:t>
            </a:r>
            <a:endParaRPr lang="en-GB" dirty="0"/>
          </a:p>
        </p:txBody>
      </p:sp>
    </p:spTree>
    <p:extLst>
      <p:ext uri="{BB962C8B-B14F-4D97-AF65-F5344CB8AC3E}">
        <p14:creationId xmlns:p14="http://schemas.microsoft.com/office/powerpoint/2010/main" val="1977404550"/>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urse Summary">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D272974-92D2-F499-AD39-71CC474A4F0A}"/>
              </a:ext>
            </a:extLst>
          </p:cNvPr>
          <p:cNvSpPr>
            <a:spLocks noGrp="1"/>
          </p:cNvSpPr>
          <p:nvPr>
            <p:ph type="title"/>
          </p:nvPr>
        </p:nvSpPr>
        <p:spPr/>
        <p:txBody>
          <a:bodyPr/>
          <a:lstStyle/>
          <a:p>
            <a:r>
              <a:rPr lang="en-US"/>
              <a:t>Click to edit Master title style</a:t>
            </a:r>
            <a:endParaRPr lang="en-GB"/>
          </a:p>
        </p:txBody>
      </p:sp>
      <p:pic>
        <p:nvPicPr>
          <p:cNvPr id="5" name="Picture 4">
            <a:extLst>
              <a:ext uri="{FF2B5EF4-FFF2-40B4-BE49-F238E27FC236}">
                <a16:creationId xmlns:a16="http://schemas.microsoft.com/office/drawing/2014/main" id="{4071E67C-636E-343E-00E9-99BA6A8FE6C0}"/>
              </a:ext>
            </a:extLst>
          </p:cNvPr>
          <p:cNvPicPr>
            <a:picLocks noChangeAspect="1"/>
          </p:cNvPicPr>
          <p:nvPr userDrawn="1"/>
        </p:nvPicPr>
        <p:blipFill>
          <a:blip r:embed="rId2">
            <a:duotone>
              <a:schemeClr val="accent4">
                <a:shade val="45000"/>
                <a:satMod val="135000"/>
              </a:schemeClr>
              <a:prstClr val="white"/>
            </a:duotone>
          </a:blip>
          <a:stretch>
            <a:fillRect/>
          </a:stretch>
        </p:blipFill>
        <p:spPr>
          <a:xfrm>
            <a:off x="643237" y="3543301"/>
            <a:ext cx="1279796" cy="1279796"/>
          </a:xfrm>
          <a:prstGeom prst="rect">
            <a:avLst/>
          </a:prstGeom>
          <a:ln>
            <a:noFill/>
          </a:ln>
        </p:spPr>
      </p:pic>
      <p:sp>
        <p:nvSpPr>
          <p:cNvPr id="2" name="Content Placeholder 2">
            <a:extLst>
              <a:ext uri="{FF2B5EF4-FFF2-40B4-BE49-F238E27FC236}">
                <a16:creationId xmlns:a16="http://schemas.microsoft.com/office/drawing/2014/main" id="{06585132-7D30-64BB-6CA6-13F38FFE0BD8}"/>
              </a:ext>
            </a:extLst>
          </p:cNvPr>
          <p:cNvSpPr>
            <a:spLocks noGrp="1"/>
          </p:cNvSpPr>
          <p:nvPr>
            <p:ph idx="1"/>
          </p:nvPr>
        </p:nvSpPr>
        <p:spPr>
          <a:xfrm>
            <a:off x="2250831" y="1681199"/>
            <a:ext cx="9801575" cy="117630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Content Placeholder 7">
            <a:extLst>
              <a:ext uri="{FF2B5EF4-FFF2-40B4-BE49-F238E27FC236}">
                <a16:creationId xmlns:a16="http://schemas.microsoft.com/office/drawing/2014/main" id="{317D7988-1C7C-EC64-840C-45752992439B}"/>
              </a:ext>
            </a:extLst>
          </p:cNvPr>
          <p:cNvSpPr>
            <a:spLocks noGrp="1"/>
          </p:cNvSpPr>
          <p:nvPr>
            <p:ph sz="quarter" idx="11"/>
          </p:nvPr>
        </p:nvSpPr>
        <p:spPr>
          <a:xfrm>
            <a:off x="2250830" y="3038965"/>
            <a:ext cx="9801575" cy="36448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618669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inal Slide - Additional Learning">
    <p:spTree>
      <p:nvGrpSpPr>
        <p:cNvPr id="1" name=""/>
        <p:cNvGrpSpPr/>
        <p:nvPr/>
      </p:nvGrpSpPr>
      <p:grpSpPr>
        <a:xfrm>
          <a:off x="0" y="0"/>
          <a:ext cx="0" cy="0"/>
          <a:chOff x="0" y="0"/>
          <a:chExt cx="0" cy="0"/>
        </a:xfrm>
      </p:grpSpPr>
      <p:pic>
        <p:nvPicPr>
          <p:cNvPr id="4" name="Picture 3" descr="A colorful stream of water">
            <a:extLst>
              <a:ext uri="{FF2B5EF4-FFF2-40B4-BE49-F238E27FC236}">
                <a16:creationId xmlns:a16="http://schemas.microsoft.com/office/drawing/2014/main" id="{C2D5B7E2-BA4F-FD11-E2B4-C993F3C84BC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984748"/>
          </a:xfrm>
          <a:prstGeom prst="rect">
            <a:avLst/>
          </a:prstGeom>
        </p:spPr>
      </p:pic>
      <p:pic>
        <p:nvPicPr>
          <p:cNvPr id="6" name="Picture 5">
            <a:extLst>
              <a:ext uri="{FF2B5EF4-FFF2-40B4-BE49-F238E27FC236}">
                <a16:creationId xmlns:a16="http://schemas.microsoft.com/office/drawing/2014/main" id="{2A71CF8C-1CFC-C91E-27C0-6BB9EDA2B3F9}"/>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8583283" y="5788305"/>
            <a:ext cx="3098758" cy="704707"/>
          </a:xfrm>
          <a:prstGeom prst="rect">
            <a:avLst/>
          </a:prstGeom>
        </p:spPr>
      </p:pic>
      <p:sp>
        <p:nvSpPr>
          <p:cNvPr id="7" name="TextBox 6">
            <a:extLst>
              <a:ext uri="{FF2B5EF4-FFF2-40B4-BE49-F238E27FC236}">
                <a16:creationId xmlns:a16="http://schemas.microsoft.com/office/drawing/2014/main" id="{2D89F7EE-E9CA-0061-3A85-00A6CD18938C}"/>
              </a:ext>
            </a:extLst>
          </p:cNvPr>
          <p:cNvSpPr txBox="1"/>
          <p:nvPr userDrawn="1"/>
        </p:nvSpPr>
        <p:spPr>
          <a:xfrm>
            <a:off x="1415306" y="5971381"/>
            <a:ext cx="2723246" cy="338554"/>
          </a:xfrm>
          <a:prstGeom prst="rect">
            <a:avLst/>
          </a:prstGeom>
          <a:noFill/>
        </p:spPr>
        <p:txBody>
          <a:bodyPr wrap="none" rtlCol="0">
            <a:spAutoFit/>
          </a:bodyPr>
          <a:lstStyle/>
          <a:p>
            <a:r>
              <a:rPr lang="en-GB" sz="1600" b="1" dirty="0"/>
              <a:t>www.firebrandtraining.com</a:t>
            </a:r>
          </a:p>
        </p:txBody>
      </p:sp>
      <p:sp>
        <p:nvSpPr>
          <p:cNvPr id="9" name="Text Placeholder 8">
            <a:extLst>
              <a:ext uri="{FF2B5EF4-FFF2-40B4-BE49-F238E27FC236}">
                <a16:creationId xmlns:a16="http://schemas.microsoft.com/office/drawing/2014/main" id="{69BFE999-40A5-1E01-1993-E6CCB88B11E2}"/>
              </a:ext>
            </a:extLst>
          </p:cNvPr>
          <p:cNvSpPr>
            <a:spLocks noGrp="1"/>
          </p:cNvSpPr>
          <p:nvPr>
            <p:ph type="body" sz="quarter" idx="10"/>
          </p:nvPr>
        </p:nvSpPr>
        <p:spPr>
          <a:xfrm>
            <a:off x="142129" y="1643616"/>
            <a:ext cx="11876956" cy="372067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1" name="Picture 10" descr="A colorful swirly logo&#10;&#10;AI-generated content may be incorrect.">
            <a:extLst>
              <a:ext uri="{FF2B5EF4-FFF2-40B4-BE49-F238E27FC236}">
                <a16:creationId xmlns:a16="http://schemas.microsoft.com/office/drawing/2014/main" id="{EB258DCD-53CF-456B-E558-44184D4871C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5849" y="5971381"/>
            <a:ext cx="339457" cy="338554"/>
          </a:xfrm>
          <a:prstGeom prst="rect">
            <a:avLst/>
          </a:prstGeom>
        </p:spPr>
      </p:pic>
      <p:sp>
        <p:nvSpPr>
          <p:cNvPr id="3" name="Title 2">
            <a:extLst>
              <a:ext uri="{FF2B5EF4-FFF2-40B4-BE49-F238E27FC236}">
                <a16:creationId xmlns:a16="http://schemas.microsoft.com/office/drawing/2014/main" id="{E21CF459-3AE1-C9FA-7600-4B52BD0262BF}"/>
              </a:ext>
            </a:extLst>
          </p:cNvPr>
          <p:cNvSpPr>
            <a:spLocks noGrp="1"/>
          </p:cNvSpPr>
          <p:nvPr>
            <p:ph type="title"/>
          </p:nvPr>
        </p:nvSpPr>
        <p:spPr>
          <a:xfrm>
            <a:off x="142129" y="174171"/>
            <a:ext cx="11876956" cy="1325563"/>
          </a:xfrm>
        </p:spPr>
        <p:txBody>
          <a:bodyPr/>
          <a:lstStyle/>
          <a:p>
            <a:r>
              <a:rPr lang="en-US"/>
              <a:t>Click to edit Master title style</a:t>
            </a:r>
            <a:endParaRPr lang="en-GB"/>
          </a:p>
        </p:txBody>
      </p:sp>
    </p:spTree>
    <p:extLst>
      <p:ext uri="{BB962C8B-B14F-4D97-AF65-F5344CB8AC3E}">
        <p14:creationId xmlns:p14="http://schemas.microsoft.com/office/powerpoint/2010/main" val="231493625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Title Slide 4">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1237B3D-E573-A263-C9C8-F619E649BA4F}"/>
              </a:ext>
            </a:extLst>
          </p:cNvPr>
          <p:cNvPicPr>
            <a:picLocks noChangeAspect="1"/>
          </p:cNvPicPr>
          <p:nvPr userDrawn="1"/>
        </p:nvPicPr>
        <p:blipFill>
          <a:blip r:embed="rId2"/>
          <a:stretch>
            <a:fillRect/>
          </a:stretch>
        </p:blipFill>
        <p:spPr>
          <a:xfrm>
            <a:off x="0" y="0"/>
            <a:ext cx="12192000" cy="6873924"/>
          </a:xfrm>
          <a:prstGeom prst="rect">
            <a:avLst/>
          </a:prstGeom>
        </p:spPr>
      </p:pic>
      <p:sp>
        <p:nvSpPr>
          <p:cNvPr id="2" name="Title 1">
            <a:extLst>
              <a:ext uri="{FF2B5EF4-FFF2-40B4-BE49-F238E27FC236}">
                <a16:creationId xmlns:a16="http://schemas.microsoft.com/office/drawing/2014/main" id="{A8804D72-2FFA-39EB-5D31-46318E86F0C2}"/>
              </a:ext>
            </a:extLst>
          </p:cNvPr>
          <p:cNvSpPr>
            <a:spLocks noGrp="1"/>
          </p:cNvSpPr>
          <p:nvPr>
            <p:ph type="ctrTitle"/>
          </p:nvPr>
        </p:nvSpPr>
        <p:spPr>
          <a:xfrm>
            <a:off x="388800" y="1616400"/>
            <a:ext cx="9936000" cy="1818000"/>
          </a:xfrm>
        </p:spPr>
        <p:txBody>
          <a:bodyPr anchor="b">
            <a:normAutofit/>
          </a:bodyPr>
          <a:lstStyle>
            <a:lvl1pPr algn="l">
              <a:defRPr sz="4800">
                <a:solidFill>
                  <a:schemeClr val="tx1"/>
                </a:solidFill>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DF25E9AB-0773-EEDB-EF5C-2E7A54FC85BF}"/>
              </a:ext>
            </a:extLst>
          </p:cNvPr>
          <p:cNvSpPr>
            <a:spLocks noGrp="1"/>
          </p:cNvSpPr>
          <p:nvPr>
            <p:ph type="subTitle" idx="1"/>
          </p:nvPr>
        </p:nvSpPr>
        <p:spPr>
          <a:xfrm>
            <a:off x="388800" y="3474000"/>
            <a:ext cx="9244727" cy="450000"/>
          </a:xfrm>
          <a:solidFill>
            <a:schemeClr val="bg1"/>
          </a:solidFill>
        </p:spPr>
        <p:txBody>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9" name="Slide Number Placeholder 8">
            <a:extLst>
              <a:ext uri="{FF2B5EF4-FFF2-40B4-BE49-F238E27FC236}">
                <a16:creationId xmlns:a16="http://schemas.microsoft.com/office/drawing/2014/main" id="{43E32062-D629-CF79-80F8-B280CAC59291}"/>
              </a:ext>
            </a:extLst>
          </p:cNvPr>
          <p:cNvSpPr>
            <a:spLocks noGrp="1"/>
          </p:cNvSpPr>
          <p:nvPr>
            <p:ph type="sldNum" sz="quarter" idx="10"/>
          </p:nvPr>
        </p:nvSpPr>
        <p:spPr/>
        <p:txBody>
          <a:bodyPr/>
          <a:lstStyle/>
          <a:p>
            <a:fld id="{3407867C-75BD-4144-8CEA-4B3EDFFD368C}" type="slidenum">
              <a:rPr lang="en-US" smtClean="0"/>
              <a:pPr/>
              <a:t>‹#›</a:t>
            </a:fld>
            <a:endParaRPr lang="en-US"/>
          </a:p>
        </p:txBody>
      </p:sp>
      <p:pic>
        <p:nvPicPr>
          <p:cNvPr id="7" name="Picture 6">
            <a:extLst>
              <a:ext uri="{FF2B5EF4-FFF2-40B4-BE49-F238E27FC236}">
                <a16:creationId xmlns:a16="http://schemas.microsoft.com/office/drawing/2014/main" id="{AF641A0E-77E9-638B-A063-FEDB307DE1A3}"/>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81634" y="372364"/>
            <a:ext cx="1812926" cy="898845"/>
          </a:xfrm>
          <a:prstGeom prst="rect">
            <a:avLst/>
          </a:prstGeom>
        </p:spPr>
      </p:pic>
    </p:spTree>
    <p:extLst>
      <p:ext uri="{BB962C8B-B14F-4D97-AF65-F5344CB8AC3E}">
        <p14:creationId xmlns:p14="http://schemas.microsoft.com/office/powerpoint/2010/main" val="149472001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94208-989C-B538-002D-A6F4BCB4C66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3520DCD-348B-B089-E89C-1CE60A7239A7}"/>
              </a:ext>
            </a:extLst>
          </p:cNvPr>
          <p:cNvSpPr>
            <a:spLocks noGrp="1"/>
          </p:cNvSpPr>
          <p:nvPr>
            <p:ph sz="half" idx="1"/>
          </p:nvPr>
        </p:nvSpPr>
        <p:spPr>
          <a:xfrm>
            <a:off x="396000" y="1439944"/>
            <a:ext cx="5518800" cy="48891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0C9CC66-82BC-74DC-BC34-BABE48903331}"/>
              </a:ext>
            </a:extLst>
          </p:cNvPr>
          <p:cNvSpPr>
            <a:spLocks noGrp="1"/>
          </p:cNvSpPr>
          <p:nvPr>
            <p:ph sz="half" idx="2"/>
          </p:nvPr>
        </p:nvSpPr>
        <p:spPr>
          <a:xfrm>
            <a:off x="6278400" y="1440108"/>
            <a:ext cx="5518800" cy="488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42CAF1B4-CC50-A13C-EBCA-DAE9F5243458}"/>
              </a:ext>
            </a:extLst>
          </p:cNvPr>
          <p:cNvSpPr>
            <a:spLocks noGrp="1"/>
          </p:cNvSpPr>
          <p:nvPr>
            <p:ph type="dt" sz="half" idx="10"/>
          </p:nvPr>
        </p:nvSpPr>
        <p:spPr/>
        <p:txBody>
          <a:bodyPr/>
          <a:lstStyle/>
          <a:p>
            <a:fld id="{E288C9A5-8A18-4F0D-9807-A4F400DDA0F1}" type="datetimeFigureOut">
              <a:rPr lang="en-GB" smtClean="0"/>
              <a:t>04/08/2026</a:t>
            </a:fld>
            <a:endParaRPr lang="en-GB"/>
          </a:p>
        </p:txBody>
      </p:sp>
      <p:sp>
        <p:nvSpPr>
          <p:cNvPr id="6" name="Footer Placeholder 5">
            <a:extLst>
              <a:ext uri="{FF2B5EF4-FFF2-40B4-BE49-F238E27FC236}">
                <a16:creationId xmlns:a16="http://schemas.microsoft.com/office/drawing/2014/main" id="{553B420B-CC67-84D7-7100-F94D86858DA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E5B6FA2-7C18-C20D-F938-085AE61A0C5A}"/>
              </a:ext>
            </a:extLst>
          </p:cNvPr>
          <p:cNvSpPr>
            <a:spLocks noGrp="1"/>
          </p:cNvSpPr>
          <p:nvPr>
            <p:ph type="sldNum" sz="quarter" idx="12"/>
          </p:nvPr>
        </p:nvSpPr>
        <p:spPr/>
        <p:txBody>
          <a:bodyPr/>
          <a:lstStyle/>
          <a:p>
            <a:fld id="{06FEDF59-D232-4D46-856A-5C70D968C991}" type="slidenum">
              <a:rPr lang="en-GB" smtClean="0"/>
              <a:t>‹#›</a:t>
            </a:fld>
            <a:endParaRPr lang="en-GB"/>
          </a:p>
        </p:txBody>
      </p:sp>
      <p:cxnSp>
        <p:nvCxnSpPr>
          <p:cNvPr id="43" name="Straight Connector 42">
            <a:extLst>
              <a:ext uri="{FF2B5EF4-FFF2-40B4-BE49-F238E27FC236}">
                <a16:creationId xmlns:a16="http://schemas.microsoft.com/office/drawing/2014/main" id="{E912111D-4B84-22EE-B06F-C3A936F3E19A}"/>
              </a:ext>
            </a:extLst>
          </p:cNvPr>
          <p:cNvCxnSpPr>
            <a:cxnSpLocks/>
          </p:cNvCxnSpPr>
          <p:nvPr userDrawn="1"/>
        </p:nvCxnSpPr>
        <p:spPr>
          <a:xfrm>
            <a:off x="6096000" y="1634508"/>
            <a:ext cx="0" cy="450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981691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B28BE-3329-02D5-12D3-DAA6AE17566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B5DF15A-083A-B0D1-7D15-49F141B42D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5BB241B6-CAE6-C0FC-98A5-ECAE5F796089}"/>
              </a:ext>
            </a:extLst>
          </p:cNvPr>
          <p:cNvSpPr>
            <a:spLocks noGrp="1"/>
          </p:cNvSpPr>
          <p:nvPr>
            <p:ph type="dt" sz="half" idx="10"/>
          </p:nvPr>
        </p:nvSpPr>
        <p:spPr/>
        <p:txBody>
          <a:bodyPr/>
          <a:lstStyle/>
          <a:p>
            <a:fld id="{E288C9A5-8A18-4F0D-9807-A4F400DDA0F1}" type="datetimeFigureOut">
              <a:rPr lang="en-GB" smtClean="0"/>
              <a:t>04/08/2026</a:t>
            </a:fld>
            <a:endParaRPr lang="en-GB"/>
          </a:p>
        </p:txBody>
      </p:sp>
      <p:sp>
        <p:nvSpPr>
          <p:cNvPr id="5" name="Footer Placeholder 4">
            <a:extLst>
              <a:ext uri="{FF2B5EF4-FFF2-40B4-BE49-F238E27FC236}">
                <a16:creationId xmlns:a16="http://schemas.microsoft.com/office/drawing/2014/main" id="{0E5AF992-E162-DB9A-B048-0CB0E7B5481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2E4DD82-8674-C5E1-D4C6-18EA4579FDC5}"/>
              </a:ext>
            </a:extLst>
          </p:cNvPr>
          <p:cNvSpPr>
            <a:spLocks noGrp="1"/>
          </p:cNvSpPr>
          <p:nvPr>
            <p:ph type="sldNum" sz="quarter" idx="12"/>
          </p:nvPr>
        </p:nvSpPr>
        <p:spPr/>
        <p:txBody>
          <a:bodyPr/>
          <a:lstStyle/>
          <a:p>
            <a:fld id="{06FEDF59-D232-4D46-856A-5C70D968C991}" type="slidenum">
              <a:rPr lang="en-GB" smtClean="0"/>
              <a:t>‹#›</a:t>
            </a:fld>
            <a:endParaRPr lang="en-GB"/>
          </a:p>
        </p:txBody>
      </p:sp>
    </p:spTree>
    <p:extLst>
      <p:ext uri="{BB962C8B-B14F-4D97-AF65-F5344CB8AC3E}">
        <p14:creationId xmlns:p14="http://schemas.microsoft.com/office/powerpoint/2010/main" val="271522419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42B29F0-D0A1-C569-BB60-DB1AB1A1087D}"/>
              </a:ext>
            </a:extLst>
          </p:cNvPr>
          <p:cNvPicPr>
            <a:picLocks noChangeAspect="1"/>
          </p:cNvPicPr>
          <p:nvPr userDrawn="1"/>
        </p:nvPicPr>
        <p:blipFill>
          <a:blip r:embed="rId32">
            <a:alphaModFix/>
            <a:extLst>
              <a:ext uri="{28A0092B-C50C-407E-A947-70E740481C1C}">
                <a14:useLocalDpi xmlns:a14="http://schemas.microsoft.com/office/drawing/2010/main" val="0"/>
              </a:ext>
            </a:extLst>
          </a:blip>
          <a:srcRect b="-364"/>
          <a:stretch>
            <a:fillRect/>
          </a:stretch>
        </p:blipFill>
        <p:spPr>
          <a:xfrm>
            <a:off x="-10282" y="0"/>
            <a:ext cx="12202281" cy="2899775"/>
          </a:xfrm>
          <a:prstGeom prst="rect">
            <a:avLst/>
          </a:prstGeom>
        </p:spPr>
      </p:pic>
      <p:sp>
        <p:nvSpPr>
          <p:cNvPr id="5" name="Rectangle 4">
            <a:extLst>
              <a:ext uri="{FF2B5EF4-FFF2-40B4-BE49-F238E27FC236}">
                <a16:creationId xmlns:a16="http://schemas.microsoft.com/office/drawing/2014/main" id="{DE34E0B8-395E-D132-5142-A21B8A84940F}"/>
              </a:ext>
            </a:extLst>
          </p:cNvPr>
          <p:cNvSpPr/>
          <p:nvPr userDrawn="1"/>
        </p:nvSpPr>
        <p:spPr>
          <a:xfrm>
            <a:off x="142129" y="174171"/>
            <a:ext cx="11907742" cy="6509658"/>
          </a:xfrm>
          <a:prstGeom prst="rect">
            <a:avLst/>
          </a:prstGeom>
          <a:solidFill>
            <a:schemeClr val="bg1">
              <a:alpha val="5035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laceholder 1">
            <a:extLst>
              <a:ext uri="{FF2B5EF4-FFF2-40B4-BE49-F238E27FC236}">
                <a16:creationId xmlns:a16="http://schemas.microsoft.com/office/drawing/2014/main" id="{10975499-9B58-0B10-C61E-46BF06D6017B}"/>
              </a:ext>
            </a:extLst>
          </p:cNvPr>
          <p:cNvSpPr>
            <a:spLocks noGrp="1"/>
          </p:cNvSpPr>
          <p:nvPr>
            <p:ph type="title"/>
          </p:nvPr>
        </p:nvSpPr>
        <p:spPr>
          <a:xfrm>
            <a:off x="142129" y="174171"/>
            <a:ext cx="9897622" cy="1325563"/>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38BF3570-0B8C-C9DF-702F-421851CEA2EE}"/>
              </a:ext>
            </a:extLst>
          </p:cNvPr>
          <p:cNvSpPr>
            <a:spLocks noGrp="1"/>
          </p:cNvSpPr>
          <p:nvPr>
            <p:ph type="body" idx="1"/>
          </p:nvPr>
        </p:nvSpPr>
        <p:spPr>
          <a:xfrm>
            <a:off x="142128" y="1679521"/>
            <a:ext cx="11907740" cy="500430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0" name="Picture 9">
            <a:extLst>
              <a:ext uri="{FF2B5EF4-FFF2-40B4-BE49-F238E27FC236}">
                <a16:creationId xmlns:a16="http://schemas.microsoft.com/office/drawing/2014/main" id="{A8FFE8ED-0261-670A-9DCB-CFFB146B8441}"/>
              </a:ext>
            </a:extLst>
          </p:cNvPr>
          <p:cNvPicPr>
            <a:picLocks noChangeAspect="1"/>
          </p:cNvPicPr>
          <p:nvPr userDrawn="1"/>
        </p:nvPicPr>
        <p:blipFill>
          <a:blip r:embed="rId33">
            <a:extLst>
              <a:ext uri="{28A0092B-C50C-407E-A947-70E740481C1C}">
                <a14:useLocalDpi xmlns:a14="http://schemas.microsoft.com/office/drawing/2010/main" val="0"/>
              </a:ext>
            </a:extLst>
          </a:blip>
          <a:srcRect/>
          <a:stretch/>
        </p:blipFill>
        <p:spPr>
          <a:xfrm>
            <a:off x="10137192" y="615463"/>
            <a:ext cx="1855183" cy="421898"/>
          </a:xfrm>
          <a:prstGeom prst="rect">
            <a:avLst/>
          </a:prstGeom>
        </p:spPr>
      </p:pic>
    </p:spTree>
    <p:extLst>
      <p:ext uri="{BB962C8B-B14F-4D97-AF65-F5344CB8AC3E}">
        <p14:creationId xmlns:p14="http://schemas.microsoft.com/office/powerpoint/2010/main" val="2891293072"/>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 id="2147483704" r:id="rId18"/>
    <p:sldLayoutId id="2147483705" r:id="rId19"/>
    <p:sldLayoutId id="2147483706" r:id="rId20"/>
    <p:sldLayoutId id="2147483707" r:id="rId21"/>
    <p:sldLayoutId id="2147483708" r:id="rId22"/>
    <p:sldLayoutId id="2147483709" r:id="rId23"/>
    <p:sldLayoutId id="2147483710" r:id="rId24"/>
    <p:sldLayoutId id="2147483711" r:id="rId25"/>
    <p:sldLayoutId id="2147483712" r:id="rId26"/>
    <p:sldLayoutId id="2147483713" r:id="rId27"/>
    <p:sldLayoutId id="2147483714" r:id="rId28"/>
    <p:sldLayoutId id="2147483715" r:id="rId29"/>
    <p:sldLayoutId id="2147483716" r:id="rId30"/>
  </p:sldLayoutIdLst>
  <p:txStyles>
    <p:titleStyle>
      <a:lvl1pPr algn="l" defTabSz="914400"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6.sv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30.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2.xml"/><Relationship Id="rId7" Type="http://schemas.openxmlformats.org/officeDocument/2006/relationships/diagramColors" Target="../diagrams/colors2.xml"/><Relationship Id="rId2" Type="http://schemas.openxmlformats.org/officeDocument/2006/relationships/slideLayout" Target="../slideLayouts/slideLayout30.xml"/><Relationship Id="rId1" Type="http://schemas.openxmlformats.org/officeDocument/2006/relationships/tags" Target="../tags/tag1.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3.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18.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8.xml"/><Relationship Id="rId1" Type="http://schemas.openxmlformats.org/officeDocument/2006/relationships/slideLayout" Target="../slideLayouts/slideLayout26.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3.xml"/><Relationship Id="rId1" Type="http://schemas.openxmlformats.org/officeDocument/2006/relationships/tags" Target="../tags/tag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B9B43307-1CEB-D0AB-FBCD-2AD74A63D152}"/>
              </a:ext>
            </a:extLst>
          </p:cNvPr>
          <p:cNvSpPr>
            <a:spLocks noGrp="1"/>
          </p:cNvSpPr>
          <p:nvPr>
            <p:ph type="title"/>
          </p:nvPr>
        </p:nvSpPr>
        <p:spPr/>
        <p:txBody>
          <a:bodyPr/>
          <a:lstStyle/>
          <a:p>
            <a:r>
              <a:rPr lang="en-US" dirty="0"/>
              <a:t>SDLC Stages - Overview</a:t>
            </a:r>
            <a:endParaRPr lang="en-GB" dirty="0"/>
          </a:p>
        </p:txBody>
      </p:sp>
      <p:sp>
        <p:nvSpPr>
          <p:cNvPr id="5" name="Subtitle 4">
            <a:extLst>
              <a:ext uri="{FF2B5EF4-FFF2-40B4-BE49-F238E27FC236}">
                <a16:creationId xmlns:a16="http://schemas.microsoft.com/office/drawing/2014/main" id="{54C13576-CB62-574E-1719-9BA77B464592}"/>
              </a:ext>
            </a:extLst>
          </p:cNvPr>
          <p:cNvSpPr>
            <a:spLocks noGrp="1"/>
          </p:cNvSpPr>
          <p:nvPr>
            <p:ph type="subTitle" idx="1"/>
          </p:nvPr>
        </p:nvSpPr>
        <p:spPr/>
        <p:txBody>
          <a:bodyPr/>
          <a:lstStyle/>
          <a:p>
            <a:r>
              <a:rPr lang="en-GB" dirty="0"/>
              <a:t>Introduction to Software Development</a:t>
            </a:r>
          </a:p>
        </p:txBody>
      </p:sp>
    </p:spTree>
    <p:extLst>
      <p:ext uri="{BB962C8B-B14F-4D97-AF65-F5344CB8AC3E}">
        <p14:creationId xmlns:p14="http://schemas.microsoft.com/office/powerpoint/2010/main" val="716611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Graphic 9" descr="Radio microphone with solid fill">
            <a:extLst>
              <a:ext uri="{FF2B5EF4-FFF2-40B4-BE49-F238E27FC236}">
                <a16:creationId xmlns:a16="http://schemas.microsoft.com/office/drawing/2014/main" id="{50196963-2D98-2543-D9F6-8436ED3026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7741" y="694800"/>
            <a:ext cx="6089458" cy="6089458"/>
          </a:xfrm>
          <a:prstGeom prst="rect">
            <a:avLst/>
          </a:prstGeom>
        </p:spPr>
      </p:pic>
      <p:graphicFrame>
        <p:nvGraphicFramePr>
          <p:cNvPr id="3" name="Content Placeholder 2">
            <a:extLst>
              <a:ext uri="{FF2B5EF4-FFF2-40B4-BE49-F238E27FC236}">
                <a16:creationId xmlns:a16="http://schemas.microsoft.com/office/drawing/2014/main" id="{03E09615-9405-8842-E2E7-749094E4D0FC}"/>
              </a:ext>
            </a:extLst>
          </p:cNvPr>
          <p:cNvGraphicFramePr>
            <a:graphicFrameLocks noGrp="1"/>
          </p:cNvGraphicFramePr>
          <p:nvPr>
            <p:ph idx="1"/>
          </p:nvPr>
        </p:nvGraphicFramePr>
        <p:xfrm>
          <a:off x="154864" y="914400"/>
          <a:ext cx="11883535" cy="503470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Title 1">
            <a:extLst>
              <a:ext uri="{FF2B5EF4-FFF2-40B4-BE49-F238E27FC236}">
                <a16:creationId xmlns:a16="http://schemas.microsoft.com/office/drawing/2014/main" id="{DFCA83C4-4338-7CED-D0F1-2220F5DD86A5}"/>
              </a:ext>
            </a:extLst>
          </p:cNvPr>
          <p:cNvSpPr>
            <a:spLocks noGrp="1"/>
          </p:cNvSpPr>
          <p:nvPr/>
        </p:nvSpPr>
        <p:spPr>
          <a:xfrm>
            <a:off x="154864" y="118800"/>
            <a:ext cx="11883535" cy="576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Session Recording &amp; Professional Expectations</a:t>
            </a:r>
          </a:p>
        </p:txBody>
      </p:sp>
    </p:spTree>
    <p:extLst>
      <p:ext uri="{BB962C8B-B14F-4D97-AF65-F5344CB8AC3E}">
        <p14:creationId xmlns:p14="http://schemas.microsoft.com/office/powerpoint/2010/main" val="1329777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3AF6C-564A-65E2-7EAE-1A035D744146}"/>
            </a:ext>
          </a:extLst>
        </p:cNvPr>
        <p:cNvGrpSpPr/>
        <p:nvPr/>
      </p:nvGrpSpPr>
      <p:grpSpPr>
        <a:xfrm>
          <a:off x="0" y="0"/>
          <a:ext cx="0" cy="0"/>
          <a:chOff x="0" y="0"/>
          <a:chExt cx="0" cy="0"/>
        </a:xfrm>
      </p:grpSpPr>
      <p:graphicFrame>
        <p:nvGraphicFramePr>
          <p:cNvPr id="9" name="Diagram 8">
            <a:extLst>
              <a:ext uri="{FF2B5EF4-FFF2-40B4-BE49-F238E27FC236}">
                <a16:creationId xmlns:a16="http://schemas.microsoft.com/office/drawing/2014/main" id="{5742F79B-558A-4ED7-F3B0-E2DB354638F8}"/>
              </a:ext>
            </a:extLst>
          </p:cNvPr>
          <p:cNvGraphicFramePr/>
          <p:nvPr/>
        </p:nvGraphicFramePr>
        <p:xfrm>
          <a:off x="364096" y="858275"/>
          <a:ext cx="11747455" cy="454852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B569487B-82E0-D20A-D91F-1204A991C3D4}"/>
              </a:ext>
            </a:extLst>
          </p:cNvPr>
          <p:cNvSpPr txBox="1"/>
          <p:nvPr/>
        </p:nvSpPr>
        <p:spPr>
          <a:xfrm>
            <a:off x="290945" y="5153890"/>
            <a:ext cx="8656410" cy="1323439"/>
          </a:xfrm>
          <a:prstGeom prst="rect">
            <a:avLst/>
          </a:prstGeom>
          <a:solidFill>
            <a:schemeClr val="bg1">
              <a:lumMod val="65000"/>
              <a:alpha val="19000"/>
            </a:schemeClr>
          </a:solidFill>
          <a:ln w="19050">
            <a:solidFill>
              <a:schemeClr val="tx1"/>
            </a:solidFill>
          </a:ln>
          <a:effectLst/>
        </p:spPr>
        <p:txBody>
          <a:bodyPr wrap="square" rtlCol="0">
            <a:spAutoFit/>
          </a:bodyPr>
          <a:lstStyle/>
          <a:p>
            <a:r>
              <a:rPr lang="en-US" sz="1600" b="1" dirty="0"/>
              <a:t>As we go through today’s session, consider:</a:t>
            </a:r>
          </a:p>
          <a:p>
            <a:r>
              <a:rPr lang="en-US" sz="1600" dirty="0"/>
              <a:t>How today’s topic connects to British Values</a:t>
            </a:r>
            <a:br>
              <a:rPr lang="en-US" sz="1600" dirty="0"/>
            </a:br>
            <a:r>
              <a:rPr lang="en-US" sz="1600" dirty="0"/>
              <a:t>Whether there are any Prevent or digital safety themes</a:t>
            </a:r>
            <a:br>
              <a:rPr lang="en-US" sz="1600" dirty="0"/>
            </a:br>
            <a:r>
              <a:rPr lang="en-US" sz="1600" dirty="0"/>
              <a:t>How this learning supports your professional and career development</a:t>
            </a:r>
          </a:p>
          <a:p>
            <a:r>
              <a:rPr lang="en-US" sz="1600" dirty="0"/>
              <a:t>Your tutor will guide discussion and help you make these connections.</a:t>
            </a:r>
          </a:p>
        </p:txBody>
      </p:sp>
      <p:sp>
        <p:nvSpPr>
          <p:cNvPr id="8" name="Title 1">
            <a:extLst>
              <a:ext uri="{FF2B5EF4-FFF2-40B4-BE49-F238E27FC236}">
                <a16:creationId xmlns:a16="http://schemas.microsoft.com/office/drawing/2014/main" id="{33BDD559-9A09-1091-6218-03E18F909B1B}"/>
              </a:ext>
            </a:extLst>
          </p:cNvPr>
          <p:cNvSpPr>
            <a:spLocks noGrp="1"/>
          </p:cNvSpPr>
          <p:nvPr/>
        </p:nvSpPr>
        <p:spPr>
          <a:xfrm>
            <a:off x="593145" y="380671"/>
            <a:ext cx="11883535" cy="576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Safeguarding, British Values &amp; Wider Learning</a:t>
            </a:r>
            <a:endParaRPr lang="en-GB" dirty="0"/>
          </a:p>
        </p:txBody>
      </p:sp>
    </p:spTree>
    <p:custDataLst>
      <p:tags r:id="rId1"/>
    </p:custDataLst>
    <p:extLst>
      <p:ext uri="{BB962C8B-B14F-4D97-AF65-F5344CB8AC3E}">
        <p14:creationId xmlns:p14="http://schemas.microsoft.com/office/powerpoint/2010/main" val="27771913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3882F-78FD-6A9E-9FC7-D8256C8049F2}"/>
              </a:ext>
            </a:extLst>
          </p:cNvPr>
          <p:cNvSpPr>
            <a:spLocks noGrp="1"/>
          </p:cNvSpPr>
          <p:nvPr>
            <p:ph type="title"/>
          </p:nvPr>
        </p:nvSpPr>
        <p:spPr/>
        <p:txBody>
          <a:bodyPr/>
          <a:lstStyle/>
          <a:p>
            <a:r>
              <a:rPr lang="en-GB" dirty="0"/>
              <a:t>Learning Aim and Objectives</a:t>
            </a:r>
          </a:p>
        </p:txBody>
      </p:sp>
      <p:sp>
        <p:nvSpPr>
          <p:cNvPr id="8" name="Content Placeholder 7">
            <a:extLst>
              <a:ext uri="{FF2B5EF4-FFF2-40B4-BE49-F238E27FC236}">
                <a16:creationId xmlns:a16="http://schemas.microsoft.com/office/drawing/2014/main" id="{542BCA84-A954-2C61-A88D-253467BB33B0}"/>
              </a:ext>
            </a:extLst>
          </p:cNvPr>
          <p:cNvSpPr>
            <a:spLocks noGrp="1"/>
          </p:cNvSpPr>
          <p:nvPr>
            <p:ph idx="1"/>
          </p:nvPr>
        </p:nvSpPr>
        <p:spPr/>
        <p:txBody>
          <a:bodyPr>
            <a:normAutofit fontScale="77500" lnSpcReduction="20000"/>
          </a:bodyPr>
          <a:lstStyle/>
          <a:p>
            <a:pPr marL="0" indent="0">
              <a:buNone/>
            </a:pPr>
            <a:r>
              <a:rPr lang="en-GB" b="1" dirty="0"/>
              <a:t>Session Aim</a:t>
            </a:r>
          </a:p>
          <a:p>
            <a:r>
              <a:rPr lang="en-GB" dirty="0"/>
              <a:t>Understand the various stages of the SDLC (D11, D21)</a:t>
            </a:r>
          </a:p>
          <a:p>
            <a:pPr marL="0" indent="0">
              <a:buNone/>
            </a:pPr>
            <a:endParaRPr lang="en-GB" dirty="0"/>
          </a:p>
          <a:p>
            <a:pPr marL="0" indent="0">
              <a:buNone/>
            </a:pPr>
            <a:r>
              <a:rPr lang="en-GB" b="1" dirty="0"/>
              <a:t>Objectives</a:t>
            </a:r>
          </a:p>
        </p:txBody>
      </p:sp>
      <p:graphicFrame>
        <p:nvGraphicFramePr>
          <p:cNvPr id="10" name="Content Placeholder 9">
            <a:extLst>
              <a:ext uri="{FF2B5EF4-FFF2-40B4-BE49-F238E27FC236}">
                <a16:creationId xmlns:a16="http://schemas.microsoft.com/office/drawing/2014/main" id="{60AD5100-C69B-A180-700D-ADB2C80E18C3}"/>
              </a:ext>
            </a:extLst>
          </p:cNvPr>
          <p:cNvGraphicFramePr>
            <a:graphicFrameLocks noGrp="1"/>
          </p:cNvGraphicFramePr>
          <p:nvPr>
            <p:ph sz="quarter" idx="11"/>
            <p:extLst>
              <p:ext uri="{D42A27DB-BD31-4B8C-83A1-F6EECF244321}">
                <p14:modId xmlns:p14="http://schemas.microsoft.com/office/powerpoint/2010/main" val="952270834"/>
              </p:ext>
            </p:extLst>
          </p:nvPr>
        </p:nvGraphicFramePr>
        <p:xfrm>
          <a:off x="2251075" y="3038475"/>
          <a:ext cx="9801225" cy="36449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64874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094AC94-8D65-658A-11D4-4DDBDB6BF5D6}"/>
              </a:ext>
            </a:extLst>
          </p:cNvPr>
          <p:cNvSpPr>
            <a:spLocks noGrp="1"/>
          </p:cNvSpPr>
          <p:nvPr>
            <p:ph type="title"/>
          </p:nvPr>
        </p:nvSpPr>
        <p:spPr/>
        <p:txBody>
          <a:bodyPr>
            <a:normAutofit/>
          </a:bodyPr>
          <a:lstStyle/>
          <a:p>
            <a:r>
              <a:rPr lang="en-GB" dirty="0"/>
              <a:t>Competencies and Coverage</a:t>
            </a:r>
          </a:p>
        </p:txBody>
      </p:sp>
      <p:graphicFrame>
        <p:nvGraphicFramePr>
          <p:cNvPr id="2" name="Table 4">
            <a:extLst>
              <a:ext uri="{FF2B5EF4-FFF2-40B4-BE49-F238E27FC236}">
                <a16:creationId xmlns:a16="http://schemas.microsoft.com/office/drawing/2014/main" id="{CDA304EB-53D1-4206-6D3B-19E6D7F8B2B9}"/>
              </a:ext>
            </a:extLst>
          </p:cNvPr>
          <p:cNvGraphicFramePr>
            <a:graphicFrameLocks noGrp="1"/>
          </p:cNvGraphicFramePr>
          <p:nvPr>
            <p:extLst>
              <p:ext uri="{D42A27DB-BD31-4B8C-83A1-F6EECF244321}">
                <p14:modId xmlns:p14="http://schemas.microsoft.com/office/powerpoint/2010/main" val="1587925607"/>
              </p:ext>
            </p:extLst>
          </p:nvPr>
        </p:nvGraphicFramePr>
        <p:xfrm>
          <a:off x="264883" y="2498799"/>
          <a:ext cx="8127999" cy="1371600"/>
        </p:xfrm>
        <a:graphic>
          <a:graphicData uri="http://schemas.openxmlformats.org/drawingml/2006/table">
            <a:tbl>
              <a:tblPr firstRow="1" bandRow="1">
                <a:tableStyleId>{69012ECD-51FC-41F1-AA8D-1B2483CD663E}</a:tableStyleId>
              </a:tblPr>
              <a:tblGrid>
                <a:gridCol w="2709333">
                  <a:extLst>
                    <a:ext uri="{9D8B030D-6E8A-4147-A177-3AD203B41FA5}">
                      <a16:colId xmlns:a16="http://schemas.microsoft.com/office/drawing/2014/main" val="3030813770"/>
                    </a:ext>
                  </a:extLst>
                </a:gridCol>
                <a:gridCol w="2709333">
                  <a:extLst>
                    <a:ext uri="{9D8B030D-6E8A-4147-A177-3AD203B41FA5}">
                      <a16:colId xmlns:a16="http://schemas.microsoft.com/office/drawing/2014/main" val="79954557"/>
                    </a:ext>
                  </a:extLst>
                </a:gridCol>
                <a:gridCol w="2709333">
                  <a:extLst>
                    <a:ext uri="{9D8B030D-6E8A-4147-A177-3AD203B41FA5}">
                      <a16:colId xmlns:a16="http://schemas.microsoft.com/office/drawing/2014/main" val="1113414384"/>
                    </a:ext>
                  </a:extLst>
                </a:gridCol>
              </a:tblGrid>
              <a:tr h="238094">
                <a:tc gridSpan="3">
                  <a:txBody>
                    <a:bodyPr/>
                    <a:lstStyle/>
                    <a:p>
                      <a:pPr algn="ctr"/>
                      <a:r>
                        <a:rPr lang="en-GB" dirty="0"/>
                        <a:t>Professional Discussion underpinned by Portfolio</a:t>
                      </a:r>
                    </a:p>
                  </a:txBody>
                  <a:tcPr/>
                </a:tc>
                <a:tc hMerge="1">
                  <a:txBody>
                    <a:bodyPr/>
                    <a:lstStyle/>
                    <a:p>
                      <a:endParaRPr lang="en-GB" dirty="0"/>
                    </a:p>
                  </a:txBody>
                  <a:tcPr/>
                </a:tc>
                <a:tc hMerge="1">
                  <a:txBody>
                    <a:bodyPr/>
                    <a:lstStyle/>
                    <a:p>
                      <a:endParaRPr lang="en-GB" dirty="0"/>
                    </a:p>
                  </a:txBody>
                  <a:tcPr/>
                </a:tc>
                <a:extLst>
                  <a:ext uri="{0D108BD9-81ED-4DB2-BD59-A6C34878D82A}">
                    <a16:rowId xmlns:a16="http://schemas.microsoft.com/office/drawing/2014/main" val="432273095"/>
                  </a:ext>
                </a:extLst>
              </a:tr>
              <a:tr h="238094">
                <a:tc>
                  <a:txBody>
                    <a:bodyPr/>
                    <a:lstStyle/>
                    <a:p>
                      <a:pPr algn="ctr"/>
                      <a:r>
                        <a:rPr lang="en-GB" b="1" dirty="0">
                          <a:solidFill>
                            <a:schemeClr val="tx2"/>
                          </a:solidFill>
                        </a:rPr>
                        <a:t>Knowledge</a:t>
                      </a:r>
                    </a:p>
                  </a:txBody>
                  <a:tcPr/>
                </a:tc>
                <a:tc>
                  <a:txBody>
                    <a:bodyPr/>
                    <a:lstStyle/>
                    <a:p>
                      <a:pPr algn="ctr"/>
                      <a:r>
                        <a:rPr lang="en-GB" b="1" dirty="0">
                          <a:solidFill>
                            <a:schemeClr val="tx2"/>
                          </a:solidFill>
                        </a:rPr>
                        <a:t>Skills</a:t>
                      </a:r>
                    </a:p>
                  </a:txBody>
                  <a:tcPr/>
                </a:tc>
                <a:tc>
                  <a:txBody>
                    <a:bodyPr/>
                    <a:lstStyle/>
                    <a:p>
                      <a:pPr algn="ctr"/>
                      <a:r>
                        <a:rPr lang="en-GB" b="1" dirty="0">
                          <a:solidFill>
                            <a:schemeClr val="tx2"/>
                          </a:solidFill>
                        </a:rPr>
                        <a:t>Behaviours</a:t>
                      </a:r>
                    </a:p>
                  </a:txBody>
                  <a:tcPr/>
                </a:tc>
                <a:extLst>
                  <a:ext uri="{0D108BD9-81ED-4DB2-BD59-A6C34878D82A}">
                    <a16:rowId xmlns:a16="http://schemas.microsoft.com/office/drawing/2014/main" val="2345125783"/>
                  </a:ext>
                </a:extLst>
              </a:tr>
              <a:tr h="515930">
                <a:tc>
                  <a:txBody>
                    <a:bodyPr/>
                    <a:lstStyle/>
                    <a:p>
                      <a:pPr algn="ctr"/>
                      <a:r>
                        <a:rPr lang="en-GB" sz="1800" b="1" kern="1200" dirty="0">
                          <a:solidFill>
                            <a:schemeClr val="tx1"/>
                          </a:solidFill>
                          <a:latin typeface="+mn-lt"/>
                          <a:ea typeface="+mn-ea"/>
                          <a:cs typeface="+mn-cs"/>
                        </a:rPr>
                        <a:t>K1</a:t>
                      </a:r>
                      <a:r>
                        <a:rPr lang="en-GB" sz="1800" kern="1200" dirty="0">
                          <a:solidFill>
                            <a:schemeClr val="bg1">
                              <a:lumMod val="75000"/>
                            </a:schemeClr>
                          </a:solidFill>
                          <a:latin typeface="+mn-lt"/>
                          <a:ea typeface="+mn-ea"/>
                          <a:cs typeface="+mn-cs"/>
                        </a:rPr>
                        <a:t>, </a:t>
                      </a:r>
                      <a:r>
                        <a:rPr lang="en-GB" sz="1800" i="1" kern="1200" dirty="0">
                          <a:solidFill>
                            <a:schemeClr val="tx1"/>
                          </a:solidFill>
                          <a:latin typeface="+mn-lt"/>
                          <a:ea typeface="+mn-ea"/>
                          <a:cs typeface="+mn-cs"/>
                        </a:rPr>
                        <a:t>K3</a:t>
                      </a:r>
                      <a:r>
                        <a:rPr lang="en-GB" sz="1800" kern="1200" dirty="0">
                          <a:solidFill>
                            <a:schemeClr val="bg1">
                              <a:lumMod val="75000"/>
                            </a:schemeClr>
                          </a:solidFill>
                          <a:latin typeface="+mn-lt"/>
                          <a:ea typeface="+mn-ea"/>
                          <a:cs typeface="+mn-cs"/>
                        </a:rPr>
                        <a:t>, K4, </a:t>
                      </a:r>
                      <a:r>
                        <a:rPr lang="en-GB" sz="1800" b="1" kern="1200" dirty="0">
                          <a:solidFill>
                            <a:schemeClr val="tx1"/>
                          </a:solidFill>
                          <a:latin typeface="+mn-lt"/>
                          <a:ea typeface="+mn-ea"/>
                          <a:cs typeface="+mn-cs"/>
                        </a:rPr>
                        <a:t>K5</a:t>
                      </a:r>
                      <a:r>
                        <a:rPr lang="en-GB" sz="1800" kern="1200" dirty="0">
                          <a:solidFill>
                            <a:schemeClr val="bg1">
                              <a:lumMod val="75000"/>
                            </a:schemeClr>
                          </a:solidFill>
                          <a:latin typeface="+mn-lt"/>
                          <a:ea typeface="+mn-ea"/>
                          <a:cs typeface="+mn-cs"/>
                        </a:rPr>
                        <a:t>, K7, K8, K10, K12</a:t>
                      </a:r>
                    </a:p>
                  </a:txBody>
                  <a:tcPr/>
                </a:tc>
                <a:tc>
                  <a:txBody>
                    <a:bodyPr/>
                    <a:lstStyle/>
                    <a:p>
                      <a:pPr algn="ctr"/>
                      <a:r>
                        <a:rPr lang="en-GB" sz="1800" kern="1200" dirty="0">
                          <a:solidFill>
                            <a:schemeClr val="bg1">
                              <a:lumMod val="75000"/>
                            </a:schemeClr>
                          </a:solidFill>
                          <a:latin typeface="+mn-lt"/>
                          <a:ea typeface="+mn-ea"/>
                          <a:cs typeface="+mn-cs"/>
                        </a:rPr>
                        <a:t>S2, S3, S5, S8, S9, S13, S14, S15, S17</a:t>
                      </a:r>
                    </a:p>
                  </a:txBody>
                  <a:tcPr/>
                </a:tc>
                <a:tc>
                  <a:txBody>
                    <a:bodyPr/>
                    <a:lstStyle/>
                    <a:p>
                      <a:pPr algn="ctr"/>
                      <a:r>
                        <a:rPr lang="en-GB" sz="1800" kern="1200" dirty="0">
                          <a:solidFill>
                            <a:schemeClr val="bg1">
                              <a:lumMod val="75000"/>
                            </a:schemeClr>
                          </a:solidFill>
                          <a:latin typeface="+mn-lt"/>
                          <a:ea typeface="+mn-ea"/>
                          <a:cs typeface="+mn-cs"/>
                        </a:rPr>
                        <a:t>B1, </a:t>
                      </a:r>
                      <a:r>
                        <a:rPr lang="en-GB" sz="1800" i="1" kern="1200" dirty="0">
                          <a:solidFill>
                            <a:schemeClr val="tx1"/>
                          </a:solidFill>
                          <a:latin typeface="+mn-lt"/>
                          <a:ea typeface="+mn-ea"/>
                          <a:cs typeface="+mn-cs"/>
                        </a:rPr>
                        <a:t>B4</a:t>
                      </a:r>
                      <a:r>
                        <a:rPr lang="en-GB" sz="1800" kern="1200" dirty="0">
                          <a:solidFill>
                            <a:schemeClr val="bg1">
                              <a:lumMod val="75000"/>
                            </a:schemeClr>
                          </a:solidFill>
                          <a:latin typeface="+mn-lt"/>
                          <a:ea typeface="+mn-ea"/>
                          <a:cs typeface="+mn-cs"/>
                        </a:rPr>
                        <a:t>, B5, B6, </a:t>
                      </a:r>
                      <a:r>
                        <a:rPr lang="en-GB" sz="1800" b="1" kern="1200" dirty="0">
                          <a:solidFill>
                            <a:schemeClr val="tx1"/>
                          </a:solidFill>
                          <a:latin typeface="+mn-lt"/>
                          <a:ea typeface="+mn-ea"/>
                          <a:cs typeface="+mn-cs"/>
                        </a:rPr>
                        <a:t>B7</a:t>
                      </a:r>
                      <a:r>
                        <a:rPr lang="en-GB" sz="1800" kern="1200" dirty="0">
                          <a:solidFill>
                            <a:schemeClr val="bg1">
                              <a:lumMod val="75000"/>
                            </a:schemeClr>
                          </a:solidFill>
                          <a:latin typeface="+mn-lt"/>
                          <a:ea typeface="+mn-ea"/>
                          <a:cs typeface="+mn-cs"/>
                        </a:rPr>
                        <a:t>, B8, </a:t>
                      </a:r>
                      <a:r>
                        <a:rPr lang="en-GB" sz="1800" b="1" kern="1200" dirty="0">
                          <a:solidFill>
                            <a:schemeClr val="tx1"/>
                          </a:solidFill>
                          <a:latin typeface="+mn-lt"/>
                          <a:ea typeface="+mn-ea"/>
                          <a:cs typeface="+mn-cs"/>
                        </a:rPr>
                        <a:t>B9</a:t>
                      </a:r>
                    </a:p>
                  </a:txBody>
                  <a:tcPr/>
                </a:tc>
                <a:extLst>
                  <a:ext uri="{0D108BD9-81ED-4DB2-BD59-A6C34878D82A}">
                    <a16:rowId xmlns:a16="http://schemas.microsoft.com/office/drawing/2014/main" val="2058850495"/>
                  </a:ext>
                </a:extLst>
              </a:tr>
            </a:tbl>
          </a:graphicData>
        </a:graphic>
      </p:graphicFrame>
      <p:graphicFrame>
        <p:nvGraphicFramePr>
          <p:cNvPr id="5" name="Table 4">
            <a:extLst>
              <a:ext uri="{FF2B5EF4-FFF2-40B4-BE49-F238E27FC236}">
                <a16:creationId xmlns:a16="http://schemas.microsoft.com/office/drawing/2014/main" id="{7BBEFE34-8F25-DB8E-35DA-170B9ED9C85A}"/>
              </a:ext>
            </a:extLst>
          </p:cNvPr>
          <p:cNvGraphicFramePr>
            <a:graphicFrameLocks noGrp="1"/>
          </p:cNvGraphicFramePr>
          <p:nvPr>
            <p:extLst>
              <p:ext uri="{D42A27DB-BD31-4B8C-83A1-F6EECF244321}">
                <p14:modId xmlns:p14="http://schemas.microsoft.com/office/powerpoint/2010/main" val="692453152"/>
              </p:ext>
            </p:extLst>
          </p:nvPr>
        </p:nvGraphicFramePr>
        <p:xfrm>
          <a:off x="3799118" y="4327941"/>
          <a:ext cx="8127999" cy="1371600"/>
        </p:xfrm>
        <a:graphic>
          <a:graphicData uri="http://schemas.openxmlformats.org/drawingml/2006/table">
            <a:tbl>
              <a:tblPr firstRow="1" bandRow="1">
                <a:tableStyleId>{72833802-FEF1-4C79-8D5D-14CF1EAF98D9}</a:tableStyleId>
              </a:tblPr>
              <a:tblGrid>
                <a:gridCol w="2709333">
                  <a:extLst>
                    <a:ext uri="{9D8B030D-6E8A-4147-A177-3AD203B41FA5}">
                      <a16:colId xmlns:a16="http://schemas.microsoft.com/office/drawing/2014/main" val="3030813770"/>
                    </a:ext>
                  </a:extLst>
                </a:gridCol>
                <a:gridCol w="2709333">
                  <a:extLst>
                    <a:ext uri="{9D8B030D-6E8A-4147-A177-3AD203B41FA5}">
                      <a16:colId xmlns:a16="http://schemas.microsoft.com/office/drawing/2014/main" val="79954557"/>
                    </a:ext>
                  </a:extLst>
                </a:gridCol>
                <a:gridCol w="2709333">
                  <a:extLst>
                    <a:ext uri="{9D8B030D-6E8A-4147-A177-3AD203B41FA5}">
                      <a16:colId xmlns:a16="http://schemas.microsoft.com/office/drawing/2014/main" val="1113414384"/>
                    </a:ext>
                  </a:extLst>
                </a:gridCol>
              </a:tblGrid>
              <a:tr h="186663">
                <a:tc gridSpan="3">
                  <a:txBody>
                    <a:bodyPr/>
                    <a:lstStyle/>
                    <a:p>
                      <a:pPr algn="ctr"/>
                      <a:r>
                        <a:rPr lang="en-GB" dirty="0"/>
                        <a:t>Work-based Project with Questioning</a:t>
                      </a:r>
                    </a:p>
                  </a:txBody>
                  <a:tcPr/>
                </a:tc>
                <a:tc hMerge="1">
                  <a:txBody>
                    <a:bodyPr/>
                    <a:lstStyle/>
                    <a:p>
                      <a:endParaRPr lang="en-GB" dirty="0"/>
                    </a:p>
                  </a:txBody>
                  <a:tcPr/>
                </a:tc>
                <a:tc hMerge="1">
                  <a:txBody>
                    <a:bodyPr/>
                    <a:lstStyle/>
                    <a:p>
                      <a:endParaRPr lang="en-GB" dirty="0"/>
                    </a:p>
                  </a:txBody>
                  <a:tcPr/>
                </a:tc>
                <a:extLst>
                  <a:ext uri="{0D108BD9-81ED-4DB2-BD59-A6C34878D82A}">
                    <a16:rowId xmlns:a16="http://schemas.microsoft.com/office/drawing/2014/main" val="432273095"/>
                  </a:ext>
                </a:extLst>
              </a:tr>
              <a:tr h="186663">
                <a:tc>
                  <a:txBody>
                    <a:bodyPr/>
                    <a:lstStyle/>
                    <a:p>
                      <a:pPr algn="ctr"/>
                      <a:r>
                        <a:rPr lang="en-GB" b="1" dirty="0">
                          <a:solidFill>
                            <a:schemeClr val="tx2"/>
                          </a:solidFill>
                        </a:rPr>
                        <a:t>Knowledge</a:t>
                      </a:r>
                    </a:p>
                  </a:txBody>
                  <a:tcPr/>
                </a:tc>
                <a:tc>
                  <a:txBody>
                    <a:bodyPr/>
                    <a:lstStyle/>
                    <a:p>
                      <a:pPr algn="ctr"/>
                      <a:r>
                        <a:rPr lang="en-GB" b="1" dirty="0">
                          <a:solidFill>
                            <a:schemeClr val="tx2"/>
                          </a:solidFill>
                        </a:rPr>
                        <a:t>Skills</a:t>
                      </a:r>
                    </a:p>
                  </a:txBody>
                  <a:tcPr/>
                </a:tc>
                <a:tc>
                  <a:txBody>
                    <a:bodyPr/>
                    <a:lstStyle/>
                    <a:p>
                      <a:pPr algn="ctr"/>
                      <a:r>
                        <a:rPr lang="en-GB" b="1" dirty="0">
                          <a:solidFill>
                            <a:schemeClr val="tx2"/>
                          </a:solidFill>
                        </a:rPr>
                        <a:t>Behaviours</a:t>
                      </a:r>
                    </a:p>
                  </a:txBody>
                  <a:tcPr/>
                </a:tc>
                <a:extLst>
                  <a:ext uri="{0D108BD9-81ED-4DB2-BD59-A6C34878D82A}">
                    <a16:rowId xmlns:a16="http://schemas.microsoft.com/office/drawing/2014/main" val="2345125783"/>
                  </a:ext>
                </a:extLst>
              </a:tr>
              <a:tr h="388410">
                <a:tc>
                  <a:txBody>
                    <a:bodyPr/>
                    <a:lstStyle/>
                    <a:p>
                      <a:pPr marL="0" algn="ctr" defTabSz="914400" rtl="0" eaLnBrk="1" latinLnBrk="0" hangingPunct="1"/>
                      <a:r>
                        <a:rPr lang="en-GB" sz="1800" i="1" kern="1200" dirty="0">
                          <a:solidFill>
                            <a:schemeClr val="tx1"/>
                          </a:solidFill>
                          <a:latin typeface="+mn-lt"/>
                          <a:ea typeface="+mn-ea"/>
                          <a:cs typeface="+mn-cs"/>
                        </a:rPr>
                        <a:t>K2</a:t>
                      </a:r>
                      <a:r>
                        <a:rPr lang="en-GB" sz="1800" kern="1200" dirty="0">
                          <a:solidFill>
                            <a:schemeClr val="bg1">
                              <a:lumMod val="75000"/>
                            </a:schemeClr>
                          </a:solidFill>
                          <a:latin typeface="+mn-lt"/>
                          <a:ea typeface="+mn-ea"/>
                          <a:cs typeface="+mn-cs"/>
                        </a:rPr>
                        <a:t>, </a:t>
                      </a:r>
                      <a:r>
                        <a:rPr lang="en-GB" sz="1800" b="1" i="0" kern="1200" dirty="0">
                          <a:solidFill>
                            <a:schemeClr val="tx1"/>
                          </a:solidFill>
                          <a:latin typeface="+mn-lt"/>
                          <a:ea typeface="+mn-ea"/>
                          <a:cs typeface="+mn-cs"/>
                        </a:rPr>
                        <a:t>K6</a:t>
                      </a:r>
                      <a:r>
                        <a:rPr lang="en-GB" sz="1800" kern="1200" dirty="0">
                          <a:solidFill>
                            <a:schemeClr val="bg1">
                              <a:lumMod val="75000"/>
                            </a:schemeClr>
                          </a:solidFill>
                          <a:latin typeface="+mn-lt"/>
                          <a:ea typeface="+mn-ea"/>
                          <a:cs typeface="+mn-cs"/>
                        </a:rPr>
                        <a:t>, K9, K11</a:t>
                      </a:r>
                    </a:p>
                  </a:txBody>
                  <a:tcPr/>
                </a:tc>
                <a:tc>
                  <a:txBody>
                    <a:bodyPr/>
                    <a:lstStyle/>
                    <a:p>
                      <a:pPr marL="0" algn="ctr" defTabSz="914400" rtl="0" eaLnBrk="1" latinLnBrk="0" hangingPunct="1"/>
                      <a:r>
                        <a:rPr lang="en-GB" sz="1800" kern="1200" dirty="0">
                          <a:solidFill>
                            <a:schemeClr val="bg1">
                              <a:lumMod val="75000"/>
                            </a:schemeClr>
                          </a:solidFill>
                          <a:latin typeface="+mn-lt"/>
                          <a:ea typeface="+mn-ea"/>
                          <a:cs typeface="+mn-cs"/>
                        </a:rPr>
                        <a:t>S1, S4, S6, S7, S10, S11, S12, S16</a:t>
                      </a:r>
                    </a:p>
                  </a:txBody>
                  <a:tcPr/>
                </a:tc>
                <a:tc>
                  <a:txBody>
                    <a:bodyPr/>
                    <a:lstStyle/>
                    <a:p>
                      <a:pPr marL="0" algn="ctr" defTabSz="914400" rtl="0" eaLnBrk="1" latinLnBrk="0" hangingPunct="1"/>
                      <a:r>
                        <a:rPr lang="en-GB" sz="1800" kern="1200" dirty="0">
                          <a:solidFill>
                            <a:schemeClr val="bg1">
                              <a:lumMod val="75000"/>
                            </a:schemeClr>
                          </a:solidFill>
                          <a:latin typeface="+mn-lt"/>
                          <a:ea typeface="+mn-ea"/>
                          <a:cs typeface="+mn-cs"/>
                        </a:rPr>
                        <a:t>B2, B3</a:t>
                      </a:r>
                    </a:p>
                  </a:txBody>
                  <a:tcPr/>
                </a:tc>
                <a:extLst>
                  <a:ext uri="{0D108BD9-81ED-4DB2-BD59-A6C34878D82A}">
                    <a16:rowId xmlns:a16="http://schemas.microsoft.com/office/drawing/2014/main" val="2058850495"/>
                  </a:ext>
                </a:extLst>
              </a:tr>
            </a:tbl>
          </a:graphicData>
        </a:graphic>
      </p:graphicFrame>
    </p:spTree>
    <p:custDataLst>
      <p:tags r:id="rId1"/>
    </p:custDataLst>
    <p:extLst>
      <p:ext uri="{BB962C8B-B14F-4D97-AF65-F5344CB8AC3E}">
        <p14:creationId xmlns:p14="http://schemas.microsoft.com/office/powerpoint/2010/main" val="2627922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26C34-468E-AEDF-9244-260716C7EEE1}"/>
              </a:ext>
            </a:extLst>
          </p:cNvPr>
          <p:cNvSpPr>
            <a:spLocks noGrp="1"/>
          </p:cNvSpPr>
          <p:nvPr>
            <p:ph type="ctrTitle"/>
          </p:nvPr>
        </p:nvSpPr>
        <p:spPr/>
        <p:txBody>
          <a:bodyPr/>
          <a:lstStyle/>
          <a:p>
            <a:r>
              <a:rPr lang="en-GB" dirty="0"/>
              <a:t>Phases of the SDLC</a:t>
            </a:r>
          </a:p>
        </p:txBody>
      </p:sp>
      <p:sp>
        <p:nvSpPr>
          <p:cNvPr id="3" name="Subtitle 2">
            <a:extLst>
              <a:ext uri="{FF2B5EF4-FFF2-40B4-BE49-F238E27FC236}">
                <a16:creationId xmlns:a16="http://schemas.microsoft.com/office/drawing/2014/main" id="{B18C0B06-90E4-5D4E-91B4-D0202CDCB2DC}"/>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401619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BAD0C75A-0CA4-499C-A78A-56C7361ECDF0}"/>
              </a:ext>
            </a:extLst>
          </p:cNvPr>
          <p:cNvGraphicFramePr>
            <a:graphicFrameLocks noGrp="1"/>
          </p:cNvGraphicFramePr>
          <p:nvPr>
            <p:ph sz="half" idx="1"/>
            <p:extLst>
              <p:ext uri="{D42A27DB-BD31-4B8C-83A1-F6EECF244321}">
                <p14:modId xmlns:p14="http://schemas.microsoft.com/office/powerpoint/2010/main" val="2567301017"/>
              </p:ext>
            </p:extLst>
          </p:nvPr>
        </p:nvGraphicFramePr>
        <p:xfrm>
          <a:off x="144463" y="1681163"/>
          <a:ext cx="5881687" cy="46878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Content Placeholder 4">
            <a:extLst>
              <a:ext uri="{FF2B5EF4-FFF2-40B4-BE49-F238E27FC236}">
                <a16:creationId xmlns:a16="http://schemas.microsoft.com/office/drawing/2014/main" id="{39B1C27C-390C-44C2-FBC5-6780DE3DCFC4}"/>
              </a:ext>
            </a:extLst>
          </p:cNvPr>
          <p:cNvSpPr>
            <a:spLocks noGrp="1"/>
          </p:cNvSpPr>
          <p:nvPr>
            <p:ph sz="half" idx="2"/>
          </p:nvPr>
        </p:nvSpPr>
        <p:spPr/>
        <p:txBody>
          <a:bodyPr>
            <a:normAutofit/>
          </a:bodyPr>
          <a:lstStyle/>
          <a:p>
            <a:r>
              <a:rPr lang="en-GB" dirty="0"/>
              <a:t>SDLC is the Software Development Lifecycle</a:t>
            </a:r>
          </a:p>
          <a:p>
            <a:endParaRPr lang="en-GB" dirty="0"/>
          </a:p>
          <a:p>
            <a:r>
              <a:rPr lang="en-GB" dirty="0"/>
              <a:t>All projects will move through the phases of the SDLC, some stages may be repeated (as in methodologies such as Spiral and those that follow the Agile Manifesto) but the stages all still happen</a:t>
            </a:r>
          </a:p>
          <a:p>
            <a:endParaRPr lang="en-GB" dirty="0"/>
          </a:p>
          <a:p>
            <a:r>
              <a:rPr lang="en-GB" dirty="0"/>
              <a:t>The life cycle defines a methodology for improving the quality of software and the overall development</a:t>
            </a:r>
          </a:p>
        </p:txBody>
      </p:sp>
      <p:sp>
        <p:nvSpPr>
          <p:cNvPr id="2" name="Title 1">
            <a:extLst>
              <a:ext uri="{FF2B5EF4-FFF2-40B4-BE49-F238E27FC236}">
                <a16:creationId xmlns:a16="http://schemas.microsoft.com/office/drawing/2014/main" id="{2AF73934-EA11-575A-D2D9-2D5BB6977BBC}"/>
              </a:ext>
            </a:extLst>
          </p:cNvPr>
          <p:cNvSpPr>
            <a:spLocks noGrp="1"/>
          </p:cNvSpPr>
          <p:nvPr>
            <p:ph type="title"/>
          </p:nvPr>
        </p:nvSpPr>
        <p:spPr/>
        <p:txBody>
          <a:bodyPr/>
          <a:lstStyle/>
          <a:p>
            <a:r>
              <a:rPr lang="en-GB" dirty="0"/>
              <a:t>Phases of the SDLC</a:t>
            </a:r>
          </a:p>
        </p:txBody>
      </p:sp>
      <p:sp>
        <p:nvSpPr>
          <p:cNvPr id="3" name="Text Placeholder 2">
            <a:extLst>
              <a:ext uri="{FF2B5EF4-FFF2-40B4-BE49-F238E27FC236}">
                <a16:creationId xmlns:a16="http://schemas.microsoft.com/office/drawing/2014/main" id="{202560C0-D37B-F4C0-B5DA-738891F7CB4C}"/>
              </a:ext>
            </a:extLst>
          </p:cNvPr>
          <p:cNvSpPr>
            <a:spLocks noGrp="1"/>
          </p:cNvSpPr>
          <p:nvPr>
            <p:ph type="body" sz="quarter" idx="10"/>
          </p:nvPr>
        </p:nvSpPr>
        <p:spPr/>
        <p:txBody>
          <a:bodyPr/>
          <a:lstStyle/>
          <a:p>
            <a:r>
              <a:rPr lang="en-GB" dirty="0"/>
              <a:t>K1, K5</a:t>
            </a:r>
          </a:p>
        </p:txBody>
      </p:sp>
      <p:sp>
        <p:nvSpPr>
          <p:cNvPr id="4" name="Text Placeholder 3">
            <a:extLst>
              <a:ext uri="{FF2B5EF4-FFF2-40B4-BE49-F238E27FC236}">
                <a16:creationId xmlns:a16="http://schemas.microsoft.com/office/drawing/2014/main" id="{657604E1-FBE8-0107-A53A-7D2D9ED70B4B}"/>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3722091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542D849-1A03-A986-7D5E-002DA0D0AC1F}"/>
              </a:ext>
            </a:extLst>
          </p:cNvPr>
          <p:cNvSpPr>
            <a:spLocks noGrp="1"/>
          </p:cNvSpPr>
          <p:nvPr>
            <p:ph idx="1"/>
          </p:nvPr>
        </p:nvSpPr>
        <p:spPr>
          <a:xfrm>
            <a:off x="6096000" y="1679710"/>
            <a:ext cx="4678707" cy="4687200"/>
          </a:xfrm>
        </p:spPr>
        <p:txBody>
          <a:bodyPr anchor="ctr"/>
          <a:lstStyle/>
          <a:p>
            <a:pPr marL="0" indent="0" algn="ctr">
              <a:buNone/>
            </a:pPr>
            <a:r>
              <a:rPr lang="en-GB" dirty="0"/>
              <a:t>For each stage of the SDLC</a:t>
            </a:r>
          </a:p>
          <a:p>
            <a:pPr marL="0" indent="0" algn="ctr">
              <a:buNone/>
            </a:pPr>
            <a:endParaRPr lang="en-GB" dirty="0"/>
          </a:p>
          <a:p>
            <a:pPr marL="0" indent="0" algn="ctr">
              <a:buNone/>
            </a:pPr>
            <a:r>
              <a:rPr lang="en-GB" dirty="0"/>
              <a:t>Summarise what is involved in each stage </a:t>
            </a:r>
          </a:p>
          <a:p>
            <a:pPr marL="0" indent="0" algn="ctr">
              <a:buNone/>
            </a:pPr>
            <a:endParaRPr lang="en-GB" dirty="0"/>
          </a:p>
          <a:p>
            <a:pPr marL="0" indent="0" algn="ctr">
              <a:buNone/>
            </a:pPr>
            <a:r>
              <a:rPr lang="en-GB" dirty="0"/>
              <a:t>Be prepared to present your summaries</a:t>
            </a:r>
          </a:p>
        </p:txBody>
      </p:sp>
      <p:sp>
        <p:nvSpPr>
          <p:cNvPr id="3" name="Title 2">
            <a:extLst>
              <a:ext uri="{FF2B5EF4-FFF2-40B4-BE49-F238E27FC236}">
                <a16:creationId xmlns:a16="http://schemas.microsoft.com/office/drawing/2014/main" id="{89A49176-7839-0560-9532-31AD1B3FE84B}"/>
              </a:ext>
            </a:extLst>
          </p:cNvPr>
          <p:cNvSpPr>
            <a:spLocks noGrp="1"/>
          </p:cNvSpPr>
          <p:nvPr>
            <p:ph type="title"/>
          </p:nvPr>
        </p:nvSpPr>
        <p:spPr/>
        <p:txBody>
          <a:bodyPr/>
          <a:lstStyle/>
          <a:p>
            <a:r>
              <a:rPr lang="en-GB" dirty="0"/>
              <a:t>SDLC Overview</a:t>
            </a:r>
          </a:p>
        </p:txBody>
      </p:sp>
      <p:sp>
        <p:nvSpPr>
          <p:cNvPr id="5" name="Text Placeholder 4">
            <a:extLst>
              <a:ext uri="{FF2B5EF4-FFF2-40B4-BE49-F238E27FC236}">
                <a16:creationId xmlns:a16="http://schemas.microsoft.com/office/drawing/2014/main" id="{301B8758-091B-24DD-20CF-BE590E510DE5}"/>
              </a:ext>
            </a:extLst>
          </p:cNvPr>
          <p:cNvSpPr>
            <a:spLocks noGrp="1"/>
          </p:cNvSpPr>
          <p:nvPr>
            <p:ph type="body" sz="quarter" idx="10"/>
          </p:nvPr>
        </p:nvSpPr>
        <p:spPr/>
        <p:txBody>
          <a:bodyPr/>
          <a:lstStyle/>
          <a:p>
            <a:r>
              <a:rPr lang="en-GB" dirty="0"/>
              <a:t>K1, </a:t>
            </a:r>
            <a:r>
              <a:rPr lang="en-GB" i="1" dirty="0"/>
              <a:t>(K2, K3, K6, B4)</a:t>
            </a:r>
            <a:r>
              <a:rPr lang="en-GB" dirty="0"/>
              <a:t>, B7, B9</a:t>
            </a:r>
          </a:p>
        </p:txBody>
      </p:sp>
      <p:sp>
        <p:nvSpPr>
          <p:cNvPr id="6" name="Text Placeholder 5">
            <a:extLst>
              <a:ext uri="{FF2B5EF4-FFF2-40B4-BE49-F238E27FC236}">
                <a16:creationId xmlns:a16="http://schemas.microsoft.com/office/drawing/2014/main" id="{A30FB9F0-D02D-97C4-AB2E-19FBEED9CCF7}"/>
              </a:ext>
            </a:extLst>
          </p:cNvPr>
          <p:cNvSpPr>
            <a:spLocks noGrp="1"/>
          </p:cNvSpPr>
          <p:nvPr>
            <p:ph type="body" sz="quarter" idx="11"/>
          </p:nvPr>
        </p:nvSpPr>
        <p:spPr/>
        <p:txBody>
          <a:bodyPr/>
          <a:lstStyle/>
          <a:p>
            <a:endParaRPr lang="en-GB"/>
          </a:p>
        </p:txBody>
      </p:sp>
      <p:graphicFrame>
        <p:nvGraphicFramePr>
          <p:cNvPr id="4" name="Content Placeholder 6">
            <a:extLst>
              <a:ext uri="{FF2B5EF4-FFF2-40B4-BE49-F238E27FC236}">
                <a16:creationId xmlns:a16="http://schemas.microsoft.com/office/drawing/2014/main" id="{BD3678F3-6BC9-17F1-3179-5FB61B4B60B8}"/>
              </a:ext>
            </a:extLst>
          </p:cNvPr>
          <p:cNvGraphicFramePr>
            <a:graphicFrameLocks/>
          </p:cNvGraphicFramePr>
          <p:nvPr>
            <p:extLst>
              <p:ext uri="{D42A27DB-BD31-4B8C-83A1-F6EECF244321}">
                <p14:modId xmlns:p14="http://schemas.microsoft.com/office/powerpoint/2010/main" val="185553944"/>
              </p:ext>
            </p:extLst>
          </p:nvPr>
        </p:nvGraphicFramePr>
        <p:xfrm>
          <a:off x="1231867" y="1916349"/>
          <a:ext cx="4674352" cy="41406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79276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80F817DC-CD84-9BC2-19B5-9C4D075AA4B4}"/>
              </a:ext>
            </a:extLst>
          </p:cNvPr>
          <p:cNvGraphicFramePr>
            <a:graphicFrameLocks noGrp="1"/>
          </p:cNvGraphicFramePr>
          <p:nvPr>
            <p:ph idx="1"/>
            <p:extLst>
              <p:ext uri="{D42A27DB-BD31-4B8C-83A1-F6EECF244321}">
                <p14:modId xmlns:p14="http://schemas.microsoft.com/office/powerpoint/2010/main" val="4182030408"/>
              </p:ext>
            </p:extLst>
          </p:nvPr>
        </p:nvGraphicFramePr>
        <p:xfrm>
          <a:off x="142875" y="1679575"/>
          <a:ext cx="11906250" cy="46863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a:extLst>
              <a:ext uri="{FF2B5EF4-FFF2-40B4-BE49-F238E27FC236}">
                <a16:creationId xmlns:a16="http://schemas.microsoft.com/office/drawing/2014/main" id="{82ECD64C-5D7B-F649-89B9-EFB338BC044E}"/>
              </a:ext>
            </a:extLst>
          </p:cNvPr>
          <p:cNvSpPr>
            <a:spLocks noGrp="1"/>
          </p:cNvSpPr>
          <p:nvPr>
            <p:ph type="title"/>
          </p:nvPr>
        </p:nvSpPr>
        <p:spPr/>
        <p:txBody>
          <a:bodyPr/>
          <a:lstStyle/>
          <a:p>
            <a:r>
              <a:rPr lang="en-GB" dirty="0"/>
              <a:t>SDLC Overview</a:t>
            </a:r>
          </a:p>
        </p:txBody>
      </p:sp>
      <p:sp>
        <p:nvSpPr>
          <p:cNvPr id="3" name="Text Placeholder 2">
            <a:extLst>
              <a:ext uri="{FF2B5EF4-FFF2-40B4-BE49-F238E27FC236}">
                <a16:creationId xmlns:a16="http://schemas.microsoft.com/office/drawing/2014/main" id="{62128A17-3278-3BB1-2494-2E12625FDBDC}"/>
              </a:ext>
            </a:extLst>
          </p:cNvPr>
          <p:cNvSpPr>
            <a:spLocks noGrp="1"/>
          </p:cNvSpPr>
          <p:nvPr>
            <p:ph type="body" sz="quarter" idx="10"/>
          </p:nvPr>
        </p:nvSpPr>
        <p:spPr/>
        <p:txBody>
          <a:bodyPr/>
          <a:lstStyle/>
          <a:p>
            <a:r>
              <a:rPr lang="en-GB" dirty="0"/>
              <a:t>K1, K6</a:t>
            </a:r>
          </a:p>
        </p:txBody>
      </p:sp>
      <p:sp>
        <p:nvSpPr>
          <p:cNvPr id="6" name="Text Placeholder 5">
            <a:extLst>
              <a:ext uri="{FF2B5EF4-FFF2-40B4-BE49-F238E27FC236}">
                <a16:creationId xmlns:a16="http://schemas.microsoft.com/office/drawing/2014/main" id="{360F9770-57BB-EFA6-DE8B-04994562AC6C}"/>
              </a:ext>
            </a:extLst>
          </p:cNvPr>
          <p:cNvSpPr>
            <a:spLocks noGrp="1"/>
          </p:cNvSpPr>
          <p:nvPr>
            <p:ph type="body" sz="quarter" idx="11"/>
          </p:nvPr>
        </p:nvSpPr>
        <p:spPr/>
        <p:txBody>
          <a:bodyPr/>
          <a:lstStyle/>
          <a:p>
            <a:endParaRPr lang="en-GB"/>
          </a:p>
        </p:txBody>
      </p:sp>
      <p:sp>
        <p:nvSpPr>
          <p:cNvPr id="5" name="Arrow: Bent-Up 4">
            <a:extLst>
              <a:ext uri="{FF2B5EF4-FFF2-40B4-BE49-F238E27FC236}">
                <a16:creationId xmlns:a16="http://schemas.microsoft.com/office/drawing/2014/main" id="{C3794977-5BF4-7C87-01F2-AEF31DC454DD}"/>
              </a:ext>
            </a:extLst>
          </p:cNvPr>
          <p:cNvSpPr/>
          <p:nvPr/>
        </p:nvSpPr>
        <p:spPr>
          <a:xfrm flipH="1">
            <a:off x="896816" y="3848473"/>
            <a:ext cx="2042778" cy="1501140"/>
          </a:xfrm>
          <a:prstGeom prst="bentUpArrow">
            <a:avLst>
              <a:gd name="adj1" fmla="val 21325"/>
              <a:gd name="adj2" fmla="val 18484"/>
              <a:gd name="adj3" fmla="val 16994"/>
            </a:avLst>
          </a:prstGeom>
          <a:solidFill>
            <a:srgbClr val="D30047">
              <a:tint val="60000"/>
              <a:hueOff val="0"/>
              <a:satOff val="0"/>
              <a:lumOff val="0"/>
              <a:alphaOff val="0"/>
            </a:srgbClr>
          </a:solidFill>
          <a:ln>
            <a:noFill/>
          </a:ln>
          <a:effectLst/>
        </p:spPr>
        <p:txBody>
          <a:bodyPr spcFirstLastPara="0" vert="horz" wrap="square" lIns="0" tIns="0" rIns="0" bIns="0" numCol="1" spcCol="1270" anchor="ctr" anchorCtr="0">
            <a:noAutofit/>
          </a:bodyPr>
          <a:lstStyle/>
          <a:p>
            <a:endParaRPr lang="en-GB" sz="800"/>
          </a:p>
        </p:txBody>
      </p:sp>
    </p:spTree>
    <p:extLst>
      <p:ext uri="{BB962C8B-B14F-4D97-AF65-F5344CB8AC3E}">
        <p14:creationId xmlns:p14="http://schemas.microsoft.com/office/powerpoint/2010/main" val="2087205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CFA80-09A1-A80A-ADBF-2B1A18ABDD4F}"/>
              </a:ext>
            </a:extLst>
          </p:cNvPr>
          <p:cNvSpPr>
            <a:spLocks noGrp="1"/>
          </p:cNvSpPr>
          <p:nvPr>
            <p:ph type="ctrTitle"/>
          </p:nvPr>
        </p:nvSpPr>
        <p:spPr/>
        <p:txBody>
          <a:bodyPr/>
          <a:lstStyle/>
          <a:p>
            <a:r>
              <a:rPr lang="en-GB" dirty="0"/>
              <a:t>Summary</a:t>
            </a:r>
          </a:p>
        </p:txBody>
      </p:sp>
      <p:sp>
        <p:nvSpPr>
          <p:cNvPr id="3" name="Subtitle 2">
            <a:extLst>
              <a:ext uri="{FF2B5EF4-FFF2-40B4-BE49-F238E27FC236}">
                <a16:creationId xmlns:a16="http://schemas.microsoft.com/office/drawing/2014/main" id="{0750175E-7B34-CE76-26D7-CCBFF8A3C44F}"/>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5079899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3882F-78FD-6A9E-9FC7-D8256C8049F2}"/>
              </a:ext>
            </a:extLst>
          </p:cNvPr>
          <p:cNvSpPr>
            <a:spLocks noGrp="1"/>
          </p:cNvSpPr>
          <p:nvPr>
            <p:ph type="title"/>
          </p:nvPr>
        </p:nvSpPr>
        <p:spPr/>
        <p:txBody>
          <a:bodyPr/>
          <a:lstStyle/>
          <a:p>
            <a:r>
              <a:rPr lang="en-GB" dirty="0"/>
              <a:t>Course Summary</a:t>
            </a:r>
          </a:p>
        </p:txBody>
      </p:sp>
      <p:sp>
        <p:nvSpPr>
          <p:cNvPr id="8" name="Content Placeholder 7">
            <a:extLst>
              <a:ext uri="{FF2B5EF4-FFF2-40B4-BE49-F238E27FC236}">
                <a16:creationId xmlns:a16="http://schemas.microsoft.com/office/drawing/2014/main" id="{542BCA84-A954-2C61-A88D-253467BB33B0}"/>
              </a:ext>
            </a:extLst>
          </p:cNvPr>
          <p:cNvSpPr>
            <a:spLocks noGrp="1"/>
          </p:cNvSpPr>
          <p:nvPr>
            <p:ph idx="1"/>
          </p:nvPr>
        </p:nvSpPr>
        <p:spPr/>
        <p:txBody>
          <a:bodyPr>
            <a:noAutofit/>
          </a:bodyPr>
          <a:lstStyle/>
          <a:p>
            <a:pPr marL="0" indent="0">
              <a:lnSpc>
                <a:spcPct val="70000"/>
              </a:lnSpc>
              <a:buFont typeface="Arial" panose="020B0604020202020204" pitchFamily="34" charset="0"/>
              <a:buNone/>
            </a:pPr>
            <a:r>
              <a:rPr lang="en-GB" sz="1600" b="1" dirty="0"/>
              <a:t>Session Aim</a:t>
            </a:r>
          </a:p>
          <a:p>
            <a:pPr>
              <a:lnSpc>
                <a:spcPct val="70000"/>
              </a:lnSpc>
            </a:pPr>
            <a:r>
              <a:rPr lang="en-GB" sz="1600" dirty="0"/>
              <a:t>Understand the various stages of the SDLC (D11, D21)</a:t>
            </a:r>
          </a:p>
          <a:p>
            <a:pPr marL="0" indent="0">
              <a:lnSpc>
                <a:spcPct val="70000"/>
              </a:lnSpc>
              <a:buFont typeface="Arial" panose="020B0604020202020204" pitchFamily="34" charset="0"/>
              <a:buNone/>
            </a:pPr>
            <a:endParaRPr lang="en-GB" sz="1600" b="1" dirty="0"/>
          </a:p>
          <a:p>
            <a:pPr marL="0" indent="0">
              <a:lnSpc>
                <a:spcPct val="70000"/>
              </a:lnSpc>
              <a:buFont typeface="Arial" panose="020B0604020202020204" pitchFamily="34" charset="0"/>
              <a:buNone/>
            </a:pPr>
            <a:r>
              <a:rPr lang="en-GB" sz="1600" b="1" dirty="0"/>
              <a:t>Objectives</a:t>
            </a:r>
          </a:p>
        </p:txBody>
      </p:sp>
      <p:graphicFrame>
        <p:nvGraphicFramePr>
          <p:cNvPr id="5" name="Content Placeholder 4">
            <a:extLst>
              <a:ext uri="{FF2B5EF4-FFF2-40B4-BE49-F238E27FC236}">
                <a16:creationId xmlns:a16="http://schemas.microsoft.com/office/drawing/2014/main" id="{938B9B91-E137-5B2C-C70E-E4C48DC3595E}"/>
              </a:ext>
            </a:extLst>
          </p:cNvPr>
          <p:cNvGraphicFramePr>
            <a:graphicFrameLocks noGrp="1"/>
          </p:cNvGraphicFramePr>
          <p:nvPr>
            <p:ph sz="quarter" idx="11"/>
            <p:extLst>
              <p:ext uri="{D42A27DB-BD31-4B8C-83A1-F6EECF244321}">
                <p14:modId xmlns:p14="http://schemas.microsoft.com/office/powerpoint/2010/main" val="129032816"/>
              </p:ext>
            </p:extLst>
          </p:nvPr>
        </p:nvGraphicFramePr>
        <p:xfrm>
          <a:off x="2251075" y="3038475"/>
          <a:ext cx="9801225" cy="36449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749927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27D2C-9DA5-8B0F-A9BA-C713B9E36CF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EF2934-04C2-11C6-7FAA-A1F417211587}"/>
              </a:ext>
            </a:extLst>
          </p:cNvPr>
          <p:cNvSpPr>
            <a:spLocks noGrp="1"/>
          </p:cNvSpPr>
          <p:nvPr>
            <p:ph type="title"/>
          </p:nvPr>
        </p:nvSpPr>
        <p:spPr/>
        <p:txBody>
          <a:bodyPr>
            <a:normAutofit/>
          </a:bodyPr>
          <a:lstStyle/>
          <a:p>
            <a:r>
              <a:rPr lang="en-GB" dirty="0"/>
              <a:t>Competencies and Coverage</a:t>
            </a:r>
          </a:p>
        </p:txBody>
      </p:sp>
      <p:graphicFrame>
        <p:nvGraphicFramePr>
          <p:cNvPr id="2" name="Table 4">
            <a:extLst>
              <a:ext uri="{FF2B5EF4-FFF2-40B4-BE49-F238E27FC236}">
                <a16:creationId xmlns:a16="http://schemas.microsoft.com/office/drawing/2014/main" id="{74A1E387-9831-79F4-D04E-2948AED79C04}"/>
              </a:ext>
            </a:extLst>
          </p:cNvPr>
          <p:cNvGraphicFramePr>
            <a:graphicFrameLocks noGrp="1"/>
          </p:cNvGraphicFramePr>
          <p:nvPr>
            <p:extLst>
              <p:ext uri="{D42A27DB-BD31-4B8C-83A1-F6EECF244321}">
                <p14:modId xmlns:p14="http://schemas.microsoft.com/office/powerpoint/2010/main" val="4065684430"/>
              </p:ext>
            </p:extLst>
          </p:nvPr>
        </p:nvGraphicFramePr>
        <p:xfrm>
          <a:off x="264883" y="2498799"/>
          <a:ext cx="8127999" cy="1371600"/>
        </p:xfrm>
        <a:graphic>
          <a:graphicData uri="http://schemas.openxmlformats.org/drawingml/2006/table">
            <a:tbl>
              <a:tblPr firstRow="1" bandRow="1">
                <a:tableStyleId>{69012ECD-51FC-41F1-AA8D-1B2483CD663E}</a:tableStyleId>
              </a:tblPr>
              <a:tblGrid>
                <a:gridCol w="2709333">
                  <a:extLst>
                    <a:ext uri="{9D8B030D-6E8A-4147-A177-3AD203B41FA5}">
                      <a16:colId xmlns:a16="http://schemas.microsoft.com/office/drawing/2014/main" val="3030813770"/>
                    </a:ext>
                  </a:extLst>
                </a:gridCol>
                <a:gridCol w="2709333">
                  <a:extLst>
                    <a:ext uri="{9D8B030D-6E8A-4147-A177-3AD203B41FA5}">
                      <a16:colId xmlns:a16="http://schemas.microsoft.com/office/drawing/2014/main" val="79954557"/>
                    </a:ext>
                  </a:extLst>
                </a:gridCol>
                <a:gridCol w="2709333">
                  <a:extLst>
                    <a:ext uri="{9D8B030D-6E8A-4147-A177-3AD203B41FA5}">
                      <a16:colId xmlns:a16="http://schemas.microsoft.com/office/drawing/2014/main" val="1113414384"/>
                    </a:ext>
                  </a:extLst>
                </a:gridCol>
              </a:tblGrid>
              <a:tr h="238094">
                <a:tc gridSpan="3">
                  <a:txBody>
                    <a:bodyPr/>
                    <a:lstStyle/>
                    <a:p>
                      <a:pPr algn="ctr"/>
                      <a:r>
                        <a:rPr lang="en-GB" dirty="0"/>
                        <a:t>Professional Discussion underpinned by Portfolio</a:t>
                      </a:r>
                    </a:p>
                  </a:txBody>
                  <a:tcPr/>
                </a:tc>
                <a:tc hMerge="1">
                  <a:txBody>
                    <a:bodyPr/>
                    <a:lstStyle/>
                    <a:p>
                      <a:endParaRPr lang="en-GB" dirty="0"/>
                    </a:p>
                  </a:txBody>
                  <a:tcPr/>
                </a:tc>
                <a:tc hMerge="1">
                  <a:txBody>
                    <a:bodyPr/>
                    <a:lstStyle/>
                    <a:p>
                      <a:endParaRPr lang="en-GB" dirty="0"/>
                    </a:p>
                  </a:txBody>
                  <a:tcPr/>
                </a:tc>
                <a:extLst>
                  <a:ext uri="{0D108BD9-81ED-4DB2-BD59-A6C34878D82A}">
                    <a16:rowId xmlns:a16="http://schemas.microsoft.com/office/drawing/2014/main" val="432273095"/>
                  </a:ext>
                </a:extLst>
              </a:tr>
              <a:tr h="238094">
                <a:tc>
                  <a:txBody>
                    <a:bodyPr/>
                    <a:lstStyle/>
                    <a:p>
                      <a:pPr algn="ctr"/>
                      <a:r>
                        <a:rPr lang="en-GB" b="1" dirty="0">
                          <a:solidFill>
                            <a:schemeClr val="tx2"/>
                          </a:solidFill>
                        </a:rPr>
                        <a:t>Knowledge</a:t>
                      </a:r>
                    </a:p>
                  </a:txBody>
                  <a:tcPr/>
                </a:tc>
                <a:tc>
                  <a:txBody>
                    <a:bodyPr/>
                    <a:lstStyle/>
                    <a:p>
                      <a:pPr algn="ctr"/>
                      <a:r>
                        <a:rPr lang="en-GB" b="1" dirty="0">
                          <a:solidFill>
                            <a:schemeClr val="tx2"/>
                          </a:solidFill>
                        </a:rPr>
                        <a:t>Skills</a:t>
                      </a:r>
                    </a:p>
                  </a:txBody>
                  <a:tcPr/>
                </a:tc>
                <a:tc>
                  <a:txBody>
                    <a:bodyPr/>
                    <a:lstStyle/>
                    <a:p>
                      <a:pPr algn="ctr"/>
                      <a:r>
                        <a:rPr lang="en-GB" b="1" dirty="0">
                          <a:solidFill>
                            <a:schemeClr val="tx2"/>
                          </a:solidFill>
                        </a:rPr>
                        <a:t>Behaviours</a:t>
                      </a:r>
                    </a:p>
                  </a:txBody>
                  <a:tcPr/>
                </a:tc>
                <a:extLst>
                  <a:ext uri="{0D108BD9-81ED-4DB2-BD59-A6C34878D82A}">
                    <a16:rowId xmlns:a16="http://schemas.microsoft.com/office/drawing/2014/main" val="2345125783"/>
                  </a:ext>
                </a:extLst>
              </a:tr>
              <a:tr h="515930">
                <a:tc>
                  <a:txBody>
                    <a:bodyPr/>
                    <a:lstStyle/>
                    <a:p>
                      <a:pPr algn="ctr"/>
                      <a:r>
                        <a:rPr lang="en-GB" sz="1800" b="1" kern="1200" dirty="0">
                          <a:solidFill>
                            <a:schemeClr val="tx1"/>
                          </a:solidFill>
                          <a:latin typeface="+mn-lt"/>
                          <a:ea typeface="+mn-ea"/>
                          <a:cs typeface="+mn-cs"/>
                        </a:rPr>
                        <a:t>K1</a:t>
                      </a:r>
                      <a:r>
                        <a:rPr lang="en-GB" sz="1800" kern="1200" dirty="0">
                          <a:solidFill>
                            <a:schemeClr val="bg1">
                              <a:lumMod val="75000"/>
                            </a:schemeClr>
                          </a:solidFill>
                          <a:latin typeface="+mn-lt"/>
                          <a:ea typeface="+mn-ea"/>
                          <a:cs typeface="+mn-cs"/>
                        </a:rPr>
                        <a:t>, </a:t>
                      </a:r>
                      <a:r>
                        <a:rPr lang="en-GB" sz="1800" i="1" kern="1200" dirty="0">
                          <a:solidFill>
                            <a:schemeClr val="tx1"/>
                          </a:solidFill>
                          <a:latin typeface="+mn-lt"/>
                          <a:ea typeface="+mn-ea"/>
                          <a:cs typeface="+mn-cs"/>
                        </a:rPr>
                        <a:t>K3</a:t>
                      </a:r>
                      <a:r>
                        <a:rPr lang="en-GB" sz="1800" kern="1200" dirty="0">
                          <a:solidFill>
                            <a:schemeClr val="bg1">
                              <a:lumMod val="75000"/>
                            </a:schemeClr>
                          </a:solidFill>
                          <a:latin typeface="+mn-lt"/>
                          <a:ea typeface="+mn-ea"/>
                          <a:cs typeface="+mn-cs"/>
                        </a:rPr>
                        <a:t>, K4, </a:t>
                      </a:r>
                      <a:r>
                        <a:rPr lang="en-GB" sz="1800" b="1" kern="1200" dirty="0">
                          <a:solidFill>
                            <a:schemeClr val="tx1"/>
                          </a:solidFill>
                          <a:latin typeface="+mn-lt"/>
                          <a:ea typeface="+mn-ea"/>
                          <a:cs typeface="+mn-cs"/>
                        </a:rPr>
                        <a:t>K5</a:t>
                      </a:r>
                      <a:r>
                        <a:rPr lang="en-GB" sz="1800" kern="1200" dirty="0">
                          <a:solidFill>
                            <a:schemeClr val="bg1">
                              <a:lumMod val="75000"/>
                            </a:schemeClr>
                          </a:solidFill>
                          <a:latin typeface="+mn-lt"/>
                          <a:ea typeface="+mn-ea"/>
                          <a:cs typeface="+mn-cs"/>
                        </a:rPr>
                        <a:t>, K7, K8, K10, K12</a:t>
                      </a:r>
                    </a:p>
                  </a:txBody>
                  <a:tcPr/>
                </a:tc>
                <a:tc>
                  <a:txBody>
                    <a:bodyPr/>
                    <a:lstStyle/>
                    <a:p>
                      <a:pPr algn="ctr"/>
                      <a:r>
                        <a:rPr lang="en-GB" sz="1800" kern="1200" dirty="0">
                          <a:solidFill>
                            <a:schemeClr val="bg1">
                              <a:lumMod val="75000"/>
                            </a:schemeClr>
                          </a:solidFill>
                          <a:latin typeface="+mn-lt"/>
                          <a:ea typeface="+mn-ea"/>
                          <a:cs typeface="+mn-cs"/>
                        </a:rPr>
                        <a:t>S2, S3, S5, S8, S9, S13, S14, S15, S17</a:t>
                      </a:r>
                    </a:p>
                  </a:txBody>
                  <a:tcPr/>
                </a:tc>
                <a:tc>
                  <a:txBody>
                    <a:bodyPr/>
                    <a:lstStyle/>
                    <a:p>
                      <a:pPr algn="ctr"/>
                      <a:r>
                        <a:rPr lang="en-GB" sz="1800" kern="1200" dirty="0">
                          <a:solidFill>
                            <a:schemeClr val="bg1">
                              <a:lumMod val="75000"/>
                            </a:schemeClr>
                          </a:solidFill>
                          <a:latin typeface="+mn-lt"/>
                          <a:ea typeface="+mn-ea"/>
                          <a:cs typeface="+mn-cs"/>
                        </a:rPr>
                        <a:t>B1, </a:t>
                      </a:r>
                      <a:r>
                        <a:rPr lang="en-GB" sz="1800" i="1" kern="1200" dirty="0">
                          <a:solidFill>
                            <a:schemeClr val="tx1"/>
                          </a:solidFill>
                          <a:latin typeface="+mn-lt"/>
                          <a:ea typeface="+mn-ea"/>
                          <a:cs typeface="+mn-cs"/>
                        </a:rPr>
                        <a:t>B4</a:t>
                      </a:r>
                      <a:r>
                        <a:rPr lang="en-GB" sz="1800" kern="1200" dirty="0">
                          <a:solidFill>
                            <a:schemeClr val="bg1">
                              <a:lumMod val="75000"/>
                            </a:schemeClr>
                          </a:solidFill>
                          <a:latin typeface="+mn-lt"/>
                          <a:ea typeface="+mn-ea"/>
                          <a:cs typeface="+mn-cs"/>
                        </a:rPr>
                        <a:t>, B5, B6, </a:t>
                      </a:r>
                      <a:r>
                        <a:rPr lang="en-GB" sz="1800" b="1" kern="1200" dirty="0">
                          <a:solidFill>
                            <a:schemeClr val="tx1"/>
                          </a:solidFill>
                          <a:latin typeface="+mn-lt"/>
                          <a:ea typeface="+mn-ea"/>
                          <a:cs typeface="+mn-cs"/>
                        </a:rPr>
                        <a:t>B7</a:t>
                      </a:r>
                      <a:r>
                        <a:rPr lang="en-GB" sz="1800" kern="1200" dirty="0">
                          <a:solidFill>
                            <a:schemeClr val="bg1">
                              <a:lumMod val="75000"/>
                            </a:schemeClr>
                          </a:solidFill>
                          <a:latin typeface="+mn-lt"/>
                          <a:ea typeface="+mn-ea"/>
                          <a:cs typeface="+mn-cs"/>
                        </a:rPr>
                        <a:t>, B8, </a:t>
                      </a:r>
                      <a:r>
                        <a:rPr lang="en-GB" sz="1800" b="1" kern="1200" dirty="0">
                          <a:solidFill>
                            <a:schemeClr val="tx1"/>
                          </a:solidFill>
                          <a:latin typeface="+mn-lt"/>
                          <a:ea typeface="+mn-ea"/>
                          <a:cs typeface="+mn-cs"/>
                        </a:rPr>
                        <a:t>B9</a:t>
                      </a:r>
                    </a:p>
                  </a:txBody>
                  <a:tcPr/>
                </a:tc>
                <a:extLst>
                  <a:ext uri="{0D108BD9-81ED-4DB2-BD59-A6C34878D82A}">
                    <a16:rowId xmlns:a16="http://schemas.microsoft.com/office/drawing/2014/main" val="2058850495"/>
                  </a:ext>
                </a:extLst>
              </a:tr>
            </a:tbl>
          </a:graphicData>
        </a:graphic>
      </p:graphicFrame>
      <p:graphicFrame>
        <p:nvGraphicFramePr>
          <p:cNvPr id="5" name="Table 4">
            <a:extLst>
              <a:ext uri="{FF2B5EF4-FFF2-40B4-BE49-F238E27FC236}">
                <a16:creationId xmlns:a16="http://schemas.microsoft.com/office/drawing/2014/main" id="{7A5AFD3F-E2D6-B448-C70E-30D205E640DF}"/>
              </a:ext>
            </a:extLst>
          </p:cNvPr>
          <p:cNvGraphicFramePr>
            <a:graphicFrameLocks noGrp="1"/>
          </p:cNvGraphicFramePr>
          <p:nvPr>
            <p:extLst>
              <p:ext uri="{D42A27DB-BD31-4B8C-83A1-F6EECF244321}">
                <p14:modId xmlns:p14="http://schemas.microsoft.com/office/powerpoint/2010/main" val="1054519739"/>
              </p:ext>
            </p:extLst>
          </p:nvPr>
        </p:nvGraphicFramePr>
        <p:xfrm>
          <a:off x="3799118" y="4327941"/>
          <a:ext cx="8127999" cy="1371600"/>
        </p:xfrm>
        <a:graphic>
          <a:graphicData uri="http://schemas.openxmlformats.org/drawingml/2006/table">
            <a:tbl>
              <a:tblPr firstRow="1" bandRow="1">
                <a:tableStyleId>{72833802-FEF1-4C79-8D5D-14CF1EAF98D9}</a:tableStyleId>
              </a:tblPr>
              <a:tblGrid>
                <a:gridCol w="2709333">
                  <a:extLst>
                    <a:ext uri="{9D8B030D-6E8A-4147-A177-3AD203B41FA5}">
                      <a16:colId xmlns:a16="http://schemas.microsoft.com/office/drawing/2014/main" val="3030813770"/>
                    </a:ext>
                  </a:extLst>
                </a:gridCol>
                <a:gridCol w="2709333">
                  <a:extLst>
                    <a:ext uri="{9D8B030D-6E8A-4147-A177-3AD203B41FA5}">
                      <a16:colId xmlns:a16="http://schemas.microsoft.com/office/drawing/2014/main" val="79954557"/>
                    </a:ext>
                  </a:extLst>
                </a:gridCol>
                <a:gridCol w="2709333">
                  <a:extLst>
                    <a:ext uri="{9D8B030D-6E8A-4147-A177-3AD203B41FA5}">
                      <a16:colId xmlns:a16="http://schemas.microsoft.com/office/drawing/2014/main" val="1113414384"/>
                    </a:ext>
                  </a:extLst>
                </a:gridCol>
              </a:tblGrid>
              <a:tr h="186663">
                <a:tc gridSpan="3">
                  <a:txBody>
                    <a:bodyPr/>
                    <a:lstStyle/>
                    <a:p>
                      <a:pPr algn="ctr"/>
                      <a:r>
                        <a:rPr lang="en-GB" dirty="0"/>
                        <a:t>Work-based Project with Questioning</a:t>
                      </a:r>
                    </a:p>
                  </a:txBody>
                  <a:tcPr/>
                </a:tc>
                <a:tc hMerge="1">
                  <a:txBody>
                    <a:bodyPr/>
                    <a:lstStyle/>
                    <a:p>
                      <a:endParaRPr lang="en-GB" dirty="0"/>
                    </a:p>
                  </a:txBody>
                  <a:tcPr/>
                </a:tc>
                <a:tc hMerge="1">
                  <a:txBody>
                    <a:bodyPr/>
                    <a:lstStyle/>
                    <a:p>
                      <a:endParaRPr lang="en-GB" dirty="0"/>
                    </a:p>
                  </a:txBody>
                  <a:tcPr/>
                </a:tc>
                <a:extLst>
                  <a:ext uri="{0D108BD9-81ED-4DB2-BD59-A6C34878D82A}">
                    <a16:rowId xmlns:a16="http://schemas.microsoft.com/office/drawing/2014/main" val="432273095"/>
                  </a:ext>
                </a:extLst>
              </a:tr>
              <a:tr h="186663">
                <a:tc>
                  <a:txBody>
                    <a:bodyPr/>
                    <a:lstStyle/>
                    <a:p>
                      <a:pPr algn="ctr"/>
                      <a:r>
                        <a:rPr lang="en-GB" b="1" dirty="0">
                          <a:solidFill>
                            <a:schemeClr val="tx2"/>
                          </a:solidFill>
                        </a:rPr>
                        <a:t>Knowledge</a:t>
                      </a:r>
                    </a:p>
                  </a:txBody>
                  <a:tcPr/>
                </a:tc>
                <a:tc>
                  <a:txBody>
                    <a:bodyPr/>
                    <a:lstStyle/>
                    <a:p>
                      <a:pPr algn="ctr"/>
                      <a:r>
                        <a:rPr lang="en-GB" b="1" dirty="0">
                          <a:solidFill>
                            <a:schemeClr val="tx2"/>
                          </a:solidFill>
                        </a:rPr>
                        <a:t>Skills</a:t>
                      </a:r>
                    </a:p>
                  </a:txBody>
                  <a:tcPr/>
                </a:tc>
                <a:tc>
                  <a:txBody>
                    <a:bodyPr/>
                    <a:lstStyle/>
                    <a:p>
                      <a:pPr algn="ctr"/>
                      <a:r>
                        <a:rPr lang="en-GB" b="1" dirty="0">
                          <a:solidFill>
                            <a:schemeClr val="tx2"/>
                          </a:solidFill>
                        </a:rPr>
                        <a:t>Behaviours</a:t>
                      </a:r>
                    </a:p>
                  </a:txBody>
                  <a:tcPr/>
                </a:tc>
                <a:extLst>
                  <a:ext uri="{0D108BD9-81ED-4DB2-BD59-A6C34878D82A}">
                    <a16:rowId xmlns:a16="http://schemas.microsoft.com/office/drawing/2014/main" val="2345125783"/>
                  </a:ext>
                </a:extLst>
              </a:tr>
              <a:tr h="388410">
                <a:tc>
                  <a:txBody>
                    <a:bodyPr/>
                    <a:lstStyle/>
                    <a:p>
                      <a:pPr marL="0" algn="ctr" defTabSz="914400" rtl="0" eaLnBrk="1" latinLnBrk="0" hangingPunct="1"/>
                      <a:r>
                        <a:rPr lang="en-GB" sz="1800" i="1" kern="1200" dirty="0">
                          <a:solidFill>
                            <a:schemeClr val="tx1"/>
                          </a:solidFill>
                          <a:latin typeface="+mn-lt"/>
                          <a:ea typeface="+mn-ea"/>
                          <a:cs typeface="+mn-cs"/>
                        </a:rPr>
                        <a:t>K2</a:t>
                      </a:r>
                      <a:r>
                        <a:rPr lang="en-GB" sz="1800" kern="1200" dirty="0">
                          <a:solidFill>
                            <a:schemeClr val="bg1">
                              <a:lumMod val="75000"/>
                            </a:schemeClr>
                          </a:solidFill>
                          <a:latin typeface="+mn-lt"/>
                          <a:ea typeface="+mn-ea"/>
                          <a:cs typeface="+mn-cs"/>
                        </a:rPr>
                        <a:t>, </a:t>
                      </a:r>
                      <a:r>
                        <a:rPr lang="en-GB" sz="1800" b="1" i="0" kern="1200" dirty="0">
                          <a:solidFill>
                            <a:schemeClr val="tx1"/>
                          </a:solidFill>
                          <a:latin typeface="+mn-lt"/>
                          <a:ea typeface="+mn-ea"/>
                          <a:cs typeface="+mn-cs"/>
                        </a:rPr>
                        <a:t>K6</a:t>
                      </a:r>
                      <a:r>
                        <a:rPr lang="en-GB" sz="1800" kern="1200" dirty="0">
                          <a:solidFill>
                            <a:schemeClr val="bg1">
                              <a:lumMod val="75000"/>
                            </a:schemeClr>
                          </a:solidFill>
                          <a:latin typeface="+mn-lt"/>
                          <a:ea typeface="+mn-ea"/>
                          <a:cs typeface="+mn-cs"/>
                        </a:rPr>
                        <a:t>, K9, K11</a:t>
                      </a:r>
                    </a:p>
                  </a:txBody>
                  <a:tcPr/>
                </a:tc>
                <a:tc>
                  <a:txBody>
                    <a:bodyPr/>
                    <a:lstStyle/>
                    <a:p>
                      <a:pPr marL="0" algn="ctr" defTabSz="914400" rtl="0" eaLnBrk="1" latinLnBrk="0" hangingPunct="1"/>
                      <a:r>
                        <a:rPr lang="en-GB" sz="1800" kern="1200" dirty="0">
                          <a:solidFill>
                            <a:schemeClr val="bg1">
                              <a:lumMod val="75000"/>
                            </a:schemeClr>
                          </a:solidFill>
                          <a:latin typeface="+mn-lt"/>
                          <a:ea typeface="+mn-ea"/>
                          <a:cs typeface="+mn-cs"/>
                        </a:rPr>
                        <a:t>S1, S4, S6, S7, S10, S11, S12, S16</a:t>
                      </a:r>
                    </a:p>
                  </a:txBody>
                  <a:tcPr/>
                </a:tc>
                <a:tc>
                  <a:txBody>
                    <a:bodyPr/>
                    <a:lstStyle/>
                    <a:p>
                      <a:pPr marL="0" algn="ctr" defTabSz="914400" rtl="0" eaLnBrk="1" latinLnBrk="0" hangingPunct="1"/>
                      <a:r>
                        <a:rPr lang="en-GB" sz="1800" kern="1200" dirty="0">
                          <a:solidFill>
                            <a:schemeClr val="bg1">
                              <a:lumMod val="75000"/>
                            </a:schemeClr>
                          </a:solidFill>
                          <a:latin typeface="+mn-lt"/>
                          <a:ea typeface="+mn-ea"/>
                          <a:cs typeface="+mn-cs"/>
                        </a:rPr>
                        <a:t>B2, B3</a:t>
                      </a:r>
                    </a:p>
                  </a:txBody>
                  <a:tcPr/>
                </a:tc>
                <a:extLst>
                  <a:ext uri="{0D108BD9-81ED-4DB2-BD59-A6C34878D82A}">
                    <a16:rowId xmlns:a16="http://schemas.microsoft.com/office/drawing/2014/main" val="2058850495"/>
                  </a:ext>
                </a:extLst>
              </a:tr>
            </a:tbl>
          </a:graphicData>
        </a:graphic>
      </p:graphicFrame>
    </p:spTree>
    <p:custDataLst>
      <p:tags r:id="rId1"/>
    </p:custDataLst>
    <p:extLst>
      <p:ext uri="{BB962C8B-B14F-4D97-AF65-F5344CB8AC3E}">
        <p14:creationId xmlns:p14="http://schemas.microsoft.com/office/powerpoint/2010/main" val="42416453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E92F91-456C-7A83-3869-3712623534B9}"/>
              </a:ext>
            </a:extLst>
          </p:cNvPr>
          <p:cNvSpPr>
            <a:spLocks noGrp="1"/>
          </p:cNvSpPr>
          <p:nvPr>
            <p:ph type="body" sz="quarter" idx="10"/>
          </p:nvPr>
        </p:nvSpPr>
        <p:spPr/>
        <p:txBody>
          <a:bodyPr/>
          <a:lstStyle/>
          <a:p>
            <a:endParaRPr lang="en-GB"/>
          </a:p>
        </p:txBody>
      </p:sp>
      <p:sp>
        <p:nvSpPr>
          <p:cNvPr id="3" name="Title 2">
            <a:extLst>
              <a:ext uri="{FF2B5EF4-FFF2-40B4-BE49-F238E27FC236}">
                <a16:creationId xmlns:a16="http://schemas.microsoft.com/office/drawing/2014/main" id="{1CBAF9C0-7DB5-4966-DFE1-68E814A873A7}"/>
              </a:ext>
            </a:extLst>
          </p:cNvPr>
          <p:cNvSpPr>
            <a:spLocks noGrp="1"/>
          </p:cNvSpPr>
          <p:nvPr>
            <p:ph type="title"/>
          </p:nvPr>
        </p:nvSpPr>
        <p:spPr/>
        <p:txBody>
          <a:bodyPr/>
          <a:lstStyle/>
          <a:p>
            <a:endParaRPr lang="en-GB"/>
          </a:p>
        </p:txBody>
      </p:sp>
    </p:spTree>
    <p:extLst>
      <p:ext uri="{BB962C8B-B14F-4D97-AF65-F5344CB8AC3E}">
        <p14:creationId xmlns:p14="http://schemas.microsoft.com/office/powerpoint/2010/main" val="177413894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Firebrand">
      <a:dk1>
        <a:srgbClr val="111110"/>
      </a:dk1>
      <a:lt1>
        <a:srgbClr val="FFFFFF"/>
      </a:lt1>
      <a:dk2>
        <a:srgbClr val="3B3B3A"/>
      </a:dk2>
      <a:lt2>
        <a:srgbClr val="F9F7F7"/>
      </a:lt2>
      <a:accent1>
        <a:srgbClr val="D30047"/>
      </a:accent1>
      <a:accent2>
        <a:srgbClr val="FF6717"/>
      </a:accent2>
      <a:accent3>
        <a:srgbClr val="FFDB46"/>
      </a:accent3>
      <a:accent4>
        <a:srgbClr val="D30047"/>
      </a:accent4>
      <a:accent5>
        <a:srgbClr val="FF6717"/>
      </a:accent5>
      <a:accent6>
        <a:srgbClr val="FFDB46"/>
      </a:accent6>
      <a:hlink>
        <a:srgbClr val="00B0F0"/>
      </a:hlink>
      <a:folHlink>
        <a:srgbClr val="00CFB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30b87968-6865-4029-8dea-377bb56c67df">
      <Terms xmlns="http://schemas.microsoft.com/office/infopath/2007/PartnerControls"/>
    </lcf76f155ced4ddcb4097134ff3c332f>
    <TaxCatchAll xmlns="07227ca3-12f4-4989-82a5-2752d4afcbb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907E80B901FE44787F31FF6EE1E667A" ma:contentTypeVersion="12" ma:contentTypeDescription="Create a new document." ma:contentTypeScope="" ma:versionID="36f97bdd8a811af635b62d6528a9f31f">
  <xsd:schema xmlns:xsd="http://www.w3.org/2001/XMLSchema" xmlns:xs="http://www.w3.org/2001/XMLSchema" xmlns:p="http://schemas.microsoft.com/office/2006/metadata/properties" xmlns:ns2="30b87968-6865-4029-8dea-377bb56c67df" xmlns:ns3="07227ca3-12f4-4989-82a5-2752d4afcbb2" targetNamespace="http://schemas.microsoft.com/office/2006/metadata/properties" ma:root="true" ma:fieldsID="9a7b9cdf5da5d647bb3de7c041bfbd25" ns2:_="" ns3:_="">
    <xsd:import namespace="30b87968-6865-4029-8dea-377bb56c67df"/>
    <xsd:import namespace="07227ca3-12f4-4989-82a5-2752d4afcbb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0b87968-6865-4029-8dea-377bb56c67d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2764dbc-7309-45b3-8ffb-b5aa3fc55abb"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7227ca3-12f4-4989-82a5-2752d4afcbb2"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bf150ec1-2474-4b82-8252-cfef7524f9d2}" ma:internalName="TaxCatchAll" ma:showField="CatchAllData" ma:web="07227ca3-12f4-4989-82a5-2752d4afcbb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2238B2B-749C-442A-9899-6F2A92B3828C}">
  <ds:schemaRefs>
    <ds:schemaRef ds:uri="http://schemas.microsoft.com/sharepoint/v3/contenttype/forms"/>
  </ds:schemaRefs>
</ds:datastoreItem>
</file>

<file path=customXml/itemProps2.xml><?xml version="1.0" encoding="utf-8"?>
<ds:datastoreItem xmlns:ds="http://schemas.openxmlformats.org/officeDocument/2006/customXml" ds:itemID="{26831D08-0091-4FD6-BC61-A7A261C1F3EB}">
  <ds:schemaRefs>
    <ds:schemaRef ds:uri="http://purl.org/dc/term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c69e57dd-4b01-4106-900e-f9a18139baff"/>
    <ds:schemaRef ds:uri="967f75fe-2e59-4dde-be94-0a8bfc312cf2"/>
    <ds:schemaRef ds:uri="http://schemas.microsoft.com/office/2006/metadata/properties"/>
    <ds:schemaRef ds:uri="http://www.w3.org/XML/1998/namespace"/>
    <ds:schemaRef ds:uri="http://purl.org/dc/dcmitype/"/>
    <ds:schemaRef ds:uri="ca7576cf-6e24-46cd-9834-137838317a61"/>
    <ds:schemaRef ds:uri="e7c3de4d-a658-4fb0-9e10-c4121cf93e9c"/>
    <ds:schemaRef ds:uri="30b87968-6865-4029-8dea-377bb56c67df"/>
    <ds:schemaRef ds:uri="07227ca3-12f4-4989-82a5-2752d4afcbb2"/>
  </ds:schemaRefs>
</ds:datastoreItem>
</file>

<file path=customXml/itemProps3.xml><?xml version="1.0" encoding="utf-8"?>
<ds:datastoreItem xmlns:ds="http://schemas.openxmlformats.org/officeDocument/2006/customXml" ds:itemID="{C53CB738-8309-45C3-BD10-6EAA96E12B4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0b87968-6865-4029-8dea-377bb56c67df"/>
    <ds:schemaRef ds:uri="07227ca3-12f4-4989-82a5-2752d4afcbb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3e2d752b-4bff-4307-bf29-f83cd9f18672}" enabled="0" method="" siteId="{3e2d752b-4bff-4307-bf29-f83cd9f18672}" removed="1"/>
</clbl:labelList>
</file>

<file path=docProps/app.xml><?xml version="1.0" encoding="utf-8"?>
<Properties xmlns="http://schemas.openxmlformats.org/officeDocument/2006/extended-properties" xmlns:vt="http://schemas.openxmlformats.org/officeDocument/2006/docPropsVTypes">
  <Template/>
  <TotalTime>5534</TotalTime>
  <Words>993</Words>
  <Application>Microsoft Office PowerPoint</Application>
  <PresentationFormat>Widescreen</PresentationFormat>
  <Paragraphs>153</Paragraphs>
  <Slides>13</Slides>
  <Notes>9</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1_Office Theme</vt:lpstr>
      <vt:lpstr>SDLC Stages - Overview</vt:lpstr>
      <vt:lpstr>PowerPoint Presentation</vt:lpstr>
      <vt:lpstr>PowerPoint Presentation</vt:lpstr>
      <vt:lpstr>Learning Aim and Objectives</vt:lpstr>
      <vt:lpstr>Competencies and Coverage</vt:lpstr>
      <vt:lpstr>Phases of the SDLC</vt:lpstr>
      <vt:lpstr>Phases of the SDLC</vt:lpstr>
      <vt:lpstr>SDLC Overview</vt:lpstr>
      <vt:lpstr>SDLC Overview</vt:lpstr>
      <vt:lpstr>Summary</vt:lpstr>
      <vt:lpstr>Course Summary</vt:lpstr>
      <vt:lpstr>Competencies and Coverage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Phil Chapman</dc:creator>
  <cp:lastModifiedBy>Steph Ferguson</cp:lastModifiedBy>
  <cp:revision>12</cp:revision>
  <dcterms:created xsi:type="dcterms:W3CDTF">2025-07-24T10:07:49Z</dcterms:created>
  <dcterms:modified xsi:type="dcterms:W3CDTF">2026-08-04T12:46:02Z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0x0101005907E80B901FE44787F31FF6EE1E667A</vt:lpwstr>
  </property>
  <property fmtid="{D5CDD505-2E9C-101B-9397-08002B2CF9AE}" pid="3" name="MediaServiceImageTags">
    <vt:lpwstr/>
  </property>
  <property fmtid="{D5CDD505-2E9C-101B-9397-08002B2CF9AE}" pid="4" name="KSB">
    <vt:lpwstr/>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TriggerFlowInfo">
    <vt:lpwstr/>
  </property>
  <property fmtid="{D5CDD505-2E9C-101B-9397-08002B2CF9AE}" pid="10" name="xd_Signature">
    <vt:bool>false</vt:bool>
  </property>
  <property fmtid="{D5CDD505-2E9C-101B-9397-08002B2CF9AE}" pid="11" name="Competency">
    <vt:lpwstr/>
  </property>
</Properties>
</file>